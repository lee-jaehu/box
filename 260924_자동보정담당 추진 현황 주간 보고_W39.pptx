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26" r:id="rId4"/>
    <p:sldMasterId id="2147483933" r:id="rId5"/>
    <p:sldMasterId id="2147483989" r:id="rId6"/>
  </p:sldMasterIdLst>
  <p:notesMasterIdLst>
    <p:notesMasterId r:id="rId26"/>
  </p:notesMasterIdLst>
  <p:handoutMasterIdLst>
    <p:handoutMasterId r:id="rId27"/>
  </p:handoutMasterIdLst>
  <p:sldIdLst>
    <p:sldId id="746" r:id="rId7"/>
    <p:sldId id="2147483645" r:id="rId8"/>
    <p:sldId id="397" r:id="rId9"/>
    <p:sldId id="306" r:id="rId10"/>
    <p:sldId id="419" r:id="rId11"/>
    <p:sldId id="361" r:id="rId12"/>
    <p:sldId id="364" r:id="rId13"/>
    <p:sldId id="280" r:id="rId14"/>
    <p:sldId id="375" r:id="rId15"/>
    <p:sldId id="325" r:id="rId16"/>
    <p:sldId id="420" r:id="rId17"/>
    <p:sldId id="278" r:id="rId18"/>
    <p:sldId id="2147483647" r:id="rId19"/>
    <p:sldId id="390" r:id="rId20"/>
    <p:sldId id="326" r:id="rId21"/>
    <p:sldId id="407" r:id="rId22"/>
    <p:sldId id="318" r:id="rId23"/>
    <p:sldId id="335" r:id="rId24"/>
    <p:sldId id="440" r:id="rId2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자동보정담당 추진 현황" id="{757319E2-B87E-41C3-A0CA-96E8E34394ED}">
          <p14:sldIdLst>
            <p14:sldId id="746"/>
          </p14:sldIdLst>
        </p14:section>
        <p14:section name="자동보정선행개발팀" id="{740D9FFD-0594-4625-97CE-5365650C3793}">
          <p14:sldIdLst>
            <p14:sldId id="2147483645"/>
            <p14:sldId id="397"/>
            <p14:sldId id="306"/>
            <p14:sldId id="419"/>
          </p14:sldIdLst>
        </p14:section>
        <p14:section name="조립자동보정팀_자동차" id="{AB4D7DAF-AC1B-4255-8CDD-9F2609016E62}">
          <p14:sldIdLst>
            <p14:sldId id="361"/>
            <p14:sldId id="364"/>
          </p14:sldIdLst>
        </p14:section>
        <p14:section name="조립자동보정팀_원통형" id="{01A8B434-0558-46EC-8281-6430696B7BC1}">
          <p14:sldIdLst/>
        </p14:section>
        <p14:section name="MC자동보정팀" id="{4CDAAA1C-519B-4812-9315-C1BACBF362A7}">
          <p14:sldIdLst>
            <p14:sldId id="280"/>
            <p14:sldId id="375"/>
            <p14:sldId id="325"/>
            <p14:sldId id="420"/>
          </p14:sldIdLst>
        </p14:section>
        <p14:section name="RSND" id="{36856421-F564-4650-B96D-1B46C939BB3D}">
          <p14:sldIdLst>
            <p14:sldId id="278"/>
            <p14:sldId id="2147483647"/>
            <p14:sldId id="390"/>
            <p14:sldId id="326"/>
            <p14:sldId id="407"/>
            <p14:sldId id="318"/>
            <p14:sldId id="335"/>
            <p14:sldId id="440"/>
          </p14:sldIdLst>
        </p14:section>
      </p14:sectionLst>
    </p:ext>
    <p:ext uri="{EFAFB233-063F-42B5-8137-9DF3F51BA10A}">
      <p15:sldGuideLst xmlns:p15="http://schemas.microsoft.com/office/powerpoint/2012/main">
        <p15:guide id="2" pos="194" userDrawn="1">
          <p15:clr>
            <a:srgbClr val="A4A3A4"/>
          </p15:clr>
        </p15:guide>
        <p15:guide id="3" orient="horz" pos="3407" userDrawn="1">
          <p15:clr>
            <a:srgbClr val="A4A3A4"/>
          </p15:clr>
        </p15:guide>
        <p15:guide id="4" pos="5842" userDrawn="1">
          <p15:clr>
            <a:srgbClr val="A4A3A4"/>
          </p15:clr>
        </p15:guide>
        <p15:guide id="5" pos="5819" userDrawn="1">
          <p15:clr>
            <a:srgbClr val="A4A3A4"/>
          </p15:clr>
        </p15:guide>
        <p15:guide id="6" pos="3755" userDrawn="1">
          <p15:clr>
            <a:srgbClr val="A4A3A4"/>
          </p15:clr>
        </p15:guide>
        <p15:guide id="7" orient="horz" pos="4133" userDrawn="1">
          <p15:clr>
            <a:srgbClr val="A4A3A4"/>
          </p15:clr>
        </p15:guide>
        <p15:guide id="9" orient="horz" pos="696" userDrawn="1">
          <p15:clr>
            <a:srgbClr val="A4A3A4"/>
          </p15:clr>
        </p15:guide>
        <p15:guide id="10" pos="376" userDrawn="1">
          <p15:clr>
            <a:srgbClr val="A4A3A4"/>
          </p15:clr>
        </p15:guide>
        <p15:guide id="13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414FE"/>
    <a:srgbClr val="006600"/>
    <a:srgbClr val="92D050"/>
    <a:srgbClr val="78AE78"/>
    <a:srgbClr val="EEECE1"/>
    <a:srgbClr val="E36C6C"/>
    <a:srgbClr val="37A537"/>
    <a:srgbClr val="5A9BC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762" y="102"/>
      </p:cViewPr>
      <p:guideLst>
        <p:guide pos="194"/>
        <p:guide orient="horz" pos="3407"/>
        <p:guide pos="5842"/>
        <p:guide pos="5819"/>
        <p:guide pos="3755"/>
        <p:guide orient="horz" pos="4133"/>
        <p:guide orient="horz" pos="696"/>
        <p:guide pos="376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태욱(TAEWOOK KIM)[twkiii]/선임/제조DX.자동보정.자동보정선행개발팀" userId="7550169e-81b5-4b23-9cda-68528cfbbc51" providerId="ADAL" clId="{E31AE063-5096-4BAE-AB7C-79D19DEC593B}"/>
    <pc:docChg chg="undo custSel modSld">
      <pc:chgData name="김태욱(TAEWOOK KIM)[twkiii]/선임/제조DX.자동보정.자동보정선행개발팀" userId="7550169e-81b5-4b23-9cda-68528cfbbc51" providerId="ADAL" clId="{E31AE063-5096-4BAE-AB7C-79D19DEC593B}" dt="2026-09-01T08:23:44.678" v="778" actId="20577"/>
      <pc:docMkLst>
        <pc:docMk/>
      </pc:docMkLst>
      <pc:sldChg chg="modSp mod">
        <pc:chgData name="김태욱(TAEWOOK KIM)[twkiii]/선임/제조DX.자동보정.자동보정선행개발팀" userId="7550169e-81b5-4b23-9cda-68528cfbbc51" providerId="ADAL" clId="{E31AE063-5096-4BAE-AB7C-79D19DEC593B}" dt="2026-09-01T08:21:06.298" v="541" actId="207"/>
        <pc:sldMkLst>
          <pc:docMk/>
          <pc:sldMk cId="4009032242" sldId="271"/>
        </pc:sldMkLst>
        <pc:spChg chg="mod">
          <ac:chgData name="김태욱(TAEWOOK KIM)[twkiii]/선임/제조DX.자동보정.자동보정선행개발팀" userId="7550169e-81b5-4b23-9cda-68528cfbbc51" providerId="ADAL" clId="{E31AE063-5096-4BAE-AB7C-79D19DEC593B}" dt="2026-09-01T08:21:06.298" v="541" actId="207"/>
          <ac:spMkLst>
            <pc:docMk/>
            <pc:sldMk cId="4009032242" sldId="271"/>
            <ac:spMk id="8" creationId="{DA3D18A2-7C82-8530-AC9E-4A17033BD0C2}"/>
          </ac:spMkLst>
        </pc:spChg>
      </pc:sldChg>
      <pc:sldChg chg="modSp mod">
        <pc:chgData name="김태욱(TAEWOOK KIM)[twkiii]/선임/제조DX.자동보정.자동보정선행개발팀" userId="7550169e-81b5-4b23-9cda-68528cfbbc51" providerId="ADAL" clId="{E31AE063-5096-4BAE-AB7C-79D19DEC593B}" dt="2026-09-01T08:23:44.678" v="778" actId="20577"/>
        <pc:sldMkLst>
          <pc:docMk/>
          <pc:sldMk cId="648264874" sldId="279"/>
        </pc:sldMkLst>
        <pc:spChg chg="mod">
          <ac:chgData name="김태욱(TAEWOOK KIM)[twkiii]/선임/제조DX.자동보정.자동보정선행개발팀" userId="7550169e-81b5-4b23-9cda-68528cfbbc51" providerId="ADAL" clId="{E31AE063-5096-4BAE-AB7C-79D19DEC593B}" dt="2026-09-01T08:23:44.678" v="778" actId="20577"/>
          <ac:spMkLst>
            <pc:docMk/>
            <pc:sldMk cId="648264874" sldId="279"/>
            <ac:spMk id="8" creationId="{DA3D18A2-7C82-8530-AC9E-4A17033BD0C2}"/>
          </ac:spMkLst>
        </pc:spChg>
        <pc:spChg chg="mod">
          <ac:chgData name="김태욱(TAEWOOK KIM)[twkiii]/선임/제조DX.자동보정.자동보정선행개발팀" userId="7550169e-81b5-4b23-9cda-68528cfbbc51" providerId="ADAL" clId="{E31AE063-5096-4BAE-AB7C-79D19DEC593B}" dt="2026-09-01T08:20:00.136" v="540" actId="20577"/>
          <ac:spMkLst>
            <pc:docMk/>
            <pc:sldMk cId="648264874" sldId="279"/>
            <ac:spMk id="16" creationId="{58C0F4AB-DBC0-D0E4-E983-8BE073494085}"/>
          </ac:spMkLst>
        </pc:spChg>
        <pc:picChg chg="mod">
          <ac:chgData name="김태욱(TAEWOOK KIM)[twkiii]/선임/제조DX.자동보정.자동보정선행개발팀" userId="7550169e-81b5-4b23-9cda-68528cfbbc51" providerId="ADAL" clId="{E31AE063-5096-4BAE-AB7C-79D19DEC593B}" dt="2026-09-01T08:15:57.488" v="191" actId="1076"/>
          <ac:picMkLst>
            <pc:docMk/>
            <pc:sldMk cId="648264874" sldId="279"/>
            <ac:picMk id="6" creationId="{30142F65-D414-FDA0-2A0A-85BB453B2AF9}"/>
          </ac:picMkLst>
        </pc:picChg>
      </pc:sldChg>
    </pc:docChg>
  </pc:docChgLst>
  <pc:docChgLst>
    <pc:chgData name="김기백(GIBAEK KIM)[gibaek.kim]/팀장/제조DX.자동보정.자동보정선행개발팀" userId="55e45d38-c472-4a38-804c-486c2f4c45c8" providerId="ADAL" clId="{7088655A-9E46-4097-8986-D51BFDC6CF96}"/>
    <pc:docChg chg="undo custSel modSld sldOrd">
      <pc:chgData name="김기백(GIBAEK KIM)[gibaek.kim]/팀장/제조DX.자동보정.자동보정선행개발팀" userId="55e45d38-c472-4a38-804c-486c2f4c45c8" providerId="ADAL" clId="{7088655A-9E46-4097-8986-D51BFDC6CF96}" dt="2026-08-19T12:15:05.897" v="6304" actId="1036"/>
      <pc:docMkLst>
        <pc:docMk/>
      </pc:docMkLst>
      <pc:sldChg chg="delSp">
        <pc:chgData name="김기백(GIBAEK KIM)[gibaek.kim]/팀장/제조DX.자동보정.자동보정선행개발팀" userId="55e45d38-c472-4a38-804c-486c2f4c45c8" providerId="ADAL" clId="{7088655A-9E46-4097-8986-D51BFDC6CF96}" dt="2026-08-19T11:23:01.580" v="3749" actId="478"/>
        <pc:sldMkLst>
          <pc:docMk/>
          <pc:sldMk cId="2312120207" sldId="356"/>
        </pc:sldMkLst>
      </pc:sldChg>
      <pc:sldChg chg="mod ord modShow">
        <pc:chgData name="김기백(GIBAEK KIM)[gibaek.kim]/팀장/제조DX.자동보정.자동보정선행개발팀" userId="55e45d38-c472-4a38-804c-486c2f4c45c8" providerId="ADAL" clId="{7088655A-9E46-4097-8986-D51BFDC6CF96}" dt="2026-08-19T11:22:01.742" v="3747"/>
        <pc:sldMkLst>
          <pc:docMk/>
          <pc:sldMk cId="3443688973" sldId="414"/>
        </pc:sldMkLst>
      </pc:sldChg>
      <pc:sldChg chg="addSp delSp modSp mod">
        <pc:chgData name="김기백(GIBAEK KIM)[gibaek.kim]/팀장/제조DX.자동보정.자동보정선행개발팀" userId="55e45d38-c472-4a38-804c-486c2f4c45c8" providerId="ADAL" clId="{7088655A-9E46-4097-8986-D51BFDC6CF96}" dt="2026-08-19T11:21:01.839" v="3741" actId="14100"/>
        <pc:sldMkLst>
          <pc:docMk/>
          <pc:sldMk cId="722830885" sldId="2147483567"/>
        </pc:sldMkLst>
        <pc:spChg chg="mod">
          <ac:chgData name="김기백(GIBAEK KIM)[gibaek.kim]/팀장/제조DX.자동보정.자동보정선행개발팀" userId="55e45d38-c472-4a38-804c-486c2f4c45c8" providerId="ADAL" clId="{7088655A-9E46-4097-8986-D51BFDC6CF96}" dt="2026-08-19T10:02:25.647" v="46" actId="20577"/>
          <ac:spMkLst>
            <pc:docMk/>
            <pc:sldMk cId="722830885" sldId="2147483567"/>
            <ac:spMk id="3" creationId="{CF7DF637-B763-9B8A-71B0-2646E19C7B8C}"/>
          </ac:spMkLst>
        </pc:spChg>
        <pc:spChg chg="mod">
          <ac:chgData name="김기백(GIBAEK KIM)[gibaek.kim]/팀장/제조DX.자동보정.자동보정선행개발팀" userId="55e45d38-c472-4a38-804c-486c2f4c45c8" providerId="ADAL" clId="{7088655A-9E46-4097-8986-D51BFDC6CF96}" dt="2026-08-19T11:20:12.167" v="3733" actId="20578"/>
          <ac:spMkLst>
            <pc:docMk/>
            <pc:sldMk cId="722830885" sldId="2147483567"/>
            <ac:spMk id="6" creationId="{FF80FE02-97A7-A1B4-3694-7503FDA3AD1B}"/>
          </ac:spMkLst>
        </pc:spChg>
        <pc:spChg chg="mod">
          <ac:chgData name="김기백(GIBAEK KIM)[gibaek.kim]/팀장/제조DX.자동보정.자동보정선행개발팀" userId="55e45d38-c472-4a38-804c-486c2f4c45c8" providerId="ADAL" clId="{7088655A-9E46-4097-8986-D51BFDC6CF96}" dt="2026-08-19T10:31:56.737" v="544" actId="1076"/>
          <ac:spMkLst>
            <pc:docMk/>
            <pc:sldMk cId="722830885" sldId="2147483567"/>
            <ac:spMk id="7" creationId="{90D73227-2465-8D42-90EB-CFFFC0A3FB76}"/>
          </ac:spMkLst>
        </pc:spChg>
        <pc:spChg chg="mod">
          <ac:chgData name="김기백(GIBAEK KIM)[gibaek.kim]/팀장/제조DX.자동보정.자동보정선행개발팀" userId="55e45d38-c472-4a38-804c-486c2f4c45c8" providerId="ADAL" clId="{7088655A-9E46-4097-8986-D51BFDC6CF96}" dt="2026-08-19T11:20:52.549" v="3738" actId="1076"/>
          <ac:spMkLst>
            <pc:docMk/>
            <pc:sldMk cId="722830885" sldId="2147483567"/>
            <ac:spMk id="21" creationId="{8C51B5C4-0AF8-7836-BF28-C6127F7FCD60}"/>
          </ac:spMkLst>
        </pc:spChg>
      </pc:sldChg>
    </pc:docChg>
  </pc:docChgLst>
  <pc:docChgLst>
    <pc:chgData name="김형원(HYUNGWON KIM)[hyungwon]/사원/제조DX.자동보정.조립자동보정팀" userId="7d3d3187-387b-4f0d-81bf-ac57af5a795a" providerId="ADAL" clId="{AFA8F03B-09AA-409E-A40F-5FF0043FC2D8}"/>
    <pc:docChg chg="undo custSel delSld modSld modSection">
      <pc:chgData name="김형원(HYUNGWON KIM)[hyungwon]/사원/제조DX.자동보정.조립자동보정팀" userId="7d3d3187-387b-4f0d-81bf-ac57af5a795a" providerId="ADAL" clId="{AFA8F03B-09AA-409E-A40F-5FF0043FC2D8}" dt="2026-09-08T06:22:22.322" v="569" actId="20577"/>
      <pc:docMkLst>
        <pc:docMk/>
      </pc:docMkLst>
      <pc:sldChg chg="addSp modSp mod">
        <pc:chgData name="김형원(HYUNGWON KIM)[hyungwon]/사원/제조DX.자동보정.조립자동보정팀" userId="7d3d3187-387b-4f0d-81bf-ac57af5a795a" providerId="ADAL" clId="{AFA8F03B-09AA-409E-A40F-5FF0043FC2D8}" dt="2026-09-08T06:22:22.322" v="569" actId="20577"/>
        <pc:sldMkLst>
          <pc:docMk/>
          <pc:sldMk cId="3282732139" sldId="268"/>
        </pc:sldMkLst>
        <pc:spChg chg="mod">
          <ac:chgData name="김형원(HYUNGWON KIM)[hyungwon]/사원/제조DX.자동보정.조립자동보정팀" userId="7d3d3187-387b-4f0d-81bf-ac57af5a795a" providerId="ADAL" clId="{AFA8F03B-09AA-409E-A40F-5FF0043FC2D8}" dt="2026-09-08T06:22:22.322" v="569" actId="20577"/>
          <ac:spMkLst>
            <pc:docMk/>
            <pc:sldMk cId="3282732139" sldId="268"/>
            <ac:spMk id="13" creationId="{F47FB689-7849-5BB6-A52B-D812488270C9}"/>
          </ac:spMkLst>
        </pc:spChg>
        <pc:spChg chg="mod">
          <ac:chgData name="김형원(HYUNGWON KIM)[hyungwon]/사원/제조DX.자동보정.조립자동보정팀" userId="7d3d3187-387b-4f0d-81bf-ac57af5a795a" providerId="ADAL" clId="{AFA8F03B-09AA-409E-A40F-5FF0043FC2D8}" dt="2026-09-08T06:02:32.941" v="129" actId="20577"/>
          <ac:spMkLst>
            <pc:docMk/>
            <pc:sldMk cId="3282732139" sldId="268"/>
            <ac:spMk id="58" creationId="{1A14E2F3-1D19-45A5-DC7A-6661315C09C3}"/>
          </ac:spMkLst>
        </pc:spChg>
        <pc:spChg chg="mod">
          <ac:chgData name="김형원(HYUNGWON KIM)[hyungwon]/사원/제조DX.자동보정.조립자동보정팀" userId="7d3d3187-387b-4f0d-81bf-ac57af5a795a" providerId="ADAL" clId="{AFA8F03B-09AA-409E-A40F-5FF0043FC2D8}" dt="2026-09-08T06:18:18.802" v="383" actId="6549"/>
          <ac:spMkLst>
            <pc:docMk/>
            <pc:sldMk cId="3282732139" sldId="268"/>
            <ac:spMk id="62" creationId="{67087FE9-D3B8-3B61-8994-10F831D7EDD4}"/>
          </ac:spMkLst>
        </pc:spChg>
        <pc:graphicFrameChg chg="add mod">
          <ac:chgData name="김형원(HYUNGWON KIM)[hyungwon]/사원/제조DX.자동보정.조립자동보정팀" userId="7d3d3187-387b-4f0d-81bf-ac57af5a795a" providerId="ADAL" clId="{AFA8F03B-09AA-409E-A40F-5FF0043FC2D8}" dt="2026-09-08T06:19:26.246" v="522"/>
          <ac:graphicFrameMkLst>
            <pc:docMk/>
            <pc:sldMk cId="3282732139" sldId="268"/>
            <ac:graphicFrameMk id="6" creationId="{073056CE-2B7C-DCC4-EA3A-F65AE7B16EE3}"/>
          </ac:graphicFrameMkLst>
        </pc:graphicFrameChg>
        <pc:graphicFrameChg chg="add mod modGraphic">
          <ac:chgData name="김형원(HYUNGWON KIM)[hyungwon]/사원/제조DX.자동보정.조립자동보정팀" userId="7d3d3187-387b-4f0d-81bf-ac57af5a795a" providerId="ADAL" clId="{AFA8F03B-09AA-409E-A40F-5FF0043FC2D8}" dt="2026-09-08T06:20:16.403" v="533" actId="1076"/>
          <ac:graphicFrameMkLst>
            <pc:docMk/>
            <pc:sldMk cId="3282732139" sldId="268"/>
            <ac:graphicFrameMk id="7" creationId="{950FDA84-098A-20AA-14BF-840743917063}"/>
          </ac:graphicFrameMkLst>
        </pc:graphicFrameChg>
      </pc:sldChg>
      <pc:sldChg chg="modSp mod">
        <pc:chgData name="김형원(HYUNGWON KIM)[hyungwon]/사원/제조DX.자동보정.조립자동보정팀" userId="7d3d3187-387b-4f0d-81bf-ac57af5a795a" providerId="ADAL" clId="{AFA8F03B-09AA-409E-A40F-5FF0043FC2D8}" dt="2026-09-08T06:00:55.409" v="126"/>
        <pc:sldMkLst>
          <pc:docMk/>
          <pc:sldMk cId="1077623371" sldId="353"/>
        </pc:sldMkLst>
        <pc:spChg chg="mod">
          <ac:chgData name="김형원(HYUNGWON KIM)[hyungwon]/사원/제조DX.자동보정.조립자동보정팀" userId="7d3d3187-387b-4f0d-81bf-ac57af5a795a" providerId="ADAL" clId="{AFA8F03B-09AA-409E-A40F-5FF0043FC2D8}" dt="2026-09-08T05:55:54.599" v="1" actId="20577"/>
          <ac:spMkLst>
            <pc:docMk/>
            <pc:sldMk cId="1077623371" sldId="353"/>
            <ac:spMk id="27" creationId="{F1F0155F-26F4-EDD1-2334-EC9049245013}"/>
          </ac:spMkLst>
        </pc:spChg>
        <pc:spChg chg="mod">
          <ac:chgData name="김형원(HYUNGWON KIM)[hyungwon]/사원/제조DX.자동보정.조립자동보정팀" userId="7d3d3187-387b-4f0d-81bf-ac57af5a795a" providerId="ADAL" clId="{AFA8F03B-09AA-409E-A40F-5FF0043FC2D8}" dt="2026-09-08T06:00:55.409" v="126"/>
          <ac:spMkLst>
            <pc:docMk/>
            <pc:sldMk cId="1077623371" sldId="353"/>
            <ac:spMk id="31" creationId="{6A17E368-C27F-5246-106D-2999D66311CE}"/>
          </ac:spMkLst>
        </pc:spChg>
      </pc:sldChg>
      <pc:sldChg chg="del">
        <pc:chgData name="김형원(HYUNGWON KIM)[hyungwon]/사원/제조DX.자동보정.조립자동보정팀" userId="7d3d3187-387b-4f0d-81bf-ac57af5a795a" providerId="ADAL" clId="{AFA8F03B-09AA-409E-A40F-5FF0043FC2D8}" dt="2026-09-08T06:01:37.969" v="127" actId="47"/>
        <pc:sldMkLst>
          <pc:docMk/>
          <pc:sldMk cId="4141335619" sldId="364"/>
        </pc:sldMkLst>
      </pc:sldChg>
      <pc:sldChg chg="del">
        <pc:chgData name="김형원(HYUNGWON KIM)[hyungwon]/사원/제조DX.자동보정.조립자동보정팀" userId="7d3d3187-387b-4f0d-81bf-ac57af5a795a" providerId="ADAL" clId="{AFA8F03B-09AA-409E-A40F-5FF0043FC2D8}" dt="2026-09-08T06:01:37.969" v="127" actId="47"/>
        <pc:sldMkLst>
          <pc:docMk/>
          <pc:sldMk cId="2674293425" sldId="369"/>
        </pc:sldMkLst>
      </pc:sldChg>
      <pc:sldChg chg="del">
        <pc:chgData name="김형원(HYUNGWON KIM)[hyungwon]/사원/제조DX.자동보정.조립자동보정팀" userId="7d3d3187-387b-4f0d-81bf-ac57af5a795a" providerId="ADAL" clId="{AFA8F03B-09AA-409E-A40F-5FF0043FC2D8}" dt="2026-09-08T06:01:37.969" v="127" actId="47"/>
        <pc:sldMkLst>
          <pc:docMk/>
          <pc:sldMk cId="1535084449" sldId="2147483547"/>
        </pc:sldMkLst>
      </pc:sldChg>
      <pc:sldMasterChg chg="delSldLayout">
        <pc:chgData name="김형원(HYUNGWON KIM)[hyungwon]/사원/제조DX.자동보정.조립자동보정팀" userId="7d3d3187-387b-4f0d-81bf-ac57af5a795a" providerId="ADAL" clId="{AFA8F03B-09AA-409E-A40F-5FF0043FC2D8}" dt="2026-09-08T06:01:37.969" v="127" actId="47"/>
        <pc:sldMasterMkLst>
          <pc:docMk/>
          <pc:sldMasterMk cId="2856474258" sldId="2147483926"/>
        </pc:sldMasterMkLst>
        <pc:sldLayoutChg chg="del">
          <pc:chgData name="김형원(HYUNGWON KIM)[hyungwon]/사원/제조DX.자동보정.조립자동보정팀" userId="7d3d3187-387b-4f0d-81bf-ac57af5a795a" providerId="ADAL" clId="{AFA8F03B-09AA-409E-A40F-5FF0043FC2D8}" dt="2026-09-08T06:01:37.969" v="127" actId="47"/>
          <pc:sldLayoutMkLst>
            <pc:docMk/>
            <pc:sldMasterMk cId="2856474258" sldId="2147483926"/>
            <pc:sldLayoutMk cId="2949338667" sldId="2147483961"/>
          </pc:sldLayoutMkLst>
        </pc:sldLayoutChg>
      </pc:sldMasterChg>
    </pc:docChg>
  </pc:docChgLst>
  <pc:docChgLst>
    <pc:chgData name="박수종(SUJONG PARK)[sujong.park]/팀장/제조DX.자동보정.조립자동보정팀" userId="ab82824d-b00b-4730-b1d5-e6a89197d8e8" providerId="ADAL" clId="{1A7CF0C8-4136-4B8B-AA4C-1E83241DE443}"/>
    <pc:docChg chg="custSel modSld">
      <pc:chgData name="박수종(SUJONG PARK)[sujong.park]/팀장/제조DX.자동보정.조립자동보정팀" userId="ab82824d-b00b-4730-b1d5-e6a89197d8e8" providerId="ADAL" clId="{1A7CF0C8-4136-4B8B-AA4C-1E83241DE443}" dt="2026-09-09T09:53:37.078" v="311" actId="20577"/>
      <pc:docMkLst>
        <pc:docMk/>
      </pc:docMkLst>
      <pc:sldChg chg="addSp delSp modSp mod">
        <pc:chgData name="박수종(SUJONG PARK)[sujong.park]/팀장/제조DX.자동보정.조립자동보정팀" userId="ab82824d-b00b-4730-b1d5-e6a89197d8e8" providerId="ADAL" clId="{1A7CF0C8-4136-4B8B-AA4C-1E83241DE443}" dt="2026-09-09T09:53:37.078" v="311" actId="20577"/>
        <pc:sldMkLst>
          <pc:docMk/>
          <pc:sldMk cId="3266697761" sldId="2278"/>
        </pc:sldMkLst>
        <pc:spChg chg="mod">
          <ac:chgData name="박수종(SUJONG PARK)[sujong.park]/팀장/제조DX.자동보정.조립자동보정팀" userId="ab82824d-b00b-4730-b1d5-e6a89197d8e8" providerId="ADAL" clId="{1A7CF0C8-4136-4B8B-AA4C-1E83241DE443}" dt="2026-09-09T08:58:44.644" v="7" actId="20577"/>
          <ac:spMkLst>
            <pc:docMk/>
            <pc:sldMk cId="3266697761" sldId="2278"/>
            <ac:spMk id="3" creationId="{FA989627-D337-A87A-296A-932B058907A6}"/>
          </ac:spMkLst>
        </pc:spChg>
        <pc:spChg chg="add mod">
          <ac:chgData name="박수종(SUJONG PARK)[sujong.park]/팀장/제조DX.자동보정.조립자동보정팀" userId="ab82824d-b00b-4730-b1d5-e6a89197d8e8" providerId="ADAL" clId="{1A7CF0C8-4136-4B8B-AA4C-1E83241DE443}" dt="2026-09-09T08:58:53.357" v="9"/>
          <ac:spMkLst>
            <pc:docMk/>
            <pc:sldMk cId="3266697761" sldId="2278"/>
            <ac:spMk id="4" creationId="{1D2DF48D-6186-506B-9435-4572500CC477}"/>
          </ac:spMkLst>
        </pc:spChg>
        <pc:spChg chg="del">
          <ac:chgData name="박수종(SUJONG PARK)[sujong.park]/팀장/제조DX.자동보정.조립자동보정팀" userId="ab82824d-b00b-4730-b1d5-e6a89197d8e8" providerId="ADAL" clId="{1A7CF0C8-4136-4B8B-AA4C-1E83241DE443}" dt="2026-09-09T08:58:52.958" v="8" actId="478"/>
          <ac:spMkLst>
            <pc:docMk/>
            <pc:sldMk cId="3266697761" sldId="2278"/>
            <ac:spMk id="5" creationId="{6456310C-04B9-BC56-E1F1-0AD8676A8298}"/>
          </ac:spMkLst>
        </pc:spChg>
        <pc:spChg chg="add mod">
          <ac:chgData name="박수종(SUJONG PARK)[sujong.park]/팀장/제조DX.자동보정.조립자동보정팀" userId="ab82824d-b00b-4730-b1d5-e6a89197d8e8" providerId="ADAL" clId="{1A7CF0C8-4136-4B8B-AA4C-1E83241DE443}" dt="2026-09-09T09:53:37.078" v="311" actId="20577"/>
          <ac:spMkLst>
            <pc:docMk/>
            <pc:sldMk cId="3266697761" sldId="2278"/>
            <ac:spMk id="6" creationId="{4FE47786-FD95-2330-26CD-D41C098892F7}"/>
          </ac:spMkLst>
        </pc:spChg>
        <pc:spChg chg="del">
          <ac:chgData name="박수종(SUJONG PARK)[sujong.park]/팀장/제조DX.자동보정.조립자동보정팀" userId="ab82824d-b00b-4730-b1d5-e6a89197d8e8" providerId="ADAL" clId="{1A7CF0C8-4136-4B8B-AA4C-1E83241DE443}" dt="2026-09-09T08:58:52.958" v="8" actId="478"/>
          <ac:spMkLst>
            <pc:docMk/>
            <pc:sldMk cId="3266697761" sldId="2278"/>
            <ac:spMk id="8" creationId="{EC0912CA-29AE-8611-69B8-F03BF7B26A92}"/>
          </ac:spMkLst>
        </pc:spChg>
      </pc:sldChg>
      <pc:sldChg chg="addSp delSp modSp mod">
        <pc:chgData name="박수종(SUJONG PARK)[sujong.park]/팀장/제조DX.자동보정.조립자동보정팀" userId="ab82824d-b00b-4730-b1d5-e6a89197d8e8" providerId="ADAL" clId="{1A7CF0C8-4136-4B8B-AA4C-1E83241DE443}" dt="2026-09-09T08:58:11.830" v="3" actId="20577"/>
        <pc:sldMkLst>
          <pc:docMk/>
          <pc:sldMk cId="2440852975" sldId="2147481923"/>
        </pc:sldMkLst>
        <pc:spChg chg="del">
          <ac:chgData name="박수종(SUJONG PARK)[sujong.park]/팀장/제조DX.자동보정.조립자동보정팀" userId="ab82824d-b00b-4730-b1d5-e6a89197d8e8" providerId="ADAL" clId="{1A7CF0C8-4136-4B8B-AA4C-1E83241DE443}" dt="2026-09-09T08:57:49.081" v="0" actId="478"/>
          <ac:spMkLst>
            <pc:docMk/>
            <pc:sldMk cId="2440852975" sldId="2147481923"/>
            <ac:spMk id="2" creationId="{A6ECDAEA-1C22-3669-9BA9-A90A7929C5AA}"/>
          </ac:spMkLst>
        </pc:spChg>
        <pc:spChg chg="mod">
          <ac:chgData name="박수종(SUJONG PARK)[sujong.park]/팀장/제조DX.자동보정.조립자동보정팀" userId="ab82824d-b00b-4730-b1d5-e6a89197d8e8" providerId="ADAL" clId="{1A7CF0C8-4136-4B8B-AA4C-1E83241DE443}" dt="2026-09-09T08:58:11.830" v="3" actId="20577"/>
          <ac:spMkLst>
            <pc:docMk/>
            <pc:sldMk cId="2440852975" sldId="2147481923"/>
            <ac:spMk id="6" creationId="{426D7752-9184-00D0-D165-3030B2D6CF10}"/>
          </ac:spMkLst>
        </pc:spChg>
        <pc:spChg chg="del">
          <ac:chgData name="박수종(SUJONG PARK)[sujong.park]/팀장/제조DX.자동보정.조립자동보정팀" userId="ab82824d-b00b-4730-b1d5-e6a89197d8e8" providerId="ADAL" clId="{1A7CF0C8-4136-4B8B-AA4C-1E83241DE443}" dt="2026-09-09T08:57:49.081" v="0" actId="478"/>
          <ac:spMkLst>
            <pc:docMk/>
            <pc:sldMk cId="2440852975" sldId="2147481923"/>
            <ac:spMk id="7" creationId="{8D7F82E9-1F8E-061D-8384-37E3403DDD85}"/>
          </ac:spMkLst>
        </pc:spChg>
        <pc:spChg chg="add mod ord">
          <ac:chgData name="박수종(SUJONG PARK)[sujong.park]/팀장/제조DX.자동보정.조립자동보정팀" userId="ab82824d-b00b-4730-b1d5-e6a89197d8e8" providerId="ADAL" clId="{1A7CF0C8-4136-4B8B-AA4C-1E83241DE443}" dt="2026-09-09T08:58:08.827" v="2" actId="167"/>
          <ac:spMkLst>
            <pc:docMk/>
            <pc:sldMk cId="2440852975" sldId="2147481923"/>
            <ac:spMk id="8" creationId="{15F53CAF-F66B-F9C1-E491-3AA04B375EDD}"/>
          </ac:spMkLst>
        </pc:spChg>
        <pc:spChg chg="add mod">
          <ac:chgData name="박수종(SUJONG PARK)[sujong.park]/팀장/제조DX.자동보정.조립자동보정팀" userId="ab82824d-b00b-4730-b1d5-e6a89197d8e8" providerId="ADAL" clId="{1A7CF0C8-4136-4B8B-AA4C-1E83241DE443}" dt="2026-09-09T08:57:52.948" v="1"/>
          <ac:spMkLst>
            <pc:docMk/>
            <pc:sldMk cId="2440852975" sldId="2147481923"/>
            <ac:spMk id="9" creationId="{A63E9F7E-1B5B-B8F9-EBCF-2481D865579F}"/>
          </ac:spMkLst>
        </pc:spChg>
      </pc:sldChg>
      <pc:sldChg chg="addSp delSp modSp mod">
        <pc:chgData name="박수종(SUJONG PARK)[sujong.park]/팀장/제조DX.자동보정.조립자동보정팀" userId="ab82824d-b00b-4730-b1d5-e6a89197d8e8" providerId="ADAL" clId="{1A7CF0C8-4136-4B8B-AA4C-1E83241DE443}" dt="2026-09-09T08:58:31.964" v="6"/>
        <pc:sldMkLst>
          <pc:docMk/>
          <pc:sldMk cId="2543445665" sldId="2147483561"/>
        </pc:sldMkLst>
        <pc:spChg chg="mod">
          <ac:chgData name="박수종(SUJONG PARK)[sujong.park]/팀장/제조DX.자동보정.조립자동보정팀" userId="ab82824d-b00b-4730-b1d5-e6a89197d8e8" providerId="ADAL" clId="{1A7CF0C8-4136-4B8B-AA4C-1E83241DE443}" dt="2026-09-09T08:58:24.549" v="4" actId="20577"/>
          <ac:spMkLst>
            <pc:docMk/>
            <pc:sldMk cId="2543445665" sldId="2147483561"/>
            <ac:spMk id="3" creationId="{D500E21D-3DDF-ECB7-263D-14F9679641C3}"/>
          </ac:spMkLst>
        </pc:spChg>
        <pc:spChg chg="del">
          <ac:chgData name="박수종(SUJONG PARK)[sujong.park]/팀장/제조DX.자동보정.조립자동보정팀" userId="ab82824d-b00b-4730-b1d5-e6a89197d8e8" providerId="ADAL" clId="{1A7CF0C8-4136-4B8B-AA4C-1E83241DE443}" dt="2026-09-09T08:58:26.567" v="5" actId="478"/>
          <ac:spMkLst>
            <pc:docMk/>
            <pc:sldMk cId="2543445665" sldId="2147483561"/>
            <ac:spMk id="4" creationId="{B4CD27EE-5736-0A68-F3C7-9738C509246D}"/>
          </ac:spMkLst>
        </pc:spChg>
        <pc:spChg chg="add mod">
          <ac:chgData name="박수종(SUJONG PARK)[sujong.park]/팀장/제조DX.자동보정.조립자동보정팀" userId="ab82824d-b00b-4730-b1d5-e6a89197d8e8" providerId="ADAL" clId="{1A7CF0C8-4136-4B8B-AA4C-1E83241DE443}" dt="2026-09-09T08:58:31.964" v="6"/>
          <ac:spMkLst>
            <pc:docMk/>
            <pc:sldMk cId="2543445665" sldId="2147483561"/>
            <ac:spMk id="6" creationId="{3BEFC310-C8EE-90B9-2256-408A31439F7D}"/>
          </ac:spMkLst>
        </pc:spChg>
      </pc:sldChg>
    </pc:docChg>
  </pc:docChgLst>
  <pc:docChgLst>
    <pc:chgData name="김치완(CHIWAN KIM)[kimchiwan04]/책임/제조DX.자동보정.RSND자동보정팀" userId="S::kimchiwan04@lgensol.com::022829bc-3ea1-441b-b8a3-451705c4a94d" providerId="AD" clId="Web-{A7F46B96-C834-F0EA-12AA-C6043DFD3722}"/>
    <pc:docChg chg="modSld">
      <pc:chgData name="김치완(CHIWAN KIM)[kimchiwan04]/책임/제조DX.자동보정.RSND자동보정팀" userId="S::kimchiwan04@lgensol.com::022829bc-3ea1-441b-b8a3-451705c4a94d" providerId="AD" clId="Web-{A7F46B96-C834-F0EA-12AA-C6043DFD3722}" dt="2026-08-12T06:00:14.107" v="3" actId="20577"/>
      <pc:docMkLst>
        <pc:docMk/>
      </pc:docMkLst>
    </pc:docChg>
  </pc:docChgLst>
  <pc:docChgLst>
    <pc:chgData name="정돈규(DONKYU JUNG)[donkyu]/팀장/제조DX.자동보정.RSND자동보정팀" userId="129dd0d3-f7f1-47f5-9573-5d4a6dd9ccfb" providerId="ADAL" clId="{2A362C22-E71B-480B-B8C5-333C0A426A66}"/>
    <pc:docChg chg="undo custSel modSld">
      <pc:chgData name="정돈규(DONKYU JUNG)[donkyu]/팀장/제조DX.자동보정.RSND자동보정팀" userId="129dd0d3-f7f1-47f5-9573-5d4a6dd9ccfb" providerId="ADAL" clId="{2A362C22-E71B-480B-B8C5-333C0A426A66}" dt="2026-08-26T21:20:49.205" v="3592" actId="20577"/>
      <pc:docMkLst>
        <pc:docMk/>
      </pc:docMkLst>
      <pc:sldChg chg="modSp mod">
        <pc:chgData name="정돈규(DONKYU JUNG)[donkyu]/팀장/제조DX.자동보정.RSND자동보정팀" userId="129dd0d3-f7f1-47f5-9573-5d4a6dd9ccfb" providerId="ADAL" clId="{2A362C22-E71B-480B-B8C5-333C0A426A66}" dt="2026-08-26T21:20:45.210" v="3588" actId="20577"/>
        <pc:sldMkLst>
          <pc:docMk/>
          <pc:sldMk cId="318835780" sldId="348"/>
        </pc:sldMkLst>
        <pc:spChg chg="mod">
          <ac:chgData name="정돈규(DONKYU JUNG)[donkyu]/팀장/제조DX.자동보정.RSND자동보정팀" userId="129dd0d3-f7f1-47f5-9573-5d4a6dd9ccfb" providerId="ADAL" clId="{2A362C22-E71B-480B-B8C5-333C0A426A66}" dt="2026-08-26T21:20:45.210" v="3588" actId="20577"/>
          <ac:spMkLst>
            <pc:docMk/>
            <pc:sldMk cId="318835780" sldId="348"/>
            <ac:spMk id="8" creationId="{044CCC0A-C677-A445-6A3F-26925CAD22F6}"/>
          </ac:spMkLst>
        </pc:spChg>
        <pc:spChg chg="mod">
          <ac:chgData name="정돈규(DONKYU JUNG)[donkyu]/팀장/제조DX.자동보정.RSND자동보정팀" userId="129dd0d3-f7f1-47f5-9573-5d4a6dd9ccfb" providerId="ADAL" clId="{2A362C22-E71B-480B-B8C5-333C0A426A66}" dt="2026-08-26T07:00:25.595" v="2118" actId="20577"/>
          <ac:spMkLst>
            <pc:docMk/>
            <pc:sldMk cId="318835780" sldId="348"/>
            <ac:spMk id="14" creationId="{2F54B4B4-594E-6A50-C481-1A791E885C7C}"/>
          </ac:spMkLst>
        </pc:spChg>
      </pc:sldChg>
      <pc:sldChg chg="modSp mod">
        <pc:chgData name="정돈규(DONKYU JUNG)[donkyu]/팀장/제조DX.자동보정.RSND자동보정팀" userId="129dd0d3-f7f1-47f5-9573-5d4a6dd9ccfb" providerId="ADAL" clId="{2A362C22-E71B-480B-B8C5-333C0A426A66}" dt="2026-08-26T21:20:49.205" v="3592" actId="20577"/>
        <pc:sldMkLst>
          <pc:docMk/>
          <pc:sldMk cId="2137932498" sldId="355"/>
        </pc:sldMkLst>
        <pc:spChg chg="mod">
          <ac:chgData name="정돈규(DONKYU JUNG)[donkyu]/팀장/제조DX.자동보정.RSND자동보정팀" userId="129dd0d3-f7f1-47f5-9573-5d4a6dd9ccfb" providerId="ADAL" clId="{2A362C22-E71B-480B-B8C5-333C0A426A66}" dt="2026-08-26T07:17:33.610" v="2604" actId="20577"/>
          <ac:spMkLst>
            <pc:docMk/>
            <pc:sldMk cId="2137932498" sldId="355"/>
            <ac:spMk id="2" creationId="{C369D80D-66B4-288D-797D-0F067C94E92F}"/>
          </ac:spMkLst>
        </pc:spChg>
        <pc:spChg chg="mod">
          <ac:chgData name="정돈규(DONKYU JUNG)[donkyu]/팀장/제조DX.자동보정.RSND자동보정팀" userId="129dd0d3-f7f1-47f5-9573-5d4a6dd9ccfb" providerId="ADAL" clId="{2A362C22-E71B-480B-B8C5-333C0A426A66}" dt="2026-08-26T21:20:49.205" v="3592" actId="20577"/>
          <ac:spMkLst>
            <pc:docMk/>
            <pc:sldMk cId="2137932498" sldId="355"/>
            <ac:spMk id="4" creationId="{95E2093E-1E21-8AF8-88E2-C6BD5DB288BD}"/>
          </ac:spMkLst>
        </pc:spChg>
        <pc:spChg chg="mod">
          <ac:chgData name="정돈규(DONKYU JUNG)[donkyu]/팀장/제조DX.자동보정.RSND자동보정팀" userId="129dd0d3-f7f1-47f5-9573-5d4a6dd9ccfb" providerId="ADAL" clId="{2A362C22-E71B-480B-B8C5-333C0A426A66}" dt="2026-08-26T07:17:58.240" v="2617" actId="1037"/>
          <ac:spMkLst>
            <pc:docMk/>
            <pc:sldMk cId="2137932498" sldId="355"/>
            <ac:spMk id="7" creationId="{D3EB67E5-1B71-1239-2628-2AE4C66AD83F}"/>
          </ac:spMkLst>
        </pc:spChg>
        <pc:spChg chg="mod">
          <ac:chgData name="정돈규(DONKYU JUNG)[donkyu]/팀장/제조DX.자동보정.RSND자동보정팀" userId="129dd0d3-f7f1-47f5-9573-5d4a6dd9ccfb" providerId="ADAL" clId="{2A362C22-E71B-480B-B8C5-333C0A426A66}" dt="2026-08-26T06:35:20.241" v="236" actId="20577"/>
          <ac:spMkLst>
            <pc:docMk/>
            <pc:sldMk cId="2137932498" sldId="355"/>
            <ac:spMk id="18" creationId="{87EDADE3-EA9B-1BB8-1ADC-15AA3FCA2439}"/>
          </ac:spMkLst>
        </pc:spChg>
        <pc:spChg chg="mod">
          <ac:chgData name="정돈규(DONKYU JUNG)[donkyu]/팀장/제조DX.자동보정.RSND자동보정팀" userId="129dd0d3-f7f1-47f5-9573-5d4a6dd9ccfb" providerId="ADAL" clId="{2A362C22-E71B-480B-B8C5-333C0A426A66}" dt="2026-08-26T06:37:16.535" v="248" actId="20577"/>
          <ac:spMkLst>
            <pc:docMk/>
            <pc:sldMk cId="2137932498" sldId="355"/>
            <ac:spMk id="26" creationId="{A048684C-AFA9-3305-4603-4A227F04195F}"/>
          </ac:spMkLst>
        </pc:spChg>
        <pc:spChg chg="mod">
          <ac:chgData name="정돈규(DONKYU JUNG)[donkyu]/팀장/제조DX.자동보정.RSND자동보정팀" userId="129dd0d3-f7f1-47f5-9573-5d4a6dd9ccfb" providerId="ADAL" clId="{2A362C22-E71B-480B-B8C5-333C0A426A66}" dt="2026-08-26T06:37:46.293" v="252" actId="20577"/>
          <ac:spMkLst>
            <pc:docMk/>
            <pc:sldMk cId="2137932498" sldId="355"/>
            <ac:spMk id="29" creationId="{3509B3E3-276A-0B9B-9ECE-D25EE4046AA0}"/>
          </ac:spMkLst>
        </pc:spChg>
        <pc:spChg chg="mod">
          <ac:chgData name="정돈규(DONKYU JUNG)[donkyu]/팀장/제조DX.자동보정.RSND자동보정팀" userId="129dd0d3-f7f1-47f5-9573-5d4a6dd9ccfb" providerId="ADAL" clId="{2A362C22-E71B-480B-B8C5-333C0A426A66}" dt="2026-08-26T06:38:15.374" v="275"/>
          <ac:spMkLst>
            <pc:docMk/>
            <pc:sldMk cId="2137932498" sldId="355"/>
            <ac:spMk id="32" creationId="{D5CD65A0-5BA4-FC87-14DD-FE4B07F89152}"/>
          </ac:spMkLst>
        </pc:spChg>
        <pc:spChg chg="mod">
          <ac:chgData name="정돈규(DONKYU JUNG)[donkyu]/팀장/제조DX.자동보정.RSND자동보정팀" userId="129dd0d3-f7f1-47f5-9573-5d4a6dd9ccfb" providerId="ADAL" clId="{2A362C22-E71B-480B-B8C5-333C0A426A66}" dt="2026-08-26T06:35:17.401" v="233"/>
          <ac:spMkLst>
            <pc:docMk/>
            <pc:sldMk cId="2137932498" sldId="355"/>
            <ac:spMk id="40" creationId="{F36C65C4-A6ED-3FB6-E6F6-24C51C8F01C2}"/>
          </ac:spMkLst>
        </pc:spChg>
        <pc:spChg chg="mod">
          <ac:chgData name="정돈규(DONKYU JUNG)[donkyu]/팀장/제조DX.자동보정.RSND자동보정팀" userId="129dd0d3-f7f1-47f5-9573-5d4a6dd9ccfb" providerId="ADAL" clId="{2A362C22-E71B-480B-B8C5-333C0A426A66}" dt="2026-08-26T07:19:08.271" v="2642" actId="1035"/>
          <ac:spMkLst>
            <pc:docMk/>
            <pc:sldMk cId="2137932498" sldId="355"/>
            <ac:spMk id="45" creationId="{A35E2E78-EE3E-2F06-E1C9-EB7339D976A9}"/>
          </ac:spMkLst>
        </pc:spChg>
        <pc:spChg chg="mod">
          <ac:chgData name="정돈규(DONKYU JUNG)[donkyu]/팀장/제조DX.자동보정.RSND자동보정팀" userId="129dd0d3-f7f1-47f5-9573-5d4a6dd9ccfb" providerId="ADAL" clId="{2A362C22-E71B-480B-B8C5-333C0A426A66}" dt="2026-08-26T07:19:20.020" v="2651" actId="1037"/>
          <ac:spMkLst>
            <pc:docMk/>
            <pc:sldMk cId="2137932498" sldId="355"/>
            <ac:spMk id="46" creationId="{44B545B6-CAEC-5CA8-A842-7AD2E48E3D54}"/>
          </ac:spMkLst>
        </pc:spChg>
        <pc:cxnChg chg="mod">
          <ac:chgData name="정돈규(DONKYU JUNG)[donkyu]/팀장/제조DX.자동보정.RSND자동보정팀" userId="129dd0d3-f7f1-47f5-9573-5d4a6dd9ccfb" providerId="ADAL" clId="{2A362C22-E71B-480B-B8C5-333C0A426A66}" dt="2026-08-26T06:34:55.837" v="220" actId="20577"/>
          <ac:cxnSpMkLst>
            <pc:docMk/>
            <pc:sldMk cId="2137932498" sldId="355"/>
            <ac:cxnSpMk id="48" creationId="{DECD853A-F3EC-5407-1545-0D745F8B09A3}"/>
          </ac:cxnSpMkLst>
        </pc:cxnChg>
        <pc:cxnChg chg="mod">
          <ac:chgData name="정돈규(DONKYU JUNG)[donkyu]/팀장/제조DX.자동보정.RSND자동보정팀" userId="129dd0d3-f7f1-47f5-9573-5d4a6dd9ccfb" providerId="ADAL" clId="{2A362C22-E71B-480B-B8C5-333C0A426A66}" dt="2026-08-26T06:36:48.882" v="237" actId="20577"/>
          <ac:cxnSpMkLst>
            <pc:docMk/>
            <pc:sldMk cId="2137932498" sldId="355"/>
            <ac:cxnSpMk id="50" creationId="{2F22EE28-8DDA-263E-482C-9A49F1BA8BEC}"/>
          </ac:cxnSpMkLst>
        </pc:cxnChg>
        <pc:cxnChg chg="mod">
          <ac:chgData name="정돈규(DONKYU JUNG)[donkyu]/팀장/제조DX.자동보정.RSND자동보정팀" userId="129dd0d3-f7f1-47f5-9573-5d4a6dd9ccfb" providerId="ADAL" clId="{2A362C22-E71B-480B-B8C5-333C0A426A66}" dt="2026-08-26T06:37:45.259" v="249" actId="20577"/>
          <ac:cxnSpMkLst>
            <pc:docMk/>
            <pc:sldMk cId="2137932498" sldId="355"/>
            <ac:cxnSpMk id="52" creationId="{1D6C280D-EFF9-8AC0-FB82-723296E75F7E}"/>
          </ac:cxnSpMkLst>
        </pc:cxnChg>
      </pc:sldChg>
    </pc:docChg>
  </pc:docChgLst>
  <pc:docChgLst>
    <pc:chgData name="김종환(JONGHWAN KIM)[jhkim1750]/책임/제조DX.자동보정.MC자동보정팀" userId="85eb5721-10b6-43e6-be8d-61a2287bb1b3" providerId="ADAL" clId="{EF092248-5AEB-44A9-9750-59E850EFC9A8}"/>
    <pc:docChg chg="addSld delSld modSld modSection">
      <pc:chgData name="김종환(JONGHWAN KIM)[jhkim1750]/책임/제조DX.자동보정.MC자동보정팀" userId="85eb5721-10b6-43e6-be8d-61a2287bb1b3" providerId="ADAL" clId="{EF092248-5AEB-44A9-9750-59E850EFC9A8}" dt="2026-08-19T13:15:49.280" v="6" actId="20577"/>
      <pc:docMkLst>
        <pc:docMk/>
      </pc:docMkLst>
      <pc:sldChg chg="modSp add del mod">
        <pc:chgData name="김종환(JONGHWAN KIM)[jhkim1750]/책임/제조DX.자동보정.MC자동보정팀" userId="85eb5721-10b6-43e6-be8d-61a2287bb1b3" providerId="ADAL" clId="{EF092248-5AEB-44A9-9750-59E850EFC9A8}" dt="2026-08-19T13:15:49.280" v="6" actId="20577"/>
        <pc:sldMkLst>
          <pc:docMk/>
          <pc:sldMk cId="3548227425" sldId="322"/>
        </pc:sldMkLst>
        <pc:spChg chg="mod">
          <ac:chgData name="김종환(JONGHWAN KIM)[jhkim1750]/책임/제조DX.자동보정.MC자동보정팀" userId="85eb5721-10b6-43e6-be8d-61a2287bb1b3" providerId="ADAL" clId="{EF092248-5AEB-44A9-9750-59E850EFC9A8}" dt="2026-08-19T13:15:49.280" v="6" actId="20577"/>
          <ac:spMkLst>
            <pc:docMk/>
            <pc:sldMk cId="3548227425" sldId="322"/>
            <ac:spMk id="7" creationId="{8F89D843-D256-6012-EF95-2DF1105019B5}"/>
          </ac:spMkLst>
        </pc:spChg>
      </pc:sldChg>
    </pc:docChg>
  </pc:docChgLst>
  <pc:docChgLst>
    <pc:chgData name="박상하(SANGHA PARK)[sangha.park]/책임/제조DX.자동보정.RSND자동보정팀" userId="507a07c6-8366-4767-be6e-cc66d4fd9711" providerId="ADAL" clId="{CE4306B0-CBF9-4519-8B81-0B7D6B8437E3}"/>
    <pc:docChg chg="modSld">
      <pc:chgData name="박상하(SANGHA PARK)[sangha.park]/책임/제조DX.자동보정.RSND자동보정팀" userId="507a07c6-8366-4767-be6e-cc66d4fd9711" providerId="ADAL" clId="{CE4306B0-CBF9-4519-8B81-0B7D6B8437E3}" dt="2026-09-15T06:15:44.062" v="733"/>
      <pc:docMkLst>
        <pc:docMk/>
      </pc:docMkLst>
      <pc:sldChg chg="modSp mod">
        <pc:chgData name="박상하(SANGHA PARK)[sangha.park]/책임/제조DX.자동보정.RSND자동보정팀" userId="507a07c6-8366-4767-be6e-cc66d4fd9711" providerId="ADAL" clId="{CE4306B0-CBF9-4519-8B81-0B7D6B8437E3}" dt="2026-09-15T06:04:36.032" v="1" actId="20577"/>
        <pc:sldMkLst>
          <pc:docMk/>
          <pc:sldMk cId="981450646" sldId="262"/>
        </pc:sldMkLst>
        <pc:spChg chg="mod">
          <ac:chgData name="박상하(SANGHA PARK)[sangha.park]/책임/제조DX.자동보정.RSND자동보정팀" userId="507a07c6-8366-4767-be6e-cc66d4fd9711" providerId="ADAL" clId="{CE4306B0-CBF9-4519-8B81-0B7D6B8437E3}" dt="2026-09-15T06:04:36.032" v="1" actId="20577"/>
          <ac:spMkLst>
            <pc:docMk/>
            <pc:sldMk cId="981450646" sldId="262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CE4306B0-CBF9-4519-8B81-0B7D6B8437E3}" dt="2026-09-15T06:05:44.288" v="11" actId="20577"/>
        <pc:sldMkLst>
          <pc:docMk/>
          <pc:sldMk cId="2657111973" sldId="284"/>
        </pc:sldMkLst>
        <pc:spChg chg="mod">
          <ac:chgData name="박상하(SANGHA PARK)[sangha.park]/책임/제조DX.자동보정.RSND자동보정팀" userId="507a07c6-8366-4767-be6e-cc66d4fd9711" providerId="ADAL" clId="{CE4306B0-CBF9-4519-8B81-0B7D6B8437E3}" dt="2026-09-15T06:05:44.288" v="11" actId="20577"/>
          <ac:spMkLst>
            <pc:docMk/>
            <pc:sldMk cId="2657111973" sldId="284"/>
            <ac:spMk id="16" creationId="{D2EC7D2F-935A-50B7-CAAB-1690627DEC3A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CE4306B0-CBF9-4519-8B81-0B7D6B8437E3}" dt="2026-09-15T06:05:55.538" v="13" actId="20577"/>
        <pc:sldMkLst>
          <pc:docMk/>
          <pc:sldMk cId="4272420199" sldId="285"/>
        </pc:sldMkLst>
        <pc:spChg chg="mod">
          <ac:chgData name="박상하(SANGHA PARK)[sangha.park]/책임/제조DX.자동보정.RSND자동보정팀" userId="507a07c6-8366-4767-be6e-cc66d4fd9711" providerId="ADAL" clId="{CE4306B0-CBF9-4519-8B81-0B7D6B8437E3}" dt="2026-09-15T06:05:55.538" v="13" actId="20577"/>
          <ac:spMkLst>
            <pc:docMk/>
            <pc:sldMk cId="4272420199" sldId="285"/>
            <ac:spMk id="157" creationId="{9B28912B-4347-A792-5175-7BF8A11A195B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CE4306B0-CBF9-4519-8B81-0B7D6B8437E3}" dt="2026-09-15T06:05:06.320" v="7" actId="20577"/>
        <pc:sldMkLst>
          <pc:docMk/>
          <pc:sldMk cId="25689677" sldId="337"/>
        </pc:sldMkLst>
        <pc:spChg chg="mod">
          <ac:chgData name="박상하(SANGHA PARK)[sangha.park]/책임/제조DX.자동보정.RSND자동보정팀" userId="507a07c6-8366-4767-be6e-cc66d4fd9711" providerId="ADAL" clId="{CE4306B0-CBF9-4519-8B81-0B7D6B8437E3}" dt="2026-09-15T06:05:06.320" v="7" actId="20577"/>
          <ac:spMkLst>
            <pc:docMk/>
            <pc:sldMk cId="25689677" sldId="337"/>
            <ac:spMk id="37" creationId="{34F546E7-0AA4-72A4-9D03-27E1B845B836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CE4306B0-CBF9-4519-8B81-0B7D6B8437E3}" dt="2026-09-15T06:05:31.597" v="9" actId="20577"/>
        <pc:sldMkLst>
          <pc:docMk/>
          <pc:sldMk cId="4243388564" sldId="347"/>
        </pc:sldMkLst>
        <pc:spChg chg="mod">
          <ac:chgData name="박상하(SANGHA PARK)[sangha.park]/책임/제조DX.자동보정.RSND자동보정팀" userId="507a07c6-8366-4767-be6e-cc66d4fd9711" providerId="ADAL" clId="{CE4306B0-CBF9-4519-8B81-0B7D6B8437E3}" dt="2026-09-15T06:05:31.597" v="9" actId="20577"/>
          <ac:spMkLst>
            <pc:docMk/>
            <pc:sldMk cId="4243388564" sldId="347"/>
            <ac:spMk id="15" creationId="{BA29B866-1A0D-284E-0717-2BFF04FB5888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CE4306B0-CBF9-4519-8B81-0B7D6B8437E3}" dt="2026-09-15T06:04:57.586" v="5" actId="20577"/>
        <pc:sldMkLst>
          <pc:docMk/>
          <pc:sldMk cId="275474770" sldId="433"/>
        </pc:sldMkLst>
        <pc:spChg chg="mod">
          <ac:chgData name="박상하(SANGHA PARK)[sangha.park]/책임/제조DX.자동보정.RSND자동보정팀" userId="507a07c6-8366-4767-be6e-cc66d4fd9711" providerId="ADAL" clId="{CE4306B0-CBF9-4519-8B81-0B7D6B8437E3}" dt="2026-09-15T06:04:57.586" v="5" actId="20577"/>
          <ac:spMkLst>
            <pc:docMk/>
            <pc:sldMk cId="275474770" sldId="433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CE4306B0-CBF9-4519-8B81-0B7D6B8437E3}" dt="2026-09-15T06:15:44.062" v="733"/>
        <pc:sldMkLst>
          <pc:docMk/>
          <pc:sldMk cId="1211839706" sldId="435"/>
        </pc:sldMkLst>
        <pc:spChg chg="mod">
          <ac:chgData name="박상하(SANGHA PARK)[sangha.park]/책임/제조DX.자동보정.RSND자동보정팀" userId="507a07c6-8366-4767-be6e-cc66d4fd9711" providerId="ADAL" clId="{CE4306B0-CBF9-4519-8B81-0B7D6B8437E3}" dt="2026-09-15T06:15:44.062" v="733"/>
          <ac:spMkLst>
            <pc:docMk/>
            <pc:sldMk cId="1211839706" sldId="435"/>
            <ac:spMk id="8" creationId="{4E4C90C9-A019-5679-6ED0-4DA8526529E6}"/>
          </ac:spMkLst>
        </pc:spChg>
        <pc:spChg chg="mod">
          <ac:chgData name="박상하(SANGHA PARK)[sangha.park]/책임/제조DX.자동보정.RSND자동보정팀" userId="507a07c6-8366-4767-be6e-cc66d4fd9711" providerId="ADAL" clId="{CE4306B0-CBF9-4519-8B81-0B7D6B8437E3}" dt="2026-09-15T06:15:18.137" v="719" actId="20577"/>
          <ac:spMkLst>
            <pc:docMk/>
            <pc:sldMk cId="1211839706" sldId="435"/>
            <ac:spMk id="15" creationId="{465732E6-7EC6-799B-FDD4-0CF99EEE37FF}"/>
          </ac:spMkLst>
        </pc:spChg>
        <pc:spChg chg="mod">
          <ac:chgData name="박상하(SANGHA PARK)[sangha.park]/책임/제조DX.자동보정.RSND자동보정팀" userId="507a07c6-8366-4767-be6e-cc66d4fd9711" providerId="ADAL" clId="{CE4306B0-CBF9-4519-8B81-0B7D6B8437E3}" dt="2026-09-15T06:11:48.411" v="595" actId="20577"/>
          <ac:spMkLst>
            <pc:docMk/>
            <pc:sldMk cId="1211839706" sldId="435"/>
            <ac:spMk id="16" creationId="{0A8513CF-8D68-D321-D10C-6D4A43E1A14E}"/>
          </ac:spMkLst>
        </pc:spChg>
      </pc:sldChg>
    </pc:docChg>
  </pc:docChgLst>
  <pc:docChgLst>
    <pc:chgData name="차영은(YEONGEUN CHA)[yeongeun.cha]/선임/제조DX.자동보정.RSND자동보정팀" userId="e4ba232c-cf2d-4452-bd1b-f0a465a6692d" providerId="ADAL" clId="{5E433840-ABA9-48B7-B5E0-E97059CF7F62}"/>
    <pc:docChg chg="modSld modMainMaster">
      <pc:chgData name="차영은(YEONGEUN CHA)[yeongeun.cha]/선임/제조DX.자동보정.RSND자동보정팀" userId="e4ba232c-cf2d-4452-bd1b-f0a465a6692d" providerId="ADAL" clId="{5E433840-ABA9-48B7-B5E0-E97059CF7F62}" dt="2026-08-31T01:42:31.213" v="31" actId="20577"/>
      <pc:docMkLst>
        <pc:docMk/>
      </pc:docMkLst>
      <pc:sldChg chg="modSp mod">
        <pc:chgData name="차영은(YEONGEUN CHA)[yeongeun.cha]/선임/제조DX.자동보정.RSND자동보정팀" userId="e4ba232c-cf2d-4452-bd1b-f0a465a6692d" providerId="ADAL" clId="{5E433840-ABA9-48B7-B5E0-E97059CF7F62}" dt="2026-08-31T01:39:57.129" v="7" actId="20577"/>
        <pc:sldMkLst>
          <pc:docMk/>
          <pc:sldMk cId="2751367990" sldId="746"/>
        </pc:sldMkLst>
        <pc:spChg chg="mod">
          <ac:chgData name="차영은(YEONGEUN CHA)[yeongeun.cha]/선임/제조DX.자동보정.RSND자동보정팀" userId="e4ba232c-cf2d-4452-bd1b-f0a465a6692d" providerId="ADAL" clId="{5E433840-ABA9-48B7-B5E0-E97059CF7F62}" dt="2026-08-31T01:39:57.129" v="7" actId="20577"/>
          <ac:spMkLst>
            <pc:docMk/>
            <pc:sldMk cId="2751367990" sldId="746"/>
            <ac:spMk id="19" creationId="{00000000-0000-0000-0000-000000000000}"/>
          </ac:spMkLst>
        </pc:spChg>
      </pc:sldChg>
      <pc:sldMasterChg chg="modSp mod modSldLayout">
        <pc:chgData name="차영은(YEONGEUN CHA)[yeongeun.cha]/선임/제조DX.자동보정.RSND자동보정팀" userId="e4ba232c-cf2d-4452-bd1b-f0a465a6692d" providerId="ADAL" clId="{5E433840-ABA9-48B7-B5E0-E97059CF7F62}" dt="2026-08-31T01:42:22.985" v="29" actId="20577"/>
        <pc:sldMasterMkLst>
          <pc:docMk/>
          <pc:sldMasterMk cId="2856474258" sldId="2147483926"/>
        </pc:sldMasterMkLst>
        <pc:spChg chg="mod">
          <ac:chgData name="차영은(YEONGEUN CHA)[yeongeun.cha]/선임/제조DX.자동보정.RSND자동보정팀" userId="e4ba232c-cf2d-4452-bd1b-f0a465a6692d" providerId="ADAL" clId="{5E433840-ABA9-48B7-B5E0-E97059CF7F62}" dt="2026-08-31T01:42:22.985" v="29" actId="20577"/>
          <ac:spMkLst>
            <pc:docMk/>
            <pc:sldMasterMk cId="2856474258" sldId="2147483926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5E433840-ABA9-48B7-B5E0-E97059CF7F62}" dt="2026-08-31T01:40:46.808" v="19" actId="20577"/>
          <pc:sldLayoutMkLst>
            <pc:docMk/>
            <pc:sldMasterMk cId="2856474258" sldId="2147483926"/>
            <pc:sldLayoutMk cId="1399280870" sldId="2147483927"/>
          </pc:sldLayoutMkLst>
          <pc:graphicFrameChg chg="modGraphic">
            <ac:chgData name="차영은(YEONGEUN CHA)[yeongeun.cha]/선임/제조DX.자동보정.RSND자동보정팀" userId="e4ba232c-cf2d-4452-bd1b-f0a465a6692d" providerId="ADAL" clId="{5E433840-ABA9-48B7-B5E0-E97059CF7F62}" dt="2026-08-31T01:40:44.176" v="17" actId="20577"/>
            <ac:graphicFrameMkLst>
              <pc:docMk/>
              <pc:sldMasterMk cId="2856474258" sldId="2147483926"/>
              <pc:sldLayoutMk cId="1399280870" sldId="2147483927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5E433840-ABA9-48B7-B5E0-E97059CF7F62}" dt="2026-08-31T01:40:46.808" v="19" actId="20577"/>
            <ac:graphicFrameMkLst>
              <pc:docMk/>
              <pc:sldMasterMk cId="2856474258" sldId="2147483926"/>
              <pc:sldLayoutMk cId="1399280870" sldId="2147483927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5E433840-ABA9-48B7-B5E0-E97059CF7F62}" dt="2026-08-31T01:40:51.373" v="21" actId="20577"/>
          <pc:sldLayoutMkLst>
            <pc:docMk/>
            <pc:sldMasterMk cId="2856474258" sldId="2147483926"/>
            <pc:sldLayoutMk cId="383816557" sldId="2147483928"/>
          </pc:sldLayoutMkLst>
          <pc:graphicFrameChg chg="modGraphic">
            <ac:chgData name="차영은(YEONGEUN CHA)[yeongeun.cha]/선임/제조DX.자동보정.RSND자동보정팀" userId="e4ba232c-cf2d-4452-bd1b-f0a465a6692d" providerId="ADAL" clId="{5E433840-ABA9-48B7-B5E0-E97059CF7F62}" dt="2026-08-31T01:40:51.373" v="21" actId="20577"/>
            <ac:graphicFrameMkLst>
              <pc:docMk/>
              <pc:sldMasterMk cId="2856474258" sldId="2147483926"/>
              <pc:sldLayoutMk cId="383816557" sldId="2147483928"/>
              <ac:graphicFrameMk id="3" creationId="{8100811F-687F-3281-8CE1-309FC13722E0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5E433840-ABA9-48B7-B5E0-E97059CF7F62}" dt="2026-08-31T01:40:36.127" v="15" actId="20577"/>
          <pc:sldLayoutMkLst>
            <pc:docMk/>
            <pc:sldMasterMk cId="2856474258" sldId="2147483926"/>
            <pc:sldLayoutMk cId="431942297" sldId="2147483956"/>
          </pc:sldLayoutMkLst>
          <pc:graphicFrameChg chg="modGraphic">
            <ac:chgData name="차영은(YEONGEUN CHA)[yeongeun.cha]/선임/제조DX.자동보정.RSND자동보정팀" userId="e4ba232c-cf2d-4452-bd1b-f0a465a6692d" providerId="ADAL" clId="{5E433840-ABA9-48B7-B5E0-E97059CF7F62}" dt="2026-08-31T01:40:33.649" v="13" actId="20577"/>
            <ac:graphicFrameMkLst>
              <pc:docMk/>
              <pc:sldMasterMk cId="2856474258" sldId="2147483926"/>
              <pc:sldLayoutMk cId="431942297" sldId="2147483956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5E433840-ABA9-48B7-B5E0-E97059CF7F62}" dt="2026-08-31T01:40:36.127" v="15" actId="20577"/>
            <ac:graphicFrameMkLst>
              <pc:docMk/>
              <pc:sldMasterMk cId="2856474258" sldId="2147483926"/>
              <pc:sldLayoutMk cId="431942297" sldId="2147483956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5E433840-ABA9-48B7-B5E0-E97059CF7F62}" dt="2026-08-31T01:40:29.113" v="11" actId="20577"/>
          <pc:sldLayoutMkLst>
            <pc:docMk/>
            <pc:sldMasterMk cId="2856474258" sldId="2147483926"/>
            <pc:sldLayoutMk cId="431942297" sldId="2147483962"/>
          </pc:sldLayoutMkLst>
          <pc:graphicFrameChg chg="modGraphic">
            <ac:chgData name="차영은(YEONGEUN CHA)[yeongeun.cha]/선임/제조DX.자동보정.RSND자동보정팀" userId="e4ba232c-cf2d-4452-bd1b-f0a465a6692d" providerId="ADAL" clId="{5E433840-ABA9-48B7-B5E0-E97059CF7F62}" dt="2026-08-31T01:40:25.996" v="9" actId="20577"/>
            <ac:graphicFrameMkLst>
              <pc:docMk/>
              <pc:sldMasterMk cId="2856474258" sldId="2147483926"/>
              <pc:sldLayoutMk cId="431942297" sldId="2147483962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5E433840-ABA9-48B7-B5E0-E97059CF7F62}" dt="2026-08-31T01:40:29.113" v="11" actId="20577"/>
            <ac:graphicFrameMkLst>
              <pc:docMk/>
              <pc:sldMasterMk cId="2856474258" sldId="2147483926"/>
              <pc:sldLayoutMk cId="431942297" sldId="2147483962"/>
              <ac:graphicFrameMk id="33" creationId="{3833E550-6C35-B912-9D04-3025DA16CA8C}"/>
            </ac:graphicFrameMkLst>
          </pc:graphicFrameChg>
        </pc:sldLayoutChg>
      </pc:sldMasterChg>
      <pc:sldMasterChg chg="modSp mod modSldLayout">
        <pc:chgData name="차영은(YEONGEUN CHA)[yeongeun.cha]/선임/제조DX.자동보정.RSND자동보정팀" userId="e4ba232c-cf2d-4452-bd1b-f0a465a6692d" providerId="ADAL" clId="{5E433840-ABA9-48B7-B5E0-E97059CF7F62}" dt="2026-08-31T01:42:31.213" v="31" actId="20577"/>
        <pc:sldMasterMkLst>
          <pc:docMk/>
          <pc:sldMasterMk cId="3554001616" sldId="2147483943"/>
        </pc:sldMasterMkLst>
        <pc:spChg chg="mod">
          <ac:chgData name="차영은(YEONGEUN CHA)[yeongeun.cha]/선임/제조DX.자동보정.RSND자동보정팀" userId="e4ba232c-cf2d-4452-bd1b-f0a465a6692d" providerId="ADAL" clId="{5E433840-ABA9-48B7-B5E0-E97059CF7F62}" dt="2026-08-31T01:42:31.213" v="31" actId="20577"/>
          <ac:spMkLst>
            <pc:docMk/>
            <pc:sldMasterMk cId="3554001616" sldId="2147483943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5E433840-ABA9-48B7-B5E0-E97059CF7F62}" dt="2026-08-31T01:41:19.865" v="25" actId="20577"/>
          <pc:sldLayoutMkLst>
            <pc:docMk/>
            <pc:sldMasterMk cId="3554001616" sldId="2147483943"/>
            <pc:sldLayoutMk cId="1070217101" sldId="2147483945"/>
          </pc:sldLayoutMkLst>
          <pc:graphicFrameChg chg="modGraphic">
            <ac:chgData name="차영은(YEONGEUN CHA)[yeongeun.cha]/선임/제조DX.자동보정.RSND자동보정팀" userId="e4ba232c-cf2d-4452-bd1b-f0a465a6692d" providerId="ADAL" clId="{5E433840-ABA9-48B7-B5E0-E97059CF7F62}" dt="2026-08-31T01:41:14.874" v="23" actId="20577"/>
            <ac:graphicFrameMkLst>
              <pc:docMk/>
              <pc:sldMasterMk cId="3554001616" sldId="2147483943"/>
              <pc:sldLayoutMk cId="1070217101" sldId="2147483945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5E433840-ABA9-48B7-B5E0-E97059CF7F62}" dt="2026-08-31T01:41:19.865" v="25" actId="20577"/>
            <ac:graphicFrameMkLst>
              <pc:docMk/>
              <pc:sldMasterMk cId="3554001616" sldId="2147483943"/>
              <pc:sldLayoutMk cId="1070217101" sldId="2147483945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5E433840-ABA9-48B7-B5E0-E97059CF7F62}" dt="2026-08-31T01:41:23.104" v="27" actId="20577"/>
          <pc:sldLayoutMkLst>
            <pc:docMk/>
            <pc:sldMasterMk cId="3554001616" sldId="2147483943"/>
            <pc:sldLayoutMk cId="4071920373" sldId="2147483946"/>
          </pc:sldLayoutMkLst>
          <pc:graphicFrameChg chg="modGraphic">
            <ac:chgData name="차영은(YEONGEUN CHA)[yeongeun.cha]/선임/제조DX.자동보정.RSND자동보정팀" userId="e4ba232c-cf2d-4452-bd1b-f0a465a6692d" providerId="ADAL" clId="{5E433840-ABA9-48B7-B5E0-E97059CF7F62}" dt="2026-08-31T01:41:23.104" v="27" actId="20577"/>
            <ac:graphicFrameMkLst>
              <pc:docMk/>
              <pc:sldMasterMk cId="3554001616" sldId="2147483943"/>
              <pc:sldLayoutMk cId="4071920373" sldId="2147483946"/>
              <ac:graphicFrameMk id="3" creationId="{8100811F-687F-3281-8CE1-309FC13722E0}"/>
            </ac:graphicFrameMkLst>
          </pc:graphicFrameChg>
        </pc:sldLayoutChg>
      </pc:sldMasterChg>
    </pc:docChg>
  </pc:docChgLst>
  <pc:docChgLst>
    <pc:chgData name="이동규(DONGGYU LEE)[dgyleeim]/사원/제조DX.자동보정.MC자동보정팀" userId="c229a3ce-3bdf-484f-938e-f4183d0055a7" providerId="ADAL" clId="{7C315495-0573-4E2C-B411-C7B50B277C5D}"/>
    <pc:docChg chg="custSel modSld">
      <pc:chgData name="이동규(DONGGYU LEE)[dgyleeim]/사원/제조DX.자동보정.MC자동보정팀" userId="c229a3ce-3bdf-484f-938e-f4183d0055a7" providerId="ADAL" clId="{7C315495-0573-4E2C-B411-C7B50B277C5D}" dt="2026-09-17T05:12:25.909" v="38" actId="207"/>
      <pc:docMkLst>
        <pc:docMk/>
      </pc:docMkLst>
      <pc:sldChg chg="modSp mod">
        <pc:chgData name="이동규(DONGGYU LEE)[dgyleeim]/사원/제조DX.자동보정.MC자동보정팀" userId="c229a3ce-3bdf-484f-938e-f4183d0055a7" providerId="ADAL" clId="{7C315495-0573-4E2C-B411-C7B50B277C5D}" dt="2026-09-15T00:28:48.928" v="10" actId="20577"/>
        <pc:sldMkLst>
          <pc:docMk/>
          <pc:sldMk cId="1594622344" sldId="283"/>
        </pc:sldMkLst>
        <pc:spChg chg="mod">
          <ac:chgData name="이동규(DONGGYU LEE)[dgyleeim]/사원/제조DX.자동보정.MC자동보정팀" userId="c229a3ce-3bdf-484f-938e-f4183d0055a7" providerId="ADAL" clId="{7C315495-0573-4E2C-B411-C7B50B277C5D}" dt="2026-09-15T00:28:48.928" v="10" actId="20577"/>
          <ac:spMkLst>
            <pc:docMk/>
            <pc:sldMk cId="1594622344" sldId="283"/>
            <ac:spMk id="7" creationId="{3F13345C-F75D-EB4A-4DD1-E59B547712E6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7C315495-0573-4E2C-B411-C7B50B277C5D}" dt="2026-09-17T05:12:25.909" v="38" actId="207"/>
        <pc:sldMkLst>
          <pc:docMk/>
          <pc:sldMk cId="3888871170" sldId="286"/>
        </pc:sldMkLst>
        <pc:spChg chg="mod">
          <ac:chgData name="이동규(DONGGYU LEE)[dgyleeim]/사원/제조DX.자동보정.MC자동보정팀" userId="c229a3ce-3bdf-484f-938e-f4183d0055a7" providerId="ADAL" clId="{7C315495-0573-4E2C-B411-C7B50B277C5D}" dt="2026-09-15T00:28:52.416" v="14" actId="20577"/>
          <ac:spMkLst>
            <pc:docMk/>
            <pc:sldMk cId="3888871170" sldId="286"/>
            <ac:spMk id="7" creationId="{E4A4A4D0-5E1F-259C-CD35-11894278A311}"/>
          </ac:spMkLst>
        </pc:spChg>
        <pc:spChg chg="mod">
          <ac:chgData name="이동규(DONGGYU LEE)[dgyleeim]/사원/제조DX.자동보정.MC자동보정팀" userId="c229a3ce-3bdf-484f-938e-f4183d0055a7" providerId="ADAL" clId="{7C315495-0573-4E2C-B411-C7B50B277C5D}" dt="2026-09-15T00:28:15.937" v="1" actId="207"/>
          <ac:spMkLst>
            <pc:docMk/>
            <pc:sldMk cId="3888871170" sldId="286"/>
            <ac:spMk id="81" creationId="{DAA4A275-BF7A-13D2-8A88-C17B1854BCFB}"/>
          </ac:spMkLst>
        </pc:spChg>
        <pc:graphicFrameChg chg="modGraphic">
          <ac:chgData name="이동규(DONGGYU LEE)[dgyleeim]/사원/제조DX.자동보정.MC자동보정팀" userId="c229a3ce-3bdf-484f-938e-f4183d0055a7" providerId="ADAL" clId="{7C315495-0573-4E2C-B411-C7B50B277C5D}" dt="2026-09-17T05:12:25.909" v="38" actId="207"/>
          <ac:graphicFrameMkLst>
            <pc:docMk/>
            <pc:sldMk cId="3888871170" sldId="286"/>
            <ac:graphicFrameMk id="3" creationId="{CF940221-42C8-E075-9CA8-96684D3748B4}"/>
          </ac:graphicFrameMkLst>
        </pc:graphicFrameChg>
      </pc:sldChg>
      <pc:sldChg chg="modSp mod">
        <pc:chgData name="이동규(DONGGYU LEE)[dgyleeim]/사원/제조DX.자동보정.MC자동보정팀" userId="c229a3ce-3bdf-484f-938e-f4183d0055a7" providerId="ADAL" clId="{7C315495-0573-4E2C-B411-C7B50B277C5D}" dt="2026-09-15T00:27:38.538" v="0" actId="207"/>
        <pc:sldMkLst>
          <pc:docMk/>
          <pc:sldMk cId="3743058706" sldId="302"/>
        </pc:sldMkLst>
        <pc:spChg chg="mod">
          <ac:chgData name="이동규(DONGGYU LEE)[dgyleeim]/사원/제조DX.자동보정.MC자동보정팀" userId="c229a3ce-3bdf-484f-938e-f4183d0055a7" providerId="ADAL" clId="{7C315495-0573-4E2C-B411-C7B50B277C5D}" dt="2026-09-15T00:27:38.538" v="0" actId="207"/>
          <ac:spMkLst>
            <pc:docMk/>
            <pc:sldMk cId="3743058706" sldId="302"/>
            <ac:spMk id="6" creationId="{72BBD197-F08B-54B1-60FA-22FDCCF94318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7C315495-0573-4E2C-B411-C7B50B277C5D}" dt="2026-09-17T01:22:16.246" v="33" actId="20577"/>
        <pc:sldMkLst>
          <pc:docMk/>
          <pc:sldMk cId="414644102" sldId="352"/>
        </pc:sldMkLst>
        <pc:spChg chg="mod">
          <ac:chgData name="이동규(DONGGYU LEE)[dgyleeim]/사원/제조DX.자동보정.MC자동보정팀" userId="c229a3ce-3bdf-484f-938e-f4183d0055a7" providerId="ADAL" clId="{7C315495-0573-4E2C-B411-C7B50B277C5D}" dt="2026-09-17T01:18:08.232" v="26" actId="20577"/>
          <ac:spMkLst>
            <pc:docMk/>
            <pc:sldMk cId="414644102" sldId="352"/>
            <ac:spMk id="3" creationId="{999C4A96-8054-1AD1-46BC-53E7B9C174CC}"/>
          </ac:spMkLst>
        </pc:spChg>
        <pc:spChg chg="mod">
          <ac:chgData name="이동규(DONGGYU LEE)[dgyleeim]/사원/제조DX.자동보정.MC자동보정팀" userId="c229a3ce-3bdf-484f-938e-f4183d0055a7" providerId="ADAL" clId="{7C315495-0573-4E2C-B411-C7B50B277C5D}" dt="2026-09-17T01:22:16.246" v="33" actId="20577"/>
          <ac:spMkLst>
            <pc:docMk/>
            <pc:sldMk cId="414644102" sldId="352"/>
            <ac:spMk id="68" creationId="{4836A17F-0852-F6D6-ECB3-41D77FF212A8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7C315495-0573-4E2C-B411-C7B50B277C5D}" dt="2026-09-15T00:28:43.839" v="6" actId="20577"/>
        <pc:sldMkLst>
          <pc:docMk/>
          <pc:sldMk cId="623629499" sldId="748"/>
        </pc:sldMkLst>
        <pc:spChg chg="mod">
          <ac:chgData name="이동규(DONGGYU LEE)[dgyleeim]/사원/제조DX.자동보정.MC자동보정팀" userId="c229a3ce-3bdf-484f-938e-f4183d0055a7" providerId="ADAL" clId="{7C315495-0573-4E2C-B411-C7B50B277C5D}" dt="2026-09-15T00:28:43.839" v="6" actId="20577"/>
          <ac:spMkLst>
            <pc:docMk/>
            <pc:sldMk cId="623629499" sldId="748"/>
            <ac:spMk id="7" creationId="{3F13345C-F75D-EB4A-4DD1-E59B547712E6}"/>
          </ac:spMkLst>
        </pc:spChg>
        <pc:spChg chg="mod">
          <ac:chgData name="이동규(DONGGYU LEE)[dgyleeim]/사원/제조DX.자동보정.MC자동보정팀" userId="c229a3ce-3bdf-484f-938e-f4183d0055a7" providerId="ADAL" clId="{7C315495-0573-4E2C-B411-C7B50B277C5D}" dt="2026-09-15T00:28:30.386" v="2" actId="207"/>
          <ac:spMkLst>
            <pc:docMk/>
            <pc:sldMk cId="623629499" sldId="748"/>
            <ac:spMk id="10" creationId="{D0D0E927-B543-AC32-EC3A-82EF783FD995}"/>
          </ac:spMkLst>
        </pc:spChg>
      </pc:sldChg>
    </pc:docChg>
  </pc:docChgLst>
  <pc:docChgLst>
    <pc:chgData name="최가을(GAEUL CHOI)[gaeul_choi]/선임/제조DX.자동보정.MC자동보정팀" userId="530680f4-fbc6-468a-9c4b-7cc53ec80c4a" providerId="ADAL" clId="{BF9E86F4-710E-40BD-95D8-730989092367}"/>
    <pc:docChg chg="modSld">
      <pc:chgData name="최가을(GAEUL CHOI)[gaeul_choi]/선임/제조DX.자동보정.MC자동보정팀" userId="530680f4-fbc6-468a-9c4b-7cc53ec80c4a" providerId="ADAL" clId="{BF9E86F4-710E-40BD-95D8-730989092367}" dt="2026-08-18T07:34:37.225" v="207"/>
      <pc:docMkLst>
        <pc:docMk/>
      </pc:docMkLst>
      <pc:sldChg chg="modSp mod">
        <pc:chgData name="최가을(GAEUL CHOI)[gaeul_choi]/선임/제조DX.자동보정.MC자동보정팀" userId="530680f4-fbc6-468a-9c4b-7cc53ec80c4a" providerId="ADAL" clId="{BF9E86F4-710E-40BD-95D8-730989092367}" dt="2026-08-18T06:12:01.435" v="118" actId="20577"/>
        <pc:sldMkLst>
          <pc:docMk/>
          <pc:sldMk cId="3606521851" sldId="256"/>
        </pc:sldMkLst>
        <pc:spChg chg="mod">
          <ac:chgData name="최가을(GAEUL CHOI)[gaeul_choi]/선임/제조DX.자동보정.MC자동보정팀" userId="530680f4-fbc6-468a-9c4b-7cc53ec80c4a" providerId="ADAL" clId="{BF9E86F4-710E-40BD-95D8-730989092367}" dt="2026-08-18T06:09:34.111" v="25"/>
          <ac:spMkLst>
            <pc:docMk/>
            <pc:sldMk cId="3606521851" sldId="256"/>
            <ac:spMk id="2" creationId="{1F500512-C763-AE70-FB8E-D2218CE95A1C}"/>
          </ac:spMkLst>
        </pc:spChg>
        <pc:spChg chg="mod">
          <ac:chgData name="최가을(GAEUL CHOI)[gaeul_choi]/선임/제조DX.자동보정.MC자동보정팀" userId="530680f4-fbc6-468a-9c4b-7cc53ec80c4a" providerId="ADAL" clId="{BF9E86F4-710E-40BD-95D8-730989092367}" dt="2026-08-18T06:12:01.435" v="118" actId="20577"/>
          <ac:spMkLst>
            <pc:docMk/>
            <pc:sldMk cId="3606521851" sldId="256"/>
            <ac:spMk id="7" creationId="{3F13345C-F75D-EB4A-4DD1-E59B547712E6}"/>
          </ac:spMkLst>
        </pc:spChg>
        <pc:spChg chg="mod">
          <ac:chgData name="최가을(GAEUL CHOI)[gaeul_choi]/선임/제조DX.자동보정.MC자동보정팀" userId="530680f4-fbc6-468a-9c4b-7cc53ec80c4a" providerId="ADAL" clId="{BF9E86F4-710E-40BD-95D8-730989092367}" dt="2026-08-18T06:10:09.254" v="43" actId="207"/>
          <ac:spMkLst>
            <pc:docMk/>
            <pc:sldMk cId="3606521851" sldId="256"/>
            <ac:spMk id="16" creationId="{FB8E79B3-0D6D-ACD0-E98D-3051665AE19F}"/>
          </ac:spMkLst>
        </pc:spChg>
      </pc:sldChg>
      <pc:sldChg chg="modSp mod">
        <pc:chgData name="최가을(GAEUL CHOI)[gaeul_choi]/선임/제조DX.자동보정.MC자동보정팀" userId="530680f4-fbc6-468a-9c4b-7cc53ec80c4a" providerId="ADAL" clId="{BF9E86F4-710E-40BD-95D8-730989092367}" dt="2026-08-18T07:34:37.225" v="207"/>
        <pc:sldMkLst>
          <pc:docMk/>
          <pc:sldMk cId="3970612940" sldId="329"/>
        </pc:sldMkLst>
        <pc:spChg chg="mod">
          <ac:chgData name="최가을(GAEUL CHOI)[gaeul_choi]/선임/제조DX.자동보정.MC자동보정팀" userId="530680f4-fbc6-468a-9c4b-7cc53ec80c4a" providerId="ADAL" clId="{BF9E86F4-710E-40BD-95D8-730989092367}" dt="2026-08-18T06:09:45.991" v="38"/>
          <ac:spMkLst>
            <pc:docMk/>
            <pc:sldMk cId="3970612940" sldId="329"/>
            <ac:spMk id="2" creationId="{1F500512-C763-AE70-FB8E-D2218CE95A1C}"/>
          </ac:spMkLst>
        </pc:spChg>
        <pc:spChg chg="mod">
          <ac:chgData name="최가을(GAEUL CHOI)[gaeul_choi]/선임/제조DX.자동보정.MC자동보정팀" userId="530680f4-fbc6-468a-9c4b-7cc53ec80c4a" providerId="ADAL" clId="{BF9E86F4-710E-40BD-95D8-730989092367}" dt="2026-08-18T06:12:08.351" v="122" actId="20577"/>
          <ac:spMkLst>
            <pc:docMk/>
            <pc:sldMk cId="3970612940" sldId="329"/>
            <ac:spMk id="7" creationId="{3F13345C-F75D-EB4A-4DD1-E59B547712E6}"/>
          </ac:spMkLst>
        </pc:spChg>
        <pc:spChg chg="mod">
          <ac:chgData name="최가을(GAEUL CHOI)[gaeul_choi]/선임/제조DX.자동보정.MC자동보정팀" userId="530680f4-fbc6-468a-9c4b-7cc53ec80c4a" providerId="ADAL" clId="{BF9E86F4-710E-40BD-95D8-730989092367}" dt="2026-08-18T07:34:37.225" v="207"/>
          <ac:spMkLst>
            <pc:docMk/>
            <pc:sldMk cId="3970612940" sldId="329"/>
            <ac:spMk id="10" creationId="{D0D0E927-B543-AC32-EC3A-82EF783FD995}"/>
          </ac:spMkLst>
        </pc:spChg>
      </pc:sldChg>
      <pc:sldChg chg="modSp mod">
        <pc:chgData name="최가을(GAEUL CHOI)[gaeul_choi]/선임/제조DX.자동보정.MC자동보정팀" userId="530680f4-fbc6-468a-9c4b-7cc53ec80c4a" providerId="ADAL" clId="{BF9E86F4-710E-40BD-95D8-730989092367}" dt="2026-08-18T06:16:00.427" v="149" actId="20577"/>
        <pc:sldMkLst>
          <pc:docMk/>
          <pc:sldMk cId="1417770791" sldId="747"/>
        </pc:sldMkLst>
        <pc:spChg chg="mod">
          <ac:chgData name="최가을(GAEUL CHOI)[gaeul_choi]/선임/제조DX.자동보정.MC자동보정팀" userId="530680f4-fbc6-468a-9c4b-7cc53ec80c4a" providerId="ADAL" clId="{BF9E86F4-710E-40BD-95D8-730989092367}" dt="2026-08-18T06:13:09.722" v="141" actId="1036"/>
          <ac:spMkLst>
            <pc:docMk/>
            <pc:sldMk cId="1417770791" sldId="747"/>
            <ac:spMk id="4" creationId="{BB66C715-34F5-7447-B7B0-A973BB640DF5}"/>
          </ac:spMkLst>
        </pc:spChg>
        <pc:spChg chg="mod">
          <ac:chgData name="최가을(GAEUL CHOI)[gaeul_choi]/선임/제조DX.자동보정.MC자동보정팀" userId="530680f4-fbc6-468a-9c4b-7cc53ec80c4a" providerId="ADAL" clId="{BF9E86F4-710E-40BD-95D8-730989092367}" dt="2026-08-18T06:16:00.427" v="149" actId="20577"/>
          <ac:spMkLst>
            <pc:docMk/>
            <pc:sldMk cId="1417770791" sldId="747"/>
            <ac:spMk id="5" creationId="{77B34011-1F67-38F5-CDBA-55AA234ECBCD}"/>
          </ac:spMkLst>
        </pc:spChg>
        <pc:spChg chg="mod">
          <ac:chgData name="최가을(GAEUL CHOI)[gaeul_choi]/선임/제조DX.자동보정.MC자동보정팀" userId="530680f4-fbc6-468a-9c4b-7cc53ec80c4a" providerId="ADAL" clId="{BF9E86F4-710E-40BD-95D8-730989092367}" dt="2026-08-18T06:13:13.531" v="148" actId="1035"/>
          <ac:spMkLst>
            <pc:docMk/>
            <pc:sldMk cId="1417770791" sldId="747"/>
            <ac:spMk id="6" creationId="{A9C317DD-1019-3DC1-A1A4-A0D1902D7895}"/>
          </ac:spMkLst>
        </pc:spChg>
        <pc:spChg chg="mod">
          <ac:chgData name="최가을(GAEUL CHOI)[gaeul_choi]/선임/제조DX.자동보정.MC자동보정팀" userId="530680f4-fbc6-468a-9c4b-7cc53ec80c4a" providerId="ADAL" clId="{BF9E86F4-710E-40BD-95D8-730989092367}" dt="2026-08-18T06:13:06.093" v="132" actId="1035"/>
          <ac:spMkLst>
            <pc:docMk/>
            <pc:sldMk cId="1417770791" sldId="747"/>
            <ac:spMk id="7" creationId="{B90975CB-E71E-FB1D-5751-73A455B86EF4}"/>
          </ac:spMkLst>
        </pc:spChg>
        <pc:spChg chg="mod">
          <ac:chgData name="최가을(GAEUL CHOI)[gaeul_choi]/선임/제조DX.자동보정.MC자동보정팀" userId="530680f4-fbc6-468a-9c4b-7cc53ec80c4a" providerId="ADAL" clId="{BF9E86F4-710E-40BD-95D8-730989092367}" dt="2026-08-18T06:11:54.454" v="112" actId="20577"/>
          <ac:spMkLst>
            <pc:docMk/>
            <pc:sldMk cId="1417770791" sldId="747"/>
            <ac:spMk id="25" creationId="{F763AEEB-526E-8057-48DD-A4DCA13D31B7}"/>
          </ac:spMkLst>
        </pc:spChg>
        <pc:spChg chg="mod">
          <ac:chgData name="최가을(GAEUL CHOI)[gaeul_choi]/선임/제조DX.자동보정.MC자동보정팀" userId="530680f4-fbc6-468a-9c4b-7cc53ec80c4a" providerId="ADAL" clId="{BF9E86F4-710E-40BD-95D8-730989092367}" dt="2026-08-18T06:09:28.733" v="12"/>
          <ac:spMkLst>
            <pc:docMk/>
            <pc:sldMk cId="1417770791" sldId="747"/>
            <ac:spMk id="29" creationId="{E239BFEE-B63C-48D2-9314-4C8B1D93B688}"/>
          </ac:spMkLst>
        </pc:spChg>
        <pc:graphicFrameChg chg="modGraphic">
          <ac:chgData name="최가을(GAEUL CHOI)[gaeul_choi]/선임/제조DX.자동보정.MC자동보정팀" userId="530680f4-fbc6-468a-9c4b-7cc53ec80c4a" providerId="ADAL" clId="{BF9E86F4-710E-40BD-95D8-730989092367}" dt="2026-08-18T06:12:58.742" v="124" actId="2165"/>
          <ac:graphicFrameMkLst>
            <pc:docMk/>
            <pc:sldMk cId="1417770791" sldId="747"/>
            <ac:graphicFrameMk id="10" creationId="{936B9609-882B-E136-9489-2810323605FB}"/>
          </ac:graphicFrameMkLst>
        </pc:graphicFrameChg>
      </pc:sldChg>
    </pc:docChg>
  </pc:docChgLst>
  <pc:docChgLst>
    <pc:chgData name="정소영(SOYOUNG JEONG)[soy22]/사원/제조DX.자동보정.RSND자동보정팀" userId="e0dfc6da-e3c7-4ad5-9bac-f065fa9fc20e" providerId="ADAL" clId="{BC0504E5-CC83-4F05-B466-482C6DF3BEDD}"/>
    <pc:docChg chg="undo custSel modSld">
      <pc:chgData name="정소영(SOYOUNG JEONG)[soy22]/사원/제조DX.자동보정.RSND자동보정팀" userId="e0dfc6da-e3c7-4ad5-9bac-f065fa9fc20e" providerId="ADAL" clId="{BC0504E5-CC83-4F05-B466-482C6DF3BEDD}" dt="2026-08-11T07:54:42.577" v="2080" actId="20577"/>
      <pc:docMkLst>
        <pc:docMk/>
      </pc:docMkLst>
      <pc:sldChg chg="modSp mod">
        <pc:chgData name="정소영(SOYOUNG JEONG)[soy22]/사원/제조DX.자동보정.RSND자동보정팀" userId="e0dfc6da-e3c7-4ad5-9bac-f065fa9fc20e" providerId="ADAL" clId="{BC0504E5-CC83-4F05-B466-482C6DF3BEDD}" dt="2026-08-11T07:41:15.567" v="1337" actId="20577"/>
        <pc:sldMkLst>
          <pc:docMk/>
          <pc:sldMk cId="889009244" sldId="265"/>
        </pc:sldMkLst>
        <pc:spChg chg="mod">
          <ac:chgData name="정소영(SOYOUNG JEONG)[soy22]/사원/제조DX.자동보정.RSND자동보정팀" userId="e0dfc6da-e3c7-4ad5-9bac-f065fa9fc20e" providerId="ADAL" clId="{BC0504E5-CC83-4F05-B466-482C6DF3BEDD}" dt="2026-08-11T07:41:15.567" v="1337" actId="20577"/>
          <ac:spMkLst>
            <pc:docMk/>
            <pc:sldMk cId="889009244" sldId="265"/>
            <ac:spMk id="31" creationId="{F4C37CF5-F215-3C2A-EA7D-4261BCC0EEAD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C0504E5-CC83-4F05-B466-482C6DF3BEDD}" dt="2026-08-11T07:17:00.210" v="448" actId="20577"/>
        <pc:sldMkLst>
          <pc:docMk/>
          <pc:sldMk cId="2657111973" sldId="284"/>
        </pc:sldMkLst>
        <pc:spChg chg="mod">
          <ac:chgData name="정소영(SOYOUNG JEONG)[soy22]/사원/제조DX.자동보정.RSND자동보정팀" userId="e0dfc6da-e3c7-4ad5-9bac-f065fa9fc20e" providerId="ADAL" clId="{BC0504E5-CC83-4F05-B466-482C6DF3BEDD}" dt="2026-08-11T07:16:54.310" v="420" actId="20577"/>
          <ac:spMkLst>
            <pc:docMk/>
            <pc:sldMk cId="2657111973" sldId="284"/>
            <ac:spMk id="16" creationId="{D2EC7D2F-935A-50B7-CAAB-1690627DEC3A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17:00.210" v="448" actId="20577"/>
          <ac:spMkLst>
            <pc:docMk/>
            <pc:sldMk cId="2657111973" sldId="284"/>
            <ac:spMk id="38" creationId="{C34CE7F8-7211-9019-529A-3EE515CD3870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C0504E5-CC83-4F05-B466-482C6DF3BEDD}" dt="2026-08-11T07:16:50.289" v="416" actId="20577"/>
        <pc:sldMkLst>
          <pc:docMk/>
          <pc:sldMk cId="4272420199" sldId="285"/>
        </pc:sldMkLst>
        <pc:spChg chg="mod">
          <ac:chgData name="정소영(SOYOUNG JEONG)[soy22]/사원/제조DX.자동보정.RSND자동보정팀" userId="e0dfc6da-e3c7-4ad5-9bac-f065fa9fc20e" providerId="ADAL" clId="{BC0504E5-CC83-4F05-B466-482C6DF3BEDD}" dt="2026-08-11T07:16:45.937" v="412" actId="20577"/>
          <ac:spMkLst>
            <pc:docMk/>
            <pc:sldMk cId="4272420199" sldId="285"/>
            <ac:spMk id="139" creationId="{4001A99D-100E-C902-97DE-C29D4F766E97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16:50.289" v="416" actId="20577"/>
          <ac:spMkLst>
            <pc:docMk/>
            <pc:sldMk cId="4272420199" sldId="285"/>
            <ac:spMk id="157" creationId="{9B28912B-4347-A792-5175-7BF8A11A195B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C0504E5-CC83-4F05-B466-482C6DF3BEDD}" dt="2026-08-11T07:17:08.724" v="452" actId="20577"/>
        <pc:sldMkLst>
          <pc:docMk/>
          <pc:sldMk cId="1181057486" sldId="296"/>
        </pc:sldMkLst>
        <pc:spChg chg="mod">
          <ac:chgData name="정소영(SOYOUNG JEONG)[soy22]/사원/제조DX.자동보정.RSND자동보정팀" userId="e0dfc6da-e3c7-4ad5-9bac-f065fa9fc20e" providerId="ADAL" clId="{BC0504E5-CC83-4F05-B466-482C6DF3BEDD}" dt="2026-08-11T07:17:08.724" v="452" actId="20577"/>
          <ac:spMkLst>
            <pc:docMk/>
            <pc:sldMk cId="1181057486" sldId="296"/>
            <ac:spMk id="12" creationId="{2A4EFF36-E0B5-36D2-2DB4-A3E0BAA70B20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C0504E5-CC83-4F05-B466-482C6DF3BEDD}" dt="2026-08-11T07:48:09.648" v="1763" actId="14100"/>
        <pc:sldMkLst>
          <pc:docMk/>
          <pc:sldMk cId="3173926166" sldId="297"/>
        </pc:sldMkLst>
        <pc:spChg chg="mod">
          <ac:chgData name="정소영(SOYOUNG JEONG)[soy22]/사원/제조DX.자동보정.RSND자동보정팀" userId="e0dfc6da-e3c7-4ad5-9bac-f065fa9fc20e" providerId="ADAL" clId="{BC0504E5-CC83-4F05-B466-482C6DF3BEDD}" dt="2026-08-11T07:46:52.078" v="1622" actId="20577"/>
          <ac:spMkLst>
            <pc:docMk/>
            <pc:sldMk cId="3173926166" sldId="297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41:35.955" v="1338" actId="207"/>
          <ac:spMkLst>
            <pc:docMk/>
            <pc:sldMk cId="3173926166" sldId="297"/>
            <ac:spMk id="18" creationId="{842DDCD7-0591-4709-3443-0068E00E827E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48:09.648" v="1763" actId="14100"/>
          <ac:spMkLst>
            <pc:docMk/>
            <pc:sldMk cId="3173926166" sldId="297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C0504E5-CC83-4F05-B466-482C6DF3BEDD}" dt="2026-08-11T07:36:37.213" v="1287" actId="20577"/>
        <pc:sldMkLst>
          <pc:docMk/>
          <pc:sldMk cId="2459543331" sldId="310"/>
        </pc:sldMkLst>
        <pc:spChg chg="mod">
          <ac:chgData name="정소영(SOYOUNG JEONG)[soy22]/사원/제조DX.자동보정.RSND자동보정팀" userId="e0dfc6da-e3c7-4ad5-9bac-f065fa9fc20e" providerId="ADAL" clId="{BC0504E5-CC83-4F05-B466-482C6DF3BEDD}" dt="2026-08-11T07:34:43.583" v="1092" actId="20577"/>
          <ac:spMkLst>
            <pc:docMk/>
            <pc:sldMk cId="2459543331" sldId="310"/>
            <ac:spMk id="14" creationId="{DCA7F719-C34B-5535-7AD7-ECDB25ECA030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6:37.213" v="1287" actId="20577"/>
          <ac:spMkLst>
            <pc:docMk/>
            <pc:sldMk cId="2459543331" sldId="310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4:45.701" v="1097" actId="20577"/>
          <ac:spMkLst>
            <pc:docMk/>
            <pc:sldMk cId="2459543331" sldId="310"/>
            <ac:spMk id="20" creationId="{64C5C09E-C9C3-96BB-19D1-57EDCF230A59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6:18.457" v="1282" actId="20577"/>
          <ac:spMkLst>
            <pc:docMk/>
            <pc:sldMk cId="2459543331" sldId="310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C0504E5-CC83-4F05-B466-482C6DF3BEDD}" dt="2026-08-11T07:39:48.436" v="1332"/>
        <pc:sldMkLst>
          <pc:docMk/>
          <pc:sldMk cId="1491083186" sldId="318"/>
        </pc:sldMkLst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2" creationId="{8A8BBFC4-4E47-5602-DBE3-CDCAD0AB00F6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3" creationId="{B30EB159-5080-27C8-7CE4-22FCCCC89FDC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4" creationId="{23FFC43B-FC38-3C51-EA7B-E19354E06BE1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5" creationId="{FB6C029C-8797-2345-71D0-842D1206D2CF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6" creationId="{752A656E-9DC5-02EE-331F-E1062DD79BF5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7" creationId="{5F6DCF5A-C812-C79A-3E4D-3B5DB39B7269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9" creationId="{23E959A6-AC49-7B01-D064-E45E529F289F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10" creationId="{9B7BCF75-42DD-3CCE-5107-95AC25957E93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11" creationId="{CDAB89A0-783A-622B-2C7A-981A15B770D8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13" creationId="{607C8096-864E-6E22-3105-755A81EC6EC3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14" creationId="{4E84D69B-02D1-B918-28E3-192E3102DC58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20" creationId="{50E03DCD-B184-3D5E-182C-9D5AF33447BD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spMkLst>
            <pc:docMk/>
            <pc:sldMk cId="1491083186" sldId="318"/>
            <ac:spMk id="23" creationId="{1B53505A-04CB-166E-79DE-2AE395A83F51}"/>
          </ac:spMkLst>
        </pc:spChg>
        <pc:graphicFrameChg chg="mod modGraphic">
          <ac:chgData name="정소영(SOYOUNG JEONG)[soy22]/사원/제조DX.자동보정.RSND자동보정팀" userId="e0dfc6da-e3c7-4ad5-9bac-f065fa9fc20e" providerId="ADAL" clId="{BC0504E5-CC83-4F05-B466-482C6DF3BEDD}" dt="2026-08-11T07:39:48.436" v="1332"/>
          <ac:graphicFrameMkLst>
            <pc:docMk/>
            <pc:sldMk cId="1491083186" sldId="318"/>
            <ac:graphicFrameMk id="8" creationId="{AD452016-440A-690A-5761-4DBA3CAD50DE}"/>
          </ac:graphicFrameMkLst>
        </pc:graphicFrameChg>
        <pc:graphicFrame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graphicFrameMkLst>
            <pc:docMk/>
            <pc:sldMk cId="1491083186" sldId="318"/>
            <ac:graphicFrameMk id="12" creationId="{02C23289-35A2-5E2D-6707-B9C0BF9A0FF3}"/>
          </ac:graphicFrameMkLst>
        </pc:graphicFrameChg>
        <pc:picChg chg="mod">
          <ac:chgData name="정소영(SOYOUNG JEONG)[soy22]/사원/제조DX.자동보정.RSND자동보정팀" userId="e0dfc6da-e3c7-4ad5-9bac-f065fa9fc20e" providerId="ADAL" clId="{BC0504E5-CC83-4F05-B466-482C6DF3BEDD}" dt="2026-08-11T07:39:34.268" v="1307" actId="1036"/>
          <ac:picMkLst>
            <pc:docMk/>
            <pc:sldMk cId="1491083186" sldId="318"/>
            <ac:picMk id="22" creationId="{89C59725-88B1-6D5C-5A49-90267F9B8199}"/>
          </ac:picMkLst>
        </pc:picChg>
      </pc:sldChg>
      <pc:sldChg chg="modSp mod">
        <pc:chgData name="정소영(SOYOUNG JEONG)[soy22]/사원/제조DX.자동보정.RSND자동보정팀" userId="e0dfc6da-e3c7-4ad5-9bac-f065fa9fc20e" providerId="ADAL" clId="{BC0504E5-CC83-4F05-B466-482C6DF3BEDD}" dt="2026-08-11T07:39:52.368" v="1333"/>
        <pc:sldMkLst>
          <pc:docMk/>
          <pc:sldMk cId="2369456689" sldId="335"/>
        </pc:sldMkLst>
        <pc:spChg chg="mod">
          <ac:chgData name="정소영(SOYOUNG JEONG)[soy22]/사원/제조DX.자동보정.RSND자동보정팀" userId="e0dfc6da-e3c7-4ad5-9bac-f065fa9fc20e" providerId="ADAL" clId="{BC0504E5-CC83-4F05-B466-482C6DF3BEDD}" dt="2026-08-11T07:12:18.500" v="406" actId="20577"/>
          <ac:spMkLst>
            <pc:docMk/>
            <pc:sldMk cId="2369456689" sldId="335"/>
            <ac:spMk id="7" creationId="{5F6DCF5A-C812-C79A-3E4D-3B5DB39B7269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12:15.656" v="402" actId="20577"/>
          <ac:spMkLst>
            <pc:docMk/>
            <pc:sldMk cId="2369456689" sldId="335"/>
            <ac:spMk id="11" creationId="{CDAB89A0-783A-622B-2C7A-981A15B770D8}"/>
          </ac:spMkLst>
        </pc:spChg>
        <pc:graphicFrameChg chg="mod">
          <ac:chgData name="정소영(SOYOUNG JEONG)[soy22]/사원/제조DX.자동보정.RSND자동보정팀" userId="e0dfc6da-e3c7-4ad5-9bac-f065fa9fc20e" providerId="ADAL" clId="{BC0504E5-CC83-4F05-B466-482C6DF3BEDD}" dt="2026-08-11T07:39:52.368" v="1333"/>
          <ac:graphicFrameMkLst>
            <pc:docMk/>
            <pc:sldMk cId="2369456689" sldId="335"/>
            <ac:graphicFrameMk id="16" creationId="{2CB5BDC9-F171-B85F-6519-2D6ECB3AC0FA}"/>
          </ac:graphicFrameMkLst>
        </pc:graphicFrameChg>
      </pc:sldChg>
      <pc:sldChg chg="modSp mod">
        <pc:chgData name="정소영(SOYOUNG JEONG)[soy22]/사원/제조DX.자동보정.RSND자동보정팀" userId="e0dfc6da-e3c7-4ad5-9bac-f065fa9fc20e" providerId="ADAL" clId="{BC0504E5-CC83-4F05-B466-482C6DF3BEDD}" dt="2026-08-11T07:54:42.577" v="2080" actId="20577"/>
        <pc:sldMkLst>
          <pc:docMk/>
          <pc:sldMk cId="25689677" sldId="337"/>
        </pc:sldMkLst>
        <pc:spChg chg="mod">
          <ac:chgData name="정소영(SOYOUNG JEONG)[soy22]/사원/제조DX.자동보정.RSND자동보정팀" userId="e0dfc6da-e3c7-4ad5-9bac-f065fa9fc20e" providerId="ADAL" clId="{BC0504E5-CC83-4F05-B466-482C6DF3BEDD}" dt="2026-08-11T07:54:37.959" v="2076"/>
          <ac:spMkLst>
            <pc:docMk/>
            <pc:sldMk cId="25689677" sldId="337"/>
            <ac:spMk id="8" creationId="{2B9ACCF9-6857-8663-8241-CB4BCC368847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51:54.225" v="1856" actId="20577"/>
          <ac:spMkLst>
            <pc:docMk/>
            <pc:sldMk cId="25689677" sldId="337"/>
            <ac:spMk id="16" creationId="{CB1941F0-9BEA-035D-3274-7F94E2AEFE03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54:42.577" v="2080" actId="20577"/>
          <ac:spMkLst>
            <pc:docMk/>
            <pc:sldMk cId="25689677" sldId="337"/>
            <ac:spMk id="37" creationId="{34F546E7-0AA4-72A4-9D03-27E1B845B836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C0504E5-CC83-4F05-B466-482C6DF3BEDD}" dt="2026-08-11T07:33:02.193" v="1055" actId="20577"/>
        <pc:sldMkLst>
          <pc:docMk/>
          <pc:sldMk cId="2102800239" sldId="359"/>
        </pc:sldMkLst>
        <pc:spChg chg="mod">
          <ac:chgData name="정소영(SOYOUNG JEONG)[soy22]/사원/제조DX.자동보정.RSND자동보정팀" userId="e0dfc6da-e3c7-4ad5-9bac-f065fa9fc20e" providerId="ADAL" clId="{BC0504E5-CC83-4F05-B466-482C6DF3BEDD}" dt="2026-08-11T07:18:26.290" v="465"/>
          <ac:spMkLst>
            <pc:docMk/>
            <pc:sldMk cId="2102800239" sldId="359"/>
            <ac:spMk id="6" creationId="{752A656E-9DC5-02EE-331F-E1062DD79BF5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3:02.193" v="1055" actId="20577"/>
          <ac:spMkLst>
            <pc:docMk/>
            <pc:sldMk cId="2102800239" sldId="359"/>
            <ac:spMk id="8" creationId="{4E4C90C9-A019-5679-6ED0-4DA8526529E6}"/>
          </ac:spMkLst>
        </pc:spChg>
        <pc:spChg chg="mod">
          <ac:chgData name="정소영(SOYOUNG JEONG)[soy22]/사원/제조DX.자동보정.RSND자동보정팀" userId="e0dfc6da-e3c7-4ad5-9bac-f065fa9fc20e" providerId="ADAL" clId="{BC0504E5-CC83-4F05-B466-482C6DF3BEDD}" dt="2026-08-11T07:31:56.628" v="1040" actId="20577"/>
          <ac:spMkLst>
            <pc:docMk/>
            <pc:sldMk cId="2102800239" sldId="359"/>
            <ac:spMk id="16" creationId="{0A8513CF-8D68-D321-D10C-6D4A43E1A14E}"/>
          </ac:spMkLst>
        </pc:spChg>
      </pc:sldChg>
    </pc:docChg>
  </pc:docChgLst>
  <pc:docChgLst>
    <pc:chgData name="나영준(YOUNGJUN NA)[youngjun_na]/책임/제조DX.자동보정.MC자동보정팀" userId="S::youngjun_na@lgensol.com::0c590520-1e60-4e57-b0d6-012f89cef193" providerId="AD" clId="Web-{EEE0AD23-FC20-F8B4-A2A7-02841CEB6BD4}"/>
    <pc:docChg chg="modSld">
      <pc:chgData name="나영준(YOUNGJUN NA)[youngjun_na]/책임/제조DX.자동보정.MC자동보정팀" userId="S::youngjun_na@lgensol.com::0c590520-1e60-4e57-b0d6-012f89cef193" providerId="AD" clId="Web-{EEE0AD23-FC20-F8B4-A2A7-02841CEB6BD4}" dt="2026-08-26T02:20:49.846" v="335" actId="20577"/>
      <pc:docMkLst>
        <pc:docMk/>
      </pc:docMkLst>
      <pc:sldChg chg="addSp delSp modSp">
        <pc:chgData name="나영준(YOUNGJUN NA)[youngjun_na]/책임/제조DX.자동보정.MC자동보정팀" userId="S::youngjun_na@lgensol.com::0c590520-1e60-4e57-b0d6-012f89cef193" providerId="AD" clId="Web-{EEE0AD23-FC20-F8B4-A2A7-02841CEB6BD4}" dt="2026-08-26T02:15:49.407" v="298" actId="20577"/>
        <pc:sldMkLst>
          <pc:docMk/>
          <pc:sldMk cId="4118150585" sldId="282"/>
        </pc:sldMkLst>
        <pc:spChg chg="mod">
          <ac:chgData name="나영준(YOUNGJUN NA)[youngjun_na]/책임/제조DX.자동보정.MC자동보정팀" userId="S::youngjun_na@lgensol.com::0c590520-1e60-4e57-b0d6-012f89cef193" providerId="AD" clId="Web-{EEE0AD23-FC20-F8B4-A2A7-02841CEB6BD4}" dt="2026-08-26T02:15:49.407" v="298" actId="20577"/>
          <ac:spMkLst>
            <pc:docMk/>
            <pc:sldMk cId="4118150585" sldId="282"/>
            <ac:spMk id="2" creationId="{B62C360F-2145-D898-F23B-3ADF62261228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EEE0AD23-FC20-F8B4-A2A7-02841CEB6BD4}" dt="2026-08-26T02:15:27.985" v="285" actId="20577"/>
          <ac:spMkLst>
            <pc:docMk/>
            <pc:sldMk cId="4118150585" sldId="282"/>
            <ac:spMk id="3" creationId="{90BC0408-DBCD-BFF8-01C5-E567B88CA8F4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EEE0AD23-FC20-F8B4-A2A7-02841CEB6BD4}" dt="2026-08-26T02:15:08.953" v="282" actId="20577"/>
          <ac:spMkLst>
            <pc:docMk/>
            <pc:sldMk cId="4118150585" sldId="282"/>
            <ac:spMk id="7" creationId="{3C2E9CE6-904A-B2C0-D032-387E16A67CFC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EEE0AD23-FC20-F8B4-A2A7-02841CEB6BD4}" dt="2026-08-26T02:13:00.843" v="245" actId="20577"/>
          <ac:spMkLst>
            <pc:docMk/>
            <pc:sldMk cId="4118150585" sldId="282"/>
            <ac:spMk id="10" creationId="{BE4C2C8B-09AF-FAC9-52C3-2C3EFD407CCC}"/>
          </ac:spMkLst>
        </pc:spChg>
        <pc:spChg chg="add mod">
          <ac:chgData name="나영준(YOUNGJUN NA)[youngjun_na]/책임/제조DX.자동보정.MC자동보정팀" userId="S::youngjun_na@lgensol.com::0c590520-1e60-4e57-b0d6-012f89cef193" providerId="AD" clId="Web-{EEE0AD23-FC20-F8B4-A2A7-02841CEB6BD4}" dt="2026-08-26T02:14:46.609" v="279" actId="20577"/>
          <ac:spMkLst>
            <pc:docMk/>
            <pc:sldMk cId="4118150585" sldId="282"/>
            <ac:spMk id="13" creationId="{160ADEE3-AAA3-CF42-B41C-094AFA338FF9}"/>
          </ac:spMkLst>
        </pc:spChg>
      </pc:sldChg>
      <pc:sldChg chg="addSp delSp modSp">
        <pc:chgData name="나영준(YOUNGJUN NA)[youngjun_na]/책임/제조DX.자동보정.MC자동보정팀" userId="S::youngjun_na@lgensol.com::0c590520-1e60-4e57-b0d6-012f89cef193" providerId="AD" clId="Web-{EEE0AD23-FC20-F8B4-A2A7-02841CEB6BD4}" dt="2026-08-26T02:15:39.438" v="291" actId="20577"/>
        <pc:sldMkLst>
          <pc:docMk/>
          <pc:sldMk cId="610755056" sldId="303"/>
        </pc:sldMkLst>
        <pc:spChg chg="mod">
          <ac:chgData name="나영준(YOUNGJUN NA)[youngjun_na]/책임/제조DX.자동보정.MC자동보정팀" userId="S::youngjun_na@lgensol.com::0c590520-1e60-4e57-b0d6-012f89cef193" providerId="AD" clId="Web-{EEE0AD23-FC20-F8B4-A2A7-02841CEB6BD4}" dt="2026-08-26T02:15:39.438" v="291" actId="20577"/>
          <ac:spMkLst>
            <pc:docMk/>
            <pc:sldMk cId="610755056" sldId="303"/>
            <ac:spMk id="2" creationId="{50B1A7D2-ED4F-5149-AB85-5E24223378E2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EEE0AD23-FC20-F8B4-A2A7-02841CEB6BD4}" dt="2026-08-26T02:15:24.891" v="284" actId="20577"/>
          <ac:spMkLst>
            <pc:docMk/>
            <pc:sldMk cId="610755056" sldId="303"/>
            <ac:spMk id="3" creationId="{90719063-50C1-4D75-C514-994B826A6215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EEE0AD23-FC20-F8B4-A2A7-02841CEB6BD4}" dt="2026-08-26T02:13:30.843" v="252" actId="20577"/>
          <ac:spMkLst>
            <pc:docMk/>
            <pc:sldMk cId="610755056" sldId="303"/>
            <ac:spMk id="7" creationId="{87AA14E4-54AD-8324-C7DF-2A64FDEFD4EE}"/>
          </ac:spMkLst>
        </pc:spChg>
        <pc:spChg chg="add mod">
          <ac:chgData name="나영준(YOUNGJUN NA)[youngjun_na]/책임/제조DX.자동보정.MC자동보정팀" userId="S::youngjun_na@lgensol.com::0c590520-1e60-4e57-b0d6-012f89cef193" providerId="AD" clId="Web-{EEE0AD23-FC20-F8B4-A2A7-02841CEB6BD4}" dt="2026-08-26T02:14:36.625" v="278" actId="20577"/>
          <ac:spMkLst>
            <pc:docMk/>
            <pc:sldMk cId="610755056" sldId="303"/>
            <ac:spMk id="15" creationId="{A67BACA0-5277-2BF7-8BB6-8BB9E1900BDC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EEE0AD23-FC20-F8B4-A2A7-02841CEB6BD4}" dt="2026-08-26T02:13:24.687" v="250" actId="20577"/>
        <pc:sldMkLst>
          <pc:docMk/>
          <pc:sldMk cId="3438866837" sldId="309"/>
        </pc:sldMkLst>
        <pc:spChg chg="mod">
          <ac:chgData name="나영준(YOUNGJUN NA)[youngjun_na]/책임/제조DX.자동보정.MC자동보정팀" userId="S::youngjun_na@lgensol.com::0c590520-1e60-4e57-b0d6-012f89cef193" providerId="AD" clId="Web-{EEE0AD23-FC20-F8B4-A2A7-02841CEB6BD4}" dt="2026-08-26T02:13:24.687" v="250" actId="20577"/>
          <ac:spMkLst>
            <pc:docMk/>
            <pc:sldMk cId="3438866837" sldId="309"/>
            <ac:spMk id="7" creationId="{F0B5C10F-E9D8-D6F1-CF35-61FE85C2F484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EEE0AD23-FC20-F8B4-A2A7-02841CEB6BD4}" dt="2026-08-26T02:13:19.030" v="247" actId="20577"/>
        <pc:sldMkLst>
          <pc:docMk/>
          <pc:sldMk cId="319867820" sldId="372"/>
        </pc:sldMkLst>
        <pc:spChg chg="mod">
          <ac:chgData name="나영준(YOUNGJUN NA)[youngjun_na]/책임/제조DX.자동보정.MC자동보정팀" userId="S::youngjun_na@lgensol.com::0c590520-1e60-4e57-b0d6-012f89cef193" providerId="AD" clId="Web-{EEE0AD23-FC20-F8B4-A2A7-02841CEB6BD4}" dt="2026-08-26T02:13:19.030" v="247" actId="20577"/>
          <ac:spMkLst>
            <pc:docMk/>
            <pc:sldMk cId="319867820" sldId="372"/>
            <ac:spMk id="17" creationId="{24078160-BD87-7DDB-35FF-AC266021525D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EEE0AD23-FC20-F8B4-A2A7-02841CEB6BD4}" dt="2026-08-26T02:12:51.155" v="242" actId="20577"/>
          <ac:spMkLst>
            <pc:docMk/>
            <pc:sldMk cId="319867820" sldId="372"/>
            <ac:spMk id="30" creationId="{5A93FBA8-E3C4-0943-75E5-74D25EF1452D}"/>
          </ac:spMkLst>
        </pc:spChg>
      </pc:sldChg>
    </pc:docChg>
  </pc:docChgLst>
  <pc:docChgLst>
    <pc:chgData name="서재근(JAEGEUN SEO)[jaegeun_seo]/책임/제조DX.자동보정.조립자동보정팀" userId="7bb6d943-2582-47a8-abe5-eec9821e0b5c" providerId="ADAL" clId="{A0305784-9FB2-43DE-B744-915BEA1D5901}"/>
    <pc:docChg chg="undo custSel modSld">
      <pc:chgData name="서재근(JAEGEUN SEO)[jaegeun_seo]/책임/제조DX.자동보정.조립자동보정팀" userId="7bb6d943-2582-47a8-abe5-eec9821e0b5c" providerId="ADAL" clId="{A0305784-9FB2-43DE-B744-915BEA1D5901}" dt="2026-09-02T02:06:55.485" v="2969" actId="20577"/>
      <pc:docMkLst>
        <pc:docMk/>
      </pc:docMkLst>
      <pc:sldChg chg="addSp delSp modSp mod">
        <pc:chgData name="서재근(JAEGEUN SEO)[jaegeun_seo]/책임/제조DX.자동보정.조립자동보정팀" userId="7bb6d943-2582-47a8-abe5-eec9821e0b5c" providerId="ADAL" clId="{A0305784-9FB2-43DE-B744-915BEA1D5901}" dt="2026-09-01T03:26:04.848" v="2944" actId="20577"/>
        <pc:sldMkLst>
          <pc:docMk/>
          <pc:sldMk cId="4093150624" sldId="371"/>
        </pc:sldMkLst>
        <pc:spChg chg="mod">
          <ac:chgData name="서재근(JAEGEUN SEO)[jaegeun_seo]/책임/제조DX.자동보정.조립자동보정팀" userId="7bb6d943-2582-47a8-abe5-eec9821e0b5c" providerId="ADAL" clId="{A0305784-9FB2-43DE-B744-915BEA1D5901}" dt="2026-09-01T03:25:56.774" v="2940" actId="1036"/>
          <ac:spMkLst>
            <pc:docMk/>
            <pc:sldMk cId="4093150624" sldId="371"/>
            <ac:spMk id="5" creationId="{E97F7398-AE60-F2C9-058A-C5212830C693}"/>
          </ac:spMkLst>
        </pc:spChg>
        <pc:spChg chg="add mod">
          <ac:chgData name="서재근(JAEGEUN SEO)[jaegeun_seo]/책임/제조DX.자동보정.조립자동보정팀" userId="7bb6d943-2582-47a8-abe5-eec9821e0b5c" providerId="ADAL" clId="{A0305784-9FB2-43DE-B744-915BEA1D5901}" dt="2026-09-01T03:25:36.932" v="2869" actId="1035"/>
          <ac:spMkLst>
            <pc:docMk/>
            <pc:sldMk cId="4093150624" sldId="371"/>
            <ac:spMk id="8" creationId="{F3528DB6-56B7-19F0-723E-9EACBAF9E560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3:26:04.848" v="2944" actId="20577"/>
          <ac:spMkLst>
            <pc:docMk/>
            <pc:sldMk cId="4093150624" sldId="371"/>
            <ac:spMk id="13" creationId="{B1F6AF25-0D3A-5DEF-1701-94ABFC49567D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3:25:10.949" v="2831" actId="20577"/>
          <ac:spMkLst>
            <pc:docMk/>
            <pc:sldMk cId="4093150624" sldId="371"/>
            <ac:spMk id="15" creationId="{BA166261-C7FE-53E9-B8B5-299A756A35F9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3:23:14.274" v="2629" actId="20577"/>
          <ac:spMkLst>
            <pc:docMk/>
            <pc:sldMk cId="4093150624" sldId="371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3:25:38.710" v="2870" actId="20577"/>
          <ac:spMkLst>
            <pc:docMk/>
            <pc:sldMk cId="4093150624" sldId="371"/>
            <ac:spMk id="18" creationId="{5B20E7F4-5EC3-322A-DD64-FA9CB7EBD060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3:15:04.227" v="1850" actId="1036"/>
          <ac:spMkLst>
            <pc:docMk/>
            <pc:sldMk cId="4093150624" sldId="371"/>
            <ac:spMk id="30" creationId="{0D42272B-7090-3E3D-C807-E7C5620E4BEA}"/>
          </ac:spMkLst>
        </pc:spChg>
        <pc:graphicFrameChg chg="mod modGraphic">
          <ac:chgData name="서재근(JAEGEUN SEO)[jaegeun_seo]/책임/제조DX.자동보정.조립자동보정팀" userId="7bb6d943-2582-47a8-abe5-eec9821e0b5c" providerId="ADAL" clId="{A0305784-9FB2-43DE-B744-915BEA1D5901}" dt="2026-09-01T03:25:42.290" v="2895" actId="1035"/>
          <ac:graphicFrameMkLst>
            <pc:docMk/>
            <pc:sldMk cId="4093150624" sldId="371"/>
            <ac:graphicFrameMk id="2" creationId="{1A905F6A-E9A3-D3C8-8C32-ADC189D759E4}"/>
          </ac:graphicFrameMkLst>
        </pc:graphicFrameChg>
        <pc:graphicFrameChg chg="add mod modGraphic">
          <ac:chgData name="서재근(JAEGEUN SEO)[jaegeun_seo]/책임/제조DX.자동보정.조립자동보정팀" userId="7bb6d943-2582-47a8-abe5-eec9821e0b5c" providerId="ADAL" clId="{A0305784-9FB2-43DE-B744-915BEA1D5901}" dt="2026-09-01T03:25:36.932" v="2869" actId="1035"/>
          <ac:graphicFrameMkLst>
            <pc:docMk/>
            <pc:sldMk cId="4093150624" sldId="371"/>
            <ac:graphicFrameMk id="7" creationId="{149FBCF7-024F-3E37-9500-B9ECFB8AB4FB}"/>
          </ac:graphicFrameMkLst>
        </pc:graphicFrameChg>
      </pc:sldChg>
      <pc:sldChg chg="addSp delSp modSp mod">
        <pc:chgData name="서재근(JAEGEUN SEO)[jaegeun_seo]/책임/제조DX.자동보정.조립자동보정팀" userId="7bb6d943-2582-47a8-abe5-eec9821e0b5c" providerId="ADAL" clId="{A0305784-9FB2-43DE-B744-915BEA1D5901}" dt="2026-09-02T02:06:31.127" v="2966" actId="113"/>
        <pc:sldMkLst>
          <pc:docMk/>
          <pc:sldMk cId="171816745" sldId="416"/>
        </pc:sldMkLst>
        <pc:spChg chg="mod">
          <ac:chgData name="서재근(JAEGEUN SEO)[jaegeun_seo]/책임/제조DX.자동보정.조립자동보정팀" userId="7bb6d943-2582-47a8-abe5-eec9821e0b5c" providerId="ADAL" clId="{A0305784-9FB2-43DE-B744-915BEA1D5901}" dt="2026-09-01T03:09:14.729" v="1276" actId="20577"/>
          <ac:spMkLst>
            <pc:docMk/>
            <pc:sldMk cId="171816745" sldId="416"/>
            <ac:spMk id="13" creationId="{B1F6AF25-0D3A-5DEF-1701-94ABFC49567D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3:09:10.036" v="1272" actId="20577"/>
          <ac:spMkLst>
            <pc:docMk/>
            <pc:sldMk cId="171816745" sldId="416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2T02:06:31.127" v="2966" actId="113"/>
          <ac:spMkLst>
            <pc:docMk/>
            <pc:sldMk cId="171816745" sldId="416"/>
            <ac:spMk id="29" creationId="{CADE57B7-AFD5-377B-538A-D583A6DC70A2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2:34:23.961" v="635" actId="6549"/>
          <ac:spMkLst>
            <pc:docMk/>
            <pc:sldMk cId="171816745" sldId="416"/>
            <ac:spMk id="30" creationId="{0D42272B-7090-3E3D-C807-E7C5620E4BEA}"/>
          </ac:spMkLst>
        </pc:spChg>
        <pc:graphicFrameChg chg="mod modGraphic">
          <ac:chgData name="서재근(JAEGEUN SEO)[jaegeun_seo]/책임/제조DX.자동보정.조립자동보정팀" userId="7bb6d943-2582-47a8-abe5-eec9821e0b5c" providerId="ADAL" clId="{A0305784-9FB2-43DE-B744-915BEA1D5901}" dt="2026-09-01T03:10:11.722" v="1319" actId="400"/>
          <ac:graphicFrameMkLst>
            <pc:docMk/>
            <pc:sldMk cId="171816745" sldId="416"/>
            <ac:graphicFrameMk id="4" creationId="{EC4BCC76-E65C-8CAA-E8EE-FA0DF6534B5F}"/>
          </ac:graphicFrameMkLst>
        </pc:graphicFrameChg>
      </pc:sldChg>
      <pc:sldChg chg="addSp delSp modSp mod">
        <pc:chgData name="서재근(JAEGEUN SEO)[jaegeun_seo]/책임/제조DX.자동보정.조립자동보정팀" userId="7bb6d943-2582-47a8-abe5-eec9821e0b5c" providerId="ADAL" clId="{A0305784-9FB2-43DE-B744-915BEA1D5901}" dt="2026-09-02T02:06:55.485" v="2969" actId="20577"/>
        <pc:sldMkLst>
          <pc:docMk/>
          <pc:sldMk cId="2828155431" sldId="417"/>
        </pc:sldMkLst>
        <pc:spChg chg="mod">
          <ac:chgData name="서재근(JAEGEUN SEO)[jaegeun_seo]/책임/제조DX.자동보정.조립자동보정팀" userId="7bb6d943-2582-47a8-abe5-eec9821e0b5c" providerId="ADAL" clId="{A0305784-9FB2-43DE-B744-915BEA1D5901}" dt="2026-09-01T03:08:43.568" v="1260" actId="20577"/>
          <ac:spMkLst>
            <pc:docMk/>
            <pc:sldMk cId="2828155431" sldId="417"/>
            <ac:spMk id="2" creationId="{22EA30F0-CF52-3455-5749-990D08F2AD73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3:09:06.097" v="1266" actId="20577"/>
          <ac:spMkLst>
            <pc:docMk/>
            <pc:sldMk cId="2828155431" sldId="417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2T02:06:55.485" v="2969" actId="20577"/>
          <ac:spMkLst>
            <pc:docMk/>
            <pc:sldMk cId="2828155431" sldId="417"/>
            <ac:spMk id="29" creationId="{CADE57B7-AFD5-377B-538A-D583A6DC70A2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3:08:36.190" v="1255" actId="1035"/>
          <ac:spMkLst>
            <pc:docMk/>
            <pc:sldMk cId="2828155431" sldId="417"/>
            <ac:spMk id="50" creationId="{375BFF3C-7CE1-7E72-E743-F2BD774DD206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3:08:36.190" v="1255" actId="1035"/>
          <ac:spMkLst>
            <pc:docMk/>
            <pc:sldMk cId="2828155431" sldId="417"/>
            <ac:spMk id="51" creationId="{89F2762B-4075-E4AA-06A6-67DB5EEB0C44}"/>
          </ac:spMkLst>
        </pc:spChg>
        <pc:spChg chg="mod">
          <ac:chgData name="서재근(JAEGEUN SEO)[jaegeun_seo]/책임/제조DX.자동보정.조립자동보정팀" userId="7bb6d943-2582-47a8-abe5-eec9821e0b5c" providerId="ADAL" clId="{A0305784-9FB2-43DE-B744-915BEA1D5901}" dt="2026-09-01T03:08:36.190" v="1255" actId="1035"/>
          <ac:spMkLst>
            <pc:docMk/>
            <pc:sldMk cId="2828155431" sldId="417"/>
            <ac:spMk id="55" creationId="{865F18A2-6C02-6BFA-D103-947C9108F0CA}"/>
          </ac:spMkLst>
        </pc:spChg>
        <pc:picChg chg="mod">
          <ac:chgData name="서재근(JAEGEUN SEO)[jaegeun_seo]/책임/제조DX.자동보정.조립자동보정팀" userId="7bb6d943-2582-47a8-abe5-eec9821e0b5c" providerId="ADAL" clId="{A0305784-9FB2-43DE-B744-915BEA1D5901}" dt="2026-09-01T03:08:36.190" v="1255" actId="1035"/>
          <ac:picMkLst>
            <pc:docMk/>
            <pc:sldMk cId="2828155431" sldId="417"/>
            <ac:picMk id="48" creationId="{6E26989E-9825-D49A-A504-E4FBA1367512}"/>
          </ac:picMkLst>
        </pc:picChg>
        <pc:picChg chg="mod">
          <ac:chgData name="서재근(JAEGEUN SEO)[jaegeun_seo]/책임/제조DX.자동보정.조립자동보정팀" userId="7bb6d943-2582-47a8-abe5-eec9821e0b5c" providerId="ADAL" clId="{A0305784-9FB2-43DE-B744-915BEA1D5901}" dt="2026-09-01T03:08:36.190" v="1255" actId="1035"/>
          <ac:picMkLst>
            <pc:docMk/>
            <pc:sldMk cId="2828155431" sldId="417"/>
            <ac:picMk id="1026" creationId="{81858320-3DED-AF84-CE13-1F47C3FB6A98}"/>
          </ac:picMkLst>
        </pc:picChg>
      </pc:sldChg>
    </pc:docChg>
  </pc:docChgLst>
  <pc:docChgLst>
    <pc:chgData name="김성태(SEONGTAE KIM)[matthew.kim]/책임/제조DX.자동보정.자동보정선행개발팀" userId="602beff2-7a1b-4f40-a1a3-7e1cc06d8c98" providerId="ADAL" clId="{EB75849E-627D-493A-A664-33B1F91ADDF2}"/>
    <pc:docChg chg="undo custSel addSld delSld modSld sldOrd modSection">
      <pc:chgData name="김성태(SEONGTAE KIM)[matthew.kim]/책임/제조DX.자동보정.자동보정선행개발팀" userId="602beff2-7a1b-4f40-a1a3-7e1cc06d8c98" providerId="ADAL" clId="{EB75849E-627D-493A-A664-33B1F91ADDF2}" dt="2026-09-17T00:27:40.697" v="54968" actId="1076"/>
      <pc:docMkLst>
        <pc:docMk/>
      </pc:docMkLst>
      <pc:sldChg chg="addSp delSp modSp mod">
        <pc:chgData name="김성태(SEONGTAE KIM)[matthew.kim]/책임/제조DX.자동보정.자동보정선행개발팀" userId="602beff2-7a1b-4f40-a1a3-7e1cc06d8c98" providerId="ADAL" clId="{EB75849E-627D-493A-A664-33B1F91ADDF2}" dt="2026-09-15T14:37:20.663" v="54404" actId="207"/>
        <pc:sldMkLst>
          <pc:docMk/>
          <pc:sldMk cId="2155502119" sldId="270"/>
        </pc:sldMkLst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4:57:02.660" v="50562" actId="20577"/>
          <ac:spMkLst>
            <pc:docMk/>
            <pc:sldMk cId="2155502119" sldId="270"/>
            <ac:spMk id="2" creationId="{D870BF07-90AC-7A2A-880E-1B5A7B602E6C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15T14:31:00.230" v="54181" actId="20577"/>
          <ac:spMkLst>
            <pc:docMk/>
            <pc:sldMk cId="2155502119" sldId="270"/>
            <ac:spMk id="7" creationId="{C19DCC39-960B-65E7-46B8-BF0210E803F4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15T14:37:20.663" v="54404" actId="207"/>
          <ac:spMkLst>
            <pc:docMk/>
            <pc:sldMk cId="2155502119" sldId="270"/>
            <ac:spMk id="8" creationId="{5D526505-D42E-9057-C001-0852EA8A52FC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1:19:57.885" v="49190" actId="20577"/>
          <ac:spMkLst>
            <pc:docMk/>
            <pc:sldMk cId="2155502119" sldId="270"/>
            <ac:spMk id="10" creationId="{1F608532-022F-CC7E-7EA1-727FAFE93996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15T14:34:07.555" v="54359" actId="20577"/>
          <ac:spMkLst>
            <pc:docMk/>
            <pc:sldMk cId="2155502119" sldId="270"/>
            <ac:spMk id="13" creationId="{3E06DDB3-A34D-84F7-FC31-7C29A9ED34E4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9T02:32:51.609" v="53272" actId="1076"/>
          <ac:spMkLst>
            <pc:docMk/>
            <pc:sldMk cId="2155502119" sldId="270"/>
            <ac:spMk id="19" creationId="{5760CD55-AD83-9895-18D2-6C9C795EDC37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7:11:44.752" v="51098" actId="1037"/>
          <ac:spMkLst>
            <pc:docMk/>
            <pc:sldMk cId="2155502119" sldId="270"/>
            <ac:spMk id="43" creationId="{4970FA3D-54DD-EE64-DF12-6B4600FD8CDC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7:11:44.752" v="51098" actId="1037"/>
          <ac:spMkLst>
            <pc:docMk/>
            <pc:sldMk cId="2155502119" sldId="270"/>
            <ac:spMk id="44" creationId="{3A78D283-1E7D-9837-811F-5CDCA13D3F2C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7:11:44.752" v="51098" actId="1037"/>
          <ac:spMkLst>
            <pc:docMk/>
            <pc:sldMk cId="2155502119" sldId="270"/>
            <ac:spMk id="45" creationId="{FA1B32EA-E0FC-F2CC-176B-384E473478C1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7:11:44.752" v="51098" actId="1037"/>
          <ac:spMkLst>
            <pc:docMk/>
            <pc:sldMk cId="2155502119" sldId="270"/>
            <ac:spMk id="47" creationId="{023EF8FB-597D-7794-7CB5-C48EA3210D9A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7:11:44.752" v="51098" actId="1037"/>
          <ac:spMkLst>
            <pc:docMk/>
            <pc:sldMk cId="2155502119" sldId="270"/>
            <ac:spMk id="48" creationId="{F0207055-5FA4-97D6-1E5C-DBEE3E216FFF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7:11:44.752" v="51098" actId="1037"/>
          <ac:spMkLst>
            <pc:docMk/>
            <pc:sldMk cId="2155502119" sldId="270"/>
            <ac:spMk id="49" creationId="{BDE725AB-6FA5-4A8B-6E60-00435A0AD6AD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7:11:44.752" v="51098" actId="1037"/>
          <ac:spMkLst>
            <pc:docMk/>
            <pc:sldMk cId="2155502119" sldId="270"/>
            <ac:spMk id="50" creationId="{0102F42E-B9E7-0205-D28C-491B813D008F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7:11:44.752" v="51098" actId="1037"/>
          <ac:spMkLst>
            <pc:docMk/>
            <pc:sldMk cId="2155502119" sldId="270"/>
            <ac:spMk id="51" creationId="{C5BB4DF7-E73C-5270-6341-0A74F44BFCD1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7:11:44.752" v="51098" actId="1037"/>
          <ac:spMkLst>
            <pc:docMk/>
            <pc:sldMk cId="2155502119" sldId="270"/>
            <ac:spMk id="54" creationId="{5064B63D-0F65-FC80-4413-E29AB0D8D866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7:11:44.752" v="51098" actId="1037"/>
          <ac:spMkLst>
            <pc:docMk/>
            <pc:sldMk cId="2155502119" sldId="270"/>
            <ac:spMk id="56" creationId="{F135F1D4-62F8-0ABE-5BA4-D4B72C9DC02C}"/>
          </ac:spMkLst>
        </pc:spChg>
        <pc:graphicFrameChg chg="mod modGraphic">
          <ac:chgData name="김성태(SEONGTAE KIM)[matthew.kim]/책임/제조DX.자동보정.자동보정선행개발팀" userId="602beff2-7a1b-4f40-a1a3-7e1cc06d8c98" providerId="ADAL" clId="{EB75849E-627D-493A-A664-33B1F91ADDF2}" dt="2026-09-01T07:11:04.937" v="51050" actId="2166"/>
          <ac:graphicFrameMkLst>
            <pc:docMk/>
            <pc:sldMk cId="2155502119" sldId="270"/>
            <ac:graphicFrameMk id="40" creationId="{86C0F7D5-096A-63A2-3690-4FE3FEECCBEA}"/>
          </ac:graphicFrameMkLst>
        </pc:graphicFrameChg>
        <pc:picChg chg="add mod">
          <ac:chgData name="김성태(SEONGTAE KIM)[matthew.kim]/책임/제조DX.자동보정.자동보정선행개발팀" userId="602beff2-7a1b-4f40-a1a3-7e1cc06d8c98" providerId="ADAL" clId="{EB75849E-627D-493A-A664-33B1F91ADDF2}" dt="2026-09-09T02:32:45.316" v="53271" actId="1076"/>
          <ac:picMkLst>
            <pc:docMk/>
            <pc:sldMk cId="2155502119" sldId="270"/>
            <ac:picMk id="15" creationId="{24445090-9E83-C7EF-0C77-E1FE2BE7AE65}"/>
          </ac:picMkLst>
        </pc:picChg>
        <pc:picChg chg="add mod">
          <ac:chgData name="김성태(SEONGTAE KIM)[matthew.kim]/책임/제조DX.자동보정.자동보정선행개발팀" userId="602beff2-7a1b-4f40-a1a3-7e1cc06d8c98" providerId="ADAL" clId="{EB75849E-627D-493A-A664-33B1F91ADDF2}" dt="2026-09-09T02:32:42.407" v="53270" actId="1076"/>
          <ac:picMkLst>
            <pc:docMk/>
            <pc:sldMk cId="2155502119" sldId="270"/>
            <ac:picMk id="21" creationId="{1F73DA8F-780C-56BF-D998-266BC2BB0A1D}"/>
          </ac:picMkLst>
        </pc:picChg>
        <pc:picChg chg="add mod">
          <ac:chgData name="김성태(SEONGTAE KIM)[matthew.kim]/책임/제조DX.자동보정.자동보정선행개발팀" userId="602beff2-7a1b-4f40-a1a3-7e1cc06d8c98" providerId="ADAL" clId="{EB75849E-627D-493A-A664-33B1F91ADDF2}" dt="2026-09-09T02:32:38.982" v="53269" actId="1076"/>
          <ac:picMkLst>
            <pc:docMk/>
            <pc:sldMk cId="2155502119" sldId="270"/>
            <ac:picMk id="23" creationId="{1740D8A5-8345-FFA6-1AD6-7B8EE584B435}"/>
          </ac:picMkLst>
        </pc:picChg>
        <pc:picChg chg="mod">
          <ac:chgData name="김성태(SEONGTAE KIM)[matthew.kim]/책임/제조DX.자동보정.자동보정선행개발팀" userId="602beff2-7a1b-4f40-a1a3-7e1cc06d8c98" providerId="ADAL" clId="{EB75849E-627D-493A-A664-33B1F91ADDF2}" dt="2026-09-01T06:13:17.756" v="50566" actId="1076"/>
          <ac:picMkLst>
            <pc:docMk/>
            <pc:sldMk cId="2155502119" sldId="270"/>
            <ac:picMk id="39" creationId="{9EA18B40-F424-99F9-9F9F-92FA4AA4FA85}"/>
          </ac:picMkLst>
        </pc:picChg>
        <pc:cxnChg chg="mod">
          <ac:chgData name="김성태(SEONGTAE KIM)[matthew.kim]/책임/제조DX.자동보정.자동보정선행개발팀" userId="602beff2-7a1b-4f40-a1a3-7e1cc06d8c98" providerId="ADAL" clId="{EB75849E-627D-493A-A664-33B1F91ADDF2}" dt="2026-09-01T07:11:29.403" v="51059" actId="14100"/>
          <ac:cxnSpMkLst>
            <pc:docMk/>
            <pc:sldMk cId="2155502119" sldId="270"/>
            <ac:cxnSpMk id="41" creationId="{3BED5EC2-4F61-4960-5216-344D590C3DF2}"/>
          </ac:cxnSpMkLst>
        </pc:cxnChg>
      </pc:sldChg>
      <pc:sldChg chg="addSp delSp modSp add mod">
        <pc:chgData name="김성태(SEONGTAE KIM)[matthew.kim]/책임/제조DX.자동보정.자동보정선행개발팀" userId="602beff2-7a1b-4f40-a1a3-7e1cc06d8c98" providerId="ADAL" clId="{EB75849E-627D-493A-A664-33B1F91ADDF2}" dt="2026-09-02T04:05:26.387" v="51320" actId="20577"/>
        <pc:sldMkLst>
          <pc:docMk/>
          <pc:sldMk cId="2456550573" sldId="276"/>
        </pc:sldMkLst>
        <pc:spChg chg="mod">
          <ac:chgData name="김성태(SEONGTAE KIM)[matthew.kim]/책임/제조DX.자동보정.자동보정선행개발팀" userId="602beff2-7a1b-4f40-a1a3-7e1cc06d8c98" providerId="ADAL" clId="{EB75849E-627D-493A-A664-33B1F91ADDF2}" dt="2026-08-27T02:31:30.755" v="48623"/>
          <ac:spMkLst>
            <pc:docMk/>
            <pc:sldMk cId="2456550573" sldId="276"/>
            <ac:spMk id="6" creationId="{D3E5DD28-57D3-4F04-0D20-49550165223A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2T04:04:47.843" v="51317" actId="20577"/>
          <ac:spMkLst>
            <pc:docMk/>
            <pc:sldMk cId="2456550573" sldId="276"/>
            <ac:spMk id="7" creationId="{2CF3A0B0-9DBA-BCFE-0D94-D0FA7982030F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8-27T02:32:05.242" v="48627" actId="20577"/>
          <ac:spMkLst>
            <pc:docMk/>
            <pc:sldMk cId="2456550573" sldId="276"/>
            <ac:spMk id="16" creationId="{7C7AB55B-45A4-E533-7823-AAA977943996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2T04:05:26.387" v="51320" actId="20577"/>
          <ac:spMkLst>
            <pc:docMk/>
            <pc:sldMk cId="2456550573" sldId="276"/>
            <ac:spMk id="19" creationId="{8A0FB844-6251-AF04-C6E8-F85325E8B83A}"/>
          </ac:spMkLst>
        </pc:spChg>
        <pc:spChg chg="add mod">
          <ac:chgData name="김성태(SEONGTAE KIM)[matthew.kim]/책임/제조DX.자동보정.자동보정선행개발팀" userId="602beff2-7a1b-4f40-a1a3-7e1cc06d8c98" providerId="ADAL" clId="{EB75849E-627D-493A-A664-33B1F91ADDF2}" dt="2026-08-27T02:34:31.453" v="48688" actId="1076"/>
          <ac:spMkLst>
            <pc:docMk/>
            <pc:sldMk cId="2456550573" sldId="276"/>
            <ac:spMk id="61" creationId="{0F6262BD-2284-F4F5-527D-EF96CC75907D}"/>
          </ac:spMkLst>
        </pc:spChg>
        <pc:spChg chg="add mod">
          <ac:chgData name="김성태(SEONGTAE KIM)[matthew.kim]/책임/제조DX.자동보정.자동보정선행개발팀" userId="602beff2-7a1b-4f40-a1a3-7e1cc06d8c98" providerId="ADAL" clId="{EB75849E-627D-493A-A664-33B1F91ADDF2}" dt="2026-08-27T02:34:51.399" v="48699" actId="20577"/>
          <ac:spMkLst>
            <pc:docMk/>
            <pc:sldMk cId="2456550573" sldId="276"/>
            <ac:spMk id="68" creationId="{AAA5482A-43D8-D6A7-AE98-24350B1BFADE}"/>
          </ac:spMkLst>
        </pc:spChg>
        <pc:spChg chg="add mod">
          <ac:chgData name="김성태(SEONGTAE KIM)[matthew.kim]/책임/제조DX.자동보정.자동보정선행개발팀" userId="602beff2-7a1b-4f40-a1a3-7e1cc06d8c98" providerId="ADAL" clId="{EB75849E-627D-493A-A664-33B1F91ADDF2}" dt="2026-08-27T02:35:12.079" v="48705" actId="20577"/>
          <ac:spMkLst>
            <pc:docMk/>
            <pc:sldMk cId="2456550573" sldId="276"/>
            <ac:spMk id="70" creationId="{99097593-C317-C08F-F0F8-326DA6E948D9}"/>
          </ac:spMkLst>
        </pc:spChg>
        <pc:graphicFrameChg chg="add mod modGraphic">
          <ac:chgData name="김성태(SEONGTAE KIM)[matthew.kim]/책임/제조DX.자동보정.자동보정선행개발팀" userId="602beff2-7a1b-4f40-a1a3-7e1cc06d8c98" providerId="ADAL" clId="{EB75849E-627D-493A-A664-33B1F91ADDF2}" dt="2026-08-27T02:28:30.183" v="48279" actId="1036"/>
          <ac:graphicFrameMkLst>
            <pc:docMk/>
            <pc:sldMk cId="2456550573" sldId="276"/>
            <ac:graphicFrameMk id="53" creationId="{AD0CB380-31E8-BF49-E8BC-41F67CB2E917}"/>
          </ac:graphicFrameMkLst>
        </pc:graphicFrameChg>
        <pc:picChg chg="add mod">
          <ac:chgData name="김성태(SEONGTAE KIM)[matthew.kim]/책임/제조DX.자동보정.자동보정선행개발팀" userId="602beff2-7a1b-4f40-a1a3-7e1cc06d8c98" providerId="ADAL" clId="{EB75849E-627D-493A-A664-33B1F91ADDF2}" dt="2026-08-27T02:28:30.183" v="48279" actId="1036"/>
          <ac:picMkLst>
            <pc:docMk/>
            <pc:sldMk cId="2456550573" sldId="276"/>
            <ac:picMk id="54" creationId="{CD516138-88C3-BEEC-6ED1-9071B35BFBAF}"/>
          </ac:picMkLst>
        </pc:picChg>
        <pc:picChg chg="add mod">
          <ac:chgData name="김성태(SEONGTAE KIM)[matthew.kim]/책임/제조DX.자동보정.자동보정선행개발팀" userId="602beff2-7a1b-4f40-a1a3-7e1cc06d8c98" providerId="ADAL" clId="{EB75849E-627D-493A-A664-33B1F91ADDF2}" dt="2026-08-27T02:28:30.183" v="48279" actId="1036"/>
          <ac:picMkLst>
            <pc:docMk/>
            <pc:sldMk cId="2456550573" sldId="276"/>
            <ac:picMk id="60" creationId="{5DF37F3C-6069-274E-9B8B-7BE78909D671}"/>
          </ac:picMkLst>
        </pc:picChg>
        <pc:picChg chg="add mod">
          <ac:chgData name="김성태(SEONGTAE KIM)[matthew.kim]/책임/제조DX.자동보정.자동보정선행개발팀" userId="602beff2-7a1b-4f40-a1a3-7e1cc06d8c98" providerId="ADAL" clId="{EB75849E-627D-493A-A664-33B1F91ADDF2}" dt="2026-08-27T02:28:30.183" v="48279" actId="1036"/>
          <ac:picMkLst>
            <pc:docMk/>
            <pc:sldMk cId="2456550573" sldId="276"/>
            <ac:picMk id="66" creationId="{02C1FC65-7318-778E-B09F-26B2159728C0}"/>
          </ac:picMkLst>
        </pc:picChg>
      </pc:sldChg>
      <pc:sldChg chg="addSp delSp modSp mod">
        <pc:chgData name="김성태(SEONGTAE KIM)[matthew.kim]/책임/제조DX.자동보정.자동보정선행개발팀" userId="602beff2-7a1b-4f40-a1a3-7e1cc06d8c98" providerId="ADAL" clId="{EB75849E-627D-493A-A664-33B1F91ADDF2}" dt="2026-09-17T00:27:40.697" v="54968" actId="1076"/>
        <pc:sldMkLst>
          <pc:docMk/>
          <pc:sldMk cId="1869027073" sldId="292"/>
        </pc:sldMkLst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4:57:13.739" v="50564"/>
          <ac:spMkLst>
            <pc:docMk/>
            <pc:sldMk cId="1869027073" sldId="292"/>
            <ac:spMk id="2" creationId="{D870BF07-90AC-7A2A-880E-1B5A7B602E6C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17T00:26:51.559" v="54907" actId="20577"/>
          <ac:spMkLst>
            <pc:docMk/>
            <pc:sldMk cId="1869027073" sldId="292"/>
            <ac:spMk id="8" creationId="{5D526505-D42E-9057-C001-0852EA8A52FC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1:19:47.986" v="49186" actId="20577"/>
          <ac:spMkLst>
            <pc:docMk/>
            <pc:sldMk cId="1869027073" sldId="292"/>
            <ac:spMk id="10" creationId="{1F608532-022F-CC7E-7EA1-727FAFE93996}"/>
          </ac:spMkLst>
        </pc:spChg>
        <pc:spChg chg="add mod">
          <ac:chgData name="김성태(SEONGTAE KIM)[matthew.kim]/책임/제조DX.자동보정.자동보정선행개발팀" userId="602beff2-7a1b-4f40-a1a3-7e1cc06d8c98" providerId="ADAL" clId="{EB75849E-627D-493A-A664-33B1F91ADDF2}" dt="2026-09-17T00:27:40.697" v="54968" actId="1076"/>
          <ac:spMkLst>
            <pc:docMk/>
            <pc:sldMk cId="1869027073" sldId="292"/>
            <ac:spMk id="13" creationId="{D5B48B50-21D6-1213-006A-1A0B0407B06A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15T14:37:36.518" v="54406"/>
          <ac:spMkLst>
            <pc:docMk/>
            <pc:sldMk cId="1869027073" sldId="292"/>
            <ac:spMk id="15" creationId="{BD823F4C-E5C9-2CCF-B70E-17ADEF272547}"/>
          </ac:spMkLst>
        </pc:spChg>
        <pc:spChg chg="add mod">
          <ac:chgData name="김성태(SEONGTAE KIM)[matthew.kim]/책임/제조DX.자동보정.자동보정선행개발팀" userId="602beff2-7a1b-4f40-a1a3-7e1cc06d8c98" providerId="ADAL" clId="{EB75849E-627D-493A-A664-33B1F91ADDF2}" dt="2026-09-15T14:31:12.048" v="54185" actId="20577"/>
          <ac:spMkLst>
            <pc:docMk/>
            <pc:sldMk cId="1869027073" sldId="292"/>
            <ac:spMk id="17" creationId="{DD8A8BFB-82B0-7CA3-F563-3B89FFC8544A}"/>
          </ac:spMkLst>
        </pc:spChg>
        <pc:graphicFrameChg chg="add mod modGraphic">
          <ac:chgData name="김성태(SEONGTAE KIM)[matthew.kim]/책임/제조DX.자동보정.자동보정선행개발팀" userId="602beff2-7a1b-4f40-a1a3-7e1cc06d8c98" providerId="ADAL" clId="{EB75849E-627D-493A-A664-33B1F91ADDF2}" dt="2026-09-17T00:23:48.178" v="54716" actId="1035"/>
          <ac:graphicFrameMkLst>
            <pc:docMk/>
            <pc:sldMk cId="1869027073" sldId="292"/>
            <ac:graphicFrameMk id="7" creationId="{F056F4A7-B125-D566-9091-0FE01DAFD885}"/>
          </ac:graphicFrameMkLst>
        </pc:graphicFrameChg>
        <pc:picChg chg="add mod">
          <ac:chgData name="김성태(SEONGTAE KIM)[matthew.kim]/책임/제조DX.자동보정.자동보정선행개발팀" userId="602beff2-7a1b-4f40-a1a3-7e1cc06d8c98" providerId="ADAL" clId="{EB75849E-627D-493A-A664-33B1F91ADDF2}" dt="2026-09-17T00:26:58.120" v="54908" actId="1076"/>
          <ac:picMkLst>
            <pc:docMk/>
            <pc:sldMk cId="1869027073" sldId="292"/>
            <ac:picMk id="12" creationId="{724906AA-507F-2A4F-1FE3-AF3E4F9050D1}"/>
          </ac:picMkLst>
        </pc:picChg>
      </pc:sldChg>
      <pc:sldChg chg="addSp delSp modSp mod">
        <pc:chgData name="김성태(SEONGTAE KIM)[matthew.kim]/책임/제조DX.자동보정.자동보정선행개발팀" userId="602beff2-7a1b-4f40-a1a3-7e1cc06d8c98" providerId="ADAL" clId="{EB75849E-627D-493A-A664-33B1F91ADDF2}" dt="2026-08-19T06:03:16.635" v="45220" actId="20577"/>
        <pc:sldMkLst>
          <pc:docMk/>
          <pc:sldMk cId="3782446933" sldId="328"/>
        </pc:sldMkLst>
        <pc:spChg chg="mod">
          <ac:chgData name="김성태(SEONGTAE KIM)[matthew.kim]/책임/제조DX.자동보정.자동보정선행개발팀" userId="602beff2-7a1b-4f40-a1a3-7e1cc06d8c98" providerId="ADAL" clId="{EB75849E-627D-493A-A664-33B1F91ADDF2}" dt="2026-08-19T06:03:16.635" v="45220" actId="20577"/>
          <ac:spMkLst>
            <pc:docMk/>
            <pc:sldMk cId="3782446933" sldId="328"/>
            <ac:spMk id="6" creationId="{9429BFCD-514C-884F-C564-A36A426BB2D5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8-19T06:03:05.027" v="45198" actId="20577"/>
          <ac:spMkLst>
            <pc:docMk/>
            <pc:sldMk cId="3782446933" sldId="328"/>
            <ac:spMk id="7" creationId="{9567EB62-4ECC-A12D-3EFE-E95946A4CE0B}"/>
          </ac:spMkLst>
        </pc:spChg>
      </pc:sldChg>
      <pc:sldChg chg="addSp delSp modSp add mod ord">
        <pc:chgData name="김성태(SEONGTAE KIM)[matthew.kim]/책임/제조DX.자동보정.자동보정선행개발팀" userId="602beff2-7a1b-4f40-a1a3-7e1cc06d8c98" providerId="ADAL" clId="{EB75849E-627D-493A-A664-33B1F91ADDF2}" dt="2026-09-15T14:42:09.787" v="54511" actId="207"/>
        <pc:sldMkLst>
          <pc:docMk/>
          <pc:sldMk cId="4294123761" sldId="395"/>
        </pc:sldMkLst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4:57:08.721" v="50563"/>
          <ac:spMkLst>
            <pc:docMk/>
            <pc:sldMk cId="4294123761" sldId="395"/>
            <ac:spMk id="2" creationId="{F43E2676-AE24-8C77-4F8C-8D857CC14A29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15T14:42:09.787" v="54511" actId="207"/>
          <ac:spMkLst>
            <pc:docMk/>
            <pc:sldMk cId="4294123761" sldId="395"/>
            <ac:spMk id="8" creationId="{4799BF26-CF80-B206-848C-D522DA6762E1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1T01:19:51.858" v="49188" actId="20577"/>
          <ac:spMkLst>
            <pc:docMk/>
            <pc:sldMk cId="4294123761" sldId="395"/>
            <ac:spMk id="10" creationId="{6FE2ED2F-70F3-1638-5621-AD8D2598B404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15T14:37:32.628" v="54405"/>
          <ac:spMkLst>
            <pc:docMk/>
            <pc:sldMk cId="4294123761" sldId="395"/>
            <ac:spMk id="16" creationId="{47A247C5-21BF-FFDB-D148-C45AC49DB007}"/>
          </ac:spMkLst>
        </pc:spChg>
        <pc:spChg chg="add mod">
          <ac:chgData name="김성태(SEONGTAE KIM)[matthew.kim]/책임/제조DX.자동보정.자동보정선행개발팀" userId="602beff2-7a1b-4f40-a1a3-7e1cc06d8c98" providerId="ADAL" clId="{EB75849E-627D-493A-A664-33B1F91ADDF2}" dt="2026-09-15T14:24:25.060" v="54177" actId="20577"/>
          <ac:spMkLst>
            <pc:docMk/>
            <pc:sldMk cId="4294123761" sldId="395"/>
            <ac:spMk id="18" creationId="{C7962FBE-3804-8B3F-2079-18AC5693C20D}"/>
          </ac:spMkLst>
        </pc:spChg>
      </pc:sldChg>
      <pc:sldChg chg="addSp delSp modSp add mod">
        <pc:chgData name="김성태(SEONGTAE KIM)[matthew.kim]/책임/제조DX.자동보정.자동보정선행개발팀" userId="602beff2-7a1b-4f40-a1a3-7e1cc06d8c98" providerId="ADAL" clId="{EB75849E-627D-493A-A664-33B1F91ADDF2}" dt="2026-08-19T10:39:32.387" v="45651" actId="20577"/>
        <pc:sldMkLst>
          <pc:docMk/>
          <pc:sldMk cId="3348471557" sldId="410"/>
        </pc:sldMkLst>
        <pc:spChg chg="mod">
          <ac:chgData name="김성태(SEONGTAE KIM)[matthew.kim]/책임/제조DX.자동보정.자동보정선행개발팀" userId="602beff2-7a1b-4f40-a1a3-7e1cc06d8c98" providerId="ADAL" clId="{EB75849E-627D-493A-A664-33B1F91ADDF2}" dt="2026-08-19T10:39:32.387" v="45651" actId="20577"/>
          <ac:spMkLst>
            <pc:docMk/>
            <pc:sldMk cId="3348471557" sldId="410"/>
            <ac:spMk id="16" creationId="{8B082138-587E-3678-A157-1BBB6AE765CB}"/>
          </ac:spMkLst>
        </pc:spChg>
      </pc:sldChg>
      <pc:sldChg chg="modSp add mod">
        <pc:chgData name="김성태(SEONGTAE KIM)[matthew.kim]/책임/제조DX.자동보정.자동보정선행개발팀" userId="602beff2-7a1b-4f40-a1a3-7e1cc06d8c98" providerId="ADAL" clId="{EB75849E-627D-493A-A664-33B1F91ADDF2}" dt="2026-08-19T10:39:37.604" v="45653" actId="20577"/>
        <pc:sldMkLst>
          <pc:docMk/>
          <pc:sldMk cId="2386422471" sldId="415"/>
        </pc:sldMkLst>
        <pc:spChg chg="mod">
          <ac:chgData name="김성태(SEONGTAE KIM)[matthew.kim]/책임/제조DX.자동보정.자동보정선행개발팀" userId="602beff2-7a1b-4f40-a1a3-7e1cc06d8c98" providerId="ADAL" clId="{EB75849E-627D-493A-A664-33B1F91ADDF2}" dt="2026-08-19T10:39:37.604" v="45653" actId="20577"/>
          <ac:spMkLst>
            <pc:docMk/>
            <pc:sldMk cId="2386422471" sldId="415"/>
            <ac:spMk id="16" creationId="{5DEB5DE3-A478-ABB1-52CD-E6CA0F69BACE}"/>
          </ac:spMkLst>
        </pc:spChg>
      </pc:sldChg>
      <pc:sldChg chg="modSp mod">
        <pc:chgData name="김성태(SEONGTAE KIM)[matthew.kim]/책임/제조DX.자동보정.자동보정선행개발팀" userId="602beff2-7a1b-4f40-a1a3-7e1cc06d8c98" providerId="ADAL" clId="{EB75849E-627D-493A-A664-33B1F91ADDF2}" dt="2026-09-09T07:44:12.546" v="54173" actId="1036"/>
        <pc:sldMkLst>
          <pc:docMk/>
          <pc:sldMk cId="722830885" sldId="2147483567"/>
        </pc:sldMkLst>
        <pc:spChg chg="mod">
          <ac:chgData name="김성태(SEONGTAE KIM)[matthew.kim]/책임/제조DX.자동보정.자동보정선행개발팀" userId="602beff2-7a1b-4f40-a1a3-7e1cc06d8c98" providerId="ADAL" clId="{EB75849E-627D-493A-A664-33B1F91ADDF2}" dt="2026-09-09T07:43:22.127" v="54164" actId="207"/>
          <ac:spMkLst>
            <pc:docMk/>
            <pc:sldMk cId="722830885" sldId="2147483567"/>
            <ac:spMk id="6" creationId="{FF80FE02-97A7-A1B4-3694-7503FDA3AD1B}"/>
          </ac:spMkLst>
        </pc:spChg>
        <pc:spChg chg="mod">
          <ac:chgData name="김성태(SEONGTAE KIM)[matthew.kim]/책임/제조DX.자동보정.자동보정선행개발팀" userId="602beff2-7a1b-4f40-a1a3-7e1cc06d8c98" providerId="ADAL" clId="{EB75849E-627D-493A-A664-33B1F91ADDF2}" dt="2026-09-09T07:44:12.546" v="54173" actId="1036"/>
          <ac:spMkLst>
            <pc:docMk/>
            <pc:sldMk cId="722830885" sldId="2147483567"/>
            <ac:spMk id="7" creationId="{90D73227-2465-8D42-90EB-CFFFC0A3FB76}"/>
          </ac:spMkLst>
        </pc:spChg>
      </pc:sldChg>
    </pc:docChg>
  </pc:docChgLst>
  <pc:docChgLst>
    <pc:chgData name="최가을(GAEUL CHOI)[gaeul_choi]/선임/제조DX.자동보정.MC자동보정팀" userId="530680f4-fbc6-468a-9c4b-7cc53ec80c4a" providerId="ADAL" clId="{24D0F549-1E00-44F7-B6C7-74533D5C4B55}"/>
    <pc:docChg chg="undo custSel modSld">
      <pc:chgData name="최가을(GAEUL CHOI)[gaeul_choi]/선임/제조DX.자동보정.MC자동보정팀" userId="530680f4-fbc6-468a-9c4b-7cc53ec80c4a" providerId="ADAL" clId="{24D0F549-1E00-44F7-B6C7-74533D5C4B55}" dt="2026-09-21T08:24:04.477" v="220" actId="20577"/>
      <pc:docMkLst>
        <pc:docMk/>
      </pc:docMkLst>
      <pc:sldChg chg="modSp mod">
        <pc:chgData name="최가을(GAEUL CHOI)[gaeul_choi]/선임/제조DX.자동보정.MC자동보정팀" userId="530680f4-fbc6-468a-9c4b-7cc53ec80c4a" providerId="ADAL" clId="{24D0F549-1E00-44F7-B6C7-74533D5C4B55}" dt="2026-09-21T08:19:00.482" v="11" actId="20577"/>
        <pc:sldMkLst>
          <pc:docMk/>
          <pc:sldMk cId="3606521851" sldId="256"/>
        </pc:sldMkLst>
        <pc:spChg chg="mod">
          <ac:chgData name="최가을(GAEUL CHOI)[gaeul_choi]/선임/제조DX.자동보정.MC자동보정팀" userId="530680f4-fbc6-468a-9c4b-7cc53ec80c4a" providerId="ADAL" clId="{24D0F549-1E00-44F7-B6C7-74533D5C4B55}" dt="2026-09-21T08:19:00.482" v="11" actId="20577"/>
          <ac:spMkLst>
            <pc:docMk/>
            <pc:sldMk cId="3606521851" sldId="256"/>
            <ac:spMk id="7" creationId="{3F13345C-F75D-EB4A-4DD1-E59B547712E6}"/>
          </ac:spMkLst>
        </pc:spChg>
      </pc:sldChg>
      <pc:sldChg chg="modSp mod">
        <pc:chgData name="최가을(GAEUL CHOI)[gaeul_choi]/선임/제조DX.자동보정.MC자동보정팀" userId="530680f4-fbc6-468a-9c4b-7cc53ec80c4a" providerId="ADAL" clId="{24D0F549-1E00-44F7-B6C7-74533D5C4B55}" dt="2026-09-21T08:20:09.749" v="136" actId="20577"/>
        <pc:sldMkLst>
          <pc:docMk/>
          <pc:sldMk cId="3970612940" sldId="329"/>
        </pc:sldMkLst>
        <pc:spChg chg="mod">
          <ac:chgData name="최가을(GAEUL CHOI)[gaeul_choi]/선임/제조DX.자동보정.MC자동보정팀" userId="530680f4-fbc6-468a-9c4b-7cc53ec80c4a" providerId="ADAL" clId="{24D0F549-1E00-44F7-B6C7-74533D5C4B55}" dt="2026-09-21T08:19:07.468" v="17" actId="20577"/>
          <ac:spMkLst>
            <pc:docMk/>
            <pc:sldMk cId="3970612940" sldId="329"/>
            <ac:spMk id="7" creationId="{3F13345C-F75D-EB4A-4DD1-E59B547712E6}"/>
          </ac:spMkLst>
        </pc:spChg>
        <pc:spChg chg="mod">
          <ac:chgData name="최가을(GAEUL CHOI)[gaeul_choi]/선임/제조DX.자동보정.MC자동보정팀" userId="530680f4-fbc6-468a-9c4b-7cc53ec80c4a" providerId="ADAL" clId="{24D0F549-1E00-44F7-B6C7-74533D5C4B55}" dt="2026-09-21T08:20:09.749" v="136" actId="20577"/>
          <ac:spMkLst>
            <pc:docMk/>
            <pc:sldMk cId="3970612940" sldId="329"/>
            <ac:spMk id="10" creationId="{D0D0E927-B543-AC32-EC3A-82EF783FD995}"/>
          </ac:spMkLst>
        </pc:spChg>
      </pc:sldChg>
      <pc:sldChg chg="modSp mod">
        <pc:chgData name="최가을(GAEUL CHOI)[gaeul_choi]/선임/제조DX.자동보정.MC자동보정팀" userId="530680f4-fbc6-468a-9c4b-7cc53ec80c4a" providerId="ADAL" clId="{24D0F549-1E00-44F7-B6C7-74533D5C4B55}" dt="2026-09-21T08:24:04.477" v="220" actId="20577"/>
        <pc:sldMkLst>
          <pc:docMk/>
          <pc:sldMk cId="414644102" sldId="352"/>
        </pc:sldMkLst>
        <pc:spChg chg="mod">
          <ac:chgData name="최가을(GAEUL CHOI)[gaeul_choi]/선임/제조DX.자동보정.MC자동보정팀" userId="530680f4-fbc6-468a-9c4b-7cc53ec80c4a" providerId="ADAL" clId="{24D0F549-1E00-44F7-B6C7-74533D5C4B55}" dt="2026-09-21T08:24:04.477" v="220" actId="20577"/>
          <ac:spMkLst>
            <pc:docMk/>
            <pc:sldMk cId="414644102" sldId="352"/>
            <ac:spMk id="3" creationId="{999C4A96-8054-1AD1-46BC-53E7B9C174CC}"/>
          </ac:spMkLst>
        </pc:spChg>
        <pc:graphicFrameChg chg="mod modGraphic">
          <ac:chgData name="최가을(GAEUL CHOI)[gaeul_choi]/선임/제조DX.자동보정.MC자동보정팀" userId="530680f4-fbc6-468a-9c4b-7cc53ec80c4a" providerId="ADAL" clId="{24D0F549-1E00-44F7-B6C7-74533D5C4B55}" dt="2026-09-21T08:23:37.755" v="213"/>
          <ac:graphicFrameMkLst>
            <pc:docMk/>
            <pc:sldMk cId="414644102" sldId="352"/>
            <ac:graphicFrameMk id="9" creationId="{99AD95C3-3356-6868-B12E-1C0AD176B84A}"/>
          </ac:graphicFrameMkLst>
        </pc:graphicFrameChg>
      </pc:sldChg>
      <pc:sldChg chg="modSp mod">
        <pc:chgData name="최가을(GAEUL CHOI)[gaeul_choi]/선임/제조DX.자동보정.MC자동보정팀" userId="530680f4-fbc6-468a-9c4b-7cc53ec80c4a" providerId="ADAL" clId="{24D0F549-1E00-44F7-B6C7-74533D5C4B55}" dt="2026-09-21T08:22:23.947" v="187" actId="20577"/>
        <pc:sldMkLst>
          <pc:docMk/>
          <pc:sldMk cId="1417770791" sldId="747"/>
        </pc:sldMkLst>
        <pc:spChg chg="mod">
          <ac:chgData name="최가을(GAEUL CHOI)[gaeul_choi]/선임/제조DX.자동보정.MC자동보정팀" userId="530680f4-fbc6-468a-9c4b-7cc53ec80c4a" providerId="ADAL" clId="{24D0F549-1E00-44F7-B6C7-74533D5C4B55}" dt="2026-09-21T08:22:23.947" v="187" actId="20577"/>
          <ac:spMkLst>
            <pc:docMk/>
            <pc:sldMk cId="1417770791" sldId="747"/>
            <ac:spMk id="5" creationId="{77B34011-1F67-38F5-CDBA-55AA234ECBCD}"/>
          </ac:spMkLst>
        </pc:spChg>
        <pc:spChg chg="mod">
          <ac:chgData name="최가을(GAEUL CHOI)[gaeul_choi]/선임/제조DX.자동보정.MC자동보정팀" userId="530680f4-fbc6-468a-9c4b-7cc53ec80c4a" providerId="ADAL" clId="{24D0F549-1E00-44F7-B6C7-74533D5C4B55}" dt="2026-09-21T08:18:51.983" v="5" actId="20577"/>
          <ac:spMkLst>
            <pc:docMk/>
            <pc:sldMk cId="1417770791" sldId="747"/>
            <ac:spMk id="25" creationId="{F763AEEB-526E-8057-48DD-A4DCA13D31B7}"/>
          </ac:spMkLst>
        </pc:spChg>
      </pc:sldChg>
    </pc:docChg>
  </pc:docChgLst>
  <pc:docChgLst>
    <pc:chgData name="윤숙영(SUK YEONG YUN)[yoonsy]/책임/제조DX.자동보정.MC자동보정팀" userId="60ce3903-3136-4d02-9370-523fa04b0d65" providerId="ADAL" clId="{A1E2001A-2D26-4D93-91FE-4748D8B9954B}"/>
    <pc:docChg chg="undo redo custSel delSld modSld modSection">
      <pc:chgData name="윤숙영(SUK YEONG YUN)[yoonsy]/책임/제조DX.자동보정.MC자동보정팀" userId="60ce3903-3136-4d02-9370-523fa04b0d65" providerId="ADAL" clId="{A1E2001A-2D26-4D93-91FE-4748D8B9954B}" dt="2026-09-23T19:50:05.094" v="2118" actId="207"/>
      <pc:docMkLst>
        <pc:docMk/>
      </pc:docMkLst>
      <pc:sldChg chg="modSp mod">
        <pc:chgData name="윤숙영(SUK YEONG YUN)[yoonsy]/책임/제조DX.자동보정.MC자동보정팀" userId="60ce3903-3136-4d02-9370-523fa04b0d65" providerId="ADAL" clId="{A1E2001A-2D26-4D93-91FE-4748D8B9954B}" dt="2026-09-23T05:44:56.386" v="1453"/>
        <pc:sldMkLst>
          <pc:docMk/>
          <pc:sldMk cId="3743058706" sldId="302"/>
        </pc:sldMkLst>
        <pc:spChg chg="mod">
          <ac:chgData name="윤숙영(SUK YEONG YUN)[yoonsy]/책임/제조DX.자동보정.MC자동보정팀" userId="60ce3903-3136-4d02-9370-523fa04b0d65" providerId="ADAL" clId="{A1E2001A-2D26-4D93-91FE-4748D8B9954B}" dt="2026-09-23T05:44:56.386" v="1453"/>
          <ac:spMkLst>
            <pc:docMk/>
            <pc:sldMk cId="3743058706" sldId="302"/>
            <ac:spMk id="7" creationId="{D12BE307-396F-F6AE-4841-CE7B441A23D9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A1E2001A-2D26-4D93-91FE-4748D8B9954B}" dt="2026-09-23T19:49:45.882" v="2110" actId="207"/>
        <pc:sldMkLst>
          <pc:docMk/>
          <pc:sldMk cId="3014893410" sldId="313"/>
        </pc:sldMkLst>
        <pc:spChg chg="add del mod">
          <ac:chgData name="윤숙영(SUK YEONG YUN)[yoonsy]/책임/제조DX.자동보정.MC자동보정팀" userId="60ce3903-3136-4d02-9370-523fa04b0d65" providerId="ADAL" clId="{A1E2001A-2D26-4D93-91FE-4748D8B9954B}" dt="2026-09-23T19:46:17.184" v="1943" actId="21"/>
          <ac:spMkLst>
            <pc:docMk/>
            <pc:sldMk cId="3014893410" sldId="313"/>
            <ac:spMk id="2" creationId="{8F782FEE-29E1-89D2-8CD2-A68E860DFF60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9:40.693" v="2107"/>
          <ac:spMkLst>
            <pc:docMk/>
            <pc:sldMk cId="3014893410" sldId="313"/>
            <ac:spMk id="3" creationId="{61BADE48-B22C-72DE-0375-4B69C49EFB0B}"/>
          </ac:spMkLst>
        </pc:spChg>
        <pc:spChg chg="del mod">
          <ac:chgData name="윤숙영(SUK YEONG YUN)[yoonsy]/책임/제조DX.자동보정.MC자동보정팀" userId="60ce3903-3136-4d02-9370-523fa04b0d65" providerId="ADAL" clId="{A1E2001A-2D26-4D93-91FE-4748D8B9954B}" dt="2026-09-23T19:49:42.094" v="2109"/>
          <ac:spMkLst>
            <pc:docMk/>
            <pc:sldMk cId="3014893410" sldId="313"/>
            <ac:spMk id="13" creationId="{5FD01129-B01B-A181-10EF-7EABB40A45D6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9:45.882" v="2110" actId="207"/>
          <ac:spMkLst>
            <pc:docMk/>
            <pc:sldMk cId="3014893410" sldId="313"/>
            <ac:spMk id="19" creationId="{8AEE712F-6FDF-29A8-1B39-5E6CDAD56F33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8:58:04.068" v="1801"/>
          <ac:spMkLst>
            <pc:docMk/>
            <pc:sldMk cId="3014893410" sldId="313"/>
            <ac:spMk id="30" creationId="{82316C5F-CBE3-A95F-7CC8-EF8564695C5E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8:57:40.205" v="1799" actId="20577"/>
          <ac:spMkLst>
            <pc:docMk/>
            <pc:sldMk cId="3014893410" sldId="313"/>
            <ac:spMk id="31" creationId="{E025DEA0-F7BF-32AC-2A75-B3B932292ECF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A1E2001A-2D26-4D93-91FE-4748D8B9954B}" dt="2026-09-23T19:50:05.094" v="2118" actId="207"/>
        <pc:sldMkLst>
          <pc:docMk/>
          <pc:sldMk cId="2162256837" sldId="317"/>
        </pc:sldMkLst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8" creationId="{131D75E3-3ABF-209E-7D90-6BCF2447F7F2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9" creationId="{61F869AD-D075-FFA8-4EBA-1EDE525E37D6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10" creationId="{C8F95605-DD72-E938-9D03-8B68E773250D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11" creationId="{E6F3EB14-7B1D-4CAA-F09C-5FBA42A85066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12" creationId="{E9643AF7-5F25-C1CA-E51E-05220ACE75A3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13" creationId="{E4166ADB-2C7C-8604-EBD3-4ECB10041269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14" creationId="{5F8F8B9F-42A6-EEA9-289C-DF95D58FF593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15" creationId="{EB3BFF06-31A2-39C5-A776-1A59E508B54F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16" creationId="{89F58F38-80AB-3609-435D-FB8763B1F0F4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17" creationId="{0AE2EC1A-C29D-8F68-8603-C27C03F3C760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18" creationId="{36DB6BC3-3710-CF76-F9FA-5C59C6859C51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19" creationId="{89194D8D-D883-2811-7190-E63F1E32176C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20" creationId="{6CCD6E8E-7956-FAA7-137E-0AFE4A51EEB4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21" creationId="{962475C9-B09B-DAE3-5E87-C7BA1A0361F9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22" creationId="{EC5D50CC-1A7E-839D-CBC8-D89F81277C4D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23" creationId="{576ED0A4-CDFA-1771-3155-29C993E706BE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6:00.946" v="1942" actId="207"/>
          <ac:spMkLst>
            <pc:docMk/>
            <pc:sldMk cId="2162256837" sldId="317"/>
            <ac:spMk id="27" creationId="{DCD32480-EA2D-5DB2-60D5-322BADBDFEFA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9:50:05.094" v="2118" actId="207"/>
          <ac:spMkLst>
            <pc:docMk/>
            <pc:sldMk cId="2162256837" sldId="317"/>
            <ac:spMk id="30" creationId="{ECDB4A91-513B-C3F0-4E2C-68DBEA8D5D04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8:58:38.009" v="1821" actId="20577"/>
          <ac:spMkLst>
            <pc:docMk/>
            <pc:sldMk cId="2162256837" sldId="317"/>
            <ac:spMk id="34" creationId="{7217F62E-90E7-DED9-CE10-DEE308B82A56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9:45:40.738" v="1938" actId="207"/>
          <ac:spMkLst>
            <pc:docMk/>
            <pc:sldMk cId="2162256837" sldId="317"/>
            <ac:spMk id="35" creationId="{491769FB-8F95-9F23-9FD4-56A08DF9C8BA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4:50.257" v="1930" actId="1076"/>
          <ac:spMkLst>
            <pc:docMk/>
            <pc:sldMk cId="2162256837" sldId="317"/>
            <ac:spMk id="38" creationId="{497E1107-0534-E653-3BED-8A765B9C1DD0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5:47.018" v="1939" actId="207"/>
          <ac:spMkLst>
            <pc:docMk/>
            <pc:sldMk cId="2162256837" sldId="317"/>
            <ac:spMk id="44" creationId="{208DEBC0-1E28-72CA-17AB-A1190087D273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5:47.018" v="1939" actId="207"/>
          <ac:spMkLst>
            <pc:docMk/>
            <pc:sldMk cId="2162256837" sldId="317"/>
            <ac:spMk id="45" creationId="{956611CB-0B47-FBC1-A307-30C46B903645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5:47.018" v="1939" actId="207"/>
          <ac:spMkLst>
            <pc:docMk/>
            <pc:sldMk cId="2162256837" sldId="317"/>
            <ac:spMk id="46" creationId="{9C5790BB-9A11-EBE1-4B6A-2321F57FA2FD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9:45:47.018" v="1939" actId="207"/>
          <ac:spMkLst>
            <pc:docMk/>
            <pc:sldMk cId="2162256837" sldId="317"/>
            <ac:spMk id="50" creationId="{53777AE5-1DDE-C939-E2BB-3B5E09FAE9D5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9:45:47.018" v="1939" actId="207"/>
          <ac:spMkLst>
            <pc:docMk/>
            <pc:sldMk cId="2162256837" sldId="317"/>
            <ac:spMk id="51" creationId="{0FADA424-379F-69C7-9A41-D93602ACA203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5:47.018" v="1939" actId="207"/>
          <ac:spMkLst>
            <pc:docMk/>
            <pc:sldMk cId="2162256837" sldId="317"/>
            <ac:spMk id="52" creationId="{3B0E574C-F58C-2D23-5294-DA81AB79C403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53" creationId="{930CD56F-B559-CEC1-7B96-B9846BEC68D1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5:47.018" v="1939" actId="207"/>
          <ac:spMkLst>
            <pc:docMk/>
            <pc:sldMk cId="2162256837" sldId="317"/>
            <ac:spMk id="54" creationId="{C461E662-7A71-EFD9-0500-156573EB78E6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5:47.018" v="1939" actId="207"/>
          <ac:spMkLst>
            <pc:docMk/>
            <pc:sldMk cId="2162256837" sldId="317"/>
            <ac:spMk id="55" creationId="{27F46A96-A11A-E37E-85C1-BBB8D6E99764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5:47.018" v="1939" actId="207"/>
          <ac:spMkLst>
            <pc:docMk/>
            <pc:sldMk cId="2162256837" sldId="317"/>
            <ac:spMk id="56" creationId="{9F599A6F-B23D-AB06-C10A-DEB88F0DF1A2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57" creationId="{567276E9-AB14-BC28-64CE-DEE956045ADD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58" creationId="{C7349553-9A44-06D2-EB93-2EB5424A75FB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32.283" v="1827" actId="478"/>
          <ac:spMkLst>
            <pc:docMk/>
            <pc:sldMk cId="2162256837" sldId="317"/>
            <ac:spMk id="59" creationId="{EB6E1C38-3A34-FB00-AE5A-A65598B6B4A7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9:30:12.895" v="1896"/>
          <ac:spMkLst>
            <pc:docMk/>
            <pc:sldMk cId="2162256837" sldId="317"/>
            <ac:spMk id="62" creationId="{49606379-BA9D-8E9C-D1D0-EB8C7AD24EFD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32.283" v="1827" actId="478"/>
          <ac:spMkLst>
            <pc:docMk/>
            <pc:sldMk cId="2162256837" sldId="317"/>
            <ac:spMk id="63" creationId="{3776D769-02D9-239B-CBBE-693F05E37D2C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9:30:12.895" v="1896"/>
          <ac:spMkLst>
            <pc:docMk/>
            <pc:sldMk cId="2162256837" sldId="317"/>
            <ac:spMk id="64" creationId="{707523B7-D3B7-3A88-E63D-FA8B66F7D92C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65" creationId="{C2590534-1502-1A60-D3F4-E1791EBC45C6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66" creationId="{DCD0E92F-7CC9-E4F3-9B57-E708757B5D68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spMkLst>
            <pc:docMk/>
            <pc:sldMk cId="2162256837" sldId="317"/>
            <ac:spMk id="70" creationId="{C67E1D13-CD31-D079-AEFE-63EA1DEC67F5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30:12.895" v="1896"/>
          <ac:spMkLst>
            <pc:docMk/>
            <pc:sldMk cId="2162256837" sldId="317"/>
            <ac:spMk id="71" creationId="{87CF8C69-6837-BF59-07D8-8CF0C38A02B2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30:12.895" v="1896"/>
          <ac:spMkLst>
            <pc:docMk/>
            <pc:sldMk cId="2162256837" sldId="317"/>
            <ac:spMk id="72" creationId="{0C694A45-62AB-6C47-97B1-F2510C19E40E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30:12.895" v="1896"/>
          <ac:spMkLst>
            <pc:docMk/>
            <pc:sldMk cId="2162256837" sldId="317"/>
            <ac:spMk id="73" creationId="{C70B1911-C58C-6C5B-2128-84C999A56B9C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30:12.895" v="1896"/>
          <ac:spMkLst>
            <pc:docMk/>
            <pc:sldMk cId="2162256837" sldId="317"/>
            <ac:spMk id="74" creationId="{CFE60A26-2226-3941-77E1-6C2781C154A7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9:30:13.326" v="1897"/>
          <ac:spMkLst>
            <pc:docMk/>
            <pc:sldMk cId="2162256837" sldId="317"/>
            <ac:spMk id="77" creationId="{F2592724-15D3-20C6-D1DB-5A3AD9846913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9:30:13.326" v="1897"/>
          <ac:spMkLst>
            <pc:docMk/>
            <pc:sldMk cId="2162256837" sldId="317"/>
            <ac:spMk id="78" creationId="{1DDE23A3-5AED-59C3-3832-5AD43E1B044A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30:13.326" v="1897"/>
          <ac:spMkLst>
            <pc:docMk/>
            <pc:sldMk cId="2162256837" sldId="317"/>
            <ac:spMk id="79" creationId="{47E40CA5-E363-9FB0-461D-02A8FBEE6ED8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30:13.326" v="1897"/>
          <ac:spMkLst>
            <pc:docMk/>
            <pc:sldMk cId="2162256837" sldId="317"/>
            <ac:spMk id="80" creationId="{A8690A2E-D620-A5DF-0641-8F77C5DE0311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30:13.326" v="1897"/>
          <ac:spMkLst>
            <pc:docMk/>
            <pc:sldMk cId="2162256837" sldId="317"/>
            <ac:spMk id="81" creationId="{E68C2ED1-10C3-1629-AC40-E258550391CD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30:13.326" v="1897"/>
          <ac:spMkLst>
            <pc:docMk/>
            <pc:sldMk cId="2162256837" sldId="317"/>
            <ac:spMk id="82" creationId="{65E726E6-57B1-6774-93A7-1E5B063AF363}"/>
          </ac:spMkLst>
        </pc:spChg>
        <pc:spChg chg="add del mod">
          <ac:chgData name="윤숙영(SUK YEONG YUN)[yoonsy]/책임/제조DX.자동보정.MC자동보정팀" userId="60ce3903-3136-4d02-9370-523fa04b0d65" providerId="ADAL" clId="{A1E2001A-2D26-4D93-91FE-4748D8B9954B}" dt="2026-09-23T19:45:08.163" v="1933" actId="478"/>
          <ac:spMkLst>
            <pc:docMk/>
            <pc:sldMk cId="2162256837" sldId="317"/>
            <ac:spMk id="85" creationId="{F87EB963-38A4-F39C-D446-F70A82003237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5:51.634" v="1940" actId="207"/>
          <ac:spMkLst>
            <pc:docMk/>
            <pc:sldMk cId="2162256837" sldId="317"/>
            <ac:spMk id="86" creationId="{589F9BCC-51FC-933C-758C-99EBD13839DD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9:48:46.532" v="2073" actId="207"/>
          <ac:spMkLst>
            <pc:docMk/>
            <pc:sldMk cId="2162256837" sldId="317"/>
            <ac:spMk id="114" creationId="{B7ADEA35-DE2D-105E-61B7-100D0A0543BB}"/>
          </ac:spMkLst>
        </pc:spChg>
        <pc:gr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grpSpMkLst>
            <pc:docMk/>
            <pc:sldMk cId="2162256837" sldId="317"/>
            <ac:grpSpMk id="24" creationId="{61E061BE-231E-BF72-AF6B-9E308AA9C275}"/>
          </ac:grpSpMkLst>
        </pc:grpChg>
        <pc:grpChg chg="add mod">
          <ac:chgData name="윤숙영(SUK YEONG YUN)[yoonsy]/책임/제조DX.자동보정.MC자동보정팀" userId="60ce3903-3136-4d02-9370-523fa04b0d65" providerId="ADAL" clId="{A1E2001A-2D26-4D93-91FE-4748D8B9954B}" dt="2026-09-23T19:30:49.397" v="1903" actId="164"/>
          <ac:grpSpMkLst>
            <pc:docMk/>
            <pc:sldMk cId="2162256837" sldId="317"/>
            <ac:grpSpMk id="47" creationId="{18752D47-60B0-28FF-907B-6D4FBE685865}"/>
          </ac:grpSpMkLst>
        </pc:grpChg>
        <pc:grpChg chg="add mod">
          <ac:chgData name="윤숙영(SUK YEONG YUN)[yoonsy]/책임/제조DX.자동보정.MC자동보정팀" userId="60ce3903-3136-4d02-9370-523fa04b0d65" providerId="ADAL" clId="{A1E2001A-2D26-4D93-91FE-4748D8B9954B}" dt="2026-09-23T19:30:12.895" v="1896"/>
          <ac:grpSpMkLst>
            <pc:docMk/>
            <pc:sldMk cId="2162256837" sldId="317"/>
            <ac:grpSpMk id="60" creationId="{54277D8B-0D06-9CF3-AD18-311C43344054}"/>
          </ac:grpSpMkLst>
        </pc:grpChg>
        <pc:grp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grpSpMkLst>
            <pc:docMk/>
            <pc:sldMk cId="2162256837" sldId="317"/>
            <ac:grpSpMk id="67" creationId="{7BDCF6F8-7E8E-22CD-207D-F480CEFCF24E}"/>
          </ac:grpSpMkLst>
        </pc:grpChg>
        <pc:grpChg chg="add mod">
          <ac:chgData name="윤숙영(SUK YEONG YUN)[yoonsy]/책임/제조DX.자동보정.MC자동보정팀" userId="60ce3903-3136-4d02-9370-523fa04b0d65" providerId="ADAL" clId="{A1E2001A-2D26-4D93-91FE-4748D8B9954B}" dt="2026-09-23T19:30:13.326" v="1897"/>
          <ac:grpSpMkLst>
            <pc:docMk/>
            <pc:sldMk cId="2162256837" sldId="317"/>
            <ac:grpSpMk id="75" creationId="{94E4F3BB-817B-6AD6-6616-301318C27777}"/>
          </ac:grpSpMkLst>
        </pc:grpChg>
        <pc:grpChg chg="add mod">
          <ac:chgData name="윤숙영(SUK YEONG YUN)[yoonsy]/책임/제조DX.자동보정.MC자동보정팀" userId="60ce3903-3136-4d02-9370-523fa04b0d65" providerId="ADAL" clId="{A1E2001A-2D26-4D93-91FE-4748D8B9954B}" dt="2026-09-23T19:31:46.526" v="1912" actId="1076"/>
          <ac:grpSpMkLst>
            <pc:docMk/>
            <pc:sldMk cId="2162256837" sldId="317"/>
            <ac:grpSpMk id="83" creationId="{E11F0A1F-501F-8261-545B-C94FDB4C383A}"/>
          </ac:grpSpMkLst>
        </pc:grpChg>
        <pc:grpChg chg="add mod">
          <ac:chgData name="윤숙영(SUK YEONG YUN)[yoonsy]/책임/제조DX.자동보정.MC자동보정팀" userId="60ce3903-3136-4d02-9370-523fa04b0d65" providerId="ADAL" clId="{A1E2001A-2D26-4D93-91FE-4748D8B9954B}" dt="2026-09-23T19:31:46.526" v="1912" actId="1076"/>
          <ac:grpSpMkLst>
            <pc:docMk/>
            <pc:sldMk cId="2162256837" sldId="317"/>
            <ac:grpSpMk id="84" creationId="{46A4151D-54AB-047B-2331-4FC5F441AA9F}"/>
          </ac:grpSpMkLst>
        </pc:grpChg>
        <pc:graphicFrame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graphicFrameMkLst>
            <pc:docMk/>
            <pc:sldMk cId="2162256837" sldId="317"/>
            <ac:graphicFrameMk id="2" creationId="{9E4B261A-0463-A471-0C16-38134C5C9654}"/>
          </ac:graphicFrameMkLst>
        </pc:graphicFrameChg>
        <pc:graphicFrameChg chg="add mod modGraphic">
          <ac:chgData name="윤숙영(SUK YEONG YUN)[yoonsy]/책임/제조DX.자동보정.MC자동보정팀" userId="60ce3903-3136-4d02-9370-523fa04b0d65" providerId="ADAL" clId="{A1E2001A-2D26-4D93-91FE-4748D8B9954B}" dt="2026-09-23T19:45:58.420" v="1941" actId="207"/>
          <ac:graphicFrameMkLst>
            <pc:docMk/>
            <pc:sldMk cId="2162256837" sldId="317"/>
            <ac:graphicFrameMk id="4" creationId="{E570EAE4-4728-E713-2BB0-3B1B101D70EC}"/>
          </ac:graphicFrameMkLst>
        </pc:graphicFrameChg>
        <pc:graphicFrame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graphicFrameMkLst>
            <pc:docMk/>
            <pc:sldMk cId="2162256837" sldId="317"/>
            <ac:graphicFrameMk id="6" creationId="{32DBB75A-F98E-F7D4-69BB-DF585CF4CB85}"/>
          </ac:graphicFrameMkLst>
        </pc:graphicFrameChg>
        <pc:picChg chg="del">
          <ac:chgData name="윤숙영(SUK YEONG YUN)[yoonsy]/책임/제조DX.자동보정.MC자동보정팀" userId="60ce3903-3136-4d02-9370-523fa04b0d65" providerId="ADAL" clId="{A1E2001A-2D26-4D93-91FE-4748D8B9954B}" dt="2026-09-23T19:27:28.122" v="1826" actId="478"/>
          <ac:picMkLst>
            <pc:docMk/>
            <pc:sldMk cId="2162256837" sldId="317"/>
            <ac:picMk id="7" creationId="{52BA4A19-243C-85E4-CB99-73752D31441E}"/>
          </ac:picMkLst>
        </pc:picChg>
        <pc:picChg chg="add mod">
          <ac:chgData name="윤숙영(SUK YEONG YUN)[yoonsy]/책임/제조DX.자동보정.MC자동보정팀" userId="60ce3903-3136-4d02-9370-523fa04b0d65" providerId="ADAL" clId="{A1E2001A-2D26-4D93-91FE-4748D8B9954B}" dt="2026-09-23T19:31:06.812" v="1907" actId="164"/>
          <ac:picMkLst>
            <pc:docMk/>
            <pc:sldMk cId="2162256837" sldId="317"/>
            <ac:picMk id="39" creationId="{03EC26C2-AB36-60AE-1F8A-1C2F3B127F59}"/>
          </ac:picMkLst>
        </pc:picChg>
        <pc:picChg chg="add mod">
          <ac:chgData name="윤숙영(SUK YEONG YUN)[yoonsy]/책임/제조DX.자동보정.MC자동보정팀" userId="60ce3903-3136-4d02-9370-523fa04b0d65" providerId="ADAL" clId="{A1E2001A-2D26-4D93-91FE-4748D8B9954B}" dt="2026-09-23T19:31:06.812" v="1907" actId="164"/>
          <ac:picMkLst>
            <pc:docMk/>
            <pc:sldMk cId="2162256837" sldId="317"/>
            <ac:picMk id="40" creationId="{FF1F98C9-0695-3AC8-A0D6-C349A7546CF1}"/>
          </ac:picMkLst>
        </pc:picChg>
        <pc:picChg chg="mod">
          <ac:chgData name="윤숙영(SUK YEONG YUN)[yoonsy]/책임/제조DX.자동보정.MC자동보정팀" userId="60ce3903-3136-4d02-9370-523fa04b0d65" providerId="ADAL" clId="{A1E2001A-2D26-4D93-91FE-4748D8B9954B}" dt="2026-09-23T19:30:00.337" v="1893" actId="2085"/>
          <ac:picMkLst>
            <pc:docMk/>
            <pc:sldMk cId="2162256837" sldId="317"/>
            <ac:picMk id="49" creationId="{667FDEA2-91AD-5D45-8CFB-B3E57B317C98}"/>
          </ac:picMkLst>
        </pc:picChg>
        <pc:picChg chg="mod">
          <ac:chgData name="윤숙영(SUK YEONG YUN)[yoonsy]/책임/제조DX.자동보정.MC자동보정팀" userId="60ce3903-3136-4d02-9370-523fa04b0d65" providerId="ADAL" clId="{A1E2001A-2D26-4D93-91FE-4748D8B9954B}" dt="2026-09-23T19:30:12.895" v="1896"/>
          <ac:picMkLst>
            <pc:docMk/>
            <pc:sldMk cId="2162256837" sldId="317"/>
            <ac:picMk id="61" creationId="{71739CEF-E6DE-E2CA-E7EE-9526BAC25545}"/>
          </ac:picMkLst>
        </pc:picChg>
        <pc:picChg chg="mod">
          <ac:chgData name="윤숙영(SUK YEONG YUN)[yoonsy]/책임/제조DX.자동보정.MC자동보정팀" userId="60ce3903-3136-4d02-9370-523fa04b0d65" providerId="ADAL" clId="{A1E2001A-2D26-4D93-91FE-4748D8B9954B}" dt="2026-09-23T19:30:13.326" v="1897"/>
          <ac:picMkLst>
            <pc:docMk/>
            <pc:sldMk cId="2162256837" sldId="317"/>
            <ac:picMk id="76" creationId="{CE92C04B-FADE-5E50-FDC4-FA0B304A9C42}"/>
          </ac:picMkLst>
        </pc:picChg>
        <pc:cxnChg chg="add mod">
          <ac:chgData name="윤숙영(SUK YEONG YUN)[yoonsy]/책임/제조DX.자동보정.MC자동보정팀" userId="60ce3903-3136-4d02-9370-523fa04b0d65" providerId="ADAL" clId="{A1E2001A-2D26-4D93-91FE-4748D8B9954B}" dt="2026-09-23T19:31:06.812" v="1907" actId="164"/>
          <ac:cxnSpMkLst>
            <pc:docMk/>
            <pc:sldMk cId="2162256837" sldId="317"/>
            <ac:cxnSpMk id="41" creationId="{9517735C-F246-3CC0-9C20-5EA9DABFE606}"/>
          </ac:cxnSpMkLst>
        </pc:cxnChg>
        <pc:cxnChg chg="add mod">
          <ac:chgData name="윤숙영(SUK YEONG YUN)[yoonsy]/책임/제조DX.자동보정.MC자동보정팀" userId="60ce3903-3136-4d02-9370-523fa04b0d65" providerId="ADAL" clId="{A1E2001A-2D26-4D93-91FE-4748D8B9954B}" dt="2026-09-23T19:31:06.812" v="1907" actId="164"/>
          <ac:cxnSpMkLst>
            <pc:docMk/>
            <pc:sldMk cId="2162256837" sldId="317"/>
            <ac:cxnSpMk id="42" creationId="{67F25DF3-8CB2-2EC9-21A5-E1C393542B7B}"/>
          </ac:cxnSpMkLst>
        </pc:cxnChg>
      </pc:sldChg>
      <pc:sldChg chg="modSp del mod">
        <pc:chgData name="윤숙영(SUK YEONG YUN)[yoonsy]/책임/제조DX.자동보정.MC자동보정팀" userId="60ce3903-3136-4d02-9370-523fa04b0d65" providerId="ADAL" clId="{A1E2001A-2D26-4D93-91FE-4748D8B9954B}" dt="2026-09-23T19:27:38.737" v="1828" actId="47"/>
        <pc:sldMkLst>
          <pc:docMk/>
          <pc:sldMk cId="2808727165" sldId="336"/>
        </pc:sldMkLst>
        <pc:spChg chg="mod">
          <ac:chgData name="윤숙영(SUK YEONG YUN)[yoonsy]/책임/제조DX.자동보정.MC자동보정팀" userId="60ce3903-3136-4d02-9370-523fa04b0d65" providerId="ADAL" clId="{A1E2001A-2D26-4D93-91FE-4748D8B9954B}" dt="2026-09-23T18:58:55.486" v="1825" actId="20577"/>
          <ac:spMkLst>
            <pc:docMk/>
            <pc:sldMk cId="2808727165" sldId="336"/>
            <ac:spMk id="34" creationId="{7217F62E-90E7-DED9-CE10-DEE308B82A56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A1E2001A-2D26-4D93-91FE-4748D8B9954B}" dt="2026-09-23T19:49:54.554" v="2115" actId="207"/>
        <pc:sldMkLst>
          <pc:docMk/>
          <pc:sldMk cId="1343670778" sldId="338"/>
        </pc:sldMkLst>
        <pc:spChg chg="add del mod">
          <ac:chgData name="윤숙영(SUK YEONG YUN)[yoonsy]/책임/제조DX.자동보정.MC자동보정팀" userId="60ce3903-3136-4d02-9370-523fa04b0d65" providerId="ADAL" clId="{A1E2001A-2D26-4D93-91FE-4748D8B9954B}" dt="2026-09-23T18:58:17.310" v="1805" actId="478"/>
          <ac:spMkLst>
            <pc:docMk/>
            <pc:sldMk cId="1343670778" sldId="338"/>
            <ac:spMk id="5" creationId="{5F238434-EAF8-133E-056E-6E6E69D3A625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8:58:16.771" v="1804"/>
          <ac:spMkLst>
            <pc:docMk/>
            <pc:sldMk cId="1343670778" sldId="338"/>
            <ac:spMk id="6" creationId="{8FABF970-1C1E-7B69-770A-BD75D3704E9D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9:33.278" v="2103"/>
          <ac:spMkLst>
            <pc:docMk/>
            <pc:sldMk cId="1343670778" sldId="338"/>
            <ac:spMk id="8" creationId="{06BD36E8-B667-9CB6-3EC3-BB553C5A7D68}"/>
          </ac:spMkLst>
        </pc:spChg>
        <pc:spChg chg="del mod">
          <ac:chgData name="윤숙영(SUK YEONG YUN)[yoonsy]/책임/제조DX.자동보정.MC자동보정팀" userId="60ce3903-3136-4d02-9370-523fa04b0d65" providerId="ADAL" clId="{A1E2001A-2D26-4D93-91FE-4748D8B9954B}" dt="2026-09-23T19:49:34.879" v="2105"/>
          <ac:spMkLst>
            <pc:docMk/>
            <pc:sldMk cId="1343670778" sldId="338"/>
            <ac:spMk id="30" creationId="{ECDB4A91-513B-C3F0-4E2C-68DBEA8D5D04}"/>
          </ac:spMkLst>
        </pc:spChg>
        <pc:spChg chg="add del mod">
          <ac:chgData name="윤숙영(SUK YEONG YUN)[yoonsy]/책임/제조DX.자동보정.MC자동보정팀" userId="60ce3903-3136-4d02-9370-523fa04b0d65" providerId="ADAL" clId="{A1E2001A-2D26-4D93-91FE-4748D8B9954B}" dt="2026-09-23T18:58:24.594" v="1809" actId="20577"/>
          <ac:spMkLst>
            <pc:docMk/>
            <pc:sldMk cId="1343670778" sldId="338"/>
            <ac:spMk id="34" creationId="{7217F62E-90E7-DED9-CE10-DEE308B82A56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9:54.554" v="2115" actId="207"/>
          <ac:spMkLst>
            <pc:docMk/>
            <pc:sldMk cId="1343670778" sldId="338"/>
            <ac:spMk id="36" creationId="{8C3D178B-6D16-67B8-2CB1-BBAC0109FF5B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9:52.762" v="2114"/>
          <ac:spMkLst>
            <pc:docMk/>
            <pc:sldMk cId="1343670778" sldId="338"/>
            <ac:spMk id="41" creationId="{F6DCAC93-84C7-4EE8-FBD7-D4F532CB07B2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9:52.386" v="2113"/>
          <ac:spMkLst>
            <pc:docMk/>
            <pc:sldMk cId="1343670778" sldId="338"/>
            <ac:spMk id="43" creationId="{2CCD911F-3E58-0259-B5A3-42AD25BCA218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A1E2001A-2D26-4D93-91FE-4748D8B9954B}" dt="2026-09-23T19:50:00.794" v="2116" actId="207"/>
        <pc:sldMkLst>
          <pc:docMk/>
          <pc:sldMk cId="3070632168" sldId="377"/>
        </pc:sldMkLst>
        <pc:spChg chg="add mod">
          <ac:chgData name="윤숙영(SUK YEONG YUN)[yoonsy]/책임/제조DX.자동보정.MC자동보정팀" userId="60ce3903-3136-4d02-9370-523fa04b0d65" providerId="ADAL" clId="{A1E2001A-2D26-4D93-91FE-4748D8B9954B}" dt="2026-09-23T19:49:23.490" v="2094"/>
          <ac:spMkLst>
            <pc:docMk/>
            <pc:sldMk cId="3070632168" sldId="377"/>
            <ac:spMk id="2" creationId="{8AC695B9-603B-165B-B911-344B0C9BCA12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50:00.794" v="2116" actId="207"/>
          <ac:spMkLst>
            <pc:docMk/>
            <pc:sldMk cId="3070632168" sldId="377"/>
            <ac:spMk id="4" creationId="{C7BC05CD-8960-17CA-29EC-2A71B2347271}"/>
          </ac:spMkLst>
        </pc:spChg>
        <pc:spChg chg="del mod">
          <ac:chgData name="윤숙영(SUK YEONG YUN)[yoonsy]/책임/제조DX.자동보정.MC자동보정팀" userId="60ce3903-3136-4d02-9370-523fa04b0d65" providerId="ADAL" clId="{A1E2001A-2D26-4D93-91FE-4748D8B9954B}" dt="2026-09-23T19:49:26.680" v="2101"/>
          <ac:spMkLst>
            <pc:docMk/>
            <pc:sldMk cId="3070632168" sldId="377"/>
            <ac:spMk id="30" creationId="{ECDB4A91-513B-C3F0-4E2C-68DBEA8D5D04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8:58:29.218" v="1813" actId="20577"/>
          <ac:spMkLst>
            <pc:docMk/>
            <pc:sldMk cId="3070632168" sldId="377"/>
            <ac:spMk id="34" creationId="{7217F62E-90E7-DED9-CE10-DEE308B82A56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A1E2001A-2D26-4D93-91FE-4748D8B9954B}" dt="2026-09-23T19:50:03.089" v="2117" actId="207"/>
        <pc:sldMkLst>
          <pc:docMk/>
          <pc:sldMk cId="3513457183" sldId="393"/>
        </pc:sldMkLst>
        <pc:spChg chg="add del mod">
          <ac:chgData name="윤숙영(SUK YEONG YUN)[yoonsy]/책임/제조DX.자동보정.MC자동보정팀" userId="60ce3903-3136-4d02-9370-523fa04b0d65" providerId="ADAL" clId="{A1E2001A-2D26-4D93-91FE-4748D8B9954B}" dt="2026-09-23T19:48:21.203" v="2043" actId="478"/>
          <ac:spMkLst>
            <pc:docMk/>
            <pc:sldMk cId="3513457183" sldId="393"/>
            <ac:spMk id="4" creationId="{8F782FEE-29E1-89D2-8CD2-A68E860DFF60}"/>
          </ac:spMkLst>
        </pc:spChg>
        <pc:spChg chg="add del mod">
          <ac:chgData name="윤숙영(SUK YEONG YUN)[yoonsy]/책임/제조DX.자동보정.MC자동보정팀" userId="60ce3903-3136-4d02-9370-523fa04b0d65" providerId="ADAL" clId="{A1E2001A-2D26-4D93-91FE-4748D8B9954B}" dt="2026-09-23T19:49:17.244" v="2092"/>
          <ac:spMkLst>
            <pc:docMk/>
            <pc:sldMk cId="3513457183" sldId="393"/>
            <ac:spMk id="6" creationId="{0AA3F43F-8F7A-8A79-34C9-4A1221AFDAD8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49:15.066" v="2091"/>
          <ac:spMkLst>
            <pc:docMk/>
            <pc:sldMk cId="3513457183" sldId="393"/>
            <ac:spMk id="8" creationId="{2F126971-6C58-D3EA-55D4-ECF1DDFB9401}"/>
          </ac:spMkLst>
        </pc:spChg>
        <pc:spChg chg="add mod">
          <ac:chgData name="윤숙영(SUK YEONG YUN)[yoonsy]/책임/제조DX.자동보정.MC자동보정팀" userId="60ce3903-3136-4d02-9370-523fa04b0d65" providerId="ADAL" clId="{A1E2001A-2D26-4D93-91FE-4748D8B9954B}" dt="2026-09-23T19:50:03.089" v="2117" actId="207"/>
          <ac:spMkLst>
            <pc:docMk/>
            <pc:sldMk cId="3513457183" sldId="393"/>
            <ac:spMk id="9" creationId="{99180CA8-33DD-76BF-1FFC-D495792D4456}"/>
          </ac:spMkLst>
        </pc:spChg>
        <pc:spChg chg="del">
          <ac:chgData name="윤숙영(SUK YEONG YUN)[yoonsy]/책임/제조DX.자동보정.MC자동보정팀" userId="60ce3903-3136-4d02-9370-523fa04b0d65" providerId="ADAL" clId="{A1E2001A-2D26-4D93-91FE-4748D8B9954B}" dt="2026-09-23T19:49:13.721" v="2089" actId="478"/>
          <ac:spMkLst>
            <pc:docMk/>
            <pc:sldMk cId="3513457183" sldId="393"/>
            <ac:spMk id="30" creationId="{ECDB4A91-513B-C3F0-4E2C-68DBEA8D5D04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8:58:33.684" v="1817" actId="20577"/>
          <ac:spMkLst>
            <pc:docMk/>
            <pc:sldMk cId="3513457183" sldId="393"/>
            <ac:spMk id="34" creationId="{7217F62E-90E7-DED9-CE10-DEE308B82A56}"/>
          </ac:spMkLst>
        </pc:spChg>
        <pc:spChg chg="mod">
          <ac:chgData name="윤숙영(SUK YEONG YUN)[yoonsy]/책임/제조DX.자동보정.MC자동보정팀" userId="60ce3903-3136-4d02-9370-523fa04b0d65" providerId="ADAL" clId="{A1E2001A-2D26-4D93-91FE-4748D8B9954B}" dt="2026-09-23T19:48:30.515" v="2072" actId="20577"/>
          <ac:spMkLst>
            <pc:docMk/>
            <pc:sldMk cId="3513457183" sldId="393"/>
            <ac:spMk id="35" creationId="{491769FB-8F95-9F23-9FD4-56A08DF9C8BA}"/>
          </ac:spMkLst>
        </pc:spChg>
      </pc:sldChg>
    </pc:docChg>
  </pc:docChgLst>
  <pc:docChgLst>
    <pc:chgData name="안다현(DAHYUN AHN)[dahyun.ahn]/사원/제조DX.자동보정.조립자동보정팀" userId="S::dahyun.ahn@lgensol.com::7637ba88-3042-4a41-bc1d-63ce7574c848" providerId="AD" clId="Web-{B060D9B9-B601-1356-2E09-57D2D13DDED1}"/>
    <pc:docChg chg="modSld">
      <pc:chgData name="안다현(DAHYUN AHN)[dahyun.ahn]/사원/제조DX.자동보정.조립자동보정팀" userId="S::dahyun.ahn@lgensol.com::7637ba88-3042-4a41-bc1d-63ce7574c848" providerId="AD" clId="Web-{B060D9B9-B601-1356-2E09-57D2D13DDED1}" dt="2026-09-08T05:58:23.128" v="117" actId="20577"/>
      <pc:docMkLst>
        <pc:docMk/>
      </pc:docMkLst>
      <pc:sldChg chg="modSp">
        <pc:chgData name="안다현(DAHYUN AHN)[dahyun.ahn]/사원/제조DX.자동보정.조립자동보정팀" userId="S::dahyun.ahn@lgensol.com::7637ba88-3042-4a41-bc1d-63ce7574c848" providerId="AD" clId="Web-{B060D9B9-B601-1356-2E09-57D2D13DDED1}" dt="2026-09-08T05:58:23.128" v="117" actId="20577"/>
        <pc:sldMkLst>
          <pc:docMk/>
          <pc:sldMk cId="1167213861" sldId="314"/>
        </pc:sldMkLst>
        <pc:spChg chg="mod">
          <ac:chgData name="안다현(DAHYUN AHN)[dahyun.ahn]/사원/제조DX.자동보정.조립자동보정팀" userId="S::dahyun.ahn@lgensol.com::7637ba88-3042-4a41-bc1d-63ce7574c848" providerId="AD" clId="Web-{B060D9B9-B601-1356-2E09-57D2D13DDED1}" dt="2026-09-08T05:58:23.128" v="117" actId="20577"/>
          <ac:spMkLst>
            <pc:docMk/>
            <pc:sldMk cId="1167213861" sldId="314"/>
            <ac:spMk id="17" creationId="{DC17C3A7-4CEB-7FD6-FC8A-68D8BE04A42A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B060D9B9-B601-1356-2E09-57D2D13DDED1}" dt="2026-09-08T05:54:57.216" v="50" actId="20577"/>
        <pc:sldMkLst>
          <pc:docMk/>
          <pc:sldMk cId="622908435" sldId="351"/>
        </pc:sldMkLst>
        <pc:spChg chg="mod">
          <ac:chgData name="안다현(DAHYUN AHN)[dahyun.ahn]/사원/제조DX.자동보정.조립자동보정팀" userId="S::dahyun.ahn@lgensol.com::7637ba88-3042-4a41-bc1d-63ce7574c848" providerId="AD" clId="Web-{B060D9B9-B601-1356-2E09-57D2D13DDED1}" dt="2026-09-08T05:54:57.216" v="50" actId="20577"/>
          <ac:spMkLst>
            <pc:docMk/>
            <pc:sldMk cId="622908435" sldId="351"/>
            <ac:spMk id="20" creationId="{1D985B27-2B1D-33FE-56E4-88E5E6B69DD1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060D9B9-B601-1356-2E09-57D2D13DDED1}" dt="2026-09-08T05:52:19.758" v="2" actId="20577"/>
          <ac:spMkLst>
            <pc:docMk/>
            <pc:sldMk cId="622908435" sldId="351"/>
            <ac:spMk id="50" creationId="{38F815D9-C76C-AFB9-BB8A-DC408B13C45E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B060D9B9-B601-1356-2E09-57D2D13DDED1}" dt="2026-09-08T05:58:10.909" v="116" actId="20577"/>
        <pc:sldMkLst>
          <pc:docMk/>
          <pc:sldMk cId="999305360" sldId="360"/>
        </pc:sldMkLst>
        <pc:spChg chg="mod">
          <ac:chgData name="안다현(DAHYUN AHN)[dahyun.ahn]/사원/제조DX.자동보정.조립자동보정팀" userId="S::dahyun.ahn@lgensol.com::7637ba88-3042-4a41-bc1d-63ce7574c848" providerId="AD" clId="Web-{B060D9B9-B601-1356-2E09-57D2D13DDED1}" dt="2026-09-08T05:58:10.909" v="116" actId="20577"/>
          <ac:spMkLst>
            <pc:docMk/>
            <pc:sldMk cId="999305360" sldId="360"/>
            <ac:spMk id="17" creationId="{192E1C54-A00B-1FC4-103F-8B179E2725CE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B060D9B9-B601-1356-2E09-57D2D13DDED1}" dt="2026-09-08T05:56:37.797" v="114" actId="20577"/>
        <pc:sldMkLst>
          <pc:docMk/>
          <pc:sldMk cId="1545050450" sldId="373"/>
        </pc:sldMkLst>
        <pc:spChg chg="mod">
          <ac:chgData name="안다현(DAHYUN AHN)[dahyun.ahn]/사원/제조DX.자동보정.조립자동보정팀" userId="S::dahyun.ahn@lgensol.com::7637ba88-3042-4a41-bc1d-63ce7574c848" providerId="AD" clId="Web-{B060D9B9-B601-1356-2E09-57D2D13DDED1}" dt="2026-09-08T05:51:59.101" v="0" actId="20577"/>
          <ac:spMkLst>
            <pc:docMk/>
            <pc:sldMk cId="1545050450" sldId="373"/>
            <ac:spMk id="7" creationId="{3B5E7FDD-0ADD-5243-3EC1-799CB1FB8F79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060D9B9-B601-1356-2E09-57D2D13DDED1}" dt="2026-09-08T05:56:37.797" v="114" actId="20577"/>
          <ac:spMkLst>
            <pc:docMk/>
            <pc:sldMk cId="1545050450" sldId="373"/>
            <ac:spMk id="21" creationId="{1EF7B0D7-123E-D341-771B-5B8C9DC6E96C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B060D9B9-B601-1356-2E09-57D2D13DDED1}" dt="2026-09-08T05:57:29.455" v="115" actId="20577"/>
        <pc:sldMkLst>
          <pc:docMk/>
          <pc:sldMk cId="1546881092" sldId="409"/>
        </pc:sldMkLst>
        <pc:spChg chg="mod">
          <ac:chgData name="안다현(DAHYUN AHN)[dahyun.ahn]/사원/제조DX.자동보정.조립자동보정팀" userId="S::dahyun.ahn@lgensol.com::7637ba88-3042-4a41-bc1d-63ce7574c848" providerId="AD" clId="Web-{B060D9B9-B601-1356-2E09-57D2D13DDED1}" dt="2026-09-08T05:57:29.455" v="115" actId="20577"/>
          <ac:spMkLst>
            <pc:docMk/>
            <pc:sldMk cId="1546881092" sldId="409"/>
            <ac:spMk id="34" creationId="{5C479A47-4E16-BC7C-34EB-658918D13778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B060D9B9-B601-1356-2E09-57D2D13DDED1}" dt="2026-09-08T05:52:07.195" v="1" actId="20577"/>
        <pc:sldMkLst>
          <pc:docMk/>
          <pc:sldMk cId="151880523" sldId="425"/>
        </pc:sldMkLst>
        <pc:spChg chg="mod">
          <ac:chgData name="안다현(DAHYUN AHN)[dahyun.ahn]/사원/제조DX.자동보정.조립자동보정팀" userId="S::dahyun.ahn@lgensol.com::7637ba88-3042-4a41-bc1d-63ce7574c848" providerId="AD" clId="Web-{B060D9B9-B601-1356-2E09-57D2D13DDED1}" dt="2026-09-08T05:52:07.195" v="1" actId="20577"/>
          <ac:spMkLst>
            <pc:docMk/>
            <pc:sldMk cId="151880523" sldId="425"/>
            <ac:spMk id="50" creationId="{E7729664-3856-E0F1-AC98-3A14DF2ED552}"/>
          </ac:spMkLst>
        </pc:spChg>
      </pc:sldChg>
    </pc:docChg>
  </pc:docChgLst>
  <pc:docChgLst>
    <pc:chgData name="박연탁(YEONTARK PARK)[parkyt]/책임/제조DX.자동보정.자동보정선행개발팀" userId="S::parkyt@lgensol.com::ed32861b-bebc-4d6e-be9d-42a82b4a008b" providerId="AD" clId="Web-{5A2547D9-BB13-0ECA-C18C-B8E70E1291D9}"/>
    <pc:docChg chg="modSld">
      <pc:chgData name="박연탁(YEONTARK PARK)[parkyt]/책임/제조DX.자동보정.자동보정선행개발팀" userId="S::parkyt@lgensol.com::ed32861b-bebc-4d6e-be9d-42a82b4a008b" providerId="AD" clId="Web-{5A2547D9-BB13-0ECA-C18C-B8E70E1291D9}" dt="2026-08-27T04:55:32.747" v="12" actId="20577"/>
      <pc:docMkLst>
        <pc:docMk/>
      </pc:docMkLst>
      <pc:sldChg chg="modSp">
        <pc:chgData name="박연탁(YEONTARK PARK)[parkyt]/책임/제조DX.자동보정.자동보정선행개발팀" userId="S::parkyt@lgensol.com::ed32861b-bebc-4d6e-be9d-42a82b4a008b" providerId="AD" clId="Web-{5A2547D9-BB13-0ECA-C18C-B8E70E1291D9}" dt="2026-08-27T04:55:32.747" v="12" actId="20577"/>
        <pc:sldMkLst>
          <pc:docMk/>
          <pc:sldMk cId="1770964036" sldId="258"/>
        </pc:sldMkLst>
        <pc:spChg chg="mod">
          <ac:chgData name="박연탁(YEONTARK PARK)[parkyt]/책임/제조DX.자동보정.자동보정선행개발팀" userId="S::parkyt@lgensol.com::ed32861b-bebc-4d6e-be9d-42a82b4a008b" providerId="AD" clId="Web-{5A2547D9-BB13-0ECA-C18C-B8E70E1291D9}" dt="2026-08-27T04:55:32.747" v="12" actId="20577"/>
          <ac:spMkLst>
            <pc:docMk/>
            <pc:sldMk cId="1770964036" sldId="258"/>
            <ac:spMk id="17" creationId="{2B8DB565-1F9F-0BA9-BC00-00A940B01B0E}"/>
          </ac:spMkLst>
        </pc:spChg>
      </pc:sldChg>
    </pc:docChg>
  </pc:docChgLst>
  <pc:docChgLst>
    <pc:chgData name="정소영(SOYOUNG JEONG)[soy22]/사원/제조DX.자동보정.RSND자동보정팀" userId="e0dfc6da-e3c7-4ad5-9bac-f065fa9fc20e" providerId="ADAL" clId="{D7C3E877-4649-4E47-9BD4-0DAC7444A813}"/>
    <pc:docChg chg="undo custSel addSld modSld modSection">
      <pc:chgData name="정소영(SOYOUNG JEONG)[soy22]/사원/제조DX.자동보정.RSND자동보정팀" userId="e0dfc6da-e3c7-4ad5-9bac-f065fa9fc20e" providerId="ADAL" clId="{D7C3E877-4649-4E47-9BD4-0DAC7444A813}" dt="2026-08-25T08:57:27.513" v="1427" actId="1038"/>
      <pc:docMkLst>
        <pc:docMk/>
      </pc:docMkLst>
      <pc:sldChg chg="modSp mod">
        <pc:chgData name="정소영(SOYOUNG JEONG)[soy22]/사원/제조DX.자동보정.RSND자동보정팀" userId="e0dfc6da-e3c7-4ad5-9bac-f065fa9fc20e" providerId="ADAL" clId="{D7C3E877-4649-4E47-9BD4-0DAC7444A813}" dt="2026-08-25T08:20:20.464" v="72" actId="20577"/>
        <pc:sldMkLst>
          <pc:docMk/>
          <pc:sldMk cId="889009244" sldId="265"/>
        </pc:sldMkLst>
        <pc:spChg chg="mod">
          <ac:chgData name="정소영(SOYOUNG JEONG)[soy22]/사원/제조DX.자동보정.RSND자동보정팀" userId="e0dfc6da-e3c7-4ad5-9bac-f065fa9fc20e" providerId="ADAL" clId="{D7C3E877-4649-4E47-9BD4-0DAC7444A813}" dt="2026-08-25T07:38:38.024" v="23" actId="20577"/>
          <ac:spMkLst>
            <pc:docMk/>
            <pc:sldMk cId="889009244" sldId="265"/>
            <ac:spMk id="31" creationId="{F4C37CF5-F215-3C2A-EA7D-4261BCC0EEAD}"/>
          </ac:spMkLst>
        </pc:spChg>
        <pc:spChg chg="mod">
          <ac:chgData name="정소영(SOYOUNG JEONG)[soy22]/사원/제조DX.자동보정.RSND자동보정팀" userId="e0dfc6da-e3c7-4ad5-9bac-f065fa9fc20e" providerId="ADAL" clId="{D7C3E877-4649-4E47-9BD4-0DAC7444A813}" dt="2026-08-25T08:20:20.464" v="72" actId="20577"/>
          <ac:spMkLst>
            <pc:docMk/>
            <pc:sldMk cId="889009244" sldId="265"/>
            <ac:spMk id="33" creationId="{6F698A80-19D3-82ED-E3CA-BF66C440C393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D7C3E877-4649-4E47-9BD4-0DAC7444A813}" dt="2026-08-25T07:38:09.097" v="11" actId="20577"/>
        <pc:sldMkLst>
          <pc:docMk/>
          <pc:sldMk cId="2657111973" sldId="284"/>
        </pc:sldMkLst>
        <pc:spChg chg="mod">
          <ac:chgData name="정소영(SOYOUNG JEONG)[soy22]/사원/제조DX.자동보정.RSND자동보정팀" userId="e0dfc6da-e3c7-4ad5-9bac-f065fa9fc20e" providerId="ADAL" clId="{D7C3E877-4649-4E47-9BD4-0DAC7444A813}" dt="2026-08-25T07:38:09.097" v="11" actId="20577"/>
          <ac:spMkLst>
            <pc:docMk/>
            <pc:sldMk cId="2657111973" sldId="284"/>
            <ac:spMk id="16" creationId="{D2EC7D2F-935A-50B7-CAAB-1690627DEC3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D7C3E877-4649-4E47-9BD4-0DAC7444A813}" dt="2026-08-25T07:38:18.943" v="15" actId="20577"/>
        <pc:sldMkLst>
          <pc:docMk/>
          <pc:sldMk cId="4272420199" sldId="285"/>
        </pc:sldMkLst>
        <pc:spChg chg="mod">
          <ac:chgData name="정소영(SOYOUNG JEONG)[soy22]/사원/제조DX.자동보정.RSND자동보정팀" userId="e0dfc6da-e3c7-4ad5-9bac-f065fa9fc20e" providerId="ADAL" clId="{D7C3E877-4649-4E47-9BD4-0DAC7444A813}" dt="2026-08-25T07:38:18.943" v="15" actId="20577"/>
          <ac:spMkLst>
            <pc:docMk/>
            <pc:sldMk cId="4272420199" sldId="285"/>
            <ac:spMk id="157" creationId="{9B28912B-4347-A792-5175-7BF8A11A195B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D7C3E877-4649-4E47-9BD4-0DAC7444A813}" dt="2026-08-25T08:20:14.984" v="64" actId="20577"/>
        <pc:sldMkLst>
          <pc:docMk/>
          <pc:sldMk cId="1181057486" sldId="296"/>
        </pc:sldMkLst>
        <pc:spChg chg="mod">
          <ac:chgData name="정소영(SOYOUNG JEONG)[soy22]/사원/제조DX.자동보정.RSND자동보정팀" userId="e0dfc6da-e3c7-4ad5-9bac-f065fa9fc20e" providerId="ADAL" clId="{D7C3E877-4649-4E47-9BD4-0DAC7444A813}" dt="2026-08-25T07:38:30.304" v="19" actId="20577"/>
          <ac:spMkLst>
            <pc:docMk/>
            <pc:sldMk cId="1181057486" sldId="296"/>
            <ac:spMk id="12" creationId="{2A4EFF36-E0B5-36D2-2DB4-A3E0BAA70B20}"/>
          </ac:spMkLst>
        </pc:spChg>
        <pc:spChg chg="mod">
          <ac:chgData name="정소영(SOYOUNG JEONG)[soy22]/사원/제조DX.자동보정.RSND자동보정팀" userId="e0dfc6da-e3c7-4ad5-9bac-f065fa9fc20e" providerId="ADAL" clId="{D7C3E877-4649-4E47-9BD4-0DAC7444A813}" dt="2026-08-25T08:20:14.984" v="64" actId="20577"/>
          <ac:spMkLst>
            <pc:docMk/>
            <pc:sldMk cId="1181057486" sldId="296"/>
            <ac:spMk id="46" creationId="{3C526C5C-9386-2CF1-4F82-B22E4D009ED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D7C3E877-4649-4E47-9BD4-0DAC7444A813}" dt="2026-08-25T08:56:11.662" v="1392"/>
        <pc:sldMkLst>
          <pc:docMk/>
          <pc:sldMk cId="3173926166" sldId="297"/>
        </pc:sldMkLst>
        <pc:spChg chg="mod">
          <ac:chgData name="정소영(SOYOUNG JEONG)[soy22]/사원/제조DX.자동보정.RSND자동보정팀" userId="e0dfc6da-e3c7-4ad5-9bac-f065fa9fc20e" providerId="ADAL" clId="{D7C3E877-4649-4E47-9BD4-0DAC7444A813}" dt="2026-08-25T07:40:00.801" v="58" actId="20577"/>
          <ac:spMkLst>
            <pc:docMk/>
            <pc:sldMk cId="3173926166" sldId="297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D7C3E877-4649-4E47-9BD4-0DAC7444A813}" dt="2026-08-25T08:20:25.560" v="78" actId="20577"/>
          <ac:spMkLst>
            <pc:docMk/>
            <pc:sldMk cId="3173926166" sldId="297"/>
            <ac:spMk id="20" creationId="{64C5C09E-C9C3-96BB-19D1-57EDCF230A59}"/>
          </ac:spMkLst>
        </pc:spChg>
        <pc:spChg chg="mod">
          <ac:chgData name="정소영(SOYOUNG JEONG)[soy22]/사원/제조DX.자동보정.RSND자동보정팀" userId="e0dfc6da-e3c7-4ad5-9bac-f065fa9fc20e" providerId="ADAL" clId="{D7C3E877-4649-4E47-9BD4-0DAC7444A813}" dt="2026-08-25T08:56:11.662" v="1392"/>
          <ac:spMkLst>
            <pc:docMk/>
            <pc:sldMk cId="3173926166" sldId="297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D7C3E877-4649-4E47-9BD4-0DAC7444A813}" dt="2026-08-25T07:39:23.055" v="54" actId="20577"/>
        <pc:sldMkLst>
          <pc:docMk/>
          <pc:sldMk cId="2459543331" sldId="310"/>
        </pc:sldMkLst>
        <pc:spChg chg="mod">
          <ac:chgData name="정소영(SOYOUNG JEONG)[soy22]/사원/제조DX.자동보정.RSND자동보정팀" userId="e0dfc6da-e3c7-4ad5-9bac-f065fa9fc20e" providerId="ADAL" clId="{D7C3E877-4649-4E47-9BD4-0DAC7444A813}" dt="2026-08-25T07:39:23.055" v="54" actId="20577"/>
          <ac:spMkLst>
            <pc:docMk/>
            <pc:sldMk cId="2459543331" sldId="310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D7C3E877-4649-4E47-9BD4-0DAC7444A813}" dt="2026-08-25T07:37:17.169" v="3" actId="20577"/>
        <pc:sldMkLst>
          <pc:docMk/>
          <pc:sldMk cId="1491083186" sldId="318"/>
        </pc:sldMkLst>
        <pc:spChg chg="mod">
          <ac:chgData name="정소영(SOYOUNG JEONG)[soy22]/사원/제조DX.자동보정.RSND자동보정팀" userId="e0dfc6da-e3c7-4ad5-9bac-f065fa9fc20e" providerId="ADAL" clId="{D7C3E877-4649-4E47-9BD4-0DAC7444A813}" dt="2026-08-25T07:37:17.169" v="3" actId="20577"/>
          <ac:spMkLst>
            <pc:docMk/>
            <pc:sldMk cId="1491083186" sldId="318"/>
            <ac:spMk id="7" creationId="{5F6DCF5A-C812-C79A-3E4D-3B5DB39B7269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D7C3E877-4649-4E47-9BD4-0DAC7444A813}" dt="2026-08-25T08:57:27.513" v="1427" actId="1038"/>
        <pc:sldMkLst>
          <pc:docMk/>
          <pc:sldMk cId="2675601567" sldId="330"/>
        </pc:sldMkLst>
        <pc:spChg chg="mod">
          <ac:chgData name="정소영(SOYOUNG JEONG)[soy22]/사원/제조DX.자동보정.RSND자동보정팀" userId="e0dfc6da-e3c7-4ad5-9bac-f065fa9fc20e" providerId="ADAL" clId="{D7C3E877-4649-4E47-9BD4-0DAC7444A813}" dt="2026-08-25T08:52:12.794" v="838"/>
          <ac:spMkLst>
            <pc:docMk/>
            <pc:sldMk cId="2675601567" sldId="330"/>
            <ac:spMk id="18" creationId="{842DDCD7-0591-4709-3443-0068E00E827E}"/>
          </ac:spMkLst>
        </pc:spChg>
        <pc:spChg chg="mod">
          <ac:chgData name="정소영(SOYOUNG JEONG)[soy22]/사원/제조DX.자동보정.RSND자동보정팀" userId="e0dfc6da-e3c7-4ad5-9bac-f065fa9fc20e" providerId="ADAL" clId="{D7C3E877-4649-4E47-9BD4-0DAC7444A813}" dt="2026-08-25T08:52:47.971" v="842" actId="1038"/>
          <ac:spMkLst>
            <pc:docMk/>
            <pc:sldMk cId="2675601567" sldId="330"/>
            <ac:spMk id="35" creationId="{9B05592B-2309-D3F5-4ED3-56EA47C56744}"/>
          </ac:spMkLst>
        </pc:spChg>
        <pc:spChg chg="mod">
          <ac:chgData name="정소영(SOYOUNG JEONG)[soy22]/사원/제조DX.자동보정.RSND자동보정팀" userId="e0dfc6da-e3c7-4ad5-9bac-f065fa9fc20e" providerId="ADAL" clId="{D7C3E877-4649-4E47-9BD4-0DAC7444A813}" dt="2026-08-25T08:57:11.530" v="1404" actId="14100"/>
          <ac:spMkLst>
            <pc:docMk/>
            <pc:sldMk cId="2675601567" sldId="330"/>
            <ac:spMk id="41" creationId="{0D988D70-8B49-C535-8DC2-0F7B8C01870B}"/>
          </ac:spMkLst>
        </pc:spChg>
        <pc:spChg chg="mod">
          <ac:chgData name="정소영(SOYOUNG JEONG)[soy22]/사원/제조DX.자동보정.RSND자동보정팀" userId="e0dfc6da-e3c7-4ad5-9bac-f065fa9fc20e" providerId="ADAL" clId="{D7C3E877-4649-4E47-9BD4-0DAC7444A813}" dt="2026-08-25T08:57:27.513" v="1427" actId="1038"/>
          <ac:spMkLst>
            <pc:docMk/>
            <pc:sldMk cId="2675601567" sldId="330"/>
            <ac:spMk id="42" creationId="{97422755-B3B6-8A54-B151-F42780C2BC75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D7C3E877-4649-4E47-9BD4-0DAC7444A813}" dt="2026-08-25T07:37:21.763" v="7" actId="20577"/>
        <pc:sldMkLst>
          <pc:docMk/>
          <pc:sldMk cId="2369456689" sldId="335"/>
        </pc:sldMkLst>
        <pc:spChg chg="mod">
          <ac:chgData name="정소영(SOYOUNG JEONG)[soy22]/사원/제조DX.자동보정.RSND자동보정팀" userId="e0dfc6da-e3c7-4ad5-9bac-f065fa9fc20e" providerId="ADAL" clId="{D7C3E877-4649-4E47-9BD4-0DAC7444A813}" dt="2026-08-25T07:37:21.763" v="7" actId="20577"/>
          <ac:spMkLst>
            <pc:docMk/>
            <pc:sldMk cId="2369456689" sldId="335"/>
            <ac:spMk id="7" creationId="{5F6DCF5A-C812-C79A-3E4D-3B5DB39B7269}"/>
          </ac:spMkLst>
        </pc:spChg>
      </pc:sldChg>
    </pc:docChg>
  </pc:docChgLst>
  <pc:docChgLst>
    <pc:chgData name="김형준(HYUNGJUN KIM)[hkim810]/책임/제조DX.자동보정.MC자동보정팀" userId="76eaafad-027b-42f8-8d92-ede6d1a17ed2" providerId="ADAL" clId="{0E7A2EF2-A030-4608-868C-D99AE2841897}"/>
    <pc:docChg chg="undo custSel modSld">
      <pc:chgData name="김형준(HYUNGJUN KIM)[hkim810]/책임/제조DX.자동보정.MC자동보정팀" userId="76eaafad-027b-42f8-8d92-ede6d1a17ed2" providerId="ADAL" clId="{0E7A2EF2-A030-4608-868C-D99AE2841897}" dt="2026-08-12T12:25:41.566" v="1054" actId="1035"/>
      <pc:docMkLst>
        <pc:docMk/>
      </pc:docMkLst>
      <pc:sldChg chg="modSp mod">
        <pc:chgData name="김형준(HYUNGJUN KIM)[hkim810]/책임/제조DX.자동보정.MC자동보정팀" userId="76eaafad-027b-42f8-8d92-ede6d1a17ed2" providerId="ADAL" clId="{0E7A2EF2-A030-4608-868C-D99AE2841897}" dt="2026-08-12T08:57:12.993" v="2" actId="20577"/>
        <pc:sldMkLst>
          <pc:docMk/>
          <pc:sldMk cId="414644102" sldId="352"/>
        </pc:sldMkLst>
      </pc:sldChg>
    </pc:docChg>
  </pc:docChgLst>
  <pc:docChgLst>
    <pc:chgData name="최가을(GAEUL CHOI)[gaeul_choi]/선임/제조DX.자동보정.MC자동보정팀" userId="S::gaeul_choi@lgensol.com::530680f4-fbc6-468a-9c4b-7cc53ec80c4a" providerId="AD" clId="Web-{B4C1340C-8E3B-180D-745D-495BAF6D4E38}"/>
    <pc:docChg chg="modSld">
      <pc:chgData name="최가을(GAEUL CHOI)[gaeul_choi]/선임/제조DX.자동보정.MC자동보정팀" userId="S::gaeul_choi@lgensol.com::530680f4-fbc6-468a-9c4b-7cc53ec80c4a" providerId="AD" clId="Web-{B4C1340C-8E3B-180D-745D-495BAF6D4E38}" dt="2026-08-18T07:32:31.750" v="15" actId="20577"/>
      <pc:docMkLst>
        <pc:docMk/>
      </pc:docMkLst>
      <pc:sldChg chg="modSp">
        <pc:chgData name="최가을(GAEUL CHOI)[gaeul_choi]/선임/제조DX.자동보정.MC자동보정팀" userId="S::gaeul_choi@lgensol.com::530680f4-fbc6-468a-9c4b-7cc53ec80c4a" providerId="AD" clId="Web-{B4C1340C-8E3B-180D-745D-495BAF6D4E38}" dt="2026-08-18T07:32:31.750" v="15" actId="20577"/>
        <pc:sldMkLst>
          <pc:docMk/>
          <pc:sldMk cId="3970612940" sldId="329"/>
        </pc:sldMkLst>
        <pc:spChg chg="mod">
          <ac:chgData name="최가을(GAEUL CHOI)[gaeul_choi]/선임/제조DX.자동보정.MC자동보정팀" userId="S::gaeul_choi@lgensol.com::530680f4-fbc6-468a-9c4b-7cc53ec80c4a" providerId="AD" clId="Web-{B4C1340C-8E3B-180D-745D-495BAF6D4E38}" dt="2026-08-18T07:32:31.750" v="15" actId="20577"/>
          <ac:spMkLst>
            <pc:docMk/>
            <pc:sldMk cId="3970612940" sldId="329"/>
            <ac:spMk id="10" creationId="{D0D0E927-B543-AC32-EC3A-82EF783FD995}"/>
          </ac:spMkLst>
        </pc:spChg>
      </pc:sldChg>
      <pc:sldChg chg="modSp">
        <pc:chgData name="최가을(GAEUL CHOI)[gaeul_choi]/선임/제조DX.자동보정.MC자동보정팀" userId="S::gaeul_choi@lgensol.com::530680f4-fbc6-468a-9c4b-7cc53ec80c4a" providerId="AD" clId="Web-{B4C1340C-8E3B-180D-745D-495BAF6D4E38}" dt="2026-08-18T07:32:16.984" v="11" actId="20577"/>
        <pc:sldMkLst>
          <pc:docMk/>
          <pc:sldMk cId="1417770791" sldId="747"/>
        </pc:sldMkLst>
        <pc:spChg chg="mod">
          <ac:chgData name="최가을(GAEUL CHOI)[gaeul_choi]/선임/제조DX.자동보정.MC자동보정팀" userId="S::gaeul_choi@lgensol.com::530680f4-fbc6-468a-9c4b-7cc53ec80c4a" providerId="AD" clId="Web-{B4C1340C-8E3B-180D-745D-495BAF6D4E38}" dt="2026-08-18T07:32:16.984" v="11" actId="20577"/>
          <ac:spMkLst>
            <pc:docMk/>
            <pc:sldMk cId="1417770791" sldId="747"/>
            <ac:spMk id="5" creationId="{77B34011-1F67-38F5-CDBA-55AA234ECBCD}"/>
          </ac:spMkLst>
        </pc:spChg>
      </pc:sldChg>
    </pc:docChg>
  </pc:docChgLst>
  <pc:docChgLst>
    <pc:chgData name="김태욱(TAEWOOK KIM)[twkiii]/선임/제조DX.자동보정.자동보정선행개발팀" userId="7550169e-81b5-4b23-9cda-68528cfbbc51" providerId="ADAL" clId="{E16293F4-F5D5-4FDD-9107-8059C638855C}"/>
    <pc:docChg chg="undo custSel modSld">
      <pc:chgData name="김태욱(TAEWOOK KIM)[twkiii]/선임/제조DX.자동보정.자동보정선행개발팀" userId="7550169e-81b5-4b23-9cda-68528cfbbc51" providerId="ADAL" clId="{E16293F4-F5D5-4FDD-9107-8059C638855C}" dt="2026-09-09T02:16:31.284" v="1931" actId="207"/>
      <pc:docMkLst>
        <pc:docMk/>
      </pc:docMkLst>
      <pc:sldChg chg="modSp mod">
        <pc:chgData name="김태욱(TAEWOOK KIM)[twkiii]/선임/제조DX.자동보정.자동보정선행개발팀" userId="7550169e-81b5-4b23-9cda-68528cfbbc51" providerId="ADAL" clId="{E16293F4-F5D5-4FDD-9107-8059C638855C}" dt="2026-09-09T02:13:41.765" v="1847" actId="20577"/>
        <pc:sldMkLst>
          <pc:docMk/>
          <pc:sldMk cId="928751940" sldId="266"/>
        </pc:sldMkLst>
        <pc:spChg chg="mod">
          <ac:chgData name="김태욱(TAEWOOK KIM)[twkiii]/선임/제조DX.자동보정.자동보정선행개발팀" userId="7550169e-81b5-4b23-9cda-68528cfbbc51" providerId="ADAL" clId="{E16293F4-F5D5-4FDD-9107-8059C638855C}" dt="2026-09-09T02:13:41.765" v="1847" actId="20577"/>
          <ac:spMkLst>
            <pc:docMk/>
            <pc:sldMk cId="928751940" sldId="266"/>
            <ac:spMk id="16" creationId="{F49D00FE-AF2E-74AA-4922-481FEC90E68B}"/>
          </ac:spMkLst>
        </pc:spChg>
      </pc:sldChg>
      <pc:sldChg chg="modSp mod">
        <pc:chgData name="김태욱(TAEWOOK KIM)[twkiii]/선임/제조DX.자동보정.자동보정선행개발팀" userId="7550169e-81b5-4b23-9cda-68528cfbbc51" providerId="ADAL" clId="{E16293F4-F5D5-4FDD-9107-8059C638855C}" dt="2026-09-09T02:13:35.561" v="1843" actId="20577"/>
        <pc:sldMkLst>
          <pc:docMk/>
          <pc:sldMk cId="4009032242" sldId="271"/>
        </pc:sldMkLst>
        <pc:spChg chg="mod">
          <ac:chgData name="김태욱(TAEWOOK KIM)[twkiii]/선임/제조DX.자동보정.자동보정선행개발팀" userId="7550169e-81b5-4b23-9cda-68528cfbbc51" providerId="ADAL" clId="{E16293F4-F5D5-4FDD-9107-8059C638855C}" dt="2026-09-09T02:13:35.561" v="1843" actId="20577"/>
          <ac:spMkLst>
            <pc:docMk/>
            <pc:sldMk cId="4009032242" sldId="271"/>
            <ac:spMk id="16" creationId="{58C0F4AB-DBC0-D0E4-E983-8BE073494085}"/>
          </ac:spMkLst>
        </pc:spChg>
      </pc:sldChg>
      <pc:sldChg chg="modSp mod">
        <pc:chgData name="김태욱(TAEWOOK KIM)[twkiii]/선임/제조DX.자동보정.자동보정선행개발팀" userId="7550169e-81b5-4b23-9cda-68528cfbbc51" providerId="ADAL" clId="{E16293F4-F5D5-4FDD-9107-8059C638855C}" dt="2026-09-09T02:13:01.264" v="1839" actId="20577"/>
        <pc:sldMkLst>
          <pc:docMk/>
          <pc:sldMk cId="648264874" sldId="279"/>
        </pc:sldMkLst>
        <pc:spChg chg="mod">
          <ac:chgData name="김태욱(TAEWOOK KIM)[twkiii]/선임/제조DX.자동보정.자동보정선행개발팀" userId="7550169e-81b5-4b23-9cda-68528cfbbc51" providerId="ADAL" clId="{E16293F4-F5D5-4FDD-9107-8059C638855C}" dt="2026-09-09T02:12:17.079" v="1835"/>
          <ac:spMkLst>
            <pc:docMk/>
            <pc:sldMk cId="648264874" sldId="279"/>
            <ac:spMk id="8" creationId="{DA3D18A2-7C82-8530-AC9E-4A17033BD0C2}"/>
          </ac:spMkLst>
        </pc:spChg>
        <pc:spChg chg="mod">
          <ac:chgData name="김태욱(TAEWOOK KIM)[twkiii]/선임/제조DX.자동보정.자동보정선행개발팀" userId="7550169e-81b5-4b23-9cda-68528cfbbc51" providerId="ADAL" clId="{E16293F4-F5D5-4FDD-9107-8059C638855C}" dt="2026-09-09T02:13:01.264" v="1839" actId="20577"/>
          <ac:spMkLst>
            <pc:docMk/>
            <pc:sldMk cId="648264874" sldId="279"/>
            <ac:spMk id="16" creationId="{58C0F4AB-DBC0-D0E4-E983-8BE073494085}"/>
          </ac:spMkLst>
        </pc:spChg>
        <pc:picChg chg="mod">
          <ac:chgData name="김태욱(TAEWOOK KIM)[twkiii]/선임/제조DX.자동보정.자동보정선행개발팀" userId="7550169e-81b5-4b23-9cda-68528cfbbc51" providerId="ADAL" clId="{E16293F4-F5D5-4FDD-9107-8059C638855C}" dt="2026-09-09T02:10:04.961" v="1582" actId="1076"/>
          <ac:picMkLst>
            <pc:docMk/>
            <pc:sldMk cId="648264874" sldId="279"/>
            <ac:picMk id="6" creationId="{30142F65-D414-FDA0-2A0A-85BB453B2AF9}"/>
          </ac:picMkLst>
        </pc:picChg>
      </pc:sldChg>
      <pc:sldChg chg="modSp mod">
        <pc:chgData name="김태욱(TAEWOOK KIM)[twkiii]/선임/제조DX.자동보정.자동보정선행개발팀" userId="7550169e-81b5-4b23-9cda-68528cfbbc51" providerId="ADAL" clId="{E16293F4-F5D5-4FDD-9107-8059C638855C}" dt="2026-09-09T02:16:31.284" v="1931" actId="207"/>
        <pc:sldMkLst>
          <pc:docMk/>
          <pc:sldMk cId="2114474638" sldId="312"/>
        </pc:sldMkLst>
        <pc:spChg chg="mod">
          <ac:chgData name="김태욱(TAEWOOK KIM)[twkiii]/선임/제조DX.자동보정.자동보정선행개발팀" userId="7550169e-81b5-4b23-9cda-68528cfbbc51" providerId="ADAL" clId="{E16293F4-F5D5-4FDD-9107-8059C638855C}" dt="2026-09-09T02:13:46.740" v="1851" actId="20577"/>
          <ac:spMkLst>
            <pc:docMk/>
            <pc:sldMk cId="2114474638" sldId="312"/>
            <ac:spMk id="7" creationId="{C19DCC39-960B-65E7-46B8-BF0210E803F4}"/>
          </ac:spMkLst>
        </pc:spChg>
        <pc:spChg chg="mod">
          <ac:chgData name="김태욱(TAEWOOK KIM)[twkiii]/선임/제조DX.자동보정.자동보정선행개발팀" userId="7550169e-81b5-4b23-9cda-68528cfbbc51" providerId="ADAL" clId="{E16293F4-F5D5-4FDD-9107-8059C638855C}" dt="2026-09-09T02:16:31.284" v="1931" actId="207"/>
          <ac:spMkLst>
            <pc:docMk/>
            <pc:sldMk cId="2114474638" sldId="312"/>
            <ac:spMk id="8" creationId="{5D526505-D42E-9057-C001-0852EA8A52FC}"/>
          </ac:spMkLst>
        </pc:spChg>
        <pc:spChg chg="mod">
          <ac:chgData name="김태욱(TAEWOOK KIM)[twkiii]/선임/제조DX.자동보정.자동보정선행개발팀" userId="7550169e-81b5-4b23-9cda-68528cfbbc51" providerId="ADAL" clId="{E16293F4-F5D5-4FDD-9107-8059C638855C}" dt="2026-09-09T01:52:34.443" v="34" actId="1076"/>
          <ac:spMkLst>
            <pc:docMk/>
            <pc:sldMk cId="2114474638" sldId="312"/>
            <ac:spMk id="26" creationId="{01CACCF7-7DD4-1D95-43A5-02662BDB0FAD}"/>
          </ac:spMkLst>
        </pc:spChg>
      </pc:sldChg>
    </pc:docChg>
  </pc:docChgLst>
  <pc:docChgLst>
    <pc:chgData name="이동규(DONGGYU LEE)[dgyleeim]/사원/제조DX.자동보정.MC자동보정팀" userId="c229a3ce-3bdf-484f-938e-f4183d0055a7" providerId="ADAL" clId="{236DC3C7-D9A1-4348-86A8-0A2CEB1438EB}"/>
    <pc:docChg chg="addSld delSld modSld modSection">
      <pc:chgData name="이동규(DONGGYU LEE)[dgyleeim]/사원/제조DX.자동보정.MC자동보정팀" userId="c229a3ce-3bdf-484f-938e-f4183d0055a7" providerId="ADAL" clId="{236DC3C7-D9A1-4348-86A8-0A2CEB1438EB}" dt="2026-09-09T02:40:52.544" v="379" actId="20577"/>
      <pc:docMkLst>
        <pc:docMk/>
      </pc:docMkLst>
      <pc:sldChg chg="modSp mod">
        <pc:chgData name="이동규(DONGGYU LEE)[dgyleeim]/사원/제조DX.자동보정.MC자동보정팀" userId="c229a3ce-3bdf-484f-938e-f4183d0055a7" providerId="ADAL" clId="{236DC3C7-D9A1-4348-86A8-0A2CEB1438EB}" dt="2026-09-09T02:40:08.871" v="339"/>
        <pc:sldMkLst>
          <pc:docMk/>
          <pc:sldMk cId="1594622344" sldId="283"/>
        </pc:sldMkLst>
        <pc:spChg chg="mod">
          <ac:chgData name="이동규(DONGGYU LEE)[dgyleeim]/사원/제조DX.자동보정.MC자동보정팀" userId="c229a3ce-3bdf-484f-938e-f4183d0055a7" providerId="ADAL" clId="{236DC3C7-D9A1-4348-86A8-0A2CEB1438EB}" dt="2026-09-09T02:39:50.551" v="291" actId="20577"/>
          <ac:spMkLst>
            <pc:docMk/>
            <pc:sldMk cId="1594622344" sldId="283"/>
            <ac:spMk id="7" creationId="{3F13345C-F75D-EB4A-4DD1-E59B547712E6}"/>
          </ac:spMkLst>
        </pc:spChg>
        <pc:spChg chg="mod">
          <ac:chgData name="이동규(DONGGYU LEE)[dgyleeim]/사원/제조DX.자동보정.MC자동보정팀" userId="c229a3ce-3bdf-484f-938e-f4183d0055a7" providerId="ADAL" clId="{236DC3C7-D9A1-4348-86A8-0A2CEB1438EB}" dt="2026-09-09T00:47:01.819" v="263" actId="20577"/>
          <ac:spMkLst>
            <pc:docMk/>
            <pc:sldMk cId="1594622344" sldId="283"/>
            <ac:spMk id="10" creationId="{D0D0E927-B543-AC32-EC3A-82EF783FD995}"/>
          </ac:spMkLst>
        </pc:spChg>
        <pc:spChg chg="mod">
          <ac:chgData name="이동규(DONGGYU LEE)[dgyleeim]/사원/제조DX.자동보정.MC자동보정팀" userId="c229a3ce-3bdf-484f-938e-f4183d0055a7" providerId="ADAL" clId="{236DC3C7-D9A1-4348-86A8-0A2CEB1438EB}" dt="2026-09-09T02:40:08.871" v="339"/>
          <ac:spMkLst>
            <pc:docMk/>
            <pc:sldMk cId="1594622344" sldId="283"/>
            <ac:spMk id="147" creationId="{D67D04AA-AED3-6AC4-091E-AD33564D90E8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236DC3C7-D9A1-4348-86A8-0A2CEB1438EB}" dt="2026-09-09T02:40:24.601" v="341" actId="20577"/>
        <pc:sldMkLst>
          <pc:docMk/>
          <pc:sldMk cId="3888871170" sldId="286"/>
        </pc:sldMkLst>
        <pc:spChg chg="mod">
          <ac:chgData name="이동규(DONGGYU LEE)[dgyleeim]/사원/제조DX.자동보정.MC자동보정팀" userId="c229a3ce-3bdf-484f-938e-f4183d0055a7" providerId="ADAL" clId="{236DC3C7-D9A1-4348-86A8-0A2CEB1438EB}" dt="2026-09-09T02:40:24.601" v="341" actId="20577"/>
          <ac:spMkLst>
            <pc:docMk/>
            <pc:sldMk cId="3888871170" sldId="286"/>
            <ac:spMk id="7" creationId="{E4A4A4D0-5E1F-259C-CD35-11894278A311}"/>
          </ac:spMkLst>
        </pc:spChg>
        <pc:spChg chg="mod">
          <ac:chgData name="이동규(DONGGYU LEE)[dgyleeim]/사원/제조DX.자동보정.MC자동보정팀" userId="c229a3ce-3bdf-484f-938e-f4183d0055a7" providerId="ADAL" clId="{236DC3C7-D9A1-4348-86A8-0A2CEB1438EB}" dt="2026-09-09T00:46:24.467" v="227" actId="20577"/>
          <ac:spMkLst>
            <pc:docMk/>
            <pc:sldMk cId="3888871170" sldId="286"/>
            <ac:spMk id="81" creationId="{DAA4A275-BF7A-13D2-8A88-C17B1854BCFB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236DC3C7-D9A1-4348-86A8-0A2CEB1438EB}" dt="2026-09-09T02:40:52.544" v="379" actId="20577"/>
        <pc:sldMkLst>
          <pc:docMk/>
          <pc:sldMk cId="2800363497" sldId="343"/>
        </pc:sldMkLst>
        <pc:spChg chg="mod">
          <ac:chgData name="이동규(DONGGYU LEE)[dgyleeim]/사원/제조DX.자동보정.MC자동보정팀" userId="c229a3ce-3bdf-484f-938e-f4183d0055a7" providerId="ADAL" clId="{236DC3C7-D9A1-4348-86A8-0A2CEB1438EB}" dt="2026-09-09T02:40:52.544" v="379" actId="20577"/>
          <ac:spMkLst>
            <pc:docMk/>
            <pc:sldMk cId="2800363497" sldId="343"/>
            <ac:spMk id="6" creationId="{72BBD197-F08B-54B1-60FA-22FDCCF94318}"/>
          </ac:spMkLst>
        </pc:spChg>
      </pc:sldChg>
      <pc:sldChg chg="add del">
        <pc:chgData name="이동규(DONGGYU LEE)[dgyleeim]/사원/제조DX.자동보정.MC자동보정팀" userId="c229a3ce-3bdf-484f-938e-f4183d0055a7" providerId="ADAL" clId="{236DC3C7-D9A1-4348-86A8-0A2CEB1438EB}" dt="2026-09-09T01:35:45.621" v="287" actId="47"/>
        <pc:sldMkLst>
          <pc:docMk/>
          <pc:sldMk cId="2728380580" sldId="344"/>
        </pc:sldMkLst>
      </pc:sldChg>
      <pc:sldChg chg="modSp mod">
        <pc:chgData name="이동규(DONGGYU LEE)[dgyleeim]/사원/제조DX.자동보정.MC자동보정팀" userId="c229a3ce-3bdf-484f-938e-f4183d0055a7" providerId="ADAL" clId="{236DC3C7-D9A1-4348-86A8-0A2CEB1438EB}" dt="2026-09-09T02:39:46.622" v="289" actId="20577"/>
        <pc:sldMkLst>
          <pc:docMk/>
          <pc:sldMk cId="623629499" sldId="748"/>
        </pc:sldMkLst>
        <pc:spChg chg="mod">
          <ac:chgData name="이동규(DONGGYU LEE)[dgyleeim]/사원/제조DX.자동보정.MC자동보정팀" userId="c229a3ce-3bdf-484f-938e-f4183d0055a7" providerId="ADAL" clId="{236DC3C7-D9A1-4348-86A8-0A2CEB1438EB}" dt="2026-09-09T02:39:46.622" v="289" actId="20577"/>
          <ac:spMkLst>
            <pc:docMk/>
            <pc:sldMk cId="623629499" sldId="748"/>
            <ac:spMk id="7" creationId="{3F13345C-F75D-EB4A-4DD1-E59B547712E6}"/>
          </ac:spMkLst>
        </pc:spChg>
        <pc:spChg chg="mod">
          <ac:chgData name="이동규(DONGGYU LEE)[dgyleeim]/사원/제조DX.자동보정.MC자동보정팀" userId="c229a3ce-3bdf-484f-938e-f4183d0055a7" providerId="ADAL" clId="{236DC3C7-D9A1-4348-86A8-0A2CEB1438EB}" dt="2026-09-09T00:47:37.412" v="285" actId="20577"/>
          <ac:spMkLst>
            <pc:docMk/>
            <pc:sldMk cId="623629499" sldId="748"/>
            <ac:spMk id="10" creationId="{D0D0E927-B543-AC32-EC3A-82EF783FD995}"/>
          </ac:spMkLst>
        </pc:spChg>
      </pc:sldChg>
    </pc:docChg>
  </pc:docChgLst>
  <pc:docChgLst>
    <pc:chgData name="엄광호(KWANGHO EUM)[eum_kh]/팀장/제조DX.자동보정.MC자동보정팀" userId="0c104bed-bfc5-4d8d-93da-4ded022c412f" providerId="ADAL" clId="{A642DE37-D601-4C89-88DB-FF2BE59DF65F}"/>
    <pc:docChg chg="undo custSel delSld modSld modSection">
      <pc:chgData name="엄광호(KWANGHO EUM)[eum_kh]/팀장/제조DX.자동보정.MC자동보정팀" userId="0c104bed-bfc5-4d8d-93da-4ded022c412f" providerId="ADAL" clId="{A642DE37-D601-4C89-88DB-FF2BE59DF65F}" dt="2026-09-17T00:14:20.520" v="4721" actId="20577"/>
      <pc:docMkLst>
        <pc:docMk/>
      </pc:docMkLst>
      <pc:sldChg chg="addSp delSp modSp mod">
        <pc:chgData name="엄광호(KWANGHO EUM)[eum_kh]/팀장/제조DX.자동보정.MC자동보정팀" userId="0c104bed-bfc5-4d8d-93da-4ded022c412f" providerId="ADAL" clId="{A642DE37-D601-4C89-88DB-FF2BE59DF65F}" dt="2026-09-17T00:14:20.520" v="4721" actId="20577"/>
        <pc:sldMkLst>
          <pc:docMk/>
          <pc:sldMk cId="3743058706" sldId="302"/>
        </pc:sldMkLst>
        <pc:spChg chg="add mod">
          <ac:chgData name="엄광호(KWANGHO EUM)[eum_kh]/팀장/제조DX.자동보정.MC자동보정팀" userId="0c104bed-bfc5-4d8d-93da-4ded022c412f" providerId="ADAL" clId="{A642DE37-D601-4C89-88DB-FF2BE59DF65F}" dt="2026-09-16T23:56:52.662" v="3090" actId="20577"/>
          <ac:spMkLst>
            <pc:docMk/>
            <pc:sldMk cId="3743058706" sldId="302"/>
            <ac:spMk id="2" creationId="{CFAEEE44-2A09-D9EF-8642-FEE7A6431F30}"/>
          </ac:spMkLst>
        </pc:spChg>
        <pc:spChg chg="mod">
          <ac:chgData name="엄광호(KWANGHO EUM)[eum_kh]/팀장/제조DX.자동보정.MC자동보정팀" userId="0c104bed-bfc5-4d8d-93da-4ded022c412f" providerId="ADAL" clId="{A642DE37-D601-4C89-88DB-FF2BE59DF65F}" dt="2026-09-16T15:27:14.800" v="2100" actId="20577"/>
          <ac:spMkLst>
            <pc:docMk/>
            <pc:sldMk cId="3743058706" sldId="302"/>
            <ac:spMk id="4" creationId="{DB5972B5-317B-C8A7-C4C5-07370B826CC3}"/>
          </ac:spMkLst>
        </pc:spChg>
        <pc:spChg chg="del mod">
          <ac:chgData name="엄광호(KWANGHO EUM)[eum_kh]/팀장/제조DX.자동보정.MC자동보정팀" userId="0c104bed-bfc5-4d8d-93da-4ded022c412f" providerId="ADAL" clId="{A642DE37-D601-4C89-88DB-FF2BE59DF65F}" dt="2026-09-16T15:56:22.535" v="2370" actId="478"/>
          <ac:spMkLst>
            <pc:docMk/>
            <pc:sldMk cId="3743058706" sldId="302"/>
            <ac:spMk id="5" creationId="{FA18EFED-D2D3-DCFD-2B36-B46F0150F6F9}"/>
          </ac:spMkLst>
        </pc:spChg>
        <pc:spChg chg="mod">
          <ac:chgData name="엄광호(KWANGHO EUM)[eum_kh]/팀장/제조DX.자동보정.MC자동보정팀" userId="0c104bed-bfc5-4d8d-93da-4ded022c412f" providerId="ADAL" clId="{A642DE37-D601-4C89-88DB-FF2BE59DF65F}" dt="2026-09-17T00:14:20.520" v="4721" actId="20577"/>
          <ac:spMkLst>
            <pc:docMk/>
            <pc:sldMk cId="3743058706" sldId="302"/>
            <ac:spMk id="6" creationId="{72BBD197-F08B-54B1-60FA-22FDCCF94318}"/>
          </ac:spMkLst>
        </pc:spChg>
        <pc:spChg chg="mod">
          <ac:chgData name="엄광호(KWANGHO EUM)[eum_kh]/팀장/제조DX.자동보정.MC자동보정팀" userId="0c104bed-bfc5-4d8d-93da-4ded022c412f" providerId="ADAL" clId="{A642DE37-D601-4C89-88DB-FF2BE59DF65F}" dt="2026-09-16T23:34:21.711" v="2408" actId="6549"/>
          <ac:spMkLst>
            <pc:docMk/>
            <pc:sldMk cId="3743058706" sldId="302"/>
            <ac:spMk id="7" creationId="{D12BE307-396F-F6AE-4841-CE7B441A23D9}"/>
          </ac:spMkLst>
        </pc:spChg>
        <pc:spChg chg="mod">
          <ac:chgData name="엄광호(KWANGHO EUM)[eum_kh]/팀장/제조DX.자동보정.MC자동보정팀" userId="0c104bed-bfc5-4d8d-93da-4ded022c412f" providerId="ADAL" clId="{A642DE37-D601-4C89-88DB-FF2BE59DF65F}" dt="2026-09-16T23:56:36.745" v="3088" actId="1076"/>
          <ac:spMkLst>
            <pc:docMk/>
            <pc:sldMk cId="3743058706" sldId="302"/>
            <ac:spMk id="10" creationId="{7CC04D44-2A4F-8514-AEBC-0032218FF5F2}"/>
          </ac:spMkLst>
        </pc:spChg>
        <pc:spChg chg="mod">
          <ac:chgData name="엄광호(KWANGHO EUM)[eum_kh]/팀장/제조DX.자동보정.MC자동보정팀" userId="0c104bed-bfc5-4d8d-93da-4ded022c412f" providerId="ADAL" clId="{A642DE37-D601-4C89-88DB-FF2BE59DF65F}" dt="2026-09-17T00:02:52.443" v="3504" actId="6549"/>
          <ac:spMkLst>
            <pc:docMk/>
            <pc:sldMk cId="3743058706" sldId="302"/>
            <ac:spMk id="11" creationId="{119FFC0B-9D11-698D-BBD2-F42C088382A8}"/>
          </ac:spMkLst>
        </pc:spChg>
        <pc:graphicFrameChg chg="add mod">
          <ac:chgData name="엄광호(KWANGHO EUM)[eum_kh]/팀장/제조DX.자동보정.MC자동보정팀" userId="0c104bed-bfc5-4d8d-93da-4ded022c412f" providerId="ADAL" clId="{A642DE37-D601-4C89-88DB-FF2BE59DF65F}" dt="2026-09-16T23:32:00.596" v="2378"/>
          <ac:graphicFrameMkLst>
            <pc:docMk/>
            <pc:sldMk cId="3743058706" sldId="302"/>
            <ac:graphicFrameMk id="8" creationId="{5B6E16A0-E22A-8850-8B56-0E60347EB68A}"/>
          </ac:graphicFrameMkLst>
        </pc:graphicFrameChg>
        <pc:graphicFrameChg chg="add mod">
          <ac:chgData name="엄광호(KWANGHO EUM)[eum_kh]/팀장/제조DX.자동보정.MC자동보정팀" userId="0c104bed-bfc5-4d8d-93da-4ded022c412f" providerId="ADAL" clId="{A642DE37-D601-4C89-88DB-FF2BE59DF65F}" dt="2026-09-16T23:44:57.983" v="2703"/>
          <ac:graphicFrameMkLst>
            <pc:docMk/>
            <pc:sldMk cId="3743058706" sldId="302"/>
            <ac:graphicFrameMk id="12" creationId="{F43715B8-88C1-C579-B879-28FFD6EEDEB9}"/>
          </ac:graphicFrameMkLst>
        </pc:graphicFrameChg>
        <pc:graphicFrameChg chg="add mod">
          <ac:chgData name="엄광호(KWANGHO EUM)[eum_kh]/팀장/제조DX.자동보정.MC자동보정팀" userId="0c104bed-bfc5-4d8d-93da-4ded022c412f" providerId="ADAL" clId="{A642DE37-D601-4C89-88DB-FF2BE59DF65F}" dt="2026-09-16T23:52:58.316" v="2762"/>
          <ac:graphicFrameMkLst>
            <pc:docMk/>
            <pc:sldMk cId="3743058706" sldId="302"/>
            <ac:graphicFrameMk id="13" creationId="{65BB41FC-7015-B053-9C0C-BD54E1EA7768}"/>
          </ac:graphicFrameMkLst>
        </pc:graphicFrameChg>
        <pc:graphicFrameChg chg="add mod">
          <ac:chgData name="엄광호(KWANGHO EUM)[eum_kh]/팀장/제조DX.자동보정.MC자동보정팀" userId="0c104bed-bfc5-4d8d-93da-4ded022c412f" providerId="ADAL" clId="{A642DE37-D601-4C89-88DB-FF2BE59DF65F}" dt="2026-09-16T23:53:40.543" v="2783"/>
          <ac:graphicFrameMkLst>
            <pc:docMk/>
            <pc:sldMk cId="3743058706" sldId="302"/>
            <ac:graphicFrameMk id="14" creationId="{79675F4D-6252-7D8F-FFEF-175878C0FD74}"/>
          </ac:graphicFrameMkLst>
        </pc:graphicFrameChg>
      </pc:sldChg>
      <pc:sldChg chg="del">
        <pc:chgData name="엄광호(KWANGHO EUM)[eum_kh]/팀장/제조DX.자동보정.MC자동보정팀" userId="0c104bed-bfc5-4d8d-93da-4ded022c412f" providerId="ADAL" clId="{A642DE37-D601-4C89-88DB-FF2BE59DF65F}" dt="2026-09-16T15:56:34.624" v="2372" actId="47"/>
        <pc:sldMkLst>
          <pc:docMk/>
          <pc:sldMk cId="305341535" sldId="314"/>
        </pc:sldMkLst>
      </pc:sldChg>
      <pc:sldChg chg="delSp modSp mod">
        <pc:chgData name="엄광호(KWANGHO EUM)[eum_kh]/팀장/제조DX.자동보정.MC자동보정팀" userId="0c104bed-bfc5-4d8d-93da-4ded022c412f" providerId="ADAL" clId="{A642DE37-D601-4C89-88DB-FF2BE59DF65F}" dt="2026-09-16T15:27:09.140" v="2096" actId="20577"/>
        <pc:sldMkLst>
          <pc:docMk/>
          <pc:sldMk cId="414644102" sldId="352"/>
        </pc:sldMkLst>
        <pc:spChg chg="mod">
          <ac:chgData name="엄광호(KWANGHO EUM)[eum_kh]/팀장/제조DX.자동보정.MC자동보정팀" userId="0c104bed-bfc5-4d8d-93da-4ded022c412f" providerId="ADAL" clId="{A642DE37-D601-4C89-88DB-FF2BE59DF65F}" dt="2026-09-16T15:27:09.140" v="2096" actId="20577"/>
          <ac:spMkLst>
            <pc:docMk/>
            <pc:sldMk cId="414644102" sldId="352"/>
            <ac:spMk id="6" creationId="{727EEF6E-D257-401B-9F50-31396C955D78}"/>
          </ac:spMkLst>
        </pc:spChg>
        <pc:spChg chg="mod">
          <ac:chgData name="엄광호(KWANGHO EUM)[eum_kh]/팀장/제조DX.자동보정.MC자동보정팀" userId="0c104bed-bfc5-4d8d-93da-4ded022c412f" providerId="ADAL" clId="{A642DE37-D601-4C89-88DB-FF2BE59DF65F}" dt="2026-09-16T08:41:34.732" v="497" actId="20577"/>
          <ac:spMkLst>
            <pc:docMk/>
            <pc:sldMk cId="414644102" sldId="352"/>
            <ac:spMk id="8" creationId="{E966A8D6-63CE-C01F-2958-CFBDB6DE2F72}"/>
          </ac:spMkLst>
        </pc:spChg>
        <pc:spChg chg="mod">
          <ac:chgData name="엄광호(KWANGHO EUM)[eum_kh]/팀장/제조DX.자동보정.MC자동보정팀" userId="0c104bed-bfc5-4d8d-93da-4ded022c412f" providerId="ADAL" clId="{A642DE37-D601-4C89-88DB-FF2BE59DF65F}" dt="2026-09-16T08:42:55.253" v="546" actId="20577"/>
          <ac:spMkLst>
            <pc:docMk/>
            <pc:sldMk cId="414644102" sldId="352"/>
            <ac:spMk id="13" creationId="{1113CD3B-BE32-5ABD-6B46-54803F4551F7}"/>
          </ac:spMkLst>
        </pc:spChg>
        <pc:spChg chg="mod">
          <ac:chgData name="엄광호(KWANGHO EUM)[eum_kh]/팀장/제조DX.자동보정.MC자동보정팀" userId="0c104bed-bfc5-4d8d-93da-4ded022c412f" providerId="ADAL" clId="{A642DE37-D601-4C89-88DB-FF2BE59DF65F}" dt="2026-09-16T09:05:45.402" v="2085" actId="20577"/>
          <ac:spMkLst>
            <pc:docMk/>
            <pc:sldMk cId="414644102" sldId="352"/>
            <ac:spMk id="68" creationId="{4836A17F-0852-F6D6-ECB3-41D77FF212A8}"/>
          </ac:spMkLst>
        </pc:spChg>
        <pc:grpChg chg="del">
          <ac:chgData name="엄광호(KWANGHO EUM)[eum_kh]/팀장/제조DX.자동보정.MC자동보정팀" userId="0c104bed-bfc5-4d8d-93da-4ded022c412f" providerId="ADAL" clId="{A642DE37-D601-4C89-88DB-FF2BE59DF65F}" dt="2026-09-16T09:01:44.101" v="1250" actId="478"/>
          <ac:grpSpMkLst>
            <pc:docMk/>
            <pc:sldMk cId="414644102" sldId="352"/>
            <ac:grpSpMk id="14" creationId="{814EE550-2267-4EE3-16AA-492A4D9C329F}"/>
          </ac:grpSpMkLst>
        </pc:grpChg>
      </pc:sldChg>
      <pc:sldChg chg="modSp mod">
        <pc:chgData name="엄광호(KWANGHO EUM)[eum_kh]/팀장/제조DX.자동보정.MC자동보정팀" userId="0c104bed-bfc5-4d8d-93da-4ded022c412f" providerId="ADAL" clId="{A642DE37-D601-4C89-88DB-FF2BE59DF65F}" dt="2026-09-17T00:03:31.389" v="3518" actId="1076"/>
        <pc:sldMkLst>
          <pc:docMk/>
          <pc:sldMk cId="3231850307" sldId="411"/>
        </pc:sldMkLst>
        <pc:spChg chg="mod">
          <ac:chgData name="엄광호(KWANGHO EUM)[eum_kh]/팀장/제조DX.자동보정.MC자동보정팀" userId="0c104bed-bfc5-4d8d-93da-4ded022c412f" providerId="ADAL" clId="{A642DE37-D601-4C89-88DB-FF2BE59DF65F}" dt="2026-09-16T15:27:02.631" v="2092" actId="20577"/>
          <ac:spMkLst>
            <pc:docMk/>
            <pc:sldMk cId="3231850307" sldId="411"/>
            <ac:spMk id="6" creationId="{727EEF6E-D257-401B-9F50-31396C955D78}"/>
          </ac:spMkLst>
        </pc:spChg>
        <pc:spChg chg="mod">
          <ac:chgData name="엄광호(KWANGHO EUM)[eum_kh]/팀장/제조DX.자동보정.MC자동보정팀" userId="0c104bed-bfc5-4d8d-93da-4ded022c412f" providerId="ADAL" clId="{A642DE37-D601-4C89-88DB-FF2BE59DF65F}" dt="2026-09-17T00:03:31.389" v="3518" actId="1076"/>
          <ac:spMkLst>
            <pc:docMk/>
            <pc:sldMk cId="3231850307" sldId="411"/>
            <ac:spMk id="7" creationId="{FF9D7A41-7B03-5BE2-F624-3C6CDFE3447D}"/>
          </ac:spMkLst>
        </pc:spChg>
        <pc:spChg chg="mod">
          <ac:chgData name="엄광호(KWANGHO EUM)[eum_kh]/팀장/제조DX.자동보정.MC자동보정팀" userId="0c104bed-bfc5-4d8d-93da-4ded022c412f" providerId="ADAL" clId="{A642DE37-D601-4C89-88DB-FF2BE59DF65F}" dt="2026-09-17T00:03:29.318" v="3517" actId="1076"/>
          <ac:spMkLst>
            <pc:docMk/>
            <pc:sldMk cId="3231850307" sldId="411"/>
            <ac:spMk id="67" creationId="{71A2530E-7B1A-4DA0-5354-43F86F23432B}"/>
          </ac:spMkLst>
        </pc:spChg>
      </pc:sldChg>
    </pc:docChg>
  </pc:docChgLst>
  <pc:docChgLst>
    <pc:chgData name="나영준(YOUNGJUN NA)[youngjun_na]/책임/제조DX.자동보정.MC자동보정팀" userId="S::youngjun_na@lgensol.com::0c590520-1e60-4e57-b0d6-012f89cef193" providerId="AD" clId="Web-{7C618DC3-784A-190D-D15A-44752A18929B}"/>
    <pc:docChg chg="modSld">
      <pc:chgData name="나영준(YOUNGJUN NA)[youngjun_na]/책임/제조DX.자동보정.MC자동보정팀" userId="S::youngjun_na@lgensol.com::0c590520-1e60-4e57-b0d6-012f89cef193" providerId="AD" clId="Web-{7C618DC3-784A-190D-D15A-44752A18929B}" dt="2026-09-08T23:58:35.576" v="60" actId="20577"/>
      <pc:docMkLst>
        <pc:docMk/>
      </pc:docMkLst>
      <pc:sldChg chg="modSp">
        <pc:chgData name="나영준(YOUNGJUN NA)[youngjun_na]/책임/제조DX.자동보정.MC자동보정팀" userId="S::youngjun_na@lgensol.com::0c590520-1e60-4e57-b0d6-012f89cef193" providerId="AD" clId="Web-{7C618DC3-784A-190D-D15A-44752A18929B}" dt="2026-09-08T23:56:12.196" v="37" actId="20577"/>
        <pc:sldMkLst>
          <pc:docMk/>
          <pc:sldMk cId="4118150585" sldId="282"/>
        </pc:sldMkLst>
        <pc:spChg chg="mod">
          <ac:chgData name="나영준(YOUNGJUN NA)[youngjun_na]/책임/제조DX.자동보정.MC자동보정팀" userId="S::youngjun_na@lgensol.com::0c590520-1e60-4e57-b0d6-012f89cef193" providerId="AD" clId="Web-{7C618DC3-784A-190D-D15A-44752A18929B}" dt="2026-09-08T23:54:11.754" v="22" actId="20577"/>
          <ac:spMkLst>
            <pc:docMk/>
            <pc:sldMk cId="4118150585" sldId="282"/>
            <ac:spMk id="7" creationId="{3C2E9CE6-904A-B2C0-D032-387E16A67CFC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7C618DC3-784A-190D-D15A-44752A18929B}" dt="2026-09-08T23:56:12.196" v="37" actId="20577"/>
          <ac:spMkLst>
            <pc:docMk/>
            <pc:sldMk cId="4118150585" sldId="282"/>
            <ac:spMk id="10" creationId="{BE4C2C8B-09AF-FAC9-52C3-2C3EFD407CCC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7C618DC3-784A-190D-D15A-44752A18929B}" dt="2026-09-08T23:54:03.769" v="21" actId="20577"/>
        <pc:sldMkLst>
          <pc:docMk/>
          <pc:sldMk cId="610755056" sldId="303"/>
        </pc:sldMkLst>
        <pc:spChg chg="mod">
          <ac:chgData name="나영준(YOUNGJUN NA)[youngjun_na]/책임/제조DX.자동보정.MC자동보정팀" userId="S::youngjun_na@lgensol.com::0c590520-1e60-4e57-b0d6-012f89cef193" providerId="AD" clId="Web-{7C618DC3-784A-190D-D15A-44752A18929B}" dt="2026-09-08T23:54:03.769" v="21" actId="20577"/>
          <ac:spMkLst>
            <pc:docMk/>
            <pc:sldMk cId="610755056" sldId="303"/>
            <ac:spMk id="7" creationId="{87AA14E4-54AD-8324-C7DF-2A64FDEFD4EE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7C618DC3-784A-190D-D15A-44752A18929B}" dt="2026-09-08T23:53:57.441" v="20" actId="20577"/>
        <pc:sldMkLst>
          <pc:docMk/>
          <pc:sldMk cId="3438866837" sldId="309"/>
        </pc:sldMkLst>
        <pc:spChg chg="mod">
          <ac:chgData name="나영준(YOUNGJUN NA)[youngjun_na]/책임/제조DX.자동보정.MC자동보정팀" userId="S::youngjun_na@lgensol.com::0c590520-1e60-4e57-b0d6-012f89cef193" providerId="AD" clId="Web-{7C618DC3-784A-190D-D15A-44752A18929B}" dt="2026-09-08T23:53:57.441" v="20" actId="20577"/>
          <ac:spMkLst>
            <pc:docMk/>
            <pc:sldMk cId="3438866837" sldId="309"/>
            <ac:spMk id="7" creationId="{F0B5C10F-E9D8-D6F1-CF35-61FE85C2F484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7C618DC3-784A-190D-D15A-44752A18929B}" dt="2026-09-08T23:58:35.576" v="60" actId="20577"/>
        <pc:sldMkLst>
          <pc:docMk/>
          <pc:sldMk cId="2800363497" sldId="343"/>
        </pc:sldMkLst>
        <pc:spChg chg="mod">
          <ac:chgData name="나영준(YOUNGJUN NA)[youngjun_na]/책임/제조DX.자동보정.MC자동보정팀" userId="S::youngjun_na@lgensol.com::0c590520-1e60-4e57-b0d6-012f89cef193" providerId="AD" clId="Web-{7C618DC3-784A-190D-D15A-44752A18929B}" dt="2026-09-08T23:58:35.576" v="60" actId="20577"/>
          <ac:spMkLst>
            <pc:docMk/>
            <pc:sldMk cId="2800363497" sldId="343"/>
            <ac:spMk id="11" creationId="{119FFC0B-9D11-698D-BBD2-F42C088382A8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7C618DC3-784A-190D-D15A-44752A18929B}" dt="2026-09-08T23:57:02.463" v="44" actId="20577"/>
        <pc:sldMkLst>
          <pc:docMk/>
          <pc:sldMk cId="319867820" sldId="372"/>
        </pc:sldMkLst>
        <pc:spChg chg="mod">
          <ac:chgData name="나영준(YOUNGJUN NA)[youngjun_na]/책임/제조DX.자동보정.MC자동보정팀" userId="S::youngjun_na@lgensol.com::0c590520-1e60-4e57-b0d6-012f89cef193" providerId="AD" clId="Web-{7C618DC3-784A-190D-D15A-44752A18929B}" dt="2026-09-08T23:53:49.815" v="19" actId="20577"/>
          <ac:spMkLst>
            <pc:docMk/>
            <pc:sldMk cId="319867820" sldId="372"/>
            <ac:spMk id="17" creationId="{24078160-BD87-7DDB-35FF-AC266021525D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7C618DC3-784A-190D-D15A-44752A18929B}" dt="2026-09-08T23:57:02.463" v="44" actId="20577"/>
          <ac:spMkLst>
            <pc:docMk/>
            <pc:sldMk cId="319867820" sldId="372"/>
            <ac:spMk id="30" creationId="{5A93FBA8-E3C4-0943-75E5-74D25EF1452D}"/>
          </ac:spMkLst>
        </pc:spChg>
      </pc:sldChg>
    </pc:docChg>
  </pc:docChgLst>
  <pc:docChgLst>
    <pc:chgData name="김종환(JONGHWAN KIM)[jhkim1750]/책임/제조DX.자동보정.MC자동보정팀" userId="85eb5721-10b6-43e6-be8d-61a2287bb1b3" providerId="ADAL" clId="{40D54371-7594-454E-8CFF-997F1CA23E7F}"/>
    <pc:docChg chg="undo redo custSel modSld">
      <pc:chgData name="김종환(JONGHWAN KIM)[jhkim1750]/책임/제조DX.자동보정.MC자동보정팀" userId="85eb5721-10b6-43e6-be8d-61a2287bb1b3" providerId="ADAL" clId="{40D54371-7594-454E-8CFF-997F1CA23E7F}" dt="2026-09-23T01:52:02.217" v="6971" actId="20577"/>
      <pc:docMkLst>
        <pc:docMk/>
      </pc:docMkLst>
      <pc:sldChg chg="modSp mod">
        <pc:chgData name="김종환(JONGHWAN KIM)[jhkim1750]/책임/제조DX.자동보정.MC자동보정팀" userId="85eb5721-10b6-43e6-be8d-61a2287bb1b3" providerId="ADAL" clId="{40D54371-7594-454E-8CFF-997F1CA23E7F}" dt="2026-09-23T01:50:02.216" v="6906" actId="6549"/>
        <pc:sldMkLst>
          <pc:docMk/>
          <pc:sldMk cId="3548227425" sldId="322"/>
        </pc:sldMkLst>
        <pc:spChg chg="mod">
          <ac:chgData name="김종환(JONGHWAN KIM)[jhkim1750]/책임/제조DX.자동보정.MC자동보정팀" userId="85eb5721-10b6-43e6-be8d-61a2287bb1b3" providerId="ADAL" clId="{40D54371-7594-454E-8CFF-997F1CA23E7F}" dt="2026-09-23T01:27:40.808" v="5647" actId="20577"/>
          <ac:spMkLst>
            <pc:docMk/>
            <pc:sldMk cId="3548227425" sldId="322"/>
            <ac:spMk id="7" creationId="{8F89D843-D256-6012-EF95-2DF1105019B5}"/>
          </ac:spMkLst>
        </pc:spChg>
        <pc:spChg chg="mod">
          <ac:chgData name="김종환(JONGHWAN KIM)[jhkim1750]/책임/제조DX.자동보정.MC자동보정팀" userId="85eb5721-10b6-43e6-be8d-61a2287bb1b3" providerId="ADAL" clId="{40D54371-7594-454E-8CFF-997F1CA23E7F}" dt="2026-09-23T01:50:02.216" v="6906" actId="6549"/>
          <ac:spMkLst>
            <pc:docMk/>
            <pc:sldMk cId="3548227425" sldId="322"/>
            <ac:spMk id="11" creationId="{537FC6C8-6619-2204-B1C9-C07CB552BC29}"/>
          </ac:spMkLst>
        </pc:spChg>
        <pc:graphicFrameChg chg="mod modGraphic">
          <ac:chgData name="김종환(JONGHWAN KIM)[jhkim1750]/책임/제조DX.자동보정.MC자동보정팀" userId="85eb5721-10b6-43e6-be8d-61a2287bb1b3" providerId="ADAL" clId="{40D54371-7594-454E-8CFF-997F1CA23E7F}" dt="2026-09-23T01:28:44.948" v="5687" actId="207"/>
          <ac:graphicFrameMkLst>
            <pc:docMk/>
            <pc:sldMk cId="3548227425" sldId="322"/>
            <ac:graphicFrameMk id="34" creationId="{DC68C6E4-DFA5-97FD-B70A-4AE2F8B228BE}"/>
          </ac:graphicFrameMkLst>
        </pc:graphicFrameChg>
      </pc:sldChg>
      <pc:sldChg chg="addSp delSp modSp mod">
        <pc:chgData name="김종환(JONGHWAN KIM)[jhkim1750]/책임/제조DX.자동보정.MC자동보정팀" userId="85eb5721-10b6-43e6-be8d-61a2287bb1b3" providerId="ADAL" clId="{40D54371-7594-454E-8CFF-997F1CA23E7F}" dt="2026-09-23T01:33:31.673" v="5912" actId="20577"/>
        <pc:sldMkLst>
          <pc:docMk/>
          <pc:sldMk cId="1642726127" sldId="344"/>
        </pc:sldMkLst>
        <pc:spChg chg="mod">
          <ac:chgData name="김종환(JONGHWAN KIM)[jhkim1750]/책임/제조DX.자동보정.MC자동보정팀" userId="85eb5721-10b6-43e6-be8d-61a2287bb1b3" providerId="ADAL" clId="{40D54371-7594-454E-8CFF-997F1CA23E7F}" dt="2026-09-23T01:33:31.673" v="5912" actId="20577"/>
          <ac:spMkLst>
            <pc:docMk/>
            <pc:sldMk cId="1642726127" sldId="344"/>
            <ac:spMk id="10" creationId="{32AE87DE-04A4-BD4B-927A-7899052DF654}"/>
          </ac:spMkLst>
        </pc:spChg>
        <pc:spChg chg="mod">
          <ac:chgData name="김종환(JONGHWAN KIM)[jhkim1750]/책임/제조DX.자동보정.MC자동보정팀" userId="85eb5721-10b6-43e6-be8d-61a2287bb1b3" providerId="ADAL" clId="{40D54371-7594-454E-8CFF-997F1CA23E7F}" dt="2026-09-23T01:32:44.139" v="5740" actId="20577"/>
          <ac:spMkLst>
            <pc:docMk/>
            <pc:sldMk cId="1642726127" sldId="344"/>
            <ac:spMk id="13" creationId="{B0F42EEC-6055-A2E3-220F-C6CA8D97AB6E}"/>
          </ac:spMkLst>
        </pc:spChg>
        <pc:spChg chg="del mod">
          <ac:chgData name="김종환(JONGHWAN KIM)[jhkim1750]/책임/제조DX.자동보정.MC자동보정팀" userId="85eb5721-10b6-43e6-be8d-61a2287bb1b3" providerId="ADAL" clId="{40D54371-7594-454E-8CFF-997F1CA23E7F}" dt="2026-09-23T00:26:56.714" v="526" actId="478"/>
          <ac:spMkLst>
            <pc:docMk/>
            <pc:sldMk cId="1642726127" sldId="344"/>
            <ac:spMk id="14" creationId="{359ADD28-E769-C1E1-2F39-726C076EFB53}"/>
          </ac:spMkLst>
        </pc:spChg>
        <pc:spChg chg="del mod">
          <ac:chgData name="김종환(JONGHWAN KIM)[jhkim1750]/책임/제조DX.자동보정.MC자동보정팀" userId="85eb5721-10b6-43e6-be8d-61a2287bb1b3" providerId="ADAL" clId="{40D54371-7594-454E-8CFF-997F1CA23E7F}" dt="2026-09-23T00:26:55.546" v="525" actId="478"/>
          <ac:spMkLst>
            <pc:docMk/>
            <pc:sldMk cId="1642726127" sldId="344"/>
            <ac:spMk id="15" creationId="{8423F7EE-F642-851E-5FA5-646664DEC008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25:56.947" v="505" actId="14100"/>
          <ac:spMkLst>
            <pc:docMk/>
            <pc:sldMk cId="1642726127" sldId="344"/>
            <ac:spMk id="16" creationId="{63A57115-EDD2-7D61-8A51-D79381D1BB8F}"/>
          </ac:spMkLst>
        </pc:spChg>
        <pc:spChg chg="add del mod">
          <ac:chgData name="김종환(JONGHWAN KIM)[jhkim1750]/책임/제조DX.자동보정.MC자동보정팀" userId="85eb5721-10b6-43e6-be8d-61a2287bb1b3" providerId="ADAL" clId="{40D54371-7594-454E-8CFF-997F1CA23E7F}" dt="2026-09-23T00:26:08.658" v="508" actId="478"/>
          <ac:spMkLst>
            <pc:docMk/>
            <pc:sldMk cId="1642726127" sldId="344"/>
            <ac:spMk id="18" creationId="{A2AF06BB-7811-74E4-1B1B-06B7469C1DAF}"/>
          </ac:spMkLst>
        </pc:spChg>
        <pc:spChg chg="add del mod">
          <ac:chgData name="김종환(JONGHWAN KIM)[jhkim1750]/책임/제조DX.자동보정.MC자동보정팀" userId="85eb5721-10b6-43e6-be8d-61a2287bb1b3" providerId="ADAL" clId="{40D54371-7594-454E-8CFF-997F1CA23E7F}" dt="2026-09-23T00:26:09.799" v="509" actId="478"/>
          <ac:spMkLst>
            <pc:docMk/>
            <pc:sldMk cId="1642726127" sldId="344"/>
            <ac:spMk id="20" creationId="{D60D140C-4B72-920E-A5F1-ECFDA7EFCE2E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57:34.390" v="1433" actId="1035"/>
          <ac:spMkLst>
            <pc:docMk/>
            <pc:sldMk cId="1642726127" sldId="344"/>
            <ac:spMk id="22" creationId="{FF097066-6F2D-15E8-B533-AC91E712C5C6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57:37.007" v="1441" actId="1037"/>
          <ac:spMkLst>
            <pc:docMk/>
            <pc:sldMk cId="1642726127" sldId="344"/>
            <ac:spMk id="23" creationId="{7A8CAEBA-171F-6357-E460-F01E6B4B9BCD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25:59.923" v="506" actId="14100"/>
          <ac:spMkLst>
            <pc:docMk/>
            <pc:sldMk cId="1642726127" sldId="344"/>
            <ac:spMk id="24" creationId="{9F6374C7-E6D8-7F7E-A3AA-72F896C43CBD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27:37.381" v="560" actId="404"/>
          <ac:spMkLst>
            <pc:docMk/>
            <pc:sldMk cId="1642726127" sldId="344"/>
            <ac:spMk id="25" creationId="{FF8FE55C-9A4C-A506-377F-E40E580EA85D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27:33.410" v="557" actId="404"/>
          <ac:spMkLst>
            <pc:docMk/>
            <pc:sldMk cId="1642726127" sldId="344"/>
            <ac:spMk id="27" creationId="{3BD8D755-1BAB-7027-A042-0064D0152212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08:19.211" v="502" actId="164"/>
          <ac:spMkLst>
            <pc:docMk/>
            <pc:sldMk cId="1642726127" sldId="344"/>
            <ac:spMk id="28" creationId="{058507DA-3A0F-E327-758D-4484DF2409DA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27:30.183" v="554" actId="1038"/>
          <ac:spMkLst>
            <pc:docMk/>
            <pc:sldMk cId="1642726127" sldId="344"/>
            <ac:spMk id="30" creationId="{762A9836-9A8A-1165-C597-8999C6BC07BF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1:32:55.812" v="5788" actId="1036"/>
          <ac:spMkLst>
            <pc:docMk/>
            <pc:sldMk cId="1642726127" sldId="344"/>
            <ac:spMk id="34" creationId="{918C612A-D119-6A2A-27C1-DD7BABC748C8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38" creationId="{F64F6CC9-D5F8-E5B5-FEF8-6C59F87F4656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39" creationId="{3CAAF379-5F78-CC91-6E50-F6672EACDDB5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40" creationId="{A2096EFA-5331-D4F4-7D71-C670C3E5937C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41" creationId="{16127A73-45A6-667F-BA78-30F0F0CC19A6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42" creationId="{3BC8A918-0A18-022B-D411-097728DA8CD0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43" creationId="{479E8B24-08AA-0B2E-EC53-06692D64A9EE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44" creationId="{C1C05456-6975-9B1F-A45E-D81CE84AA2B0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45" creationId="{F405F2E2-13BD-4747-0DB6-E90D5CFCCD4D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46" creationId="{37DE4E91-5642-882B-EDE1-D6F8BFBBFDA1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47" creationId="{68140202-C278-FF5B-9698-2DB51BADD202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48" creationId="{6457A938-E70F-50E4-5720-FDF094CEBC5E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49" creationId="{BB9AAF93-2327-541F-7C62-FBF15D39C6F2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50" creationId="{CB9FD514-0D02-06B2-4CB8-60AAF9238F7A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spMkLst>
            <pc:docMk/>
            <pc:sldMk cId="1642726127" sldId="344"/>
            <ac:spMk id="51" creationId="{EE77C1BF-AF14-21B8-66F1-9BFE4EC06211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5:50.892" v="698" actId="164"/>
          <ac:spMkLst>
            <pc:docMk/>
            <pc:sldMk cId="1642726127" sldId="344"/>
            <ac:spMk id="55" creationId="{238D9042-DF95-A3B6-B176-3D1263225374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5:50.892" v="698" actId="164"/>
          <ac:spMkLst>
            <pc:docMk/>
            <pc:sldMk cId="1642726127" sldId="344"/>
            <ac:spMk id="56" creationId="{86A20FFE-F96A-F363-11D2-43C34C3FC35C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5:50.892" v="698" actId="164"/>
          <ac:spMkLst>
            <pc:docMk/>
            <pc:sldMk cId="1642726127" sldId="344"/>
            <ac:spMk id="57" creationId="{270FBE53-7506-521E-CF74-20E3ECD2DCFA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5:50.892" v="698" actId="164"/>
          <ac:spMkLst>
            <pc:docMk/>
            <pc:sldMk cId="1642726127" sldId="344"/>
            <ac:spMk id="58" creationId="{A6AC7905-E65A-463B-C31B-199AE113D130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5:27.397" v="675" actId="1076"/>
          <ac:spMkLst>
            <pc:docMk/>
            <pc:sldMk cId="1642726127" sldId="344"/>
            <ac:spMk id="59" creationId="{785119D6-1F6C-1590-7FC6-F39BB3BC000A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5:10.782" v="668" actId="164"/>
          <ac:spMkLst>
            <pc:docMk/>
            <pc:sldMk cId="1642726127" sldId="344"/>
            <ac:spMk id="60" creationId="{DE445726-FE8A-E0CF-6883-BB27325A4D56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5:10.782" v="668" actId="164"/>
          <ac:spMkLst>
            <pc:docMk/>
            <pc:sldMk cId="1642726127" sldId="344"/>
            <ac:spMk id="61" creationId="{53ABE696-E823-5A85-0CE2-E6C25B6BA408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5:10.782" v="668" actId="164"/>
          <ac:spMkLst>
            <pc:docMk/>
            <pc:sldMk cId="1642726127" sldId="344"/>
            <ac:spMk id="62" creationId="{B5A39534-7BAD-9528-6EE5-FA05894B4762}"/>
          </ac:spMkLst>
        </pc:spChg>
        <pc:spChg chg="add del mod topLvl">
          <ac:chgData name="김종환(JONGHWAN KIM)[jhkim1750]/책임/제조DX.자동보정.MC자동보정팀" userId="85eb5721-10b6-43e6-be8d-61a2287bb1b3" providerId="ADAL" clId="{40D54371-7594-454E-8CFF-997F1CA23E7F}" dt="2026-09-23T00:45:23.197" v="674" actId="478"/>
          <ac:spMkLst>
            <pc:docMk/>
            <pc:sldMk cId="1642726127" sldId="344"/>
            <ac:spMk id="63" creationId="{78C43019-FAED-32BB-B181-E9BA7E95460A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6:07.833" v="707" actId="20577"/>
          <ac:spMkLst>
            <pc:docMk/>
            <pc:sldMk cId="1642726127" sldId="344"/>
            <ac:spMk id="64" creationId="{AFD684F8-9219-2252-E7C4-08FEB011CCD3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6:12.025" v="709" actId="20577"/>
          <ac:spMkLst>
            <pc:docMk/>
            <pc:sldMk cId="1642726127" sldId="344"/>
            <ac:spMk id="65" creationId="{D3D7E8C1-1227-1CD4-3A27-45AF274D1F52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5:10.782" v="668" actId="164"/>
          <ac:spMkLst>
            <pc:docMk/>
            <pc:sldMk cId="1642726127" sldId="344"/>
            <ac:spMk id="66" creationId="{C838C20D-6654-2D57-1C83-EC5DE63E06F0}"/>
          </ac:spMkLst>
        </pc:spChg>
        <pc:spChg chg="add mod topLvl">
          <ac:chgData name="김종환(JONGHWAN KIM)[jhkim1750]/책임/제조DX.자동보정.MC자동보정팀" userId="85eb5721-10b6-43e6-be8d-61a2287bb1b3" providerId="ADAL" clId="{40D54371-7594-454E-8CFF-997F1CA23E7F}" dt="2026-09-23T00:46:01.710" v="705" actId="14100"/>
          <ac:spMkLst>
            <pc:docMk/>
            <pc:sldMk cId="1642726127" sldId="344"/>
            <ac:spMk id="67" creationId="{10FE5B75-C462-015D-2256-FF6C77BBE550}"/>
          </ac:spMkLst>
        </pc:spChg>
        <pc:spChg chg="add del mod topLvl">
          <ac:chgData name="김종환(JONGHWAN KIM)[jhkim1750]/책임/제조DX.자동보정.MC자동보정팀" userId="85eb5721-10b6-43e6-be8d-61a2287bb1b3" providerId="ADAL" clId="{40D54371-7594-454E-8CFF-997F1CA23E7F}" dt="2026-09-23T00:45:22.039" v="673" actId="478"/>
          <ac:spMkLst>
            <pc:docMk/>
            <pc:sldMk cId="1642726127" sldId="344"/>
            <ac:spMk id="68" creationId="{59344ED5-C435-1FC3-9086-58263D1F1CFC}"/>
          </ac:spMkLst>
        </pc:spChg>
        <pc:spChg chg="add mod">
          <ac:chgData name="김종환(JONGHWAN KIM)[jhkim1750]/책임/제조DX.자동보정.MC자동보정팀" userId="85eb5721-10b6-43e6-be8d-61a2287bb1b3" providerId="ADAL" clId="{40D54371-7594-454E-8CFF-997F1CA23E7F}" dt="2026-09-23T00:45:50.892" v="698" actId="164"/>
          <ac:spMkLst>
            <pc:docMk/>
            <pc:sldMk cId="1642726127" sldId="344"/>
            <ac:spMk id="71" creationId="{891B8EC2-CCF2-3476-0980-0CDABFA9E610}"/>
          </ac:spMkLst>
        </pc:spChg>
        <pc:grpChg chg="add del mod">
          <ac:chgData name="김종환(JONGHWAN KIM)[jhkim1750]/책임/제조DX.자동보정.MC자동보정팀" userId="85eb5721-10b6-43e6-be8d-61a2287bb1b3" providerId="ADAL" clId="{40D54371-7594-454E-8CFF-997F1CA23E7F}" dt="2026-09-23T00:26:55.546" v="525" actId="478"/>
          <ac:grpSpMkLst>
            <pc:docMk/>
            <pc:sldMk cId="1642726127" sldId="344"/>
            <ac:grpSpMk id="9" creationId="{19BEAAB5-C8B1-D295-5237-6AD87392383E}"/>
          </ac:grpSpMkLst>
        </pc:grpChg>
        <pc:grpChg chg="add mod">
          <ac:chgData name="김종환(JONGHWAN KIM)[jhkim1750]/책임/제조DX.자동보정.MC자동보정팀" userId="85eb5721-10b6-43e6-be8d-61a2287bb1b3" providerId="ADAL" clId="{40D54371-7594-454E-8CFF-997F1CA23E7F}" dt="2026-09-23T01:20:15.875" v="4587" actId="14100"/>
          <ac:grpSpMkLst>
            <pc:docMk/>
            <pc:sldMk cId="1642726127" sldId="344"/>
            <ac:grpSpMk id="31" creationId="{509E1D8B-48CC-15E7-FD03-53A748C815FD}"/>
          </ac:grpSpMkLst>
        </pc:grpChg>
        <pc:grpChg chg="add del mod">
          <ac:chgData name="김종환(JONGHWAN KIM)[jhkim1750]/책임/제조DX.자동보정.MC자동보정팀" userId="85eb5721-10b6-43e6-be8d-61a2287bb1b3" providerId="ADAL" clId="{40D54371-7594-454E-8CFF-997F1CA23E7F}" dt="2026-09-23T00:44:59.827" v="664" actId="165"/>
          <ac:grpSpMkLst>
            <pc:docMk/>
            <pc:sldMk cId="1642726127" sldId="344"/>
            <ac:grpSpMk id="69" creationId="{6B834B88-5871-C310-4424-B8D698E7C1B8}"/>
          </ac:grpSpMkLst>
        </pc:grpChg>
        <pc:grpChg chg="add mod">
          <ac:chgData name="김종환(JONGHWAN KIM)[jhkim1750]/책임/제조DX.자동보정.MC자동보정팀" userId="85eb5721-10b6-43e6-be8d-61a2287bb1b3" providerId="ADAL" clId="{40D54371-7594-454E-8CFF-997F1CA23E7F}" dt="2026-09-23T00:45:50.892" v="698" actId="164"/>
          <ac:grpSpMkLst>
            <pc:docMk/>
            <pc:sldMk cId="1642726127" sldId="344"/>
            <ac:grpSpMk id="70" creationId="{CC70AAAB-400E-763A-F4CC-156F1ABE3EE8}"/>
          </ac:grpSpMkLst>
        </pc:grpChg>
        <pc:grpChg chg="add mod">
          <ac:chgData name="김종환(JONGHWAN KIM)[jhkim1750]/책임/제조DX.자동보정.MC자동보정팀" userId="85eb5721-10b6-43e6-be8d-61a2287bb1b3" providerId="ADAL" clId="{40D54371-7594-454E-8CFF-997F1CA23E7F}" dt="2026-09-23T01:20:26.604" v="4612" actId="1035"/>
          <ac:grpSpMkLst>
            <pc:docMk/>
            <pc:sldMk cId="1642726127" sldId="344"/>
            <ac:grpSpMk id="72" creationId="{3C3E167C-7C6F-292C-0F5F-18A266B5D841}"/>
          </ac:grpSpMkLst>
        </pc:grpChg>
        <pc:picChg chg="add mod modCrop">
          <ac:chgData name="김종환(JONGHWAN KIM)[jhkim1750]/책임/제조DX.자동보정.MC자동보정팀" userId="85eb5721-10b6-43e6-be8d-61a2287bb1b3" providerId="ADAL" clId="{40D54371-7594-454E-8CFF-997F1CA23E7F}" dt="2026-09-23T00:26:05.035" v="507" actId="732"/>
          <ac:picMkLst>
            <pc:docMk/>
            <pc:sldMk cId="1642726127" sldId="344"/>
            <ac:picMk id="7" creationId="{D16E2547-B956-42BA-EB39-456EEAF5DFDF}"/>
          </ac:picMkLst>
        </pc:picChg>
        <pc:picChg chg="del mod">
          <ac:chgData name="김종환(JONGHWAN KIM)[jhkim1750]/책임/제조DX.자동보정.MC자동보정팀" userId="85eb5721-10b6-43e6-be8d-61a2287bb1b3" providerId="ADAL" clId="{40D54371-7594-454E-8CFF-997F1CA23E7F}" dt="2026-09-23T00:26:53.392" v="524" actId="478"/>
          <ac:picMkLst>
            <pc:docMk/>
            <pc:sldMk cId="1642726127" sldId="344"/>
            <ac:picMk id="12" creationId="{458E8E65-D2EA-565D-A66C-5F16FC9AAB53}"/>
          </ac:picMkLst>
        </pc:picChg>
        <pc:picChg chg="add mod">
          <ac:chgData name="김종환(JONGHWAN KIM)[jhkim1750]/책임/제조DX.자동보정.MC자동보정팀" userId="85eb5721-10b6-43e6-be8d-61a2287bb1b3" providerId="ADAL" clId="{40D54371-7594-454E-8CFF-997F1CA23E7F}" dt="2026-09-23T00:26:26.197" v="516" actId="1076"/>
          <ac:picMkLst>
            <pc:docMk/>
            <pc:sldMk cId="1642726127" sldId="344"/>
            <ac:picMk id="19" creationId="{32A436A6-C191-89C6-B867-2C186B274DD8}"/>
          </ac:picMkLst>
        </pc:picChg>
        <pc:picChg chg="add mod">
          <ac:chgData name="김종환(JONGHWAN KIM)[jhkim1750]/책임/제조DX.자동보정.MC자동보정팀" userId="85eb5721-10b6-43e6-be8d-61a2287bb1b3" providerId="ADAL" clId="{40D54371-7594-454E-8CFF-997F1CA23E7F}" dt="2026-09-23T00:27:19.282" v="531" actId="1076"/>
          <ac:picMkLst>
            <pc:docMk/>
            <pc:sldMk cId="1642726127" sldId="344"/>
            <ac:picMk id="21" creationId="{EAE58258-3507-7E80-68AD-C733627FE4A9}"/>
          </ac:picMkLst>
        </pc:picChg>
        <pc:picChg chg="add mod">
          <ac:chgData name="김종환(JONGHWAN KIM)[jhkim1750]/책임/제조DX.자동보정.MC자동보정팀" userId="85eb5721-10b6-43e6-be8d-61a2287bb1b3" providerId="ADAL" clId="{40D54371-7594-454E-8CFF-997F1CA23E7F}" dt="2026-09-23T00:26:29.986" v="518" actId="1076"/>
          <ac:picMkLst>
            <pc:docMk/>
            <pc:sldMk cId="1642726127" sldId="344"/>
            <ac:picMk id="26" creationId="{F2F7D098-ED3A-1D1D-EA9C-3B1929F70554}"/>
          </ac:picMkLst>
        </pc:picChg>
        <pc:pic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picMkLst>
            <pc:docMk/>
            <pc:sldMk cId="1642726127" sldId="344"/>
            <ac:picMk id="35" creationId="{F36BA9E6-DE75-2135-CE8E-0BE287AA90ED}"/>
          </ac:picMkLst>
        </pc:picChg>
        <pc:pic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picMkLst>
            <pc:docMk/>
            <pc:sldMk cId="1642726127" sldId="344"/>
            <ac:picMk id="36" creationId="{29384341-CBB5-CE2E-7D43-7EEAC36834BB}"/>
          </ac:picMkLst>
        </pc:picChg>
        <pc:picChg chg="add mod">
          <ac:chgData name="김종환(JONGHWAN KIM)[jhkim1750]/책임/제조DX.자동보정.MC자동보정팀" userId="85eb5721-10b6-43e6-be8d-61a2287bb1b3" providerId="ADAL" clId="{40D54371-7594-454E-8CFF-997F1CA23E7F}" dt="2026-09-23T00:30:19.336" v="617"/>
          <ac:picMkLst>
            <pc:docMk/>
            <pc:sldMk cId="1642726127" sldId="344"/>
            <ac:picMk id="37" creationId="{8AB23B53-B243-2701-725C-112C3DD8568F}"/>
          </ac:picMkLst>
        </pc:picChg>
        <pc:picChg chg="add mod topLvl">
          <ac:chgData name="김종환(JONGHWAN KIM)[jhkim1750]/책임/제조DX.자동보정.MC자동보정팀" userId="85eb5721-10b6-43e6-be8d-61a2287bb1b3" providerId="ADAL" clId="{40D54371-7594-454E-8CFF-997F1CA23E7F}" dt="2026-09-23T00:45:50.892" v="698" actId="164"/>
          <ac:picMkLst>
            <pc:docMk/>
            <pc:sldMk cId="1642726127" sldId="344"/>
            <ac:picMk id="52" creationId="{610040D5-C783-F858-4B41-4C90F4F588A9}"/>
          </ac:picMkLst>
        </pc:picChg>
        <pc:picChg chg="add mod topLvl">
          <ac:chgData name="김종환(JONGHWAN KIM)[jhkim1750]/책임/제조DX.자동보정.MC자동보정팀" userId="85eb5721-10b6-43e6-be8d-61a2287bb1b3" providerId="ADAL" clId="{40D54371-7594-454E-8CFF-997F1CA23E7F}" dt="2026-09-23T00:45:10.782" v="668" actId="164"/>
          <ac:picMkLst>
            <pc:docMk/>
            <pc:sldMk cId="1642726127" sldId="344"/>
            <ac:picMk id="53" creationId="{FA582C2D-0480-809D-E53A-DBB0144F1DA9}"/>
          </ac:picMkLst>
        </pc:picChg>
        <pc:picChg chg="add mod topLvl">
          <ac:chgData name="김종환(JONGHWAN KIM)[jhkim1750]/책임/제조DX.자동보정.MC자동보정팀" userId="85eb5721-10b6-43e6-be8d-61a2287bb1b3" providerId="ADAL" clId="{40D54371-7594-454E-8CFF-997F1CA23E7F}" dt="2026-09-23T00:45:50.892" v="698" actId="164"/>
          <ac:picMkLst>
            <pc:docMk/>
            <pc:sldMk cId="1642726127" sldId="344"/>
            <ac:picMk id="54" creationId="{527EFD65-6ACE-371E-A1DA-1A4396D2758F}"/>
          </ac:picMkLst>
        </pc:picChg>
        <pc:cxnChg chg="add mod">
          <ac:chgData name="김종환(JONGHWAN KIM)[jhkim1750]/책임/제조DX.자동보정.MC자동보정팀" userId="85eb5721-10b6-43e6-be8d-61a2287bb1b3" providerId="ADAL" clId="{40D54371-7594-454E-8CFF-997F1CA23E7F}" dt="2026-09-23T00:27:09.703" v="529" actId="1076"/>
          <ac:cxnSpMkLst>
            <pc:docMk/>
            <pc:sldMk cId="1642726127" sldId="344"/>
            <ac:cxnSpMk id="29" creationId="{B01F5B59-9226-BE50-9C09-16019BC56541}"/>
          </ac:cxnSpMkLst>
        </pc:cxnChg>
      </pc:sldChg>
      <pc:sldChg chg="modSp mod">
        <pc:chgData name="김종환(JONGHWAN KIM)[jhkim1750]/책임/제조DX.자동보정.MC자동보정팀" userId="85eb5721-10b6-43e6-be8d-61a2287bb1b3" providerId="ADAL" clId="{40D54371-7594-454E-8CFF-997F1CA23E7F}" dt="2026-09-23T01:52:02.217" v="6971" actId="20577"/>
        <pc:sldMkLst>
          <pc:docMk/>
          <pc:sldMk cId="3231850307" sldId="411"/>
        </pc:sldMkLst>
        <pc:spChg chg="mod">
          <ac:chgData name="김종환(JONGHWAN KIM)[jhkim1750]/책임/제조DX.자동보정.MC자동보정팀" userId="85eb5721-10b6-43e6-be8d-61a2287bb1b3" providerId="ADAL" clId="{40D54371-7594-454E-8CFF-997F1CA23E7F}" dt="2026-09-23T01:52:02.217" v="6971" actId="20577"/>
          <ac:spMkLst>
            <pc:docMk/>
            <pc:sldMk cId="3231850307" sldId="411"/>
            <ac:spMk id="10" creationId="{AEA47A33-7D52-0506-3AB1-ED368AE87514}"/>
          </ac:spMkLst>
        </pc:spChg>
      </pc:sldChg>
    </pc:docChg>
  </pc:docChgLst>
  <pc:docChgLst>
    <pc:chgData name="변승섭(BYUN SEUNGSUB)[ssbyun]/사원/제조DX.자동보정.MC자동보정팀" userId="1b38d4b6-64c3-40fb-bb51-29309b54142d" providerId="ADAL" clId="{71CD22AC-B955-445F-BB97-BD41174A24AB}"/>
    <pc:docChg chg="undo custSel modSld">
      <pc:chgData name="변승섭(BYUN SEUNGSUB)[ssbyun]/사원/제조DX.자동보정.MC자동보정팀" userId="1b38d4b6-64c3-40fb-bb51-29309b54142d" providerId="ADAL" clId="{71CD22AC-B955-445F-BB97-BD41174A24AB}" dt="2026-08-26T07:34:38.394" v="1082" actId="20577"/>
      <pc:docMkLst>
        <pc:docMk/>
      </pc:docMkLst>
      <pc:sldChg chg="modSp mod">
        <pc:chgData name="변승섭(BYUN SEUNGSUB)[ssbyun]/사원/제조DX.자동보정.MC자동보정팀" userId="1b38d4b6-64c3-40fb-bb51-29309b54142d" providerId="ADAL" clId="{71CD22AC-B955-445F-BB97-BD41174A24AB}" dt="2026-08-26T07:34:06.451" v="1054"/>
        <pc:sldMkLst>
          <pc:docMk/>
          <pc:sldMk cId="4109008651" sldId="281"/>
        </pc:sldMkLst>
        <pc:spChg chg="mod">
          <ac:chgData name="변승섭(BYUN SEUNGSUB)[ssbyun]/사원/제조DX.자동보정.MC자동보정팀" userId="1b38d4b6-64c3-40fb-bb51-29309b54142d" providerId="ADAL" clId="{71CD22AC-B955-445F-BB97-BD41174A24AB}" dt="2026-08-26T07:33:30.418" v="1014" actId="20577"/>
          <ac:spMkLst>
            <pc:docMk/>
            <pc:sldMk cId="4109008651" sldId="281"/>
            <ac:spMk id="5" creationId="{5C506958-B6AE-417E-EF6D-BEC3CF0E2900}"/>
          </ac:spMkLst>
        </pc:spChg>
        <pc:spChg chg="mod">
          <ac:chgData name="변승섭(BYUN SEUNGSUB)[ssbyun]/사원/제조DX.자동보정.MC자동보정팀" userId="1b38d4b6-64c3-40fb-bb51-29309b54142d" providerId="ADAL" clId="{71CD22AC-B955-445F-BB97-BD41174A24AB}" dt="2026-08-26T07:31:25.384" v="1012" actId="20577"/>
          <ac:spMkLst>
            <pc:docMk/>
            <pc:sldMk cId="4109008651" sldId="281"/>
            <ac:spMk id="18" creationId="{FF06F22C-BB34-EAA2-8E9E-F801AEA2E025}"/>
          </ac:spMkLst>
        </pc:spChg>
        <pc:spChg chg="mod">
          <ac:chgData name="변승섭(BYUN SEUNGSUB)[ssbyun]/사원/제조DX.자동보정.MC자동보정팀" userId="1b38d4b6-64c3-40fb-bb51-29309b54142d" providerId="ADAL" clId="{71CD22AC-B955-445F-BB97-BD41174A24AB}" dt="2026-08-26T07:34:06.451" v="1054"/>
          <ac:spMkLst>
            <pc:docMk/>
            <pc:sldMk cId="4109008651" sldId="281"/>
            <ac:spMk id="233" creationId="{25358567-3F96-30CA-7153-459D41B2BA68}"/>
          </ac:spMkLst>
        </pc:spChg>
      </pc:sldChg>
      <pc:sldChg chg="modSp mod">
        <pc:chgData name="변승섭(BYUN SEUNGSUB)[ssbyun]/사원/제조DX.자동보정.MC자동보정팀" userId="1b38d4b6-64c3-40fb-bb51-29309b54142d" providerId="ADAL" clId="{71CD22AC-B955-445F-BB97-BD41174A24AB}" dt="2026-08-26T07:34:38.394" v="1082" actId="20577"/>
        <pc:sldMkLst>
          <pc:docMk/>
          <pc:sldMk cId="3231850307" sldId="411"/>
        </pc:sldMkLst>
        <pc:spChg chg="mod">
          <ac:chgData name="변승섭(BYUN SEUNGSUB)[ssbyun]/사원/제조DX.자동보정.MC자동보정팀" userId="1b38d4b6-64c3-40fb-bb51-29309b54142d" providerId="ADAL" clId="{71CD22AC-B955-445F-BB97-BD41174A24AB}" dt="2026-08-26T07:34:38.394" v="1082" actId="20577"/>
          <ac:spMkLst>
            <pc:docMk/>
            <pc:sldMk cId="3231850307" sldId="411"/>
            <ac:spMk id="7" creationId="{FF9D7A41-7B03-5BE2-F624-3C6CDFE3447D}"/>
          </ac:spMkLst>
        </pc:spChg>
      </pc:sldChg>
    </pc:docChg>
  </pc:docChgLst>
  <pc:docChgLst>
    <pc:chgData name="최창락(CHANGLAK CHOI)[changlac]/선임/제조DX.자동보정.MC자동보정팀" userId="d72a52c0-2206-4e2f-a301-5e6e1519ab1e" providerId="ADAL" clId="{FD93EB3F-E6C2-4FC6-90CF-448646349D3C}"/>
    <pc:docChg chg="undo custSel modSld">
      <pc:chgData name="최창락(CHANGLAK CHOI)[changlac]/선임/제조DX.자동보정.MC자동보정팀" userId="d72a52c0-2206-4e2f-a301-5e6e1519ab1e" providerId="ADAL" clId="{FD93EB3F-E6C2-4FC6-90CF-448646349D3C}" dt="2026-08-26T05:18:12.003" v="560" actId="1035"/>
      <pc:docMkLst>
        <pc:docMk/>
      </pc:docMkLst>
      <pc:sldChg chg="modSp mod">
        <pc:chgData name="최창락(CHANGLAK CHOI)[changlac]/선임/제조DX.자동보정.MC자동보정팀" userId="d72a52c0-2206-4e2f-a301-5e6e1519ab1e" providerId="ADAL" clId="{FD93EB3F-E6C2-4FC6-90CF-448646349D3C}" dt="2026-08-26T05:16:41.621" v="525"/>
        <pc:sldMkLst>
          <pc:docMk/>
          <pc:sldMk cId="1421194858" sldId="386"/>
        </pc:sldMkLst>
        <pc:spChg chg="mod">
          <ac:chgData name="최창락(CHANGLAK CHOI)[changlac]/선임/제조DX.자동보정.MC자동보정팀" userId="d72a52c0-2206-4e2f-a301-5e6e1519ab1e" providerId="ADAL" clId="{FD93EB3F-E6C2-4FC6-90CF-448646349D3C}" dt="2026-08-26T05:16:41.621" v="525"/>
          <ac:spMkLst>
            <pc:docMk/>
            <pc:sldMk cId="1421194858" sldId="386"/>
            <ac:spMk id="30" creationId="{82316C5F-CBE3-A95F-7CC8-EF8564695C5E}"/>
          </ac:spMkLst>
        </pc:spChg>
        <pc:spChg chg="mod">
          <ac:chgData name="최창락(CHANGLAK CHOI)[changlac]/선임/제조DX.자동보정.MC자동보정팀" userId="d72a52c0-2206-4e2f-a301-5e6e1519ab1e" providerId="ADAL" clId="{FD93EB3F-E6C2-4FC6-90CF-448646349D3C}" dt="2026-08-26T05:15:08.515" v="515" actId="20577"/>
          <ac:spMkLst>
            <pc:docMk/>
            <pc:sldMk cId="1421194858" sldId="386"/>
            <ac:spMk id="235" creationId="{F0809C5E-7541-A47D-9EB0-F5C95B7891AC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FD93EB3F-E6C2-4FC6-90CF-448646349D3C}" dt="2026-08-26T05:18:12.003" v="560" actId="1035"/>
        <pc:sldMkLst>
          <pc:docMk/>
          <pc:sldMk cId="3231850307" sldId="411"/>
        </pc:sldMkLst>
        <pc:spChg chg="mod">
          <ac:chgData name="최창락(CHANGLAK CHOI)[changlac]/선임/제조DX.자동보정.MC자동보정팀" userId="d72a52c0-2206-4e2f-a301-5e6e1519ab1e" providerId="ADAL" clId="{FD93EB3F-E6C2-4FC6-90CF-448646349D3C}" dt="2026-08-26T05:18:12.003" v="560" actId="1035"/>
          <ac:spMkLst>
            <pc:docMk/>
            <pc:sldMk cId="3231850307" sldId="411"/>
            <ac:spMk id="7" creationId="{FF9D7A41-7B03-5BE2-F624-3C6CDFE3447D}"/>
          </ac:spMkLst>
        </pc:spChg>
        <pc:spChg chg="mod">
          <ac:chgData name="최창락(CHANGLAK CHOI)[changlac]/선임/제조DX.자동보정.MC자동보정팀" userId="d72a52c0-2206-4e2f-a301-5e6e1519ab1e" providerId="ADAL" clId="{FD93EB3F-E6C2-4FC6-90CF-448646349D3C}" dt="2026-08-26T05:18:04.772" v="553" actId="207"/>
          <ac:spMkLst>
            <pc:docMk/>
            <pc:sldMk cId="3231850307" sldId="411"/>
            <ac:spMk id="67" creationId="{71A2530E-7B1A-4DA0-5354-43F86F23432B}"/>
          </ac:spMkLst>
        </pc:spChg>
      </pc:sldChg>
      <pc:sldChg chg="delSp modSp mod">
        <pc:chgData name="최창락(CHANGLAK CHOI)[changlac]/선임/제조DX.자동보정.MC자동보정팀" userId="d72a52c0-2206-4e2f-a301-5e6e1519ab1e" providerId="ADAL" clId="{FD93EB3F-E6C2-4FC6-90CF-448646349D3C}" dt="2026-08-26T05:15:02.771" v="513" actId="20577"/>
        <pc:sldMkLst>
          <pc:docMk/>
          <pc:sldMk cId="339509220" sldId="418"/>
        </pc:sldMkLst>
        <pc:spChg chg="mod">
          <ac:chgData name="최창락(CHANGLAK CHOI)[changlac]/선임/제조DX.자동보정.MC자동보정팀" userId="d72a52c0-2206-4e2f-a301-5e6e1519ab1e" providerId="ADAL" clId="{FD93EB3F-E6C2-4FC6-90CF-448646349D3C}" dt="2026-08-26T05:15:02.771" v="513" actId="20577"/>
          <ac:spMkLst>
            <pc:docMk/>
            <pc:sldMk cId="339509220" sldId="418"/>
            <ac:spMk id="7" creationId="{8B848689-A50B-F47A-B634-18C946DF3DFE}"/>
          </ac:spMkLst>
        </pc:spChg>
        <pc:spChg chg="mod">
          <ac:chgData name="최창락(CHANGLAK CHOI)[changlac]/선임/제조DX.자동보정.MC자동보정팀" userId="d72a52c0-2206-4e2f-a301-5e6e1519ab1e" providerId="ADAL" clId="{FD93EB3F-E6C2-4FC6-90CF-448646349D3C}" dt="2026-08-26T05:14:50.031" v="511" actId="20577"/>
          <ac:spMkLst>
            <pc:docMk/>
            <pc:sldMk cId="339509220" sldId="418"/>
            <ac:spMk id="10" creationId="{32AE87DE-04A4-BD4B-927A-7899052DF654}"/>
          </ac:spMkLst>
        </pc:spChg>
      </pc:sldChg>
    </pc:docChg>
  </pc:docChgLst>
  <pc:docChgLst>
    <pc:chgData name="이제희(JEHEE LEE)[jhlee5841]/책임/제조DX.자동보정.조립자동보정팀" userId="31773b35-80f3-44f0-bad0-f4c04c1e8eae" providerId="ADAL" clId="{86C165B6-24B6-4C2D-B559-6C2AAA4865A3}"/>
    <pc:docChg chg="undo custSel modSld sldOrd modSection">
      <pc:chgData name="이제희(JEHEE LEE)[jhlee5841]/책임/제조DX.자동보정.조립자동보정팀" userId="31773b35-80f3-44f0-bad0-f4c04c1e8eae" providerId="ADAL" clId="{86C165B6-24B6-4C2D-B559-6C2AAA4865A3}" dt="2026-08-26T01:54:53.572" v="2914"/>
      <pc:docMkLst>
        <pc:docMk/>
      </pc:docMkLst>
      <pc:sldChg chg="mod ord modShow">
        <pc:chgData name="이제희(JEHEE LEE)[jhlee5841]/책임/제조DX.자동보정.조립자동보정팀" userId="31773b35-80f3-44f0-bad0-f4c04c1e8eae" providerId="ADAL" clId="{86C165B6-24B6-4C2D-B559-6C2AAA4865A3}" dt="2026-08-26T01:54:53.572" v="2914"/>
        <pc:sldMkLst>
          <pc:docMk/>
          <pc:sldMk cId="4130363636" sldId="315"/>
        </pc:sldMkLst>
      </pc:sldChg>
      <pc:sldChg chg="modSp mod">
        <pc:chgData name="이제희(JEHEE LEE)[jhlee5841]/책임/제조DX.자동보정.조립자동보정팀" userId="31773b35-80f3-44f0-bad0-f4c04c1e8eae" providerId="ADAL" clId="{86C165B6-24B6-4C2D-B559-6C2AAA4865A3}" dt="2026-08-26T00:44:30.864" v="2901" actId="20577"/>
        <pc:sldMkLst>
          <pc:docMk/>
          <pc:sldMk cId="1077623371" sldId="353"/>
        </pc:sldMkLst>
        <pc:spChg chg="mod">
          <ac:chgData name="이제희(JEHEE LEE)[jhlee5841]/책임/제조DX.자동보정.조립자동보정팀" userId="31773b35-80f3-44f0-bad0-f4c04c1e8eae" providerId="ADAL" clId="{86C165B6-24B6-4C2D-B559-6C2AAA4865A3}" dt="2026-08-26T00:44:30.864" v="2901" actId="20577"/>
          <ac:spMkLst>
            <pc:docMk/>
            <pc:sldMk cId="1077623371" sldId="353"/>
            <ac:spMk id="27" creationId="{F1F0155F-26F4-EDD1-2334-EC9049245013}"/>
          </ac:spMkLst>
        </pc:spChg>
        <pc:spChg chg="mod">
          <ac:chgData name="이제희(JEHEE LEE)[jhlee5841]/책임/제조DX.자동보정.조립자동보정팀" userId="31773b35-80f3-44f0-bad0-f4c04c1e8eae" providerId="ADAL" clId="{86C165B6-24B6-4C2D-B559-6C2AAA4865A3}" dt="2026-08-26T00:44:07.417" v="2897" actId="20577"/>
          <ac:spMkLst>
            <pc:docMk/>
            <pc:sldMk cId="1077623371" sldId="353"/>
            <ac:spMk id="31" creationId="{6A17E368-C27F-5246-106D-2999D66311CE}"/>
          </ac:spMkLst>
        </pc:spChg>
      </pc:sldChg>
      <pc:sldChg chg="addSp delSp modSp mod">
        <pc:chgData name="이제희(JEHEE LEE)[jhlee5841]/책임/제조DX.자동보정.조립자동보정팀" userId="31773b35-80f3-44f0-bad0-f4c04c1e8eae" providerId="ADAL" clId="{86C165B6-24B6-4C2D-B559-6C2AAA4865A3}" dt="2026-08-26T00:24:49.363" v="2668" actId="207"/>
        <pc:sldMkLst>
          <pc:docMk/>
          <pc:sldMk cId="238870570" sldId="361"/>
        </pc:sldMkLst>
        <pc:spChg chg="mod">
          <ac:chgData name="이제희(JEHEE LEE)[jhlee5841]/책임/제조DX.자동보정.조립자동보정팀" userId="31773b35-80f3-44f0-bad0-f4c04c1e8eae" providerId="ADAL" clId="{86C165B6-24B6-4C2D-B559-6C2AAA4865A3}" dt="2026-08-25T23:50:17.747" v="972" actId="1076"/>
          <ac:spMkLst>
            <pc:docMk/>
            <pc:sldMk cId="238870570" sldId="361"/>
            <ac:spMk id="6" creationId="{AB115A8C-A89F-F570-1BA1-3D408137DDA4}"/>
          </ac:spMkLst>
        </pc:spChg>
        <pc:spChg chg="mod">
          <ac:chgData name="이제희(JEHEE LEE)[jhlee5841]/책임/제조DX.자동보정.조립자동보정팀" userId="31773b35-80f3-44f0-bad0-f4c04c1e8eae" providerId="ADAL" clId="{86C165B6-24B6-4C2D-B559-6C2AAA4865A3}" dt="2026-08-26T00:24:49.363" v="2668" actId="207"/>
          <ac:spMkLst>
            <pc:docMk/>
            <pc:sldMk cId="238870570" sldId="361"/>
            <ac:spMk id="18" creationId="{48D3B364-FB7B-D592-FC91-64593D9E73A4}"/>
          </ac:spMkLst>
        </pc:spChg>
        <pc:spChg chg="mod">
          <ac:chgData name="이제희(JEHEE LEE)[jhlee5841]/책임/제조DX.자동보정.조립자동보정팀" userId="31773b35-80f3-44f0-bad0-f4c04c1e8eae" providerId="ADAL" clId="{86C165B6-24B6-4C2D-B559-6C2AAA4865A3}" dt="2026-08-25T23:54:04.199" v="1212" actId="1076"/>
          <ac:spMkLst>
            <pc:docMk/>
            <pc:sldMk cId="238870570" sldId="361"/>
            <ac:spMk id="23" creationId="{C5147924-5AC9-1E12-CB67-C3F0D2ACAC9B}"/>
          </ac:spMkLst>
        </pc:spChg>
        <pc:spChg chg="add mod">
          <ac:chgData name="이제희(JEHEE LEE)[jhlee5841]/책임/제조DX.자동보정.조립자동보정팀" userId="31773b35-80f3-44f0-bad0-f4c04c1e8eae" providerId="ADAL" clId="{86C165B6-24B6-4C2D-B559-6C2AAA4865A3}" dt="2026-08-25T23:56:13.099" v="1674" actId="1076"/>
          <ac:spMkLst>
            <pc:docMk/>
            <pc:sldMk cId="238870570" sldId="361"/>
            <ac:spMk id="28" creationId="{55E15605-B5F7-D927-CE19-12E0D61A1B5B}"/>
          </ac:spMkLst>
        </pc:spChg>
        <pc:spChg chg="add mod">
          <ac:chgData name="이제희(JEHEE LEE)[jhlee5841]/책임/제조DX.자동보정.조립자동보정팀" userId="31773b35-80f3-44f0-bad0-f4c04c1e8eae" providerId="ADAL" clId="{86C165B6-24B6-4C2D-B559-6C2AAA4865A3}" dt="2026-08-25T23:58:23.449" v="2058" actId="1035"/>
          <ac:spMkLst>
            <pc:docMk/>
            <pc:sldMk cId="238870570" sldId="361"/>
            <ac:spMk id="29" creationId="{DDDA9FFA-78CF-D3AD-6B14-28069E118A99}"/>
          </ac:spMkLst>
        </pc:spChg>
        <pc:spChg chg="add mod">
          <ac:chgData name="이제희(JEHEE LEE)[jhlee5841]/책임/제조DX.자동보정.조립자동보정팀" userId="31773b35-80f3-44f0-bad0-f4c04c1e8eae" providerId="ADAL" clId="{86C165B6-24B6-4C2D-B559-6C2AAA4865A3}" dt="2026-08-26T00:24:10.367" v="2667" actId="207"/>
          <ac:spMkLst>
            <pc:docMk/>
            <pc:sldMk cId="238870570" sldId="361"/>
            <ac:spMk id="31" creationId="{85AAF112-A879-A804-3087-F2C3D1DA3028}"/>
          </ac:spMkLst>
        </pc:spChg>
        <pc:spChg chg="mod">
          <ac:chgData name="이제희(JEHEE LEE)[jhlee5841]/책임/제조DX.자동보정.조립자동보정팀" userId="31773b35-80f3-44f0-bad0-f4c04c1e8eae" providerId="ADAL" clId="{86C165B6-24B6-4C2D-B559-6C2AAA4865A3}" dt="2026-08-26T00:07:16.704" v="2571" actId="20577"/>
          <ac:spMkLst>
            <pc:docMk/>
            <pc:sldMk cId="238870570" sldId="361"/>
            <ac:spMk id="58" creationId="{1A14E2F3-1D19-45A5-DC7A-6661315C09C3}"/>
          </ac:spMkLst>
        </pc:spChg>
        <pc:spChg chg="mod">
          <ac:chgData name="이제희(JEHEE LEE)[jhlee5841]/책임/제조DX.자동보정.조립자동보정팀" userId="31773b35-80f3-44f0-bad0-f4c04c1e8eae" providerId="ADAL" clId="{86C165B6-24B6-4C2D-B559-6C2AAA4865A3}" dt="2026-08-26T00:00:51.469" v="2428" actId="403"/>
          <ac:spMkLst>
            <pc:docMk/>
            <pc:sldMk cId="238870570" sldId="361"/>
            <ac:spMk id="62" creationId="{67087FE9-D3B8-3B61-8994-10F831D7EDD4}"/>
          </ac:spMkLst>
        </pc:spChg>
        <pc:grpChg chg="mod">
          <ac:chgData name="이제희(JEHEE LEE)[jhlee5841]/책임/제조DX.자동보정.조립자동보정팀" userId="31773b35-80f3-44f0-bad0-f4c04c1e8eae" providerId="ADAL" clId="{86C165B6-24B6-4C2D-B559-6C2AAA4865A3}" dt="2026-08-25T23:43:56.404" v="49" actId="14100"/>
          <ac:grpSpMkLst>
            <pc:docMk/>
            <pc:sldMk cId="238870570" sldId="361"/>
            <ac:grpSpMk id="10" creationId="{A4FE4196-3330-330D-B115-11D1670A0A52}"/>
          </ac:grpSpMkLst>
        </pc:grpChg>
        <pc:grpChg chg="add mod">
          <ac:chgData name="이제희(JEHEE LEE)[jhlee5841]/책임/제조DX.자동보정.조립자동보정팀" userId="31773b35-80f3-44f0-bad0-f4c04c1e8eae" providerId="ADAL" clId="{86C165B6-24B6-4C2D-B559-6C2AAA4865A3}" dt="2026-08-25T23:53:05.968" v="1149"/>
          <ac:grpSpMkLst>
            <pc:docMk/>
            <pc:sldMk cId="238870570" sldId="361"/>
            <ac:grpSpMk id="20" creationId="{89D83EBF-3492-5334-CA89-DF8BAA4E84B2}"/>
          </ac:grpSpMkLst>
        </pc:grpChg>
        <pc:graphicFrameChg chg="mod modGraphic">
          <ac:chgData name="이제희(JEHEE LEE)[jhlee5841]/책임/제조DX.자동보정.조립자동보정팀" userId="31773b35-80f3-44f0-bad0-f4c04c1e8eae" providerId="ADAL" clId="{86C165B6-24B6-4C2D-B559-6C2AAA4865A3}" dt="2026-08-25T23:43:48.084" v="47" actId="20577"/>
          <ac:graphicFrameMkLst>
            <pc:docMk/>
            <pc:sldMk cId="238870570" sldId="361"/>
            <ac:graphicFrameMk id="9" creationId="{449F626A-DBC8-4A3C-AC31-96A9EDF90D6A}"/>
          </ac:graphicFrameMkLst>
        </pc:graphicFrameChg>
        <pc:graphicFrameChg chg="add mod modGraphic">
          <ac:chgData name="이제희(JEHEE LEE)[jhlee5841]/책임/제조DX.자동보정.조립자동보정팀" userId="31773b35-80f3-44f0-bad0-f4c04c1e8eae" providerId="ADAL" clId="{86C165B6-24B6-4C2D-B559-6C2AAA4865A3}" dt="2026-08-26T00:24:03.548" v="2665" actId="207"/>
          <ac:graphicFrameMkLst>
            <pc:docMk/>
            <pc:sldMk cId="238870570" sldId="361"/>
            <ac:graphicFrameMk id="30" creationId="{B409A7FA-6042-3D09-4EF8-AC4D9617463F}"/>
          </ac:graphicFrameMkLst>
        </pc:graphicFrameChg>
        <pc:picChg chg="mod modCrop">
          <ac:chgData name="이제희(JEHEE LEE)[jhlee5841]/책임/제조DX.자동보정.조립자동보정팀" userId="31773b35-80f3-44f0-bad0-f4c04c1e8eae" providerId="ADAL" clId="{86C165B6-24B6-4C2D-B559-6C2AAA4865A3}" dt="2026-08-25T23:56:10.386" v="1673" actId="14100"/>
          <ac:picMkLst>
            <pc:docMk/>
            <pc:sldMk cId="238870570" sldId="361"/>
            <ac:picMk id="21" creationId="{CF8D3966-573A-B0DE-6D9A-C6FFDBD33094}"/>
          </ac:picMkLst>
        </pc:picChg>
      </pc:sldChg>
      <pc:sldChg chg="modSp mod">
        <pc:chgData name="이제희(JEHEE LEE)[jhlee5841]/책임/제조DX.자동보정.조립자동보정팀" userId="31773b35-80f3-44f0-bad0-f4c04c1e8eae" providerId="ADAL" clId="{86C165B6-24B6-4C2D-B559-6C2AAA4865A3}" dt="2026-08-26T01:52:23.593" v="2911" actId="20577"/>
        <pc:sldMkLst>
          <pc:docMk/>
          <pc:sldMk cId="4141335619" sldId="364"/>
        </pc:sldMkLst>
        <pc:spChg chg="mod">
          <ac:chgData name="이제희(JEHEE LEE)[jhlee5841]/책임/제조DX.자동보정.조립자동보정팀" userId="31773b35-80f3-44f0-bad0-f4c04c1e8eae" providerId="ADAL" clId="{86C165B6-24B6-4C2D-B559-6C2AAA4865A3}" dt="2026-08-26T01:52:23.593" v="2911" actId="20577"/>
          <ac:spMkLst>
            <pc:docMk/>
            <pc:sldMk cId="4141335619" sldId="364"/>
            <ac:spMk id="27" creationId="{F1F0155F-26F4-EDD1-2334-EC9049245013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86C165B6-24B6-4C2D-B559-6C2AAA4865A3}" dt="2026-08-26T00:42:15.163" v="2670" actId="20577"/>
        <pc:sldMkLst>
          <pc:docMk/>
          <pc:sldMk cId="3025724239" sldId="365"/>
        </pc:sldMkLst>
        <pc:spChg chg="mod">
          <ac:chgData name="이제희(JEHEE LEE)[jhlee5841]/책임/제조DX.자동보정.조립자동보정팀" userId="31773b35-80f3-44f0-bad0-f4c04c1e8eae" providerId="ADAL" clId="{86C165B6-24B6-4C2D-B559-6C2AAA4865A3}" dt="2026-08-26T00:42:15.163" v="2670" actId="20577"/>
          <ac:spMkLst>
            <pc:docMk/>
            <pc:sldMk cId="3025724239" sldId="365"/>
            <ac:spMk id="58" creationId="{1A14E2F3-1D19-45A5-DC7A-6661315C09C3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86C165B6-24B6-4C2D-B559-6C2AAA4865A3}" dt="2026-08-26T00:42:34.043" v="2674" actId="20577"/>
        <pc:sldMkLst>
          <pc:docMk/>
          <pc:sldMk cId="2861646551" sldId="367"/>
        </pc:sldMkLst>
        <pc:spChg chg="mod">
          <ac:chgData name="이제희(JEHEE LEE)[jhlee5841]/책임/제조DX.자동보정.조립자동보정팀" userId="31773b35-80f3-44f0-bad0-f4c04c1e8eae" providerId="ADAL" clId="{86C165B6-24B6-4C2D-B559-6C2AAA4865A3}" dt="2026-08-26T00:42:34.043" v="2674" actId="20577"/>
          <ac:spMkLst>
            <pc:docMk/>
            <pc:sldMk cId="2861646551" sldId="367"/>
            <ac:spMk id="27" creationId="{F1F0155F-26F4-EDD1-2334-EC9049245013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86C165B6-24B6-4C2D-B559-6C2AAA4865A3}" dt="2026-08-26T01:52:09.878" v="2909" actId="20577"/>
        <pc:sldMkLst>
          <pc:docMk/>
          <pc:sldMk cId="2674293425" sldId="369"/>
        </pc:sldMkLst>
        <pc:spChg chg="mod">
          <ac:chgData name="이제희(JEHEE LEE)[jhlee5841]/책임/제조DX.자동보정.조립자동보정팀" userId="31773b35-80f3-44f0-bad0-f4c04c1e8eae" providerId="ADAL" clId="{86C165B6-24B6-4C2D-B559-6C2AAA4865A3}" dt="2026-08-26T01:52:09.878" v="2909" actId="20577"/>
          <ac:spMkLst>
            <pc:docMk/>
            <pc:sldMk cId="2674293425" sldId="369"/>
            <ac:spMk id="27" creationId="{F1F0155F-26F4-EDD1-2334-EC9049245013}"/>
          </ac:spMkLst>
        </pc:spChg>
      </pc:sldChg>
    </pc:docChg>
  </pc:docChgLst>
  <pc:docChgLst>
    <pc:chgData name="최가을(GAEUL CHOI)[gaeul_choi]/선임/제조DX.자동보정.MC자동보정팀" userId="530680f4-fbc6-468a-9c4b-7cc53ec80c4a" providerId="ADAL" clId="{CDFB9017-8696-4467-B594-CA86B0252CC4}"/>
    <pc:docChg chg="undo custSel modSld sldOrd">
      <pc:chgData name="최가을(GAEUL CHOI)[gaeul_choi]/선임/제조DX.자동보정.MC자동보정팀" userId="530680f4-fbc6-468a-9c4b-7cc53ec80c4a" providerId="ADAL" clId="{CDFB9017-8696-4467-B594-CA86B0252CC4}" dt="2026-09-15T00:44:50.062" v="582"/>
      <pc:docMkLst>
        <pc:docMk/>
      </pc:docMkLst>
      <pc:sldChg chg="modSp mod ord">
        <pc:chgData name="최가을(GAEUL CHOI)[gaeul_choi]/선임/제조DX.자동보정.MC자동보정팀" userId="530680f4-fbc6-468a-9c4b-7cc53ec80c4a" providerId="ADAL" clId="{CDFB9017-8696-4467-B594-CA86B0252CC4}" dt="2026-09-15T00:27:40.244" v="13" actId="20577"/>
        <pc:sldMkLst>
          <pc:docMk/>
          <pc:sldMk cId="3606521851" sldId="256"/>
        </pc:sldMkLst>
        <pc:spChg chg="mod">
          <ac:chgData name="최가을(GAEUL CHOI)[gaeul_choi]/선임/제조DX.자동보정.MC자동보정팀" userId="530680f4-fbc6-468a-9c4b-7cc53ec80c4a" providerId="ADAL" clId="{CDFB9017-8696-4467-B594-CA86B0252CC4}" dt="2026-09-15T00:27:40.244" v="13" actId="20577"/>
          <ac:spMkLst>
            <pc:docMk/>
            <pc:sldMk cId="3606521851" sldId="256"/>
            <ac:spMk id="7" creationId="{3F13345C-F75D-EB4A-4DD1-E59B547712E6}"/>
          </ac:spMkLst>
        </pc:spChg>
      </pc:sldChg>
      <pc:sldChg chg="modSp mod">
        <pc:chgData name="최가을(GAEUL CHOI)[gaeul_choi]/선임/제조DX.자동보정.MC자동보정팀" userId="530680f4-fbc6-468a-9c4b-7cc53ec80c4a" providerId="ADAL" clId="{CDFB9017-8696-4467-B594-CA86B0252CC4}" dt="2026-09-15T00:41:51.683" v="498" actId="20577"/>
        <pc:sldMkLst>
          <pc:docMk/>
          <pc:sldMk cId="3970612940" sldId="329"/>
        </pc:sldMkLst>
        <pc:spChg chg="mod">
          <ac:chgData name="최가을(GAEUL CHOI)[gaeul_choi]/선임/제조DX.자동보정.MC자동보정팀" userId="530680f4-fbc6-468a-9c4b-7cc53ec80c4a" providerId="ADAL" clId="{CDFB9017-8696-4467-B594-CA86B0252CC4}" dt="2026-09-15T00:27:46.024" v="19" actId="20577"/>
          <ac:spMkLst>
            <pc:docMk/>
            <pc:sldMk cId="3970612940" sldId="329"/>
            <ac:spMk id="7" creationId="{3F13345C-F75D-EB4A-4DD1-E59B547712E6}"/>
          </ac:spMkLst>
        </pc:spChg>
        <pc:spChg chg="mod">
          <ac:chgData name="최가을(GAEUL CHOI)[gaeul_choi]/선임/제조DX.자동보정.MC자동보정팀" userId="530680f4-fbc6-468a-9c4b-7cc53ec80c4a" providerId="ADAL" clId="{CDFB9017-8696-4467-B594-CA86B0252CC4}" dt="2026-09-15T00:41:51.683" v="498" actId="20577"/>
          <ac:spMkLst>
            <pc:docMk/>
            <pc:sldMk cId="3970612940" sldId="329"/>
            <ac:spMk id="10" creationId="{D0D0E927-B543-AC32-EC3A-82EF783FD995}"/>
          </ac:spMkLst>
        </pc:spChg>
        <pc:grpChg chg="mod">
          <ac:chgData name="최가을(GAEUL CHOI)[gaeul_choi]/선임/제조DX.자동보정.MC자동보정팀" userId="530680f4-fbc6-468a-9c4b-7cc53ec80c4a" providerId="ADAL" clId="{CDFB9017-8696-4467-B594-CA86B0252CC4}" dt="2026-09-15T00:35:22.586" v="216" actId="14100"/>
          <ac:grpSpMkLst>
            <pc:docMk/>
            <pc:sldMk cId="3970612940" sldId="329"/>
            <ac:grpSpMk id="21" creationId="{D2FD0580-839D-755B-2E3D-1AA4F903DEE9}"/>
          </ac:grpSpMkLst>
        </pc:grpChg>
      </pc:sldChg>
      <pc:sldChg chg="modSp mod">
        <pc:chgData name="최가을(GAEUL CHOI)[gaeul_choi]/선임/제조DX.자동보정.MC자동보정팀" userId="530680f4-fbc6-468a-9c4b-7cc53ec80c4a" providerId="ADAL" clId="{CDFB9017-8696-4467-B594-CA86B0252CC4}" dt="2026-09-15T00:44:50.062" v="582"/>
        <pc:sldMkLst>
          <pc:docMk/>
          <pc:sldMk cId="414644102" sldId="352"/>
        </pc:sldMkLst>
        <pc:spChg chg="mod">
          <ac:chgData name="최가을(GAEUL CHOI)[gaeul_choi]/선임/제조DX.자동보정.MC자동보정팀" userId="530680f4-fbc6-468a-9c4b-7cc53ec80c4a" providerId="ADAL" clId="{CDFB9017-8696-4467-B594-CA86B0252CC4}" dt="2026-09-15T00:44:18.992" v="547" actId="20577"/>
          <ac:spMkLst>
            <pc:docMk/>
            <pc:sldMk cId="414644102" sldId="352"/>
            <ac:spMk id="3" creationId="{999C4A96-8054-1AD1-46BC-53E7B9C174CC}"/>
          </ac:spMkLst>
        </pc:spChg>
        <pc:graphicFrameChg chg="mod modGraphic">
          <ac:chgData name="최가을(GAEUL CHOI)[gaeul_choi]/선임/제조DX.자동보정.MC자동보정팀" userId="530680f4-fbc6-468a-9c4b-7cc53ec80c4a" providerId="ADAL" clId="{CDFB9017-8696-4467-B594-CA86B0252CC4}" dt="2026-09-15T00:44:50.062" v="582"/>
          <ac:graphicFrameMkLst>
            <pc:docMk/>
            <pc:sldMk cId="414644102" sldId="352"/>
            <ac:graphicFrameMk id="9" creationId="{99AD95C3-3356-6868-B12E-1C0AD176B84A}"/>
          </ac:graphicFrameMkLst>
        </pc:graphicFrameChg>
      </pc:sldChg>
      <pc:sldChg chg="modSp mod">
        <pc:chgData name="최가을(GAEUL CHOI)[gaeul_choi]/선임/제조DX.자동보정.MC자동보정팀" userId="530680f4-fbc6-468a-9c4b-7cc53ec80c4a" providerId="ADAL" clId="{CDFB9017-8696-4467-B594-CA86B0252CC4}" dt="2026-09-15T00:42:06.391" v="503" actId="1035"/>
        <pc:sldMkLst>
          <pc:docMk/>
          <pc:sldMk cId="1417770791" sldId="747"/>
        </pc:sldMkLst>
        <pc:spChg chg="mod">
          <ac:chgData name="최가을(GAEUL CHOI)[gaeul_choi]/선임/제조DX.자동보정.MC자동보정팀" userId="530680f4-fbc6-468a-9c4b-7cc53ec80c4a" providerId="ADAL" clId="{CDFB9017-8696-4467-B594-CA86B0252CC4}" dt="2026-09-15T00:42:06.391" v="503" actId="1035"/>
          <ac:spMkLst>
            <pc:docMk/>
            <pc:sldMk cId="1417770791" sldId="747"/>
            <ac:spMk id="5" creationId="{77B34011-1F67-38F5-CDBA-55AA234ECBCD}"/>
          </ac:spMkLst>
        </pc:spChg>
        <pc:spChg chg="mod">
          <ac:chgData name="최가을(GAEUL CHOI)[gaeul_choi]/선임/제조DX.자동보정.MC자동보정팀" userId="530680f4-fbc6-468a-9c4b-7cc53ec80c4a" providerId="ADAL" clId="{CDFB9017-8696-4467-B594-CA86B0252CC4}" dt="2026-09-15T00:27:33.483" v="5" actId="20577"/>
          <ac:spMkLst>
            <pc:docMk/>
            <pc:sldMk cId="1417770791" sldId="747"/>
            <ac:spMk id="25" creationId="{F763AEEB-526E-8057-48DD-A4DCA13D31B7}"/>
          </ac:spMkLst>
        </pc:spChg>
      </pc:sldChg>
    </pc:docChg>
  </pc:docChgLst>
  <pc:docChgLst>
    <pc:chgData name="김치완(CHIWAN KIM)[kimchiwan04]/책임/제조DX.자동보정.RSND자동보정팀" userId="S::kimchiwan04@lgensol.com::022829bc-3ea1-441b-b8a3-451705c4a94d" providerId="AD" clId="Web-{99447202-862A-80C4-54AE-DAD5D414A525}"/>
    <pc:docChg chg="modSld">
      <pc:chgData name="김치완(CHIWAN KIM)[kimchiwan04]/책임/제조DX.자동보정.RSND자동보정팀" userId="S::kimchiwan04@lgensol.com::022829bc-3ea1-441b-b8a3-451705c4a94d" providerId="AD" clId="Web-{99447202-862A-80C4-54AE-DAD5D414A525}" dt="2026-08-19T00:04:19.841" v="4" actId="20577"/>
      <pc:docMkLst>
        <pc:docMk/>
      </pc:docMkLst>
      <pc:sldChg chg="modSp">
        <pc:chgData name="김치완(CHIWAN KIM)[kimchiwan04]/책임/제조DX.자동보정.RSND자동보정팀" userId="S::kimchiwan04@lgensol.com::022829bc-3ea1-441b-b8a3-451705c4a94d" providerId="AD" clId="Web-{99447202-862A-80C4-54AE-DAD5D414A525}" dt="2026-08-19T00:04:19.841" v="4" actId="20577"/>
        <pc:sldMkLst>
          <pc:docMk/>
          <pc:sldMk cId="3929383520" sldId="407"/>
        </pc:sldMkLst>
        <pc:spChg chg="mod">
          <ac:chgData name="김치완(CHIWAN KIM)[kimchiwan04]/책임/제조DX.자동보정.RSND자동보정팀" userId="S::kimchiwan04@lgensol.com::022829bc-3ea1-441b-b8a3-451705c4a94d" providerId="AD" clId="Web-{99447202-862A-80C4-54AE-DAD5D414A525}" dt="2026-08-19T00:04:19.841" v="4" actId="20577"/>
          <ac:spMkLst>
            <pc:docMk/>
            <pc:sldMk cId="3929383520" sldId="407"/>
            <ac:spMk id="8" creationId="{4E4C90C9-A019-5679-6ED0-4DA8526529E6}"/>
          </ac:spMkLst>
        </pc:spChg>
      </pc:sldChg>
    </pc:docChg>
  </pc:docChgLst>
  <pc:docChgLst>
    <pc:chgData name="최창락(CHANGLAK CHOI)[changlac]/선임/제조DX.자동보정.MC자동보정팀" userId="d72a52c0-2206-4e2f-a301-5e6e1519ab1e" providerId="ADAL" clId="{1E275460-501E-479A-BAB9-E84877C09AC9}"/>
    <pc:docChg chg="undo custSel modSld">
      <pc:chgData name="최창락(CHANGLAK CHOI)[changlac]/선임/제조DX.자동보정.MC자동보정팀" userId="d72a52c0-2206-4e2f-a301-5e6e1519ab1e" providerId="ADAL" clId="{1E275460-501E-479A-BAB9-E84877C09AC9}" dt="2026-09-08T08:47:59.329" v="1051" actId="6549"/>
      <pc:docMkLst>
        <pc:docMk/>
      </pc:docMkLst>
      <pc:sldChg chg="modSp mod">
        <pc:chgData name="최창락(CHANGLAK CHOI)[changlac]/선임/제조DX.자동보정.MC자동보정팀" userId="d72a52c0-2206-4e2f-a301-5e6e1519ab1e" providerId="ADAL" clId="{1E275460-501E-479A-BAB9-E84877C09AC9}" dt="2026-09-08T08:45:25.051" v="944" actId="20577"/>
        <pc:sldMkLst>
          <pc:docMk/>
          <pc:sldMk cId="1421194858" sldId="386"/>
        </pc:sldMkLst>
        <pc:spChg chg="mod">
          <ac:chgData name="최창락(CHANGLAK CHOI)[changlac]/선임/제조DX.자동보정.MC자동보정팀" userId="d72a52c0-2206-4e2f-a301-5e6e1519ab1e" providerId="ADAL" clId="{1E275460-501E-479A-BAB9-E84877C09AC9}" dt="2026-09-08T08:45:25.051" v="944" actId="20577"/>
          <ac:spMkLst>
            <pc:docMk/>
            <pc:sldMk cId="1421194858" sldId="386"/>
            <ac:spMk id="30" creationId="{82316C5F-CBE3-A95F-7CC8-EF8564695C5E}"/>
          </ac:spMkLst>
        </pc:spChg>
        <pc:spChg chg="mod">
          <ac:chgData name="최창락(CHANGLAK CHOI)[changlac]/선임/제조DX.자동보정.MC자동보정팀" userId="d72a52c0-2206-4e2f-a301-5e6e1519ab1e" providerId="ADAL" clId="{1E275460-501E-479A-BAB9-E84877C09AC9}" dt="2026-09-08T08:43:18.785" v="733" actId="20577"/>
          <ac:spMkLst>
            <pc:docMk/>
            <pc:sldMk cId="1421194858" sldId="386"/>
            <ac:spMk id="235" creationId="{F0809C5E-7541-A47D-9EB0-F5C95B7891AC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1E275460-501E-479A-BAB9-E84877C09AC9}" dt="2026-09-08T08:47:59.329" v="1051" actId="6549"/>
        <pc:sldMkLst>
          <pc:docMk/>
          <pc:sldMk cId="3231850307" sldId="411"/>
        </pc:sldMkLst>
        <pc:spChg chg="mod">
          <ac:chgData name="최창락(CHANGLAK CHOI)[changlac]/선임/제조DX.자동보정.MC자동보정팀" userId="d72a52c0-2206-4e2f-a301-5e6e1519ab1e" providerId="ADAL" clId="{1E275460-501E-479A-BAB9-E84877C09AC9}" dt="2026-09-08T08:47:34.850" v="1048" actId="1076"/>
          <ac:spMkLst>
            <pc:docMk/>
            <pc:sldMk cId="3231850307" sldId="411"/>
            <ac:spMk id="7" creationId="{FF9D7A41-7B03-5BE2-F624-3C6CDFE3447D}"/>
          </ac:spMkLst>
        </pc:spChg>
        <pc:spChg chg="mod">
          <ac:chgData name="최창락(CHANGLAK CHOI)[changlac]/선임/제조DX.자동보정.MC자동보정팀" userId="d72a52c0-2206-4e2f-a301-5e6e1519ab1e" providerId="ADAL" clId="{1E275460-501E-479A-BAB9-E84877C09AC9}" dt="2026-09-08T08:47:34.850" v="1048" actId="1076"/>
          <ac:spMkLst>
            <pc:docMk/>
            <pc:sldMk cId="3231850307" sldId="411"/>
            <ac:spMk id="10" creationId="{AEA47A33-7D52-0506-3AB1-ED368AE87514}"/>
          </ac:spMkLst>
        </pc:spChg>
        <pc:spChg chg="mod">
          <ac:chgData name="최창락(CHANGLAK CHOI)[changlac]/선임/제조DX.자동보정.MC자동보정팀" userId="d72a52c0-2206-4e2f-a301-5e6e1519ab1e" providerId="ADAL" clId="{1E275460-501E-479A-BAB9-E84877C09AC9}" dt="2026-09-08T08:47:59.329" v="1051" actId="6549"/>
          <ac:spMkLst>
            <pc:docMk/>
            <pc:sldMk cId="3231850307" sldId="411"/>
            <ac:spMk id="67" creationId="{71A2530E-7B1A-4DA0-5354-43F86F23432B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1E275460-501E-479A-BAB9-E84877C09AC9}" dt="2026-09-08T08:45:47.351" v="946" actId="20577"/>
        <pc:sldMkLst>
          <pc:docMk/>
          <pc:sldMk cId="339509220" sldId="418"/>
        </pc:sldMkLst>
        <pc:spChg chg="mod">
          <ac:chgData name="최창락(CHANGLAK CHOI)[changlac]/선임/제조DX.자동보정.MC자동보정팀" userId="d72a52c0-2206-4e2f-a301-5e6e1519ab1e" providerId="ADAL" clId="{1E275460-501E-479A-BAB9-E84877C09AC9}" dt="2026-09-08T08:43:08.457" v="732" actId="20577"/>
          <ac:spMkLst>
            <pc:docMk/>
            <pc:sldMk cId="339509220" sldId="418"/>
            <ac:spMk id="7" creationId="{8B848689-A50B-F47A-B634-18C946DF3DFE}"/>
          </ac:spMkLst>
        </pc:spChg>
        <pc:spChg chg="mod">
          <ac:chgData name="최창락(CHANGLAK CHOI)[changlac]/선임/제조DX.자동보정.MC자동보정팀" userId="d72a52c0-2206-4e2f-a301-5e6e1519ab1e" providerId="ADAL" clId="{1E275460-501E-479A-BAB9-E84877C09AC9}" dt="2026-09-08T08:45:47.351" v="946" actId="20577"/>
          <ac:spMkLst>
            <pc:docMk/>
            <pc:sldMk cId="339509220" sldId="418"/>
            <ac:spMk id="10" creationId="{32AE87DE-04A4-BD4B-927A-7899052DF654}"/>
          </ac:spMkLst>
        </pc:spChg>
      </pc:sldChg>
    </pc:docChg>
  </pc:docChgLst>
  <pc:docChgLst>
    <pc:chgData name="안다현(DAHYUN AHN)[dahyun.ahn]/사원/제조DX.자동보정.조립자동보정팀" userId="S::dahyun.ahn@lgensol.com::7637ba88-3042-4a41-bc1d-63ce7574c848" providerId="AD" clId="Web-{B2BD3AC6-3293-6F5A-267C-F6E60506CF86}"/>
    <pc:docChg chg="addSld modSld modSection">
      <pc:chgData name="안다현(DAHYUN AHN)[dahyun.ahn]/사원/제조DX.자동보정.조립자동보정팀" userId="S::dahyun.ahn@lgensol.com::7637ba88-3042-4a41-bc1d-63ce7574c848" providerId="AD" clId="Web-{B2BD3AC6-3293-6F5A-267C-F6E60506CF86}" dt="2026-09-22T07:57:48.347" v="644" actId="20577"/>
      <pc:docMkLst>
        <pc:docMk/>
      </pc:docMkLst>
      <pc:sldChg chg="addSp delSp modSp add replId">
        <pc:chgData name="안다현(DAHYUN AHN)[dahyun.ahn]/사원/제조DX.자동보정.조립자동보정팀" userId="S::dahyun.ahn@lgensol.com::7637ba88-3042-4a41-bc1d-63ce7574c848" providerId="AD" clId="Web-{B2BD3AC6-3293-6F5A-267C-F6E60506CF86}" dt="2026-09-22T07:57:48.347" v="644" actId="20577"/>
        <pc:sldMkLst>
          <pc:docMk/>
          <pc:sldMk cId="3452486948" sldId="327"/>
        </pc:sldMkLst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50:08.017" v="601" actId="20577"/>
          <ac:spMkLst>
            <pc:docMk/>
            <pc:sldMk cId="3452486948" sldId="327"/>
            <ac:spMk id="17" creationId="{B3259595-7D27-5BE9-6CA5-083FAF27737C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57:48.347" v="644" actId="20577"/>
          <ac:spMkLst>
            <pc:docMk/>
            <pc:sldMk cId="3452486948" sldId="327"/>
            <ac:spMk id="20" creationId="{B6276EF9-A66C-72DB-56D6-2FFBED8CE8BE}"/>
          </ac:spMkLst>
        </pc:spChg>
        <pc:picChg chg="del">
          <ac:chgData name="안다현(DAHYUN AHN)[dahyun.ahn]/사원/제조DX.자동보정.조립자동보정팀" userId="S::dahyun.ahn@lgensol.com::7637ba88-3042-4a41-bc1d-63ce7574c848" providerId="AD" clId="Web-{B2BD3AC6-3293-6F5A-267C-F6E60506CF86}" dt="2026-09-22T07:50:10.392" v="602"/>
          <ac:picMkLst>
            <pc:docMk/>
            <pc:sldMk cId="3452486948" sldId="327"/>
            <ac:picMk id="2" creationId="{8AD0E957-C131-31EA-0A72-235125D4B4B9}"/>
          </ac:picMkLst>
        </pc:picChg>
        <pc:picChg chg="del">
          <ac:chgData name="안다현(DAHYUN AHN)[dahyun.ahn]/사원/제조DX.자동보정.조립자동보정팀" userId="S::dahyun.ahn@lgensol.com::7637ba88-3042-4a41-bc1d-63ce7574c848" providerId="AD" clId="Web-{B2BD3AC6-3293-6F5A-267C-F6E60506CF86}" dt="2026-09-22T07:52:44.914" v="617"/>
          <ac:picMkLst>
            <pc:docMk/>
            <pc:sldMk cId="3452486948" sldId="327"/>
            <ac:picMk id="3" creationId="{A7BACCD1-79B6-3A5C-C529-980C320BA401}"/>
          </ac:picMkLst>
        </pc:picChg>
        <pc:picChg chg="del">
          <ac:chgData name="안다현(DAHYUN AHN)[dahyun.ahn]/사원/제조DX.자동보정.조립자동보정팀" userId="S::dahyun.ahn@lgensol.com::7637ba88-3042-4a41-bc1d-63ce7574c848" providerId="AD" clId="Web-{B2BD3AC6-3293-6F5A-267C-F6E60506CF86}" dt="2026-09-22T07:51:07.347" v="603"/>
          <ac:picMkLst>
            <pc:docMk/>
            <pc:sldMk cId="3452486948" sldId="327"/>
            <ac:picMk id="5" creationId="{A5CB58FC-3CF2-9F76-8F29-694227CDB604}"/>
          </ac:picMkLst>
        </pc:picChg>
        <pc:picChg chg="add del mod">
          <ac:chgData name="안다현(DAHYUN AHN)[dahyun.ahn]/사원/제조DX.자동보정.조립자동보정팀" userId="S::dahyun.ahn@lgensol.com::7637ba88-3042-4a41-bc1d-63ce7574c848" providerId="AD" clId="Web-{B2BD3AC6-3293-6F5A-267C-F6E60506CF86}" dt="2026-09-22T07:51:28.911" v="609"/>
          <ac:picMkLst>
            <pc:docMk/>
            <pc:sldMk cId="3452486948" sldId="327"/>
            <ac:picMk id="6" creationId="{4C6C547A-E6B1-5BBF-6869-237EBB4E3411}"/>
          </ac:picMkLst>
        </pc:picChg>
        <pc:picChg chg="add del mod">
          <ac:chgData name="안다현(DAHYUN AHN)[dahyun.ahn]/사원/제조DX.자동보정.조립자동보정팀" userId="S::dahyun.ahn@lgensol.com::7637ba88-3042-4a41-bc1d-63ce7574c848" providerId="AD" clId="Web-{B2BD3AC6-3293-6F5A-267C-F6E60506CF86}" dt="2026-09-22T07:52:11.990" v="612"/>
          <ac:picMkLst>
            <pc:docMk/>
            <pc:sldMk cId="3452486948" sldId="327"/>
            <ac:picMk id="7" creationId="{D144103A-0D02-6CBD-BEFF-3556A441EA87}"/>
          </ac:picMkLst>
        </pc:picChg>
        <pc:picChg chg="add mod">
          <ac:chgData name="안다현(DAHYUN AHN)[dahyun.ahn]/사원/제조DX.자동보정.조립자동보정팀" userId="S::dahyun.ahn@lgensol.com::7637ba88-3042-4a41-bc1d-63ce7574c848" providerId="AD" clId="Web-{B2BD3AC6-3293-6F5A-267C-F6E60506CF86}" dt="2026-09-22T07:56:03.468" v="640" actId="1076"/>
          <ac:picMkLst>
            <pc:docMk/>
            <pc:sldMk cId="3452486948" sldId="327"/>
            <ac:picMk id="8" creationId="{D6B618D9-2401-BCD9-A18A-47B97B79B304}"/>
          </ac:picMkLst>
        </pc:picChg>
        <pc:picChg chg="add mod">
          <ac:chgData name="안다현(DAHYUN AHN)[dahyun.ahn]/사원/제조DX.자동보정.조립자동보정팀" userId="S::dahyun.ahn@lgensol.com::7637ba88-3042-4a41-bc1d-63ce7574c848" providerId="AD" clId="Web-{B2BD3AC6-3293-6F5A-267C-F6E60506CF86}" dt="2026-09-22T07:53:02.367" v="622" actId="1076"/>
          <ac:picMkLst>
            <pc:docMk/>
            <pc:sldMk cId="3452486948" sldId="327"/>
            <ac:picMk id="9" creationId="{0A5D3E36-3C7B-99C7-A006-8AAAABFD5ECC}"/>
          </ac:picMkLst>
        </pc:picChg>
        <pc:picChg chg="add del mod">
          <ac:chgData name="안다현(DAHYUN AHN)[dahyun.ahn]/사원/제조DX.자동보정.조립자동보정팀" userId="S::dahyun.ahn@lgensol.com::7637ba88-3042-4a41-bc1d-63ce7574c848" providerId="AD" clId="Web-{B2BD3AC6-3293-6F5A-267C-F6E60506CF86}" dt="2026-09-22T07:54:55.403" v="635"/>
          <ac:picMkLst>
            <pc:docMk/>
            <pc:sldMk cId="3452486948" sldId="327"/>
            <ac:picMk id="10" creationId="{C6913E7F-140E-95CE-AE1E-445126FFA6B4}"/>
          </ac:picMkLst>
        </pc:picChg>
      </pc:sldChg>
      <pc:sldChg chg="addSp delSp modSp">
        <pc:chgData name="안다현(DAHYUN AHN)[dahyun.ahn]/사원/제조DX.자동보정.조립자동보정팀" userId="S::dahyun.ahn@lgensol.com::7637ba88-3042-4a41-bc1d-63ce7574c848" providerId="AD" clId="Web-{B2BD3AC6-3293-6F5A-267C-F6E60506CF86}" dt="2026-09-22T07:49:58.704" v="599" actId="20577"/>
        <pc:sldMkLst>
          <pc:docMk/>
          <pc:sldMk cId="622908435" sldId="351"/>
        </pc:sldMkLst>
        <pc:spChg chg="del mod">
          <ac:chgData name="안다현(DAHYUN AHN)[dahyun.ahn]/사원/제조DX.자동보정.조립자동보정팀" userId="S::dahyun.ahn@lgensol.com::7637ba88-3042-4a41-bc1d-63ce7574c848" providerId="AD" clId="Web-{B2BD3AC6-3293-6F5A-267C-F6E60506CF86}" dt="2026-09-22T07:14:30.442" v="6"/>
          <ac:spMkLst>
            <pc:docMk/>
            <pc:sldMk cId="622908435" sldId="351"/>
            <ac:spMk id="11" creationId="{C4077CD6-DD72-557E-6574-42D9DDCD4838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49:58.704" v="599" actId="20577"/>
          <ac:spMkLst>
            <pc:docMk/>
            <pc:sldMk cId="622908435" sldId="351"/>
            <ac:spMk id="17" creationId="{A492A164-E9ED-31CE-784B-B9D32D14A7B2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14:54.271" v="12" actId="20577"/>
          <ac:spMkLst>
            <pc:docMk/>
            <pc:sldMk cId="622908435" sldId="351"/>
            <ac:spMk id="20" creationId="{1D985B27-2B1D-33FE-56E4-88E5E6B69DD1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13:48.409" v="3" actId="20577"/>
          <ac:spMkLst>
            <pc:docMk/>
            <pc:sldMk cId="622908435" sldId="351"/>
            <ac:spMk id="50" creationId="{38F815D9-C76C-AFB9-BB8A-DC408B13C45E}"/>
          </ac:spMkLst>
        </pc:spChg>
        <pc:picChg chg="add mod">
          <ac:chgData name="안다현(DAHYUN AHN)[dahyun.ahn]/사원/제조DX.자동보정.조립자동보정팀" userId="S::dahyun.ahn@lgensol.com::7637ba88-3042-4a41-bc1d-63ce7574c848" providerId="AD" clId="Web-{B2BD3AC6-3293-6F5A-267C-F6E60506CF86}" dt="2026-09-22T07:49:18.937" v="594" actId="1076"/>
          <ac:picMkLst>
            <pc:docMk/>
            <pc:sldMk cId="622908435" sldId="351"/>
            <ac:picMk id="2" creationId="{8BAEF064-7F04-01CD-3C78-D3F3DCE0B3CB}"/>
          </ac:picMkLst>
        </pc:picChg>
        <pc:picChg chg="add mod">
          <ac:chgData name="안다현(DAHYUN AHN)[dahyun.ahn]/사원/제조DX.자동보정.조립자동보정팀" userId="S::dahyun.ahn@lgensol.com::7637ba88-3042-4a41-bc1d-63ce7574c848" providerId="AD" clId="Web-{B2BD3AC6-3293-6F5A-267C-F6E60506CF86}" dt="2026-09-22T07:48:17.872" v="587" actId="1076"/>
          <ac:picMkLst>
            <pc:docMk/>
            <pc:sldMk cId="622908435" sldId="351"/>
            <ac:picMk id="3" creationId="{78E03038-AB6D-A231-5DF7-632A7068CBBB}"/>
          </ac:picMkLst>
        </pc:picChg>
        <pc:picChg chg="add mod">
          <ac:chgData name="안다현(DAHYUN AHN)[dahyun.ahn]/사원/제조DX.자동보정.조립자동보정팀" userId="S::dahyun.ahn@lgensol.com::7637ba88-3042-4a41-bc1d-63ce7574c848" providerId="AD" clId="Web-{B2BD3AC6-3293-6F5A-267C-F6E60506CF86}" dt="2026-09-22T07:49:19" v="595" actId="1076"/>
          <ac:picMkLst>
            <pc:docMk/>
            <pc:sldMk cId="622908435" sldId="351"/>
            <ac:picMk id="5" creationId="{43B17657-602B-7E99-3F3D-9A69A3AB086E}"/>
          </ac:picMkLst>
        </pc:picChg>
      </pc:sldChg>
      <pc:sldChg chg="modSp">
        <pc:chgData name="안다현(DAHYUN AHN)[dahyun.ahn]/사원/제조DX.자동보정.조립자동보정팀" userId="S::dahyun.ahn@lgensol.com::7637ba88-3042-4a41-bc1d-63ce7574c848" providerId="AD" clId="Web-{B2BD3AC6-3293-6F5A-267C-F6E60506CF86}" dt="2026-09-22T07:49:47.719" v="597" actId="20577"/>
        <pc:sldMkLst>
          <pc:docMk/>
          <pc:sldMk cId="1545050450" sldId="373"/>
        </pc:sldMkLst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13:21.596" v="0" actId="20577"/>
          <ac:spMkLst>
            <pc:docMk/>
            <pc:sldMk cId="1545050450" sldId="373"/>
            <ac:spMk id="7" creationId="{3B5E7FDD-0ADD-5243-3EC1-799CB1FB8F79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46:36.322" v="576" actId="20577"/>
          <ac:spMkLst>
            <pc:docMk/>
            <pc:sldMk cId="1545050450" sldId="373"/>
            <ac:spMk id="21" creationId="{1EF7B0D7-123E-D341-771B-5B8C9DC6E96C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49:47.719" v="597" actId="20577"/>
          <ac:spMkLst>
            <pc:docMk/>
            <pc:sldMk cId="1545050450" sldId="373"/>
            <ac:spMk id="31" creationId="{A56A65D7-BC4F-4102-FF08-5FA7F9A3E719}"/>
          </ac:spMkLst>
        </pc:spChg>
      </pc:sldChg>
      <pc:sldChg chg="addSp delSp modSp">
        <pc:chgData name="안다현(DAHYUN AHN)[dahyun.ahn]/사원/제조DX.자동보정.조립자동보정팀" userId="S::dahyun.ahn@lgensol.com::7637ba88-3042-4a41-bc1d-63ce7574c848" providerId="AD" clId="Web-{B2BD3AC6-3293-6F5A-267C-F6E60506CF86}" dt="2026-09-22T07:49:52.845" v="598" actId="20577"/>
        <pc:sldMkLst>
          <pc:docMk/>
          <pc:sldMk cId="151880523" sldId="425"/>
        </pc:sldMkLst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49:52.845" v="598" actId="20577"/>
          <ac:spMkLst>
            <pc:docMk/>
            <pc:sldMk cId="151880523" sldId="425"/>
            <ac:spMk id="17" creationId="{8EB1C68A-834D-D0EF-79B5-9B8B4061064D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22:28.349" v="430" actId="20577"/>
          <ac:spMkLst>
            <pc:docMk/>
            <pc:sldMk cId="151880523" sldId="425"/>
            <ac:spMk id="20" creationId="{0439F6AB-1C57-96D8-3B10-6FFF5A0170DC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2BD3AC6-3293-6F5A-267C-F6E60506CF86}" dt="2026-09-22T07:13:33.518" v="2" actId="20577"/>
          <ac:spMkLst>
            <pc:docMk/>
            <pc:sldMk cId="151880523" sldId="425"/>
            <ac:spMk id="50" creationId="{E7729664-3856-E0F1-AC98-3A14DF2ED552}"/>
          </ac:spMkLst>
        </pc:spChg>
        <pc:graphicFrameChg chg="mod modGraphic">
          <ac:chgData name="안다현(DAHYUN AHN)[dahyun.ahn]/사원/제조DX.자동보정.조립자동보정팀" userId="S::dahyun.ahn@lgensol.com::7637ba88-3042-4a41-bc1d-63ce7574c848" providerId="AD" clId="Web-{B2BD3AC6-3293-6F5A-267C-F6E60506CF86}" dt="2026-09-22T07:21:12.627" v="381"/>
          <ac:graphicFrameMkLst>
            <pc:docMk/>
            <pc:sldMk cId="151880523" sldId="425"/>
            <ac:graphicFrameMk id="10" creationId="{C834B4A3-0D17-CA09-9E47-D99B920499CC}"/>
          </ac:graphicFrameMkLst>
        </pc:graphicFrameChg>
        <pc:graphicFrameChg chg="add del mod">
          <ac:chgData name="안다현(DAHYUN AHN)[dahyun.ahn]/사원/제조DX.자동보정.조립자동보정팀" userId="S::dahyun.ahn@lgensol.com::7637ba88-3042-4a41-bc1d-63ce7574c848" providerId="AD" clId="Web-{B2BD3AC6-3293-6F5A-267C-F6E60506CF86}" dt="2026-09-22T07:18:21.965" v="59"/>
          <ac:graphicFrameMkLst>
            <pc:docMk/>
            <pc:sldMk cId="151880523" sldId="425"/>
            <ac:graphicFrameMk id="14" creationId="{E35CE129-35B0-9292-36DD-830D00B886E1}"/>
          </ac:graphicFrameMkLst>
        </pc:graphicFrameChg>
      </pc:sldChg>
    </pc:docChg>
  </pc:docChgLst>
  <pc:docChgLst>
    <pc:chgData name="안다현(DAHYUN AHN)[dahyun.ahn]/사원/제조DX.자동보정.조립자동보정팀" userId="S::dahyun.ahn@lgensol.com::7637ba88-3042-4a41-bc1d-63ce7574c848" providerId="AD" clId="Web-{B90EF9CF-33C8-83C1-234A-EC7546894D2D}"/>
    <pc:docChg chg="modSld">
      <pc:chgData name="안다현(DAHYUN AHN)[dahyun.ahn]/사원/제조DX.자동보정.조립자동보정팀" userId="S::dahyun.ahn@lgensol.com::7637ba88-3042-4a41-bc1d-63ce7574c848" providerId="AD" clId="Web-{B90EF9CF-33C8-83C1-234A-EC7546894D2D}" dt="2026-08-10T01:15:56.099" v="100" actId="1076"/>
      <pc:docMkLst>
        <pc:docMk/>
      </pc:docMkLst>
      <pc:sldChg chg="modSp">
        <pc:chgData name="안다현(DAHYUN AHN)[dahyun.ahn]/사원/제조DX.자동보정.조립자동보정팀" userId="S::dahyun.ahn@lgensol.com::7637ba88-3042-4a41-bc1d-63ce7574c848" providerId="AD" clId="Web-{B90EF9CF-33C8-83C1-234A-EC7546894D2D}" dt="2026-08-10T01:05:42.772" v="6" actId="20577"/>
        <pc:sldMkLst>
          <pc:docMk/>
          <pc:sldMk cId="1167213861" sldId="314"/>
        </pc:sldMkLst>
        <pc:spChg chg="mod">
          <ac:chgData name="안다현(DAHYUN AHN)[dahyun.ahn]/사원/제조DX.자동보정.조립자동보정팀" userId="S::dahyun.ahn@lgensol.com::7637ba88-3042-4a41-bc1d-63ce7574c848" providerId="AD" clId="Web-{B90EF9CF-33C8-83C1-234A-EC7546894D2D}" dt="2026-08-10T01:05:42.772" v="6" actId="20577"/>
          <ac:spMkLst>
            <pc:docMk/>
            <pc:sldMk cId="1167213861" sldId="314"/>
            <ac:spMk id="17" creationId="{DC17C3A7-4CEB-7FD6-FC8A-68D8BE04A42A}"/>
          </ac:spMkLst>
        </pc:spChg>
      </pc:sldChg>
      <pc:sldChg chg="addSp modSp">
        <pc:chgData name="안다현(DAHYUN AHN)[dahyun.ahn]/사원/제조DX.자동보정.조립자동보정팀" userId="S::dahyun.ahn@lgensol.com::7637ba88-3042-4a41-bc1d-63ce7574c848" providerId="AD" clId="Web-{B90EF9CF-33C8-83C1-234A-EC7546894D2D}" dt="2026-08-10T01:15:56.099" v="100" actId="1076"/>
        <pc:sldMkLst>
          <pc:docMk/>
          <pc:sldMk cId="622908435" sldId="351"/>
        </pc:sldMkLst>
        <pc:spChg chg="mod">
          <ac:chgData name="안다현(DAHYUN AHN)[dahyun.ahn]/사원/제조DX.자동보정.조립자동보정팀" userId="S::dahyun.ahn@lgensol.com::7637ba88-3042-4a41-bc1d-63ce7574c848" providerId="AD" clId="Web-{B90EF9CF-33C8-83C1-234A-EC7546894D2D}" dt="2026-08-10T01:14:37.656" v="93" actId="20577"/>
          <ac:spMkLst>
            <pc:docMk/>
            <pc:sldMk cId="622908435" sldId="351"/>
            <ac:spMk id="20" creationId="{1D985B27-2B1D-33FE-56E4-88E5E6B69DD1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90EF9CF-33C8-83C1-234A-EC7546894D2D}" dt="2026-08-10T01:06:36.166" v="11" actId="20577"/>
          <ac:spMkLst>
            <pc:docMk/>
            <pc:sldMk cId="622908435" sldId="351"/>
            <ac:spMk id="50" creationId="{38F815D9-C76C-AFB9-BB8A-DC408B13C45E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B90EF9CF-33C8-83C1-234A-EC7546894D2D}" dt="2026-08-10T01:05:31.146" v="4" actId="20577"/>
        <pc:sldMkLst>
          <pc:docMk/>
          <pc:sldMk cId="999305360" sldId="360"/>
        </pc:sldMkLst>
        <pc:spChg chg="mod">
          <ac:chgData name="안다현(DAHYUN AHN)[dahyun.ahn]/사원/제조DX.자동보정.조립자동보정팀" userId="S::dahyun.ahn@lgensol.com::7637ba88-3042-4a41-bc1d-63ce7574c848" providerId="AD" clId="Web-{B90EF9CF-33C8-83C1-234A-EC7546894D2D}" dt="2026-08-10T01:05:31.146" v="4" actId="20577"/>
          <ac:spMkLst>
            <pc:docMk/>
            <pc:sldMk cId="999305360" sldId="360"/>
            <ac:spMk id="17" creationId="{192E1C54-A00B-1FC4-103F-8B179E2725CE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B90EF9CF-33C8-83C1-234A-EC7546894D2D}" dt="2026-08-10T01:10:41.263" v="92" actId="20577"/>
        <pc:sldMkLst>
          <pc:docMk/>
          <pc:sldMk cId="1545050450" sldId="373"/>
        </pc:sldMkLst>
        <pc:spChg chg="mod">
          <ac:chgData name="안다현(DAHYUN AHN)[dahyun.ahn]/사원/제조DX.자동보정.조립자동보정팀" userId="S::dahyun.ahn@lgensol.com::7637ba88-3042-4a41-bc1d-63ce7574c848" providerId="AD" clId="Web-{B90EF9CF-33C8-83C1-234A-EC7546894D2D}" dt="2026-08-10T01:06:22.759" v="7" actId="20577"/>
          <ac:spMkLst>
            <pc:docMk/>
            <pc:sldMk cId="1545050450" sldId="373"/>
            <ac:spMk id="7" creationId="{3B5E7FDD-0ADD-5243-3EC1-799CB1FB8F79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B90EF9CF-33C8-83C1-234A-EC7546894D2D}" dt="2026-08-10T01:10:41.263" v="92" actId="20577"/>
          <ac:spMkLst>
            <pc:docMk/>
            <pc:sldMk cId="1545050450" sldId="373"/>
            <ac:spMk id="21" creationId="{1EF7B0D7-123E-D341-771B-5B8C9DC6E96C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B90EF9CF-33C8-83C1-234A-EC7546894D2D}" dt="2026-08-10T01:03:40.747" v="2" actId="20577"/>
        <pc:sldMkLst>
          <pc:docMk/>
          <pc:sldMk cId="1546881092" sldId="409"/>
        </pc:sldMkLst>
        <pc:spChg chg="mod">
          <ac:chgData name="안다현(DAHYUN AHN)[dahyun.ahn]/사원/제조DX.자동보정.조립자동보정팀" userId="S::dahyun.ahn@lgensol.com::7637ba88-3042-4a41-bc1d-63ce7574c848" providerId="AD" clId="Web-{B90EF9CF-33C8-83C1-234A-EC7546894D2D}" dt="2026-08-10T01:03:40.747" v="2" actId="20577"/>
          <ac:spMkLst>
            <pc:docMk/>
            <pc:sldMk cId="1546881092" sldId="409"/>
            <ac:spMk id="34" creationId="{5C479A47-4E16-BC7C-34EB-658918D13778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B90EF9CF-33C8-83C1-234A-EC7546894D2D}" dt="2026-08-10T01:06:28.650" v="9" actId="20577"/>
        <pc:sldMkLst>
          <pc:docMk/>
          <pc:sldMk cId="151880523" sldId="425"/>
        </pc:sldMkLst>
        <pc:spChg chg="mod">
          <ac:chgData name="안다현(DAHYUN AHN)[dahyun.ahn]/사원/제조DX.자동보정.조립자동보정팀" userId="S::dahyun.ahn@lgensol.com::7637ba88-3042-4a41-bc1d-63ce7574c848" providerId="AD" clId="Web-{B90EF9CF-33C8-83C1-234A-EC7546894D2D}" dt="2026-08-10T01:06:28.650" v="9" actId="20577"/>
          <ac:spMkLst>
            <pc:docMk/>
            <pc:sldMk cId="151880523" sldId="425"/>
            <ac:spMk id="50" creationId="{E7729664-3856-E0F1-AC98-3A14DF2ED552}"/>
          </ac:spMkLst>
        </pc:spChg>
      </pc:sldChg>
    </pc:docChg>
  </pc:docChgLst>
  <pc:docChgLst>
    <pc:chgData name="김태욱(TAEWOOK KIM)[twkiii]/선임/제조DX.자동보정.자동보정선행개발팀" userId="S::twkiii@lgensol.com::7550169e-81b5-4b23-9cda-68528cfbbc51" providerId="AD" clId="Web-{D9AEED77-96A6-EE19-056B-A2D0D74956C0}"/>
    <pc:docChg chg="addSld modSld modSection">
      <pc:chgData name="김태욱(TAEWOOK KIM)[twkiii]/선임/제조DX.자동보정.자동보정선행개발팀" userId="S::twkiii@lgensol.com::7550169e-81b5-4b23-9cda-68528cfbbc51" providerId="AD" clId="Web-{D9AEED77-96A6-EE19-056B-A2D0D74956C0}" dt="2026-08-11T04:57:38.408" v="1"/>
      <pc:docMkLst>
        <pc:docMk/>
      </pc:docMkLst>
      <pc:sldChg chg="modSp">
        <pc:chgData name="김태욱(TAEWOOK KIM)[twkiii]/선임/제조DX.자동보정.자동보정선행개발팀" userId="S::twkiii@lgensol.com::7550169e-81b5-4b23-9cda-68528cfbbc51" providerId="AD" clId="Web-{D9AEED77-96A6-EE19-056B-A2D0D74956C0}" dt="2026-08-11T04:50:30.926" v="0" actId="1076"/>
        <pc:sldMkLst>
          <pc:docMk/>
          <pc:sldMk cId="2114474638" sldId="312"/>
        </pc:sldMkLst>
        <pc:spChg chg="mod">
          <ac:chgData name="김태욱(TAEWOOK KIM)[twkiii]/선임/제조DX.자동보정.자동보정선행개발팀" userId="S::twkiii@lgensol.com::7550169e-81b5-4b23-9cda-68528cfbbc51" providerId="AD" clId="Web-{D9AEED77-96A6-EE19-056B-A2D0D74956C0}" dt="2026-08-11T04:50:30.926" v="0" actId="1076"/>
          <ac:spMkLst>
            <pc:docMk/>
            <pc:sldMk cId="2114474638" sldId="312"/>
            <ac:spMk id="26" creationId="{01CACCF7-7DD4-1D95-43A5-02662BDB0FAD}"/>
          </ac:spMkLst>
        </pc:spChg>
      </pc:sldChg>
      <pc:sldMasterChg chg="addSldLayout">
        <pc:chgData name="김태욱(TAEWOOK KIM)[twkiii]/선임/제조DX.자동보정.자동보정선행개발팀" userId="S::twkiii@lgensol.com::7550169e-81b5-4b23-9cda-68528cfbbc51" providerId="AD" clId="Web-{D9AEED77-96A6-EE19-056B-A2D0D74956C0}" dt="2026-08-11T04:57:38.408" v="1"/>
        <pc:sldMasterMkLst>
          <pc:docMk/>
          <pc:sldMasterMk cId="2856474258" sldId="2147483926"/>
        </pc:sldMasterMkLst>
        <pc:sldLayoutChg chg="add">
          <pc:chgData name="김태욱(TAEWOOK KIM)[twkiii]/선임/제조DX.자동보정.자동보정선행개발팀" userId="S::twkiii@lgensol.com::7550169e-81b5-4b23-9cda-68528cfbbc51" providerId="AD" clId="Web-{D9AEED77-96A6-EE19-056B-A2D0D74956C0}" dt="2026-08-11T04:57:38.408" v="1"/>
          <pc:sldLayoutMkLst>
            <pc:docMk/>
            <pc:sldMasterMk cId="2856474258" sldId="2147483926"/>
            <pc:sldLayoutMk cId="3884850450" sldId="2147483964"/>
          </pc:sldLayoutMkLst>
        </pc:sldLayoutChg>
      </pc:sldMasterChg>
    </pc:docChg>
  </pc:docChgLst>
  <pc:docChgLst>
    <pc:chgData name="김치완(CHIWAN KIM)[kimchiwan04]/책임/제조DX.자동보정.RSND자동보정팀" userId="S::kimchiwan04@lgensol.com::022829bc-3ea1-441b-b8a3-451705c4a94d" providerId="AD" clId="Web-{56CC4625-1037-ADF7-2A34-75339B314780}"/>
    <pc:docChg chg="modSld">
      <pc:chgData name="김치완(CHIWAN KIM)[kimchiwan04]/책임/제조DX.자동보정.RSND자동보정팀" userId="S::kimchiwan04@lgensol.com::022829bc-3ea1-441b-b8a3-451705c4a94d" providerId="AD" clId="Web-{56CC4625-1037-ADF7-2A34-75339B314780}" dt="2026-09-08T23:56:37.800" v="234" actId="20577"/>
      <pc:docMkLst>
        <pc:docMk/>
      </pc:docMkLst>
      <pc:sldChg chg="modSp">
        <pc:chgData name="김치완(CHIWAN KIM)[kimchiwan04]/책임/제조DX.자동보정.RSND자동보정팀" userId="S::kimchiwan04@lgensol.com::022829bc-3ea1-441b-b8a3-451705c4a94d" providerId="AD" clId="Web-{56CC4625-1037-ADF7-2A34-75339B314780}" dt="2026-09-08T23:56:37.800" v="234" actId="20577"/>
        <pc:sldMkLst>
          <pc:docMk/>
          <pc:sldMk cId="3929383520" sldId="407"/>
        </pc:sldMkLst>
        <pc:spChg chg="mod">
          <ac:chgData name="김치완(CHIWAN KIM)[kimchiwan04]/책임/제조DX.자동보정.RSND자동보정팀" userId="S::kimchiwan04@lgensol.com::022829bc-3ea1-441b-b8a3-451705c4a94d" providerId="AD" clId="Web-{56CC4625-1037-ADF7-2A34-75339B314780}" dt="2026-09-08T23:56:37.800" v="234" actId="20577"/>
          <ac:spMkLst>
            <pc:docMk/>
            <pc:sldMk cId="3929383520" sldId="407"/>
            <ac:spMk id="8" creationId="{4E4C90C9-A019-5679-6ED0-4DA8526529E6}"/>
          </ac:spMkLst>
        </pc:spChg>
        <pc:grpChg chg="mod">
          <ac:chgData name="김치완(CHIWAN KIM)[kimchiwan04]/책임/제조DX.자동보정.RSND자동보정팀" userId="S::kimchiwan04@lgensol.com::022829bc-3ea1-441b-b8a3-451705c4a94d" providerId="AD" clId="Web-{56CC4625-1037-ADF7-2A34-75339B314780}" dt="2026-09-08T23:36:26.992" v="0" actId="1076"/>
          <ac:grpSpMkLst>
            <pc:docMk/>
            <pc:sldMk cId="3929383520" sldId="407"/>
            <ac:grpSpMk id="96" creationId="{0B8C1323-738E-865E-504F-A08F2F5E0E1D}"/>
          </ac:grpSpMkLst>
        </pc:grpChg>
      </pc:sldChg>
      <pc:sldChg chg="modSp">
        <pc:chgData name="김치완(CHIWAN KIM)[kimchiwan04]/책임/제조DX.자동보정.RSND자동보정팀" userId="S::kimchiwan04@lgensol.com::022829bc-3ea1-441b-b8a3-451705c4a94d" providerId="AD" clId="Web-{56CC4625-1037-ADF7-2A34-75339B314780}" dt="2026-09-08T23:52:22.292" v="216"/>
        <pc:sldMkLst>
          <pc:docMk/>
          <pc:sldMk cId="556584264" sldId="440"/>
        </pc:sldMkLst>
        <pc:graphicFrameChg chg="mod modGraphic">
          <ac:chgData name="김치완(CHIWAN KIM)[kimchiwan04]/책임/제조DX.자동보정.RSND자동보정팀" userId="S::kimchiwan04@lgensol.com::022829bc-3ea1-441b-b8a3-451705c4a94d" providerId="AD" clId="Web-{56CC4625-1037-ADF7-2A34-75339B314780}" dt="2026-09-08T23:52:22.292" v="216"/>
          <ac:graphicFrameMkLst>
            <pc:docMk/>
            <pc:sldMk cId="556584264" sldId="440"/>
            <ac:graphicFrameMk id="12" creationId="{B9F3B7CC-1945-8DF7-D0AA-7E8D3ABF1C7B}"/>
          </ac:graphicFrameMkLst>
        </pc:graphicFrameChg>
      </pc:sldChg>
    </pc:docChg>
  </pc:docChgLst>
  <pc:docChgLst>
    <pc:chgData name="심은찬(EUNCHAN SIM)[sec1021]/선임/제조DX.자동보정.조립자동보정팀" userId="9090956e-ab5b-49d1-9c87-2078b7755aae" providerId="ADAL" clId="{031D62E1-7597-4FE1-B240-4482632E2A04}"/>
    <pc:docChg chg="undo redo custSel delSld modSld modSection">
      <pc:chgData name="심은찬(EUNCHAN SIM)[sec1021]/선임/제조DX.자동보정.조립자동보정팀" userId="9090956e-ab5b-49d1-9c87-2078b7755aae" providerId="ADAL" clId="{031D62E1-7597-4FE1-B240-4482632E2A04}" dt="2026-08-26T07:04:33.719" v="1160" actId="20577"/>
      <pc:docMkLst>
        <pc:docMk/>
      </pc:docMkLst>
      <pc:sldChg chg="modSp mod">
        <pc:chgData name="심은찬(EUNCHAN SIM)[sec1021]/선임/제조DX.자동보정.조립자동보정팀" userId="9090956e-ab5b-49d1-9c87-2078b7755aae" providerId="ADAL" clId="{031D62E1-7597-4FE1-B240-4482632E2A04}" dt="2026-08-25T01:35:10.818" v="287" actId="20577"/>
        <pc:sldMkLst>
          <pc:docMk/>
          <pc:sldMk cId="3932546465" sldId="275"/>
        </pc:sldMkLst>
        <pc:spChg chg="mod">
          <ac:chgData name="심은찬(EUNCHAN SIM)[sec1021]/선임/제조DX.자동보정.조립자동보정팀" userId="9090956e-ab5b-49d1-9c87-2078b7755aae" providerId="ADAL" clId="{031D62E1-7597-4FE1-B240-4482632E2A04}" dt="2026-08-25T01:35:10.818" v="287" actId="20577"/>
          <ac:spMkLst>
            <pc:docMk/>
            <pc:sldMk cId="3932546465" sldId="275"/>
            <ac:spMk id="2" creationId="{5748F319-FE8D-4ECF-AFB9-B7E0916A513F}"/>
          </ac:spMkLst>
        </pc:spChg>
        <pc:spChg chg="mod">
          <ac:chgData name="심은찬(EUNCHAN SIM)[sec1021]/선임/제조DX.자동보정.조립자동보정팀" userId="9090956e-ab5b-49d1-9c87-2078b7755aae" providerId="ADAL" clId="{031D62E1-7597-4FE1-B240-4482632E2A04}" dt="2026-08-25T01:33:59.962" v="181" actId="20577"/>
          <ac:spMkLst>
            <pc:docMk/>
            <pc:sldMk cId="3932546465" sldId="275"/>
            <ac:spMk id="10" creationId="{BDADEB63-FA2A-413A-90C3-F27F4D564C57}"/>
          </ac:spMkLst>
        </pc:spChg>
        <pc:spChg chg="mod">
          <ac:chgData name="심은찬(EUNCHAN SIM)[sec1021]/선임/제조DX.자동보정.조립자동보정팀" userId="9090956e-ab5b-49d1-9c87-2078b7755aae" providerId="ADAL" clId="{031D62E1-7597-4FE1-B240-4482632E2A04}" dt="2026-08-25T01:33:50.806" v="177" actId="20577"/>
          <ac:spMkLst>
            <pc:docMk/>
            <pc:sldMk cId="3932546465" sldId="275"/>
            <ac:spMk id="13" creationId="{0BBE4109-8FC1-4977-8E81-7AB450FAE32D}"/>
          </ac:spMkLst>
        </pc:spChg>
      </pc:sldChg>
      <pc:sldChg chg="addSp delSp modSp mod">
        <pc:chgData name="심은찬(EUNCHAN SIM)[sec1021]/선임/제조DX.자동보정.조립자동보정팀" userId="9090956e-ab5b-49d1-9c87-2078b7755aae" providerId="ADAL" clId="{031D62E1-7597-4FE1-B240-4482632E2A04}" dt="2026-08-26T07:04:33.719" v="1160" actId="20577"/>
        <pc:sldMkLst>
          <pc:docMk/>
          <pc:sldMk cId="191980343" sldId="302"/>
        </pc:sldMkLst>
        <pc:spChg chg="mod">
          <ac:chgData name="심은찬(EUNCHAN SIM)[sec1021]/선임/제조DX.자동보정.조립자동보정팀" userId="9090956e-ab5b-49d1-9c87-2078b7755aae" providerId="ADAL" clId="{031D62E1-7597-4FE1-B240-4482632E2A04}" dt="2026-08-26T06:05:41.869" v="359" actId="20577"/>
          <ac:spMkLst>
            <pc:docMk/>
            <pc:sldMk cId="191980343" sldId="302"/>
            <ac:spMk id="14" creationId="{11AE794F-F727-B11E-232A-FC79A776CE60}"/>
          </ac:spMkLst>
        </pc:spChg>
        <pc:spChg chg="mod">
          <ac:chgData name="심은찬(EUNCHAN SIM)[sec1021]/선임/제조DX.자동보정.조립자동보정팀" userId="9090956e-ab5b-49d1-9c87-2078b7755aae" providerId="ADAL" clId="{031D62E1-7597-4FE1-B240-4482632E2A04}" dt="2026-08-25T01:57:42.919" v="293" actId="20577"/>
          <ac:spMkLst>
            <pc:docMk/>
            <pc:sldMk cId="191980343" sldId="302"/>
            <ac:spMk id="17" creationId="{69C4D000-39BF-F434-5699-02CDBE60AB91}"/>
          </ac:spMkLst>
        </pc:spChg>
        <pc:spChg chg="mod">
          <ac:chgData name="심은찬(EUNCHAN SIM)[sec1021]/선임/제조DX.자동보정.조립자동보정팀" userId="9090956e-ab5b-49d1-9c87-2078b7755aae" providerId="ADAL" clId="{031D62E1-7597-4FE1-B240-4482632E2A04}" dt="2026-08-26T06:13:28.943" v="904" actId="20577"/>
          <ac:spMkLst>
            <pc:docMk/>
            <pc:sldMk cId="191980343" sldId="302"/>
            <ac:spMk id="18" creationId="{EF31AF93-9899-C65C-FC2A-475D708FE2C5}"/>
          </ac:spMkLst>
        </pc:spChg>
        <pc:spChg chg="mod">
          <ac:chgData name="심은찬(EUNCHAN SIM)[sec1021]/선임/제조DX.자동보정.조립자동보정팀" userId="9090956e-ab5b-49d1-9c87-2078b7755aae" providerId="ADAL" clId="{031D62E1-7597-4FE1-B240-4482632E2A04}" dt="2026-08-26T06:13:55.800" v="1004" actId="20577"/>
          <ac:spMkLst>
            <pc:docMk/>
            <pc:sldMk cId="191980343" sldId="302"/>
            <ac:spMk id="29" creationId="{37E7CC6E-5F32-F749-99C4-97CE9A9B882C}"/>
          </ac:spMkLst>
        </pc:spChg>
        <pc:spChg chg="mod">
          <ac:chgData name="심은찬(EUNCHAN SIM)[sec1021]/선임/제조DX.자동보정.조립자동보정팀" userId="9090956e-ab5b-49d1-9c87-2078b7755aae" providerId="ADAL" clId="{031D62E1-7597-4FE1-B240-4482632E2A04}" dt="2026-08-26T07:04:33.719" v="1160" actId="20577"/>
          <ac:spMkLst>
            <pc:docMk/>
            <pc:sldMk cId="191980343" sldId="302"/>
            <ac:spMk id="30" creationId="{1EF02FE7-E9EF-C025-10DD-96C4194491C9}"/>
          </ac:spMkLst>
        </pc:spChg>
        <pc:picChg chg="add mod">
          <ac:chgData name="심은찬(EUNCHAN SIM)[sec1021]/선임/제조DX.자동보정.조립자동보정팀" userId="9090956e-ab5b-49d1-9c87-2078b7755aae" providerId="ADAL" clId="{031D62E1-7597-4FE1-B240-4482632E2A04}" dt="2026-08-26T07:03:29.853" v="1080" actId="1076"/>
          <ac:picMkLst>
            <pc:docMk/>
            <pc:sldMk cId="191980343" sldId="302"/>
            <ac:picMk id="43" creationId="{21EBBFD8-5C39-F317-F8E0-6EE8C8599728}"/>
          </ac:picMkLst>
        </pc:picChg>
      </pc:sldChg>
      <pc:sldChg chg="modSp">
        <pc:chgData name="심은찬(EUNCHAN SIM)[sec1021]/선임/제조DX.자동보정.조립자동보정팀" userId="9090956e-ab5b-49d1-9c87-2078b7755aae" providerId="ADAL" clId="{031D62E1-7597-4FE1-B240-4482632E2A04}" dt="2026-08-25T01:54:20.697" v="289" actId="14100"/>
        <pc:sldMkLst>
          <pc:docMk/>
          <pc:sldMk cId="2828155431" sldId="417"/>
        </pc:sldMkLst>
        <pc:picChg chg="mod">
          <ac:chgData name="심은찬(EUNCHAN SIM)[sec1021]/선임/제조DX.자동보정.조립자동보정팀" userId="9090956e-ab5b-49d1-9c87-2078b7755aae" providerId="ADAL" clId="{031D62E1-7597-4FE1-B240-4482632E2A04}" dt="2026-08-25T01:54:20.697" v="289" actId="14100"/>
          <ac:picMkLst>
            <pc:docMk/>
            <pc:sldMk cId="2828155431" sldId="417"/>
            <ac:picMk id="1026" creationId="{81858320-3DED-AF84-CE13-1F47C3FB6A98}"/>
          </ac:picMkLst>
        </pc:picChg>
      </pc:sldChg>
    </pc:docChg>
  </pc:docChgLst>
  <pc:docChgLst>
    <pc:chgData name="원종래(JONG LAE WON)[jlwon]/책임/제조DX.자동보정.조립자동보정팀" userId="b47432fc-6904-4550-9f81-749fde7e3ec4" providerId="ADAL" clId="{8DCB3EE9-BAF1-4777-93BC-9C8F4E3A9BD1}"/>
    <pc:docChg chg="undo redo custSel addSld modSld sldOrd modSection">
      <pc:chgData name="원종래(JONG LAE WON)[jlwon]/책임/제조DX.자동보정.조립자동보정팀" userId="b47432fc-6904-4550-9f81-749fde7e3ec4" providerId="ADAL" clId="{8DCB3EE9-BAF1-4777-93BC-9C8F4E3A9BD1}" dt="2026-08-21T02:45:18.080" v="17714"/>
      <pc:docMkLst>
        <pc:docMk/>
      </pc:docMkLst>
      <pc:sldChg chg="modSp mod">
        <pc:chgData name="원종래(JONG LAE WON)[jlwon]/책임/제조DX.자동보정.조립자동보정팀" userId="b47432fc-6904-4550-9f81-749fde7e3ec4" providerId="ADAL" clId="{8DCB3EE9-BAF1-4777-93BC-9C8F4E3A9BD1}" dt="2026-08-19T01:01:19.126" v="8086" actId="1076"/>
        <pc:sldMkLst>
          <pc:docMk/>
          <pc:sldMk cId="3009852263" sldId="257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01:01:19.126" v="8086" actId="1076"/>
          <ac:spMkLst>
            <pc:docMk/>
            <pc:sldMk cId="3009852263" sldId="257"/>
            <ac:spMk id="62" creationId="{67087FE9-D3B8-3B61-8994-10F831D7EDD4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8T23:48:11.896" v="3629" actId="20577"/>
        <pc:sldMkLst>
          <pc:docMk/>
          <pc:sldMk cId="578341185" sldId="259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48:11.896" v="3629" actId="20577"/>
          <ac:spMkLst>
            <pc:docMk/>
            <pc:sldMk cId="578341185" sldId="259"/>
            <ac:spMk id="37" creationId="{3A648268-2222-8020-8956-FFB85C8B0E6B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8T23:29:32.396" v="1170" actId="20577"/>
        <pc:sldMkLst>
          <pc:docMk/>
          <pc:sldMk cId="2772027129" sldId="260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29:32.396" v="1170" actId="20577"/>
          <ac:spMkLst>
            <pc:docMk/>
            <pc:sldMk cId="2772027129" sldId="260"/>
            <ac:spMk id="8" creationId="{96604DF6-74CC-03F1-AF12-C27E99648785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8T23:29:29.861" v="1169" actId="20577"/>
          <ac:spMkLst>
            <pc:docMk/>
            <pc:sldMk cId="2772027129" sldId="260"/>
            <ac:spMk id="13" creationId="{6F04AF11-50D5-49B6-A265-556E9598BDBE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9T00:05:22.669" v="5054" actId="20577"/>
        <pc:sldMkLst>
          <pc:docMk/>
          <pc:sldMk cId="2538130918" sldId="272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00:05:22.669" v="5054" actId="20577"/>
          <ac:spMkLst>
            <pc:docMk/>
            <pc:sldMk cId="2538130918" sldId="272"/>
            <ac:spMk id="17" creationId="{3D171D3E-1985-8A6E-7869-31CB77FE3666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05:16.311" v="5053" actId="20577"/>
          <ac:spMkLst>
            <pc:docMk/>
            <pc:sldMk cId="2538130918" sldId="272"/>
            <ac:spMk id="30" creationId="{0D42272B-7090-3E3D-C807-E7C5620E4BE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8T23:29:18.124" v="1165" actId="20577"/>
        <pc:sldMkLst>
          <pc:docMk/>
          <pc:sldMk cId="3932546465" sldId="275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29:18.124" v="1165" actId="20577"/>
          <ac:spMkLst>
            <pc:docMk/>
            <pc:sldMk cId="3932546465" sldId="275"/>
            <ac:spMk id="2" creationId="{5748F319-FE8D-4ECF-AFB9-B7E0916A513F}"/>
          </ac:spMkLst>
        </pc:spChg>
      </pc:sldChg>
      <pc:sldChg chg="delSp modSp add mod">
        <pc:chgData name="원종래(JONG LAE WON)[jlwon]/책임/제조DX.자동보정.조립자동보정팀" userId="b47432fc-6904-4550-9f81-749fde7e3ec4" providerId="ADAL" clId="{8DCB3EE9-BAF1-4777-93BC-9C8F4E3A9BD1}" dt="2026-08-19T00:27:25.737" v="6670" actId="20577"/>
        <pc:sldMkLst>
          <pc:docMk/>
          <pc:sldMk cId="1690943200" sldId="298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00:27:16.128" v="6668" actId="6549"/>
          <ac:spMkLst>
            <pc:docMk/>
            <pc:sldMk cId="1690943200" sldId="298"/>
            <ac:spMk id="8" creationId="{DBA1A072-B867-1210-4F9A-1B42B9C79662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27:21.716" v="6669" actId="20577"/>
          <ac:spMkLst>
            <pc:docMk/>
            <pc:sldMk cId="1690943200" sldId="298"/>
            <ac:spMk id="17" creationId="{3D171D3E-1985-8A6E-7869-31CB77FE3666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27:25.737" v="6670" actId="20577"/>
          <ac:spMkLst>
            <pc:docMk/>
            <pc:sldMk cId="1690943200" sldId="298"/>
            <ac:spMk id="29" creationId="{CADE57B7-AFD5-377B-538A-D583A6DC70A2}"/>
          </ac:spMkLst>
        </pc:spChg>
      </pc:sldChg>
      <pc:sldChg chg="addSp modSp mod">
        <pc:chgData name="원종래(JONG LAE WON)[jlwon]/책임/제조DX.자동보정.조립자동보정팀" userId="b47432fc-6904-4550-9f81-749fde7e3ec4" providerId="ADAL" clId="{8DCB3EE9-BAF1-4777-93BC-9C8F4E3A9BD1}" dt="2026-08-19T00:02:09.619" v="4348" actId="20577"/>
        <pc:sldMkLst>
          <pc:docMk/>
          <pc:sldMk cId="468470824" sldId="300"/>
        </pc:sldMkLst>
        <pc:spChg chg="add mod">
          <ac:chgData name="원종래(JONG LAE WON)[jlwon]/책임/제조DX.자동보정.조립자동보정팀" userId="b47432fc-6904-4550-9f81-749fde7e3ec4" providerId="ADAL" clId="{8DCB3EE9-BAF1-4777-93BC-9C8F4E3A9BD1}" dt="2026-08-19T00:01:43.283" v="4340" actId="1076"/>
          <ac:spMkLst>
            <pc:docMk/>
            <pc:sldMk cId="468470824" sldId="300"/>
            <ac:spMk id="2" creationId="{3D009746-E39A-ECC6-FDC2-697CF7FD123F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01:56.430" v="4342" actId="6549"/>
          <ac:spMkLst>
            <pc:docMk/>
            <pc:sldMk cId="468470824" sldId="300"/>
            <ac:spMk id="34" creationId="{5C479A47-4E16-BC7C-34EB-658918D13778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01:51.860" v="4341" actId="947"/>
          <ac:spMkLst>
            <pc:docMk/>
            <pc:sldMk cId="468470824" sldId="300"/>
            <ac:spMk id="35" creationId="{EBCD70C6-1B01-75ED-E0B9-C4F66A746D05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02:09.619" v="4348" actId="20577"/>
          <ac:spMkLst>
            <pc:docMk/>
            <pc:sldMk cId="468470824" sldId="300"/>
            <ac:spMk id="37" creationId="{3A648268-2222-8020-8956-FFB85C8B0E6B}"/>
          </ac:spMkLst>
        </pc:spChg>
      </pc:sldChg>
      <pc:sldChg chg="addSp delSp modSp mod">
        <pc:chgData name="원종래(JONG LAE WON)[jlwon]/책임/제조DX.자동보정.조립자동보정팀" userId="b47432fc-6904-4550-9f81-749fde7e3ec4" providerId="ADAL" clId="{8DCB3EE9-BAF1-4777-93BC-9C8F4E3A9BD1}" dt="2026-08-18T23:49:08.429" v="3645" actId="20577"/>
        <pc:sldMkLst>
          <pc:docMk/>
          <pc:sldMk cId="1946781437" sldId="308"/>
        </pc:sldMkLst>
        <pc:spChg chg="add mod">
          <ac:chgData name="원종래(JONG LAE WON)[jlwon]/책임/제조DX.자동보정.조립자동보정팀" userId="b47432fc-6904-4550-9f81-749fde7e3ec4" providerId="ADAL" clId="{8DCB3EE9-BAF1-4777-93BC-9C8F4E3A9BD1}" dt="2026-08-18T23:49:08.429" v="3645" actId="20577"/>
          <ac:spMkLst>
            <pc:docMk/>
            <pc:sldMk cId="1946781437" sldId="308"/>
            <ac:spMk id="8" creationId="{BE0B3D7D-F783-8676-038B-99749E3B57F7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9T22:52:54.066" v="16285" actId="20577"/>
        <pc:sldMkLst>
          <pc:docMk/>
          <pc:sldMk cId="4130363636" sldId="315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22:52:54.066" v="16285" actId="20577"/>
          <ac:spMkLst>
            <pc:docMk/>
            <pc:sldMk cId="4130363636" sldId="315"/>
            <ac:spMk id="34" creationId="{7217F62E-90E7-DED9-CE10-DEE308B82A5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9T00:02:06.227" v="4344" actId="20577"/>
        <pc:sldMkLst>
          <pc:docMk/>
          <pc:sldMk cId="1685038010" sldId="349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59:01.490" v="4122" actId="20577"/>
          <ac:spMkLst>
            <pc:docMk/>
            <pc:sldMk cId="1685038010" sldId="349"/>
            <ac:spMk id="22" creationId="{39007AA6-9C76-CC35-9003-766D6E57C2F2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8T23:59:06.147" v="4123" actId="20577"/>
          <ac:spMkLst>
            <pc:docMk/>
            <pc:sldMk cId="1685038010" sldId="349"/>
            <ac:spMk id="34" creationId="{5C479A47-4E16-BC7C-34EB-658918D13778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02:06.227" v="4344" actId="20577"/>
          <ac:spMkLst>
            <pc:docMk/>
            <pc:sldMk cId="1685038010" sldId="349"/>
            <ac:spMk id="37" creationId="{3A648268-2222-8020-8956-FFB85C8B0E6B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8T23:06:36.292" v="851"/>
        <pc:sldMkLst>
          <pc:docMk/>
          <pc:sldMk cId="302398732" sldId="350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01:16.174" v="2" actId="20577"/>
          <ac:spMkLst>
            <pc:docMk/>
            <pc:sldMk cId="302398732" sldId="350"/>
            <ac:spMk id="7" creationId="{76597178-0C46-359F-C512-80C28D96C117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8T23:06:36.292" v="851"/>
          <ac:spMkLst>
            <pc:docMk/>
            <pc:sldMk cId="302398732" sldId="350"/>
            <ac:spMk id="21" creationId="{D79119F6-A51B-078B-B1CF-0E4C415E152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9T22:51:11.417" v="16283" actId="20577"/>
        <pc:sldMkLst>
          <pc:docMk/>
          <pc:sldMk cId="3025724239" sldId="365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22:51:11.417" v="16283" actId="20577"/>
          <ac:spMkLst>
            <pc:docMk/>
            <pc:sldMk cId="3025724239" sldId="365"/>
            <ac:spMk id="58" creationId="{1A14E2F3-1D19-45A5-DC7A-6661315C09C3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9T22:51:18.194" v="16284" actId="20577"/>
        <pc:sldMkLst>
          <pc:docMk/>
          <pc:sldMk cId="2861646551" sldId="367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22:51:18.194" v="16284" actId="20577"/>
          <ac:spMkLst>
            <pc:docMk/>
            <pc:sldMk cId="2861646551" sldId="367"/>
            <ac:spMk id="27" creationId="{F1F0155F-26F4-EDD1-2334-EC9049245013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8T23:00:44.393" v="0" actId="20577"/>
        <pc:sldMkLst>
          <pc:docMk/>
          <pc:sldMk cId="3515206283" sldId="368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00:44.393" v="0" actId="20577"/>
          <ac:spMkLst>
            <pc:docMk/>
            <pc:sldMk cId="3515206283" sldId="368"/>
            <ac:spMk id="115" creationId="{9AB0CFA3-6992-FB78-C56A-76216688921E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8T23:37:33.094" v="2257" actId="20577"/>
        <pc:sldMkLst>
          <pc:docMk/>
          <pc:sldMk cId="3501312549" sldId="380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35:11.389" v="1760" actId="1076"/>
          <ac:spMkLst>
            <pc:docMk/>
            <pc:sldMk cId="3501312549" sldId="380"/>
            <ac:spMk id="2" creationId="{7104D21D-D0E2-79F6-D312-4083E1F3E3BA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8T23:32:55.620" v="1171" actId="20577"/>
          <ac:spMkLst>
            <pc:docMk/>
            <pc:sldMk cId="3501312549" sldId="380"/>
            <ac:spMk id="17" creationId="{3D171D3E-1985-8A6E-7869-31CB77FE3666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8T23:37:33.094" v="2257" actId="20577"/>
          <ac:spMkLst>
            <pc:docMk/>
            <pc:sldMk cId="3501312549" sldId="380"/>
            <ac:spMk id="30" creationId="{0D42272B-7090-3E3D-C807-E7C5620E4BE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8T23:13:39.648" v="1162" actId="20577"/>
        <pc:sldMkLst>
          <pc:docMk/>
          <pc:sldMk cId="3572401588" sldId="384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13:39.648" v="1162" actId="20577"/>
          <ac:spMkLst>
            <pc:docMk/>
            <pc:sldMk cId="3572401588" sldId="384"/>
            <ac:spMk id="7" creationId="{F8C488E4-45A5-19F5-41CE-0C6C7FDB6C5D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8T23:13:36.506" v="1161" actId="20577"/>
          <ac:spMkLst>
            <pc:docMk/>
            <pc:sldMk cId="3572401588" sldId="384"/>
            <ac:spMk id="20" creationId="{FF36B9CE-C4B6-E9B1-6EDB-42B8AC281614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9T00:55:23.382" v="8084"/>
        <pc:sldMkLst>
          <pc:docMk/>
          <pc:sldMk cId="1546881092" sldId="409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00:55:23.382" v="8084"/>
          <ac:spMkLst>
            <pc:docMk/>
            <pc:sldMk cId="1546881092" sldId="409"/>
            <ac:spMk id="22" creationId="{39007AA6-9C76-CC35-9003-766D6E57C2F2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8T23:46:59.790" v="3620" actId="20577"/>
        <pc:sldMkLst>
          <pc:docMk/>
          <pc:sldMk cId="3908212712" sldId="413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46:59.790" v="3620" actId="20577"/>
          <ac:spMkLst>
            <pc:docMk/>
            <pc:sldMk cId="3908212712" sldId="413"/>
            <ac:spMk id="34" creationId="{0DBB8F14-223A-56DE-7946-DE15F19C0CCB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8T23:46:06.565" v="3606" actId="20577"/>
          <ac:spMkLst>
            <pc:docMk/>
            <pc:sldMk cId="3908212712" sldId="413"/>
            <ac:spMk id="35" creationId="{A5938A85-D233-547C-64D1-BD9DECE6E8F4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9T00:59:50.448" v="8085" actId="947"/>
        <pc:sldMkLst>
          <pc:docMk/>
          <pc:sldMk cId="2828155431" sldId="417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00:59:50.448" v="8085" actId="947"/>
          <ac:spMkLst>
            <pc:docMk/>
            <pc:sldMk cId="2828155431" sldId="417"/>
            <ac:spMk id="2" creationId="{22EA30F0-CF52-3455-5749-990D08F2AD73}"/>
          </ac:spMkLst>
        </pc:spChg>
      </pc:sldChg>
      <pc:sldChg chg="addSp delSp modSp mod">
        <pc:chgData name="원종래(JONG LAE WON)[jlwon]/책임/제조DX.자동보정.조립자동보정팀" userId="b47432fc-6904-4550-9f81-749fde7e3ec4" providerId="ADAL" clId="{8DCB3EE9-BAF1-4777-93BC-9C8F4E3A9BD1}" dt="2026-08-21T02:45:18.080" v="17714"/>
        <pc:sldMkLst>
          <pc:docMk/>
          <pc:sldMk cId="3526692955" sldId="432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00:52:21.960" v="7474" actId="113"/>
          <ac:spMkLst>
            <pc:docMk/>
            <pc:sldMk cId="3526692955" sldId="432"/>
            <ac:spMk id="6" creationId="{5995C568-1FBE-86DF-318A-685D64C63CBC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52:23.393" v="7475" actId="113"/>
          <ac:spMkLst>
            <pc:docMk/>
            <pc:sldMk cId="3526692955" sldId="432"/>
            <ac:spMk id="12" creationId="{FCA791FC-21BF-EDB3-F41D-8FE5A79A1304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52:23.393" v="7475" actId="113"/>
          <ac:spMkLst>
            <pc:docMk/>
            <pc:sldMk cId="3526692955" sldId="432"/>
            <ac:spMk id="13" creationId="{B1F6AF25-0D3A-5DEF-1701-94ABFC49567D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52:23.393" v="7475" actId="113"/>
          <ac:spMkLst>
            <pc:docMk/>
            <pc:sldMk cId="3526692955" sldId="432"/>
            <ac:spMk id="14" creationId="{896087B7-EACC-6D9A-DE10-63951A72FE47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52:23.393" v="7475" actId="113"/>
          <ac:spMkLst>
            <pc:docMk/>
            <pc:sldMk cId="3526692955" sldId="432"/>
            <ac:spMk id="15" creationId="{BA166261-C7FE-53E9-B8B5-299A756A35F9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52:23.393" v="7475" actId="113"/>
          <ac:spMkLst>
            <pc:docMk/>
            <pc:sldMk cId="3526692955" sldId="432"/>
            <ac:spMk id="16" creationId="{6E64D536-1B0F-B7D6-130C-DBEEE06B0C8B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52:45.583" v="7478" actId="20577"/>
          <ac:spMkLst>
            <pc:docMk/>
            <pc:sldMk cId="3526692955" sldId="432"/>
            <ac:spMk id="17" creationId="{3D171D3E-1985-8A6E-7869-31CB77FE3666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52:23.393" v="7475" actId="113"/>
          <ac:spMkLst>
            <pc:docMk/>
            <pc:sldMk cId="3526692955" sldId="432"/>
            <ac:spMk id="18" creationId="{5B20E7F4-5EC3-322A-DD64-FA9CB7EBD060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52:21.960" v="7474" actId="113"/>
          <ac:spMkLst>
            <pc:docMk/>
            <pc:sldMk cId="3526692955" sldId="432"/>
            <ac:spMk id="19" creationId="{A00D7BB8-8335-FD4C-BD9A-7B0A7EE4717A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24" creationId="{3F45B572-3014-FEC7-2C7D-EA7371EE2E51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25" creationId="{2161B97F-6726-D36D-8217-01518733FF4A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26" creationId="{7D458F9B-48A8-AEDF-6DC6-05B183DB935D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0:52:21.960" v="7474" actId="113"/>
          <ac:spMkLst>
            <pc:docMk/>
            <pc:sldMk cId="3526692955" sldId="432"/>
            <ac:spMk id="29" creationId="{CADE57B7-AFD5-377B-538A-D583A6DC70A2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39" creationId="{A43BD084-CE6C-AC50-7735-0B79A8B26781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40" creationId="{3F42C348-561E-3D45-6B65-4F5C392111C2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42" creationId="{1433FF24-12E2-A62B-EFE9-343AD5759A77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43" creationId="{12E96BC4-91A8-FEB7-26EB-89DD0300BFE9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44" creationId="{99AD829B-C0F7-A210-7474-74707970980A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45" creationId="{D4F9338C-E607-55C5-159B-A4653AD9019C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46" creationId="{2F94F1ED-97D6-E49D-7172-45B6075A0F1F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47" creationId="{FECE137E-AA6A-3B75-767F-B171DB37EE81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50" creationId="{37FB3BE3-296F-B1A1-B819-B616F6DD7052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51" creationId="{3B2D8936-344A-34AC-C570-DC7F8CC5CDEB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52" creationId="{C7D11BEC-746F-653B-BBAB-E0C227DB51F6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53" creationId="{6AB62E11-62E0-ECF6-E7A8-F2E93327D971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55" creationId="{5BFA627E-0BF6-A07C-4F0C-867B2D13DAE6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56" creationId="{8A493360-3915-6631-B287-A1BD54A3D8AA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57" creationId="{B3962AAC-3C42-7370-2627-53FD8988EF65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58" creationId="{9F285E61-3A59-2F72-A5DD-84F238F4A6DC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59" creationId="{C4A9C96D-F6C1-ADCE-5975-E48B557F302A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61" creationId="{AFC17993-85E5-3683-739F-444220CA04F2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62" creationId="{F87BFDF2-7101-5D2F-7CB4-4DFCA9823C6C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63" creationId="{9F310A00-C94E-0D1A-1D4E-0A6E67F1ABBF}"/>
          </ac:spMkLst>
        </pc:spChg>
        <pc:s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spMkLst>
            <pc:docMk/>
            <pc:sldMk cId="3526692955" sldId="432"/>
            <ac:spMk id="64" creationId="{0BAD86CE-86C2-B40D-83BC-693C4D505028}"/>
          </ac:spMkLst>
        </pc:spChg>
        <pc:grp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grpSpMkLst>
            <pc:docMk/>
            <pc:sldMk cId="3526692955" sldId="432"/>
            <ac:grpSpMk id="48" creationId="{D11C0F7A-8C4B-73DE-D527-D7F15E042CAE}"/>
          </ac:grpSpMkLst>
        </pc:grpChg>
        <pc:graphicFrame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graphicFrameMkLst>
            <pc:docMk/>
            <pc:sldMk cId="3526692955" sldId="432"/>
            <ac:graphicFrameMk id="41" creationId="{9F0BEA0E-3500-3D1A-4F16-C10D753FC8AC}"/>
          </ac:graphicFrameMkLst>
        </pc:graphicFrameChg>
        <pc:picChg chg="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picMkLst>
            <pc:docMk/>
            <pc:sldMk cId="3526692955" sldId="432"/>
            <ac:picMk id="49" creationId="{11244073-5310-B3ED-AC94-72072EF8A863}"/>
          </ac:picMkLst>
        </pc:picChg>
        <pc:picChg chg="add 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picMkLst>
            <pc:docMk/>
            <pc:sldMk cId="3526692955" sldId="432"/>
            <ac:picMk id="60" creationId="{E3AA2DFB-3D15-C205-C266-67F8D7C698AC}"/>
          </ac:picMkLst>
        </pc:picChg>
        <pc:cxnChg chg="mod">
          <ac:chgData name="원종래(JONG LAE WON)[jlwon]/책임/제조DX.자동보정.조립자동보정팀" userId="b47432fc-6904-4550-9f81-749fde7e3ec4" providerId="ADAL" clId="{8DCB3EE9-BAF1-4777-93BC-9C8F4E3A9BD1}" dt="2026-08-21T02:45:18.080" v="17714"/>
          <ac:cxnSpMkLst>
            <pc:docMk/>
            <pc:sldMk cId="3526692955" sldId="432"/>
            <ac:cxnSpMk id="54" creationId="{942C6B84-038E-2282-6DCF-1D83A33E5E1F}"/>
          </ac:cxnSpMkLst>
        </pc:cxn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8T23:13:50.268" v="1163" actId="20577"/>
        <pc:sldMkLst>
          <pc:docMk/>
          <pc:sldMk cId="2833016045" sldId="439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13:50.268" v="1163" actId="20577"/>
          <ac:spMkLst>
            <pc:docMk/>
            <pc:sldMk cId="2833016045" sldId="439"/>
            <ac:spMk id="7" creationId="{F8C488E4-45A5-19F5-41CE-0C6C7FDB6C5D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9T23:10:07.813" v="17709" actId="20577"/>
        <pc:sldMkLst>
          <pc:docMk/>
          <pc:sldMk cId="3266697761" sldId="2278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02:31:11.315" v="16246" actId="20577"/>
          <ac:spMkLst>
            <pc:docMk/>
            <pc:sldMk cId="3266697761" sldId="2278"/>
            <ac:spMk id="2" creationId="{8E99BE72-48B6-9C58-C9B8-037818FE6F8A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2:31:14.162" v="16247" actId="20577"/>
          <ac:spMkLst>
            <pc:docMk/>
            <pc:sldMk cId="3266697761" sldId="2278"/>
            <ac:spMk id="3" creationId="{FA989627-D337-A87A-296A-932B058907A6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23:10:07.813" v="17709" actId="20577"/>
          <ac:spMkLst>
            <pc:docMk/>
            <pc:sldMk cId="3266697761" sldId="2278"/>
            <ac:spMk id="5" creationId="{6456310C-04B9-BC56-E1F1-0AD8676A8298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2:33:18.204" v="16254" actId="20577"/>
          <ac:spMkLst>
            <pc:docMk/>
            <pc:sldMk cId="3266697761" sldId="2278"/>
            <ac:spMk id="8" creationId="{EC0912CA-29AE-8611-69B8-F03BF7B26A92}"/>
          </ac:spMkLst>
        </pc:spChg>
      </pc:sldChg>
      <pc:sldChg chg="modSp mod ord">
        <pc:chgData name="원종래(JONG LAE WON)[jlwon]/책임/제조DX.자동보정.조립자동보정팀" userId="b47432fc-6904-4550-9f81-749fde7e3ec4" providerId="ADAL" clId="{8DCB3EE9-BAF1-4777-93BC-9C8F4E3A9BD1}" dt="2026-08-19T22:53:39.843" v="16286" actId="947"/>
        <pc:sldMkLst>
          <pc:docMk/>
          <pc:sldMk cId="2440852975" sldId="2147481923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03:07:12.003" v="16266" actId="5793"/>
          <ac:spMkLst>
            <pc:docMk/>
            <pc:sldMk cId="2440852975" sldId="2147481923"/>
            <ac:spMk id="2" creationId="{A6ECDAEA-1C22-3669-9BA9-A90A7929C5AA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2:30:42.189" v="16205" actId="20577"/>
          <ac:spMkLst>
            <pc:docMk/>
            <pc:sldMk cId="2440852975" sldId="2147481923"/>
            <ac:spMk id="4" creationId="{CAF8038D-B381-7704-952B-B54B831B0039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2:30:45.693" v="16206" actId="20577"/>
          <ac:spMkLst>
            <pc:docMk/>
            <pc:sldMk cId="2440852975" sldId="2147481923"/>
            <ac:spMk id="6" creationId="{426D7752-9184-00D0-D165-3030B2D6CF10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22:53:39.843" v="16286" actId="947"/>
          <ac:spMkLst>
            <pc:docMk/>
            <pc:sldMk cId="2440852975" sldId="2147481923"/>
            <ac:spMk id="7" creationId="{8D7F82E9-1F8E-061D-8384-37E3403DDD85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8DCB3EE9-BAF1-4777-93BC-9C8F4E3A9BD1}" dt="2026-08-18T23:29:25.752" v="1168" actId="20577"/>
        <pc:sldMkLst>
          <pc:docMk/>
          <pc:sldMk cId="3901532967" sldId="2147481959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8T23:29:25.752" v="1168" actId="20577"/>
          <ac:spMkLst>
            <pc:docMk/>
            <pc:sldMk cId="3901532967" sldId="2147481959"/>
            <ac:spMk id="3" creationId="{36861DA2-A477-7234-84DA-E783F149B3FB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8T23:29:22.611" v="1167" actId="20577"/>
          <ac:spMkLst>
            <pc:docMk/>
            <pc:sldMk cId="3901532967" sldId="2147481959"/>
            <ac:spMk id="13" creationId="{6F04AF11-50D5-49B6-A265-556E9598BDBE}"/>
          </ac:spMkLst>
        </pc:spChg>
      </pc:sldChg>
      <pc:sldChg chg="addSp modSp mod">
        <pc:chgData name="원종래(JONG LAE WON)[jlwon]/책임/제조DX.자동보정.조립자동보정팀" userId="b47432fc-6904-4550-9f81-749fde7e3ec4" providerId="ADAL" clId="{8DCB3EE9-BAF1-4777-93BC-9C8F4E3A9BD1}" dt="2026-08-19T23:09:29.340" v="17708" actId="6549"/>
        <pc:sldMkLst>
          <pc:docMk/>
          <pc:sldMk cId="2543445665" sldId="2147483561"/>
        </pc:sldMkLst>
        <pc:spChg chg="mod">
          <ac:chgData name="원종래(JONG LAE WON)[jlwon]/책임/제조DX.자동보정.조립자동보정팀" userId="b47432fc-6904-4550-9f81-749fde7e3ec4" providerId="ADAL" clId="{8DCB3EE9-BAF1-4777-93BC-9C8F4E3A9BD1}" dt="2026-08-19T02:31:00.245" v="16231" actId="20577"/>
          <ac:spMkLst>
            <pc:docMk/>
            <pc:sldMk cId="2543445665" sldId="2147483561"/>
            <ac:spMk id="2" creationId="{C890420D-8C0F-1B6E-625B-CED74C70A53E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02:31:03.636" v="16232" actId="20577"/>
          <ac:spMkLst>
            <pc:docMk/>
            <pc:sldMk cId="2543445665" sldId="2147483561"/>
            <ac:spMk id="3" creationId="{D500E21D-3DDF-ECB7-263D-14F9679641C3}"/>
          </ac:spMkLst>
        </pc:spChg>
        <pc:spChg chg="mod">
          <ac:chgData name="원종래(JONG LAE WON)[jlwon]/책임/제조DX.자동보정.조립자동보정팀" userId="b47432fc-6904-4550-9f81-749fde7e3ec4" providerId="ADAL" clId="{8DCB3EE9-BAF1-4777-93BC-9C8F4E3A9BD1}" dt="2026-08-19T23:09:29.340" v="17708" actId="6549"/>
          <ac:spMkLst>
            <pc:docMk/>
            <pc:sldMk cId="2543445665" sldId="2147483561"/>
            <ac:spMk id="4" creationId="{B4CD27EE-5736-0A68-F3C7-9738C509246D}"/>
          </ac:spMkLst>
        </pc:spChg>
      </pc:sldChg>
    </pc:docChg>
  </pc:docChgLst>
  <pc:docChgLst>
    <pc:chgData name="김기백(GIBAEK KIM)[gibaek.kim]/팀장/제조DX.자동보정.자동보정선행개발팀" userId="55e45d38-c472-4a38-804c-486c2f4c45c8" providerId="ADAL" clId="{D2DE7392-9110-43D4-831C-EF73D15B1FF4}"/>
    <pc:docChg chg="undo custSel modSld">
      <pc:chgData name="김기백(GIBAEK KIM)[gibaek.kim]/팀장/제조DX.자동보정.자동보정선행개발팀" userId="55e45d38-c472-4a38-804c-486c2f4c45c8" providerId="ADAL" clId="{D2DE7392-9110-43D4-831C-EF73D15B1FF4}" dt="2026-09-01T07:51:29.372" v="1198" actId="207"/>
      <pc:docMkLst>
        <pc:docMk/>
      </pc:docMkLst>
      <pc:sldChg chg="addSp delSp mod">
        <pc:chgData name="김기백(GIBAEK KIM)[gibaek.kim]/팀장/제조DX.자동보정.자동보정선행개발팀" userId="55e45d38-c472-4a38-804c-486c2f4c45c8" providerId="ADAL" clId="{D2DE7392-9110-43D4-831C-EF73D15B1FF4}" dt="2026-09-01T07:19:37.107" v="13" actId="22"/>
        <pc:sldMkLst>
          <pc:docMk/>
          <pc:sldMk cId="854844539" sldId="306"/>
        </pc:sldMkLst>
      </pc:sldChg>
      <pc:sldChg chg="addSp delSp modSp mod">
        <pc:chgData name="김기백(GIBAEK KIM)[gibaek.kim]/팀장/제조DX.자동보정.자동보정선행개발팀" userId="55e45d38-c472-4a38-804c-486c2f4c45c8" providerId="ADAL" clId="{D2DE7392-9110-43D4-831C-EF73D15B1FF4}" dt="2026-09-01T07:51:29.372" v="1198" actId="207"/>
        <pc:sldMkLst>
          <pc:docMk/>
          <pc:sldMk cId="722830885" sldId="2147483567"/>
        </pc:sldMkLst>
        <pc:spChg chg="mod">
          <ac:chgData name="김기백(GIBAEK KIM)[gibaek.kim]/팀장/제조DX.자동보정.자동보정선행개발팀" userId="55e45d38-c472-4a38-804c-486c2f4c45c8" providerId="ADAL" clId="{D2DE7392-9110-43D4-831C-EF73D15B1FF4}" dt="2026-09-01T05:49:01.591" v="7" actId="20577"/>
          <ac:spMkLst>
            <pc:docMk/>
            <pc:sldMk cId="722830885" sldId="2147483567"/>
            <ac:spMk id="3" creationId="{CF7DF637-B763-9B8A-71B0-2646E19C7B8C}"/>
          </ac:spMkLst>
        </pc:spChg>
        <pc:spChg chg="mod">
          <ac:chgData name="김기백(GIBAEK KIM)[gibaek.kim]/팀장/제조DX.자동보정.자동보정선행개발팀" userId="55e45d38-c472-4a38-804c-486c2f4c45c8" providerId="ADAL" clId="{D2DE7392-9110-43D4-831C-EF73D15B1FF4}" dt="2026-09-01T07:51:29.372" v="1198" actId="207"/>
          <ac:spMkLst>
            <pc:docMk/>
            <pc:sldMk cId="722830885" sldId="2147483567"/>
            <ac:spMk id="6" creationId="{FF80FE02-97A7-A1B4-3694-7503FDA3AD1B}"/>
          </ac:spMkLst>
        </pc:spChg>
        <pc:spChg chg="mod">
          <ac:chgData name="김기백(GIBAEK KIM)[gibaek.kim]/팀장/제조DX.자동보정.자동보정선행개발팀" userId="55e45d38-c472-4a38-804c-486c2f4c45c8" providerId="ADAL" clId="{D2DE7392-9110-43D4-831C-EF73D15B1FF4}" dt="2026-09-01T07:38:29.681" v="587" actId="6549"/>
          <ac:spMkLst>
            <pc:docMk/>
            <pc:sldMk cId="722830885" sldId="2147483567"/>
            <ac:spMk id="7" creationId="{90D73227-2465-8D42-90EB-CFFFC0A3FB76}"/>
          </ac:spMkLst>
        </pc:spChg>
        <pc:spChg chg="mod">
          <ac:chgData name="김기백(GIBAEK KIM)[gibaek.kim]/팀장/제조DX.자동보정.자동보정선행개발팀" userId="55e45d38-c472-4a38-804c-486c2f4c45c8" providerId="ADAL" clId="{D2DE7392-9110-43D4-831C-EF73D15B1FF4}" dt="2026-09-01T07:22:47.990" v="19" actId="1076"/>
          <ac:spMkLst>
            <pc:docMk/>
            <pc:sldMk cId="722830885" sldId="2147483567"/>
            <ac:spMk id="21" creationId="{8C51B5C4-0AF8-7836-BF28-C6127F7FCD60}"/>
          </ac:spMkLst>
        </pc:spChg>
      </pc:sldChg>
      <pc:sldChg chg="modSp mod">
        <pc:chgData name="김기백(GIBAEK KIM)[gibaek.kim]/팀장/제조DX.자동보정.자동보정선행개발팀" userId="55e45d38-c472-4a38-804c-486c2f4c45c8" providerId="ADAL" clId="{D2DE7392-9110-43D4-831C-EF73D15B1FF4}" dt="2026-09-01T05:51:23.184" v="9" actId="207"/>
        <pc:sldMkLst>
          <pc:docMk/>
          <pc:sldMk cId="2078861670" sldId="2147483568"/>
        </pc:sldMkLst>
        <pc:spChg chg="mod">
          <ac:chgData name="김기백(GIBAEK KIM)[gibaek.kim]/팀장/제조DX.자동보정.자동보정선행개발팀" userId="55e45d38-c472-4a38-804c-486c2f4c45c8" providerId="ADAL" clId="{D2DE7392-9110-43D4-831C-EF73D15B1FF4}" dt="2026-09-01T05:48:57.417" v="6" actId="20577"/>
          <ac:spMkLst>
            <pc:docMk/>
            <pc:sldMk cId="2078861670" sldId="2147483568"/>
            <ac:spMk id="4" creationId="{9D656C96-D651-9EA6-9AEA-D6D5526F51A2}"/>
          </ac:spMkLst>
        </pc:spChg>
        <pc:spChg chg="mod">
          <ac:chgData name="김기백(GIBAEK KIM)[gibaek.kim]/팀장/제조DX.자동보정.자동보정선행개발팀" userId="55e45d38-c472-4a38-804c-486c2f4c45c8" providerId="ADAL" clId="{D2DE7392-9110-43D4-831C-EF73D15B1FF4}" dt="2026-09-01T05:51:23.184" v="9" actId="207"/>
          <ac:spMkLst>
            <pc:docMk/>
            <pc:sldMk cId="2078861670" sldId="2147483568"/>
            <ac:spMk id="9" creationId="{712FCA2F-1491-36CA-ABF7-9884A2969555}"/>
          </ac:spMkLst>
        </pc:spChg>
        <pc:spChg chg="mod">
          <ac:chgData name="김기백(GIBAEK KIM)[gibaek.kim]/팀장/제조DX.자동보정.자동보정선행개발팀" userId="55e45d38-c472-4a38-804c-486c2f4c45c8" providerId="ADAL" clId="{D2DE7392-9110-43D4-831C-EF73D15B1FF4}" dt="2026-09-01T05:51:23.184" v="9" actId="207"/>
          <ac:spMkLst>
            <pc:docMk/>
            <pc:sldMk cId="2078861670" sldId="2147483568"/>
            <ac:spMk id="11" creationId="{9343EBA5-E928-3C62-EB7D-E97447A45ACA}"/>
          </ac:spMkLst>
        </pc:spChg>
      </pc:sldChg>
    </pc:docChg>
  </pc:docChgLst>
  <pc:docChgLst>
    <pc:chgData name="최문석(MOON SEOK CHOI)[mschoi19]/책임/제조DX.자동보정.자동보정선행개발팀" userId="b461c574-904d-49dd-b4c4-a0a522fe5e7c" providerId="ADAL" clId="{FA77E9BE-636E-4534-ABDE-B6E29A75ADF4}"/>
    <pc:docChg chg="undo custSel modSld">
      <pc:chgData name="최문석(MOON SEOK CHOI)[mschoi19]/책임/제조DX.자동보정.자동보정선행개발팀" userId="b461c574-904d-49dd-b4c4-a0a522fe5e7c" providerId="ADAL" clId="{FA77E9BE-636E-4534-ABDE-B6E29A75ADF4}" dt="2026-09-09T08:45:27.935" v="987" actId="1036"/>
      <pc:docMkLst>
        <pc:docMk/>
      </pc:docMkLst>
      <pc:sldChg chg="modSp mod modShow">
        <pc:chgData name="최문석(MOON SEOK CHOI)[mschoi19]/책임/제조DX.자동보정.자동보정선행개발팀" userId="b461c574-904d-49dd-b4c4-a0a522fe5e7c" providerId="ADAL" clId="{FA77E9BE-636E-4534-ABDE-B6E29A75ADF4}" dt="2026-09-09T02:23:12.480" v="8" actId="729"/>
        <pc:sldMkLst>
          <pc:docMk/>
          <pc:sldMk cId="1329909849" sldId="261"/>
        </pc:sldMkLst>
        <pc:spChg chg="mod">
          <ac:chgData name="최문석(MOON SEOK CHOI)[mschoi19]/책임/제조DX.자동보정.자동보정선행개발팀" userId="b461c574-904d-49dd-b4c4-a0a522fe5e7c" providerId="ADAL" clId="{FA77E9BE-636E-4534-ABDE-B6E29A75ADF4}" dt="2026-09-09T02:22:54.143" v="1" actId="20577"/>
          <ac:spMkLst>
            <pc:docMk/>
            <pc:sldMk cId="1329909849" sldId="261"/>
            <ac:spMk id="7" creationId="{C19DCC39-960B-65E7-46B8-BF0210E803F4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FA77E9BE-636E-4534-ABDE-B6E29A75ADF4}" dt="2026-09-09T02:27:45.768" v="308" actId="20577"/>
        <pc:sldMkLst>
          <pc:docMk/>
          <pc:sldMk cId="2114474638" sldId="312"/>
        </pc:sldMkLst>
        <pc:spChg chg="mod">
          <ac:chgData name="최문석(MOON SEOK CHOI)[mschoi19]/책임/제조DX.자동보정.자동보정선행개발팀" userId="b461c574-904d-49dd-b4c4-a0a522fe5e7c" providerId="ADAL" clId="{FA77E9BE-636E-4534-ABDE-B6E29A75ADF4}" dt="2026-09-09T02:27:45.768" v="308" actId="20577"/>
          <ac:spMkLst>
            <pc:docMk/>
            <pc:sldMk cId="2114474638" sldId="312"/>
            <ac:spMk id="19" creationId="{1988D2CF-F024-5909-FDED-6AB4B56B22DE}"/>
          </ac:spMkLst>
        </pc:spChg>
      </pc:sldChg>
      <pc:sldChg chg="modSp mod modShow">
        <pc:chgData name="최문석(MOON SEOK CHOI)[mschoi19]/책임/제조DX.자동보정.자동보정선행개발팀" userId="b461c574-904d-49dd-b4c4-a0a522fe5e7c" providerId="ADAL" clId="{FA77E9BE-636E-4534-ABDE-B6E29A75ADF4}" dt="2026-09-09T02:23:26.538" v="11" actId="729"/>
        <pc:sldMkLst>
          <pc:docMk/>
          <pc:sldMk cId="1767993320" sldId="324"/>
        </pc:sldMkLst>
        <pc:spChg chg="mod">
          <ac:chgData name="최문석(MOON SEOK CHOI)[mschoi19]/책임/제조DX.자동보정.자동보정선행개발팀" userId="b461c574-904d-49dd-b4c4-a0a522fe5e7c" providerId="ADAL" clId="{FA77E9BE-636E-4534-ABDE-B6E29A75ADF4}" dt="2026-09-09T02:23:07.566" v="7" actId="20577"/>
          <ac:spMkLst>
            <pc:docMk/>
            <pc:sldMk cId="1767993320" sldId="324"/>
            <ac:spMk id="16" creationId="{F49D00FE-AF2E-74AA-4922-481FEC90E68B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FA77E9BE-636E-4534-ABDE-B6E29A75ADF4}" dt="2026-09-09T02:23:33.491" v="13" actId="20577"/>
        <pc:sldMkLst>
          <pc:docMk/>
          <pc:sldMk cId="679677941" sldId="339"/>
        </pc:sldMkLst>
        <pc:spChg chg="mod">
          <ac:chgData name="최문석(MOON SEOK CHOI)[mschoi19]/책임/제조DX.자동보정.자동보정선행개발팀" userId="b461c574-904d-49dd-b4c4-a0a522fe5e7c" providerId="ADAL" clId="{FA77E9BE-636E-4534-ABDE-B6E29A75ADF4}" dt="2026-09-09T02:23:33.491" v="13" actId="20577"/>
          <ac:spMkLst>
            <pc:docMk/>
            <pc:sldMk cId="679677941" sldId="339"/>
            <ac:spMk id="7" creationId="{C19DCC39-960B-65E7-46B8-BF0210E803F4}"/>
          </ac:spMkLst>
        </pc:spChg>
      </pc:sldChg>
      <pc:sldChg chg="modSp mod modShow">
        <pc:chgData name="최문석(MOON SEOK CHOI)[mschoi19]/책임/제조DX.자동보정.자동보정선행개발팀" userId="b461c574-904d-49dd-b4c4-a0a522fe5e7c" providerId="ADAL" clId="{FA77E9BE-636E-4534-ABDE-B6E29A75ADF4}" dt="2026-09-09T02:23:20.689" v="10" actId="729"/>
        <pc:sldMkLst>
          <pc:docMk/>
          <pc:sldMk cId="2867748510" sldId="408"/>
        </pc:sldMkLst>
        <pc:spChg chg="mod">
          <ac:chgData name="최문석(MOON SEOK CHOI)[mschoi19]/책임/제조DX.자동보정.자동보정선행개발팀" userId="b461c574-904d-49dd-b4c4-a0a522fe5e7c" providerId="ADAL" clId="{FA77E9BE-636E-4534-ABDE-B6E29A75ADF4}" dt="2026-09-09T02:23:02.908" v="5" actId="20577"/>
          <ac:spMkLst>
            <pc:docMk/>
            <pc:sldMk cId="2867748510" sldId="408"/>
            <ac:spMk id="16" creationId="{432BB680-BBED-2F2B-C789-5B3A61E89253}"/>
          </ac:spMkLst>
        </pc:spChg>
      </pc:sldChg>
      <pc:sldChg chg="modSp mod modShow">
        <pc:chgData name="최문석(MOON SEOK CHOI)[mschoi19]/책임/제조DX.자동보정.자동보정선행개발팀" userId="b461c574-904d-49dd-b4c4-a0a522fe5e7c" providerId="ADAL" clId="{FA77E9BE-636E-4534-ABDE-B6E29A75ADF4}" dt="2026-09-09T02:23:15.254" v="9" actId="729"/>
        <pc:sldMkLst>
          <pc:docMk/>
          <pc:sldMk cId="215568041" sldId="430"/>
        </pc:sldMkLst>
        <pc:spChg chg="mod">
          <ac:chgData name="최문석(MOON SEOK CHOI)[mschoi19]/책임/제조DX.자동보정.자동보정선행개발팀" userId="b461c574-904d-49dd-b4c4-a0a522fe5e7c" providerId="ADAL" clId="{FA77E9BE-636E-4534-ABDE-B6E29A75ADF4}" dt="2026-09-09T02:22:58.518" v="3" actId="20577"/>
          <ac:spMkLst>
            <pc:docMk/>
            <pc:sldMk cId="215568041" sldId="430"/>
            <ac:spMk id="16" creationId="{432BB680-BBED-2F2B-C789-5B3A61E89253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FA77E9BE-636E-4534-ABDE-B6E29A75ADF4}" dt="2026-09-09T08:41:07.502" v="372" actId="207"/>
        <pc:sldMkLst>
          <pc:docMk/>
          <pc:sldMk cId="722830885" sldId="2147483567"/>
        </pc:sldMkLst>
        <pc:spChg chg="mod">
          <ac:chgData name="최문석(MOON SEOK CHOI)[mschoi19]/책임/제조DX.자동보정.자동보정선행개발팀" userId="b461c574-904d-49dd-b4c4-a0a522fe5e7c" providerId="ADAL" clId="{FA77E9BE-636E-4534-ABDE-B6E29A75ADF4}" dt="2026-09-09T07:28:45.065" v="312" actId="207"/>
          <ac:spMkLst>
            <pc:docMk/>
            <pc:sldMk cId="722830885" sldId="2147483567"/>
            <ac:spMk id="6" creationId="{FF80FE02-97A7-A1B4-3694-7503FDA3AD1B}"/>
          </ac:spMkLst>
        </pc:spChg>
        <pc:spChg chg="mod">
          <ac:chgData name="최문석(MOON SEOK CHOI)[mschoi19]/책임/제조DX.자동보정.자동보정선행개발팀" userId="b461c574-904d-49dd-b4c4-a0a522fe5e7c" providerId="ADAL" clId="{FA77E9BE-636E-4534-ABDE-B6E29A75ADF4}" dt="2026-09-09T07:28:45.065" v="312" actId="207"/>
          <ac:spMkLst>
            <pc:docMk/>
            <pc:sldMk cId="722830885" sldId="2147483567"/>
            <ac:spMk id="7" creationId="{90D73227-2465-8D42-90EB-CFFFC0A3FB76}"/>
          </ac:spMkLst>
        </pc:spChg>
        <pc:spChg chg="mod">
          <ac:chgData name="최문석(MOON SEOK CHOI)[mschoi19]/책임/제조DX.자동보정.자동보정선행개발팀" userId="b461c574-904d-49dd-b4c4-a0a522fe5e7c" providerId="ADAL" clId="{FA77E9BE-636E-4534-ABDE-B6E29A75ADF4}" dt="2026-09-09T08:41:07.502" v="372" actId="207"/>
          <ac:spMkLst>
            <pc:docMk/>
            <pc:sldMk cId="722830885" sldId="2147483567"/>
            <ac:spMk id="21" creationId="{8C51B5C4-0AF8-7836-BF28-C6127F7FCD60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FA77E9BE-636E-4534-ABDE-B6E29A75ADF4}" dt="2026-09-09T08:45:27.935" v="987" actId="1036"/>
        <pc:sldMkLst>
          <pc:docMk/>
          <pc:sldMk cId="2078861670" sldId="2147483568"/>
        </pc:sldMkLst>
        <pc:spChg chg="mod">
          <ac:chgData name="최문석(MOON SEOK CHOI)[mschoi19]/책임/제조DX.자동보정.자동보정선행개발팀" userId="b461c574-904d-49dd-b4c4-a0a522fe5e7c" providerId="ADAL" clId="{FA77E9BE-636E-4534-ABDE-B6E29A75ADF4}" dt="2026-09-09T08:45:02.369" v="980" actId="20577"/>
          <ac:spMkLst>
            <pc:docMk/>
            <pc:sldMk cId="2078861670" sldId="2147483568"/>
            <ac:spMk id="9" creationId="{712FCA2F-1491-36CA-ABF7-9884A2969555}"/>
          </ac:spMkLst>
        </pc:spChg>
        <pc:spChg chg="mod">
          <ac:chgData name="최문석(MOON SEOK CHOI)[mschoi19]/책임/제조DX.자동보정.자동보정선행개발팀" userId="b461c574-904d-49dd-b4c4-a0a522fe5e7c" providerId="ADAL" clId="{FA77E9BE-636E-4534-ABDE-B6E29A75ADF4}" dt="2026-09-09T08:45:27.935" v="987" actId="1036"/>
          <ac:spMkLst>
            <pc:docMk/>
            <pc:sldMk cId="2078861670" sldId="2147483568"/>
            <ac:spMk id="11" creationId="{9343EBA5-E928-3C62-EB7D-E97447A45ACA}"/>
          </ac:spMkLst>
        </pc:spChg>
        <pc:spChg chg="mod">
          <ac:chgData name="최문석(MOON SEOK CHOI)[mschoi19]/책임/제조DX.자동보정.자동보정선행개발팀" userId="b461c574-904d-49dd-b4c4-a0a522fe5e7c" providerId="ADAL" clId="{FA77E9BE-636E-4534-ABDE-B6E29A75ADF4}" dt="2026-09-09T08:45:20.040" v="981" actId="1076"/>
          <ac:spMkLst>
            <pc:docMk/>
            <pc:sldMk cId="2078861670" sldId="2147483568"/>
            <ac:spMk id="14" creationId="{4EABB971-7377-9AD5-50FB-0B1A44A59A43}"/>
          </ac:spMkLst>
        </pc:spChg>
      </pc:sldChg>
    </pc:docChg>
  </pc:docChgLst>
  <pc:docChgLst>
    <pc:chgData name="차영은(YEONGEUN CHA)[yeongeun.cha]/선임/제조DX.자동보정.RSND자동보정팀" userId="e4ba232c-cf2d-4452-bd1b-f0a465a6692d" providerId="ADAL" clId="{2D99FBD0-E24B-4A73-9A08-2B821E513572}"/>
    <pc:docChg chg="undo custSel modSld modMainMaster">
      <pc:chgData name="차영은(YEONGEUN CHA)[yeongeun.cha]/선임/제조DX.자동보정.RSND자동보정팀" userId="e4ba232c-cf2d-4452-bd1b-f0a465a6692d" providerId="ADAL" clId="{2D99FBD0-E24B-4A73-9A08-2B821E513572}" dt="2026-09-09T00:22:09.569" v="590" actId="20577"/>
      <pc:docMkLst>
        <pc:docMk/>
      </pc:docMkLst>
      <pc:sldChg chg="addSp delSp modSp mod">
        <pc:chgData name="차영은(YEONGEUN CHA)[yeongeun.cha]/선임/제조DX.자동보정.RSND자동보정팀" userId="e4ba232c-cf2d-4452-bd1b-f0a465a6692d" providerId="ADAL" clId="{2D99FBD0-E24B-4A73-9A08-2B821E513572}" dt="2026-09-09T00:22:09.569" v="590" actId="20577"/>
        <pc:sldMkLst>
          <pc:docMk/>
          <pc:sldMk cId="1554108962" sldId="305"/>
        </pc:sldMkLst>
        <pc:spChg chg="add del mod">
          <ac:chgData name="차영은(YEONGEUN CHA)[yeongeun.cha]/선임/제조DX.자동보정.RSND자동보정팀" userId="e4ba232c-cf2d-4452-bd1b-f0a465a6692d" providerId="ADAL" clId="{2D99FBD0-E24B-4A73-9A08-2B821E513572}" dt="2026-09-09T00:21:45.533" v="584"/>
          <ac:spMkLst>
            <pc:docMk/>
            <pc:sldMk cId="1554108962" sldId="305"/>
            <ac:spMk id="26" creationId="{D648CFCD-D9C4-F990-F8A0-9CCDF1D5FD73}"/>
          </ac:spMkLst>
        </pc:spChg>
        <pc:spChg chg="del">
          <ac:chgData name="차영은(YEONGEUN CHA)[yeongeun.cha]/선임/제조DX.자동보정.RSND자동보정팀" userId="e4ba232c-cf2d-4452-bd1b-f0a465a6692d" providerId="ADAL" clId="{2D99FBD0-E24B-4A73-9A08-2B821E513572}" dt="2026-09-09T00:21:35.931" v="578" actId="478"/>
          <ac:spMkLst>
            <pc:docMk/>
            <pc:sldMk cId="1554108962" sldId="305"/>
            <ac:spMk id="27" creationId="{5609AD6A-E4FC-1283-5578-00971543EB92}"/>
          </ac:spMkLst>
        </pc:spChg>
        <pc:spChg chg="add mod">
          <ac:chgData name="차영은(YEONGEUN CHA)[yeongeun.cha]/선임/제조DX.자동보정.RSND자동보정팀" userId="e4ba232c-cf2d-4452-bd1b-f0a465a6692d" providerId="ADAL" clId="{2D99FBD0-E24B-4A73-9A08-2B821E513572}" dt="2026-09-09T00:21:41.167" v="583"/>
          <ac:spMkLst>
            <pc:docMk/>
            <pc:sldMk cId="1554108962" sldId="305"/>
            <ac:spMk id="28" creationId="{F93CDD31-320C-7713-4E2F-676651A1F15B}"/>
          </ac:spMkLst>
        </pc:spChg>
        <pc:spChg chg="add mod">
          <ac:chgData name="차영은(YEONGEUN CHA)[yeongeun.cha]/선임/제조DX.자동보정.RSND자동보정팀" userId="e4ba232c-cf2d-4452-bd1b-f0a465a6692d" providerId="ADAL" clId="{2D99FBD0-E24B-4A73-9A08-2B821E513572}" dt="2026-09-09T00:21:45.533" v="584"/>
          <ac:spMkLst>
            <pc:docMk/>
            <pc:sldMk cId="1554108962" sldId="305"/>
            <ac:spMk id="29" creationId="{49DA39B3-398D-2AAF-EBF5-47D29CEC495E}"/>
          </ac:spMkLst>
        </pc:spChg>
        <pc:spChg chg="mod">
          <ac:chgData name="차영은(YEONGEUN CHA)[yeongeun.cha]/선임/제조DX.자동보정.RSND자동보정팀" userId="e4ba232c-cf2d-4452-bd1b-f0a465a6692d" providerId="ADAL" clId="{2D99FBD0-E24B-4A73-9A08-2B821E513572}" dt="2026-09-09T00:22:09.569" v="590" actId="20577"/>
          <ac:spMkLst>
            <pc:docMk/>
            <pc:sldMk cId="1554108962" sldId="305"/>
            <ac:spMk id="44" creationId="{6F3BC2FF-E945-9DC3-7A0D-1FE966BFB24D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2D99FBD0-E24B-4A73-9A08-2B821E513572}" dt="2026-09-09T00:22:06.006" v="588" actId="20577"/>
        <pc:sldMkLst>
          <pc:docMk/>
          <pc:sldMk cId="4050359468" sldId="400"/>
        </pc:sldMkLst>
        <pc:spChg chg="mod">
          <ac:chgData name="차영은(YEONGEUN CHA)[yeongeun.cha]/선임/제조DX.자동보정.RSND자동보정팀" userId="e4ba232c-cf2d-4452-bd1b-f0a465a6692d" providerId="ADAL" clId="{2D99FBD0-E24B-4A73-9A08-2B821E513572}" dt="2026-09-09T00:22:06.006" v="588" actId="20577"/>
          <ac:spMkLst>
            <pc:docMk/>
            <pc:sldMk cId="4050359468" sldId="400"/>
            <ac:spMk id="6" creationId="{8434DB26-0989-42D9-FE33-922D5D878913}"/>
          </ac:spMkLst>
        </pc:spChg>
        <pc:spChg chg="mod">
          <ac:chgData name="차영은(YEONGEUN CHA)[yeongeun.cha]/선임/제조DX.자동보정.RSND자동보정팀" userId="e4ba232c-cf2d-4452-bd1b-f0a465a6692d" providerId="ADAL" clId="{2D99FBD0-E24B-4A73-9A08-2B821E513572}" dt="2026-09-09T00:20:41.071" v="539" actId="20577"/>
          <ac:spMkLst>
            <pc:docMk/>
            <pc:sldMk cId="4050359468" sldId="400"/>
            <ac:spMk id="79" creationId="{6A48F3AD-C54E-4294-1198-C0F435D563BC}"/>
          </ac:spMkLst>
        </pc:spChg>
        <pc:spChg chg="mod">
          <ac:chgData name="차영은(YEONGEUN CHA)[yeongeun.cha]/선임/제조DX.자동보정.RSND자동보정팀" userId="e4ba232c-cf2d-4452-bd1b-f0a465a6692d" providerId="ADAL" clId="{2D99FBD0-E24B-4A73-9A08-2B821E513572}" dt="2026-09-09T00:21:26.717" v="577" actId="404"/>
          <ac:spMkLst>
            <pc:docMk/>
            <pc:sldMk cId="4050359468" sldId="400"/>
            <ac:spMk id="105" creationId="{2771C1D7-2247-F8F9-F1AA-79933194FFF0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2D99FBD0-E24B-4A73-9A08-2B821E513572}" dt="2026-09-07T00:59:26.730" v="27" actId="20577"/>
        <pc:sldMkLst>
          <pc:docMk/>
          <pc:sldMk cId="2751367990" sldId="746"/>
        </pc:sldMkLst>
        <pc:spChg chg="mod">
          <ac:chgData name="차영은(YEONGEUN CHA)[yeongeun.cha]/선임/제조DX.자동보정.RSND자동보정팀" userId="e4ba232c-cf2d-4452-bd1b-f0a465a6692d" providerId="ADAL" clId="{2D99FBD0-E24B-4A73-9A08-2B821E513572}" dt="2026-09-07T00:59:26.730" v="27" actId="20577"/>
          <ac:spMkLst>
            <pc:docMk/>
            <pc:sldMk cId="2751367990" sldId="746"/>
            <ac:spMk id="19" creationId="{00000000-0000-0000-0000-000000000000}"/>
          </ac:spMkLst>
        </pc:spChg>
      </pc:sldChg>
      <pc:sldMasterChg chg="modSp mod modSldLayout">
        <pc:chgData name="차영은(YEONGEUN CHA)[yeongeun.cha]/선임/제조DX.자동보정.RSND자동보정팀" userId="e4ba232c-cf2d-4452-bd1b-f0a465a6692d" providerId="ADAL" clId="{2D99FBD0-E24B-4A73-9A08-2B821E513572}" dt="2026-09-07T00:59:06.803" v="21" actId="20577"/>
        <pc:sldMasterMkLst>
          <pc:docMk/>
          <pc:sldMasterMk cId="2856474258" sldId="2147483926"/>
        </pc:sldMasterMkLst>
        <pc:spChg chg="mod">
          <ac:chgData name="차영은(YEONGEUN CHA)[yeongeun.cha]/선임/제조DX.자동보정.RSND자동보정팀" userId="e4ba232c-cf2d-4452-bd1b-f0a465a6692d" providerId="ADAL" clId="{2D99FBD0-E24B-4A73-9A08-2B821E513572}" dt="2026-09-07T00:59:06.803" v="21" actId="20577"/>
          <ac:spMkLst>
            <pc:docMk/>
            <pc:sldMasterMk cId="2856474258" sldId="2147483926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2D99FBD0-E24B-4A73-9A08-2B821E513572}" dt="2026-09-07T00:58:20.822" v="11" actId="20577"/>
          <pc:sldLayoutMkLst>
            <pc:docMk/>
            <pc:sldMasterMk cId="2856474258" sldId="2147483926"/>
            <pc:sldLayoutMk cId="1399280870" sldId="2147483927"/>
          </pc:sldLayoutMkLst>
          <pc:graphicFrameChg chg="modGraphic">
            <ac:chgData name="차영은(YEONGEUN CHA)[yeongeun.cha]/선임/제조DX.자동보정.RSND자동보정팀" userId="e4ba232c-cf2d-4452-bd1b-f0a465a6692d" providerId="ADAL" clId="{2D99FBD0-E24B-4A73-9A08-2B821E513572}" dt="2026-09-07T00:58:18.074" v="9" actId="20577"/>
            <ac:graphicFrameMkLst>
              <pc:docMk/>
              <pc:sldMasterMk cId="2856474258" sldId="2147483926"/>
              <pc:sldLayoutMk cId="1399280870" sldId="2147483927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2D99FBD0-E24B-4A73-9A08-2B821E513572}" dt="2026-09-07T00:58:20.822" v="11" actId="20577"/>
            <ac:graphicFrameMkLst>
              <pc:docMk/>
              <pc:sldMasterMk cId="2856474258" sldId="2147483926"/>
              <pc:sldLayoutMk cId="1399280870" sldId="2147483927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2D99FBD0-E24B-4A73-9A08-2B821E513572}" dt="2026-09-07T00:58:24.854" v="13" actId="20577"/>
          <pc:sldLayoutMkLst>
            <pc:docMk/>
            <pc:sldMasterMk cId="2856474258" sldId="2147483926"/>
            <pc:sldLayoutMk cId="383816557" sldId="2147483928"/>
          </pc:sldLayoutMkLst>
          <pc:graphicFrameChg chg="modGraphic">
            <ac:chgData name="차영은(YEONGEUN CHA)[yeongeun.cha]/선임/제조DX.자동보정.RSND자동보정팀" userId="e4ba232c-cf2d-4452-bd1b-f0a465a6692d" providerId="ADAL" clId="{2D99FBD0-E24B-4A73-9A08-2B821E513572}" dt="2026-09-07T00:58:24.854" v="13" actId="20577"/>
            <ac:graphicFrameMkLst>
              <pc:docMk/>
              <pc:sldMasterMk cId="2856474258" sldId="2147483926"/>
              <pc:sldLayoutMk cId="383816557" sldId="2147483928"/>
              <ac:graphicFrameMk id="3" creationId="{8100811F-687F-3281-8CE1-309FC13722E0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2D99FBD0-E24B-4A73-9A08-2B821E513572}" dt="2026-09-07T00:58:14.350" v="7" actId="20577"/>
          <pc:sldLayoutMkLst>
            <pc:docMk/>
            <pc:sldMasterMk cId="2856474258" sldId="2147483926"/>
            <pc:sldLayoutMk cId="431942297" sldId="2147483956"/>
          </pc:sldLayoutMkLst>
          <pc:graphicFrameChg chg="modGraphic">
            <ac:chgData name="차영은(YEONGEUN CHA)[yeongeun.cha]/선임/제조DX.자동보정.RSND자동보정팀" userId="e4ba232c-cf2d-4452-bd1b-f0a465a6692d" providerId="ADAL" clId="{2D99FBD0-E24B-4A73-9A08-2B821E513572}" dt="2026-09-07T00:58:10.548" v="5" actId="20577"/>
            <ac:graphicFrameMkLst>
              <pc:docMk/>
              <pc:sldMasterMk cId="2856474258" sldId="2147483926"/>
              <pc:sldLayoutMk cId="431942297" sldId="2147483956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2D99FBD0-E24B-4A73-9A08-2B821E513572}" dt="2026-09-07T00:58:14.350" v="7" actId="20577"/>
            <ac:graphicFrameMkLst>
              <pc:docMk/>
              <pc:sldMasterMk cId="2856474258" sldId="2147483926"/>
              <pc:sldLayoutMk cId="431942297" sldId="2147483956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2D99FBD0-E24B-4A73-9A08-2B821E513572}" dt="2026-09-07T00:58:06.862" v="3" actId="20577"/>
          <pc:sldLayoutMkLst>
            <pc:docMk/>
            <pc:sldMasterMk cId="2856474258" sldId="2147483926"/>
            <pc:sldLayoutMk cId="431942297" sldId="2147483962"/>
          </pc:sldLayoutMkLst>
          <pc:graphicFrameChg chg="modGraphic">
            <ac:chgData name="차영은(YEONGEUN CHA)[yeongeun.cha]/선임/제조DX.자동보정.RSND자동보정팀" userId="e4ba232c-cf2d-4452-bd1b-f0a465a6692d" providerId="ADAL" clId="{2D99FBD0-E24B-4A73-9A08-2B821E513572}" dt="2026-09-07T00:57:59.786" v="1" actId="20577"/>
            <ac:graphicFrameMkLst>
              <pc:docMk/>
              <pc:sldMasterMk cId="2856474258" sldId="2147483926"/>
              <pc:sldLayoutMk cId="431942297" sldId="2147483962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2D99FBD0-E24B-4A73-9A08-2B821E513572}" dt="2026-09-07T00:58:06.862" v="3" actId="20577"/>
            <ac:graphicFrameMkLst>
              <pc:docMk/>
              <pc:sldMasterMk cId="2856474258" sldId="2147483926"/>
              <pc:sldLayoutMk cId="431942297" sldId="2147483962"/>
              <ac:graphicFrameMk id="33" creationId="{3833E550-6C35-B912-9D04-3025DA16CA8C}"/>
            </ac:graphicFrameMkLst>
          </pc:graphicFrameChg>
        </pc:sldLayoutChg>
      </pc:sldMasterChg>
      <pc:sldMasterChg chg="modSp mod modSldLayout">
        <pc:chgData name="차영은(YEONGEUN CHA)[yeongeun.cha]/선임/제조DX.자동보정.RSND자동보정팀" userId="e4ba232c-cf2d-4452-bd1b-f0a465a6692d" providerId="ADAL" clId="{2D99FBD0-E24B-4A73-9A08-2B821E513572}" dt="2026-09-07T00:59:16.510" v="23" actId="20577"/>
        <pc:sldMasterMkLst>
          <pc:docMk/>
          <pc:sldMasterMk cId="3554001616" sldId="2147483943"/>
        </pc:sldMasterMkLst>
        <pc:spChg chg="mod">
          <ac:chgData name="차영은(YEONGEUN CHA)[yeongeun.cha]/선임/제조DX.자동보정.RSND자동보정팀" userId="e4ba232c-cf2d-4452-bd1b-f0a465a6692d" providerId="ADAL" clId="{2D99FBD0-E24B-4A73-9A08-2B821E513572}" dt="2026-09-07T00:59:16.510" v="23" actId="20577"/>
          <ac:spMkLst>
            <pc:docMk/>
            <pc:sldMasterMk cId="3554001616" sldId="2147483943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2D99FBD0-E24B-4A73-9A08-2B821E513572}" dt="2026-09-07T00:58:31.947" v="17" actId="20577"/>
          <pc:sldLayoutMkLst>
            <pc:docMk/>
            <pc:sldMasterMk cId="3554001616" sldId="2147483943"/>
            <pc:sldLayoutMk cId="1070217101" sldId="2147483945"/>
          </pc:sldLayoutMkLst>
          <pc:graphicFrameChg chg="modGraphic">
            <ac:chgData name="차영은(YEONGEUN CHA)[yeongeun.cha]/선임/제조DX.자동보정.RSND자동보정팀" userId="e4ba232c-cf2d-4452-bd1b-f0a465a6692d" providerId="ADAL" clId="{2D99FBD0-E24B-4A73-9A08-2B821E513572}" dt="2026-09-07T00:58:29.862" v="15" actId="20577"/>
            <ac:graphicFrameMkLst>
              <pc:docMk/>
              <pc:sldMasterMk cId="3554001616" sldId="2147483943"/>
              <pc:sldLayoutMk cId="1070217101" sldId="2147483945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2D99FBD0-E24B-4A73-9A08-2B821E513572}" dt="2026-09-07T00:58:31.947" v="17" actId="20577"/>
            <ac:graphicFrameMkLst>
              <pc:docMk/>
              <pc:sldMasterMk cId="3554001616" sldId="2147483943"/>
              <pc:sldLayoutMk cId="1070217101" sldId="2147483945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2D99FBD0-E24B-4A73-9A08-2B821E513572}" dt="2026-09-07T00:58:34.794" v="19" actId="20577"/>
          <pc:sldLayoutMkLst>
            <pc:docMk/>
            <pc:sldMasterMk cId="3554001616" sldId="2147483943"/>
            <pc:sldLayoutMk cId="4071920373" sldId="2147483946"/>
          </pc:sldLayoutMkLst>
          <pc:graphicFrameChg chg="modGraphic">
            <ac:chgData name="차영은(YEONGEUN CHA)[yeongeun.cha]/선임/제조DX.자동보정.RSND자동보정팀" userId="e4ba232c-cf2d-4452-bd1b-f0a465a6692d" providerId="ADAL" clId="{2D99FBD0-E24B-4A73-9A08-2B821E513572}" dt="2026-09-07T00:58:34.794" v="19" actId="20577"/>
            <ac:graphicFrameMkLst>
              <pc:docMk/>
              <pc:sldMasterMk cId="3554001616" sldId="2147483943"/>
              <pc:sldLayoutMk cId="4071920373" sldId="2147483946"/>
              <ac:graphicFrameMk id="3" creationId="{8100811F-687F-3281-8CE1-309FC13722E0}"/>
            </ac:graphicFrameMkLst>
          </pc:graphicFrameChg>
        </pc:sldLayoutChg>
      </pc:sldMasterChg>
    </pc:docChg>
  </pc:docChgLst>
  <pc:docChgLst>
    <pc:chgData name="임성현(SUNGHYEUN LIM)[limsh0]/선임/제조DX.자동보정.MC자동보정팀" userId="S::limsh0@lgensol.com::98668b4a-da00-402d-a6a4-d7a97d064261" providerId="AD" clId="Web-{2803172F-77DF-38BC-B91C-5B13217BC52D}"/>
    <pc:docChg chg="modSld">
      <pc:chgData name="임성현(SUNGHYEUN LIM)[limsh0]/선임/제조DX.자동보정.MC자동보정팀" userId="S::limsh0@lgensol.com::98668b4a-da00-402d-a6a4-d7a97d064261" providerId="AD" clId="Web-{2803172F-77DF-38BC-B91C-5B13217BC52D}" dt="2026-09-16T15:01:30.706" v="10" actId="20577"/>
      <pc:docMkLst>
        <pc:docMk/>
      </pc:docMkLst>
      <pc:sldChg chg="modSp">
        <pc:chgData name="임성현(SUNGHYEUN LIM)[limsh0]/선임/제조DX.자동보정.MC자동보정팀" userId="S::limsh0@lgensol.com::98668b4a-da00-402d-a6a4-d7a97d064261" providerId="AD" clId="Web-{2803172F-77DF-38BC-B91C-5B13217BC52D}" dt="2026-09-16T15:01:30.706" v="10" actId="20577"/>
        <pc:sldMkLst>
          <pc:docMk/>
          <pc:sldMk cId="1123662655" sldId="267"/>
        </pc:sldMkLst>
        <pc:spChg chg="mod">
          <ac:chgData name="임성현(SUNGHYEUN LIM)[limsh0]/선임/제조DX.자동보정.MC자동보정팀" userId="S::limsh0@lgensol.com::98668b4a-da00-402d-a6a4-d7a97d064261" providerId="AD" clId="Web-{2803172F-77DF-38BC-B91C-5B13217BC52D}" dt="2026-09-16T15:01:30.706" v="10" actId="20577"/>
          <ac:spMkLst>
            <pc:docMk/>
            <pc:sldMk cId="1123662655" sldId="267"/>
            <ac:spMk id="25" creationId="{F763AEEB-526E-8057-48DD-A4DCA13D31B7}"/>
          </ac:spMkLst>
        </pc:spChg>
      </pc:sldChg>
      <pc:sldChg chg="modSp">
        <pc:chgData name="임성현(SUNGHYEUN LIM)[limsh0]/선임/제조DX.자동보정.MC자동보정팀" userId="S::limsh0@lgensol.com::98668b4a-da00-402d-a6a4-d7a97d064261" providerId="AD" clId="Web-{2803172F-77DF-38BC-B91C-5B13217BC52D}" dt="2026-09-16T15:01:12.627" v="6" actId="20577"/>
        <pc:sldMkLst>
          <pc:docMk/>
          <pc:sldMk cId="2304380334" sldId="362"/>
        </pc:sldMkLst>
        <pc:spChg chg="mod">
          <ac:chgData name="임성현(SUNGHYEUN LIM)[limsh0]/선임/제조DX.자동보정.MC자동보정팀" userId="S::limsh0@lgensol.com::98668b4a-da00-402d-a6a4-d7a97d064261" providerId="AD" clId="Web-{2803172F-77DF-38BC-B91C-5B13217BC52D}" dt="2026-09-16T15:01:12.627" v="6" actId="20577"/>
          <ac:spMkLst>
            <pc:docMk/>
            <pc:sldMk cId="2304380334" sldId="362"/>
            <ac:spMk id="25" creationId="{F763AEEB-526E-8057-48DD-A4DCA13D31B7}"/>
          </ac:spMkLst>
        </pc:spChg>
      </pc:sldChg>
    </pc:docChg>
  </pc:docChgLst>
  <pc:docChgLst>
    <pc:chgData name="이제희(JEHEE LEE)[jhlee5841]/책임/제조DX.자동보정.조립자동보정팀" userId="31773b35-80f3-44f0-bad0-f4c04c1e8eae" providerId="ADAL" clId="{C2AA252F-6140-4B4A-98DF-3D9FEA286CE6}"/>
    <pc:docChg chg="undo custSel modSld sldOrd modSection">
      <pc:chgData name="이제희(JEHEE LEE)[jhlee5841]/책임/제조DX.자동보정.조립자동보정팀" userId="31773b35-80f3-44f0-bad0-f4c04c1e8eae" providerId="ADAL" clId="{C2AA252F-6140-4B4A-98DF-3D9FEA286CE6}" dt="2026-09-16T01:19:13.635" v="2845"/>
      <pc:docMkLst>
        <pc:docMk/>
      </pc:docMkLst>
      <pc:sldChg chg="modSp mod">
        <pc:chgData name="이제희(JEHEE LEE)[jhlee5841]/책임/제조DX.자동보정.조립자동보정팀" userId="31773b35-80f3-44f0-bad0-f4c04c1e8eae" providerId="ADAL" clId="{C2AA252F-6140-4B4A-98DF-3D9FEA286CE6}" dt="2026-09-16T00:40:13.616" v="2670" actId="20577"/>
        <pc:sldMkLst>
          <pc:docMk/>
          <pc:sldMk cId="3009852263" sldId="257"/>
        </pc:sldMkLst>
        <pc:spChg chg="mod">
          <ac:chgData name="이제희(JEHEE LEE)[jhlee5841]/책임/제조DX.자동보정.조립자동보정팀" userId="31773b35-80f3-44f0-bad0-f4c04c1e8eae" providerId="ADAL" clId="{C2AA252F-6140-4B4A-98DF-3D9FEA286CE6}" dt="2026-09-16T00:40:13.616" v="2670" actId="20577"/>
          <ac:spMkLst>
            <pc:docMk/>
            <pc:sldMk cId="3009852263" sldId="257"/>
            <ac:spMk id="57" creationId="{96078413-A1F0-C331-E253-8014016E4524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39:26.855" v="2657" actId="1076"/>
          <ac:spMkLst>
            <pc:docMk/>
            <pc:sldMk cId="3009852263" sldId="257"/>
            <ac:spMk id="62" creationId="{67087FE9-D3B8-3B61-8994-10F831D7EDD4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C2AA252F-6140-4B4A-98DF-3D9FEA286CE6}" dt="2026-09-16T01:19:13.635" v="2845"/>
        <pc:sldMkLst>
          <pc:docMk/>
          <pc:sldMk cId="3282732139" sldId="268"/>
        </pc:sldMkLst>
        <pc:spChg chg="mod">
          <ac:chgData name="이제희(JEHEE LEE)[jhlee5841]/책임/제조DX.자동보정.조립자동보정팀" userId="31773b35-80f3-44f0-bad0-f4c04c1e8eae" providerId="ADAL" clId="{C2AA252F-6140-4B4A-98DF-3D9FEA286CE6}" dt="2026-09-16T01:19:13.635" v="2845"/>
          <ac:spMkLst>
            <pc:docMk/>
            <pc:sldMk cId="3282732139" sldId="268"/>
            <ac:spMk id="62" creationId="{67087FE9-D3B8-3B61-8994-10F831D7EDD4}"/>
          </ac:spMkLst>
        </pc:spChg>
        <pc:grpChg chg="mod">
          <ac:chgData name="이제희(JEHEE LEE)[jhlee5841]/책임/제조DX.자동보정.조립자동보정팀" userId="31773b35-80f3-44f0-bad0-f4c04c1e8eae" providerId="ADAL" clId="{C2AA252F-6140-4B4A-98DF-3D9FEA286CE6}" dt="2026-09-16T00:36:34.533" v="2184" actId="1076"/>
          <ac:grpSpMkLst>
            <pc:docMk/>
            <pc:sldMk cId="3282732139" sldId="268"/>
            <ac:grpSpMk id="10" creationId="{A4FE4196-3330-330D-B115-11D1670A0A52}"/>
          </ac:grpSpMkLst>
        </pc:grpChg>
      </pc:sldChg>
      <pc:sldChg chg="modSp mod">
        <pc:chgData name="이제희(JEHEE LEE)[jhlee5841]/책임/제조DX.자동보정.조립자동보정팀" userId="31773b35-80f3-44f0-bad0-f4c04c1e8eae" providerId="ADAL" clId="{C2AA252F-6140-4B4A-98DF-3D9FEA286CE6}" dt="2026-09-16T00:40:28.755" v="2674" actId="20577"/>
        <pc:sldMkLst>
          <pc:docMk/>
          <pc:sldMk cId="678299215" sldId="346"/>
        </pc:sldMkLst>
        <pc:spChg chg="mod">
          <ac:chgData name="이제희(JEHEE LEE)[jhlee5841]/책임/제조DX.자동보정.조립자동보정팀" userId="31773b35-80f3-44f0-bad0-f4c04c1e8eae" providerId="ADAL" clId="{C2AA252F-6140-4B4A-98DF-3D9FEA286CE6}" dt="2026-09-16T00:40:28.755" v="2674" actId="20577"/>
          <ac:spMkLst>
            <pc:docMk/>
            <pc:sldMk cId="678299215" sldId="346"/>
            <ac:spMk id="57" creationId="{96078413-A1F0-C331-E253-8014016E4524}"/>
          </ac:spMkLst>
        </pc:spChg>
      </pc:sldChg>
      <pc:sldChg chg="modSp mod ord">
        <pc:chgData name="이제희(JEHEE LEE)[jhlee5841]/책임/제조DX.자동보정.조립자동보정팀" userId="31773b35-80f3-44f0-bad0-f4c04c1e8eae" providerId="ADAL" clId="{C2AA252F-6140-4B4A-98DF-3D9FEA286CE6}" dt="2026-09-16T00:46:02.857" v="2787"/>
        <pc:sldMkLst>
          <pc:docMk/>
          <pc:sldMk cId="1077623371" sldId="353"/>
        </pc:sldMkLst>
        <pc:spChg chg="mod">
          <ac:chgData name="이제희(JEHEE LEE)[jhlee5841]/책임/제조DX.자동보정.조립자동보정팀" userId="31773b35-80f3-44f0-bad0-f4c04c1e8eae" providerId="ADAL" clId="{C2AA252F-6140-4B4A-98DF-3D9FEA286CE6}" dt="2026-09-16T00:45:30.470" v="2684" actId="20577"/>
          <ac:spMkLst>
            <pc:docMk/>
            <pc:sldMk cId="1077623371" sldId="353"/>
            <ac:spMk id="27" creationId="{F1F0155F-26F4-EDD1-2334-EC9049245013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45:43.548" v="2785" actId="20577"/>
          <ac:spMkLst>
            <pc:docMk/>
            <pc:sldMk cId="1077623371" sldId="353"/>
            <ac:spMk id="31" creationId="{6A17E368-C27F-5246-106D-2999D66311CE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C2AA252F-6140-4B4A-98DF-3D9FEA286CE6}" dt="2026-09-16T00:40:26.137" v="2673" actId="20577"/>
        <pc:sldMkLst>
          <pc:docMk/>
          <pc:sldMk cId="3978769968" sldId="357"/>
        </pc:sldMkLst>
        <pc:spChg chg="mod">
          <ac:chgData name="이제희(JEHEE LEE)[jhlee5841]/책임/제조DX.자동보정.조립자동보정팀" userId="31773b35-80f3-44f0-bad0-f4c04c1e8eae" providerId="ADAL" clId="{C2AA252F-6140-4B4A-98DF-3D9FEA286CE6}" dt="2026-09-16T00:40:26.137" v="2673" actId="20577"/>
          <ac:spMkLst>
            <pc:docMk/>
            <pc:sldMk cId="3978769968" sldId="357"/>
            <ac:spMk id="57" creationId="{96078413-A1F0-C331-E253-8014016E4524}"/>
          </ac:spMkLst>
        </pc:spChg>
      </pc:sldChg>
      <pc:sldChg chg="addSp modSp mod">
        <pc:chgData name="이제희(JEHEE LEE)[jhlee5841]/책임/제조DX.자동보정.조립자동보정팀" userId="31773b35-80f3-44f0-bad0-f4c04c1e8eae" providerId="ADAL" clId="{C2AA252F-6140-4B4A-98DF-3D9FEA286CE6}" dt="2026-09-16T00:34:49.934" v="2175" actId="113"/>
        <pc:sldMkLst>
          <pc:docMk/>
          <pc:sldMk cId="238870570" sldId="361"/>
        </pc:sldMkLst>
        <pc:spChg chg="add mod">
          <ac:chgData name="이제희(JEHEE LEE)[jhlee5841]/책임/제조DX.자동보정.조립자동보정팀" userId="31773b35-80f3-44f0-bad0-f4c04c1e8eae" providerId="ADAL" clId="{C2AA252F-6140-4B4A-98DF-3D9FEA286CE6}" dt="2026-09-16T00:17:47.830" v="3" actId="571"/>
          <ac:spMkLst>
            <pc:docMk/>
            <pc:sldMk cId="238870570" sldId="361"/>
            <ac:spMk id="7" creationId="{9122418F-BD5C-C7E9-9F43-6BB7BE16ACD2}"/>
          </ac:spMkLst>
        </pc:spChg>
        <pc:spChg chg="add mod">
          <ac:chgData name="이제희(JEHEE LEE)[jhlee5841]/책임/제조DX.자동보정.조립자동보정팀" userId="31773b35-80f3-44f0-bad0-f4c04c1e8eae" providerId="ADAL" clId="{C2AA252F-6140-4B4A-98DF-3D9FEA286CE6}" dt="2026-09-16T00:18:00.193" v="7" actId="20577"/>
          <ac:spMkLst>
            <pc:docMk/>
            <pc:sldMk cId="238870570" sldId="361"/>
            <ac:spMk id="13" creationId="{AAC8CA92-19B4-DC44-7038-1AAA5F356633}"/>
          </ac:spMkLst>
        </pc:spChg>
        <pc:spChg chg="add mod">
          <ac:chgData name="이제희(JEHEE LEE)[jhlee5841]/책임/제조DX.자동보정.조립자동보정팀" userId="31773b35-80f3-44f0-bad0-f4c04c1e8eae" providerId="ADAL" clId="{C2AA252F-6140-4B4A-98DF-3D9FEA286CE6}" dt="2026-09-16T00:24:10.184" v="353" actId="20577"/>
          <ac:spMkLst>
            <pc:docMk/>
            <pc:sldMk cId="238870570" sldId="361"/>
            <ac:spMk id="14" creationId="{81AAE5D1-31D7-034B-07A7-218A92381251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17:28.530" v="0" actId="1076"/>
          <ac:spMkLst>
            <pc:docMk/>
            <pc:sldMk cId="238870570" sldId="361"/>
            <ac:spMk id="45" creationId="{EBD4E087-137E-AAAD-A729-A1A83D4EEFEE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17:28.530" v="0" actId="1076"/>
          <ac:spMkLst>
            <pc:docMk/>
            <pc:sldMk cId="238870570" sldId="361"/>
            <ac:spMk id="46" creationId="{7C21C60D-E4B0-81F9-AD69-E265BD1A9FE0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17:28.530" v="0" actId="1076"/>
          <ac:spMkLst>
            <pc:docMk/>
            <pc:sldMk cId="238870570" sldId="361"/>
            <ac:spMk id="47" creationId="{7E6BB612-92A1-01E2-9367-BD3BD42DE10C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28:07.646" v="811" actId="20577"/>
          <ac:spMkLst>
            <pc:docMk/>
            <pc:sldMk cId="238870570" sldId="361"/>
            <ac:spMk id="58" creationId="{1A14E2F3-1D19-45A5-DC7A-6661315C09C3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34:41.866" v="2174" actId="1076"/>
          <ac:spMkLst>
            <pc:docMk/>
            <pc:sldMk cId="238870570" sldId="361"/>
            <ac:spMk id="62" creationId="{67087FE9-D3B8-3B61-8994-10F831D7EDD4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17:37.922" v="1" actId="1076"/>
          <ac:spMkLst>
            <pc:docMk/>
            <pc:sldMk cId="238870570" sldId="361"/>
            <ac:spMk id="72" creationId="{3536DE45-86F8-C68E-0972-F7536A24D60E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17:37.922" v="1" actId="1076"/>
          <ac:spMkLst>
            <pc:docMk/>
            <pc:sldMk cId="238870570" sldId="361"/>
            <ac:spMk id="73" creationId="{43749B2D-5A9B-E5E3-B83A-FF4ED250A087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17:37.922" v="1" actId="1076"/>
          <ac:spMkLst>
            <pc:docMk/>
            <pc:sldMk cId="238870570" sldId="361"/>
            <ac:spMk id="74" creationId="{F74B0001-4C99-34D4-D956-5D87194B7CF6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17:42.135" v="2" actId="1076"/>
          <ac:spMkLst>
            <pc:docMk/>
            <pc:sldMk cId="238870570" sldId="361"/>
            <ac:spMk id="76" creationId="{B3A9FD94-FC42-6092-B063-F61AD14A9A3B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18:14.487" v="29"/>
          <ac:spMkLst>
            <pc:docMk/>
            <pc:sldMk cId="238870570" sldId="361"/>
            <ac:spMk id="77" creationId="{193AF6B2-9DB3-41AB-3BC0-91125FF6E7C2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18:08.137" v="9" actId="20577"/>
          <ac:spMkLst>
            <pc:docMk/>
            <pc:sldMk cId="238870570" sldId="361"/>
            <ac:spMk id="78" creationId="{3B911704-CE58-7CB2-0088-EE918F0EAD2A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21:30.782" v="312" actId="20577"/>
          <ac:spMkLst>
            <pc:docMk/>
            <pc:sldMk cId="238870570" sldId="361"/>
            <ac:spMk id="79" creationId="{F498C77D-DC59-63BB-66B9-F3DDFF7BDCDB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34:49.934" v="2175" actId="113"/>
          <ac:spMkLst>
            <pc:docMk/>
            <pc:sldMk cId="238870570" sldId="361"/>
            <ac:spMk id="81" creationId="{E514F84E-27E0-8016-A282-14138C53FC96}"/>
          </ac:spMkLst>
        </pc:spChg>
        <pc:grpChg chg="mod">
          <ac:chgData name="이제희(JEHEE LEE)[jhlee5841]/책임/제조DX.자동보정.조립자동보정팀" userId="31773b35-80f3-44f0-bad0-f4c04c1e8eae" providerId="ADAL" clId="{C2AA252F-6140-4B4A-98DF-3D9FEA286CE6}" dt="2026-09-16T00:25:07.844" v="391" actId="14100"/>
          <ac:grpSpMkLst>
            <pc:docMk/>
            <pc:sldMk cId="238870570" sldId="361"/>
            <ac:grpSpMk id="10" creationId="{A4FE4196-3330-330D-B115-11D1670A0A52}"/>
          </ac:grpSpMkLst>
        </pc:grpChg>
        <pc:graphicFrameChg chg="mod modGraphic">
          <ac:chgData name="이제희(JEHEE LEE)[jhlee5841]/책임/제조DX.자동보정.조립자동보정팀" userId="31773b35-80f3-44f0-bad0-f4c04c1e8eae" providerId="ADAL" clId="{C2AA252F-6140-4B4A-98DF-3D9FEA286CE6}" dt="2026-09-16T00:25:03.252" v="390" actId="20577"/>
          <ac:graphicFrameMkLst>
            <pc:docMk/>
            <pc:sldMk cId="238870570" sldId="361"/>
            <ac:graphicFrameMk id="9" creationId="{449F626A-DBC8-4A3C-AC31-96A9EDF90D6A}"/>
          </ac:graphicFrameMkLst>
        </pc:graphicFrameChg>
      </pc:sldChg>
      <pc:sldChg chg="addSp delSp modSp mod ord">
        <pc:chgData name="이제희(JEHEE LEE)[jhlee5841]/책임/제조DX.자동보정.조립자동보정팀" userId="31773b35-80f3-44f0-bad0-f4c04c1e8eae" providerId="ADAL" clId="{C2AA252F-6140-4B4A-98DF-3D9FEA286CE6}" dt="2026-09-16T00:35:43.379" v="2183" actId="1076"/>
        <pc:sldMkLst>
          <pc:docMk/>
          <pc:sldMk cId="92261207" sldId="364"/>
        </pc:sldMkLst>
        <pc:spChg chg="add mod">
          <ac:chgData name="이제희(JEHEE LEE)[jhlee5841]/책임/제조DX.자동보정.조립자동보정팀" userId="31773b35-80f3-44f0-bad0-f4c04c1e8eae" providerId="ADAL" clId="{C2AA252F-6140-4B4A-98DF-3D9FEA286CE6}" dt="2026-09-16T00:28:16.551" v="812" actId="207"/>
          <ac:spMkLst>
            <pc:docMk/>
            <pc:sldMk cId="92261207" sldId="364"/>
            <ac:spMk id="2" creationId="{4B2F722E-337B-8C08-B059-BE8A3BD6372B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26:12.877" v="574" actId="404"/>
          <ac:spMkLst>
            <pc:docMk/>
            <pc:sldMk cId="92261207" sldId="364"/>
            <ac:spMk id="5" creationId="{51736E12-0FEF-65C2-134E-99AFC4E8551D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26:22.831" v="577" actId="404"/>
          <ac:spMkLst>
            <pc:docMk/>
            <pc:sldMk cId="92261207" sldId="364"/>
            <ac:spMk id="7" creationId="{B7A8D8D6-8E47-0872-38F1-6EA3C057A91B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26:30.737" v="579" actId="1076"/>
          <ac:spMkLst>
            <pc:docMk/>
            <pc:sldMk cId="92261207" sldId="364"/>
            <ac:spMk id="8" creationId="{5919198A-CDB5-FF93-3169-8D8F18829103}"/>
          </ac:spMkLst>
        </pc:spChg>
        <pc:spChg chg="add del mod">
          <ac:chgData name="이제희(JEHEE LEE)[jhlee5841]/책임/제조DX.자동보정.조립자동보정팀" userId="31773b35-80f3-44f0-bad0-f4c04c1e8eae" providerId="ADAL" clId="{C2AA252F-6140-4B4A-98DF-3D9FEA286CE6}" dt="2026-09-16T00:35:38.810" v="2182" actId="478"/>
          <ac:spMkLst>
            <pc:docMk/>
            <pc:sldMk cId="92261207" sldId="364"/>
            <ac:spMk id="9" creationId="{15D959CD-1B80-F45F-C721-EA308D374BE9}"/>
          </ac:spMkLst>
        </pc:spChg>
        <pc:spChg chg="add mod">
          <ac:chgData name="이제희(JEHEE LEE)[jhlee5841]/책임/제조DX.자동보정.조립자동보정팀" userId="31773b35-80f3-44f0-bad0-f4c04c1e8eae" providerId="ADAL" clId="{C2AA252F-6140-4B4A-98DF-3D9FEA286CE6}" dt="2026-09-16T00:35:43.379" v="2183" actId="1076"/>
          <ac:spMkLst>
            <pc:docMk/>
            <pc:sldMk cId="92261207" sldId="364"/>
            <ac:spMk id="10" creationId="{EF6A0805-A5DD-8C32-39B3-6312F5DCD75E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26:33.766" v="580" actId="1076"/>
          <ac:spMkLst>
            <pc:docMk/>
            <pc:sldMk cId="92261207" sldId="364"/>
            <ac:spMk id="13" creationId="{38F59D01-83A1-8EDB-A942-CFCC8A24A16D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26:33.766" v="580" actId="1076"/>
          <ac:spMkLst>
            <pc:docMk/>
            <pc:sldMk cId="92261207" sldId="364"/>
            <ac:spMk id="14" creationId="{8F7AE809-E3E3-4B22-D095-AC790C9334D4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28:03.319" v="807" actId="20577"/>
          <ac:spMkLst>
            <pc:docMk/>
            <pc:sldMk cId="92261207" sldId="364"/>
            <ac:spMk id="58" creationId="{1A14E2F3-1D19-45A5-DC7A-6661315C09C3}"/>
          </ac:spMkLst>
        </pc:spChg>
        <pc:spChg chg="mod">
          <ac:chgData name="이제희(JEHEE LEE)[jhlee5841]/책임/제조DX.자동보정.조립자동보정팀" userId="31773b35-80f3-44f0-bad0-f4c04c1e8eae" providerId="ADAL" clId="{C2AA252F-6140-4B4A-98DF-3D9FEA286CE6}" dt="2026-09-16T00:26:16.706" v="575" actId="1076"/>
          <ac:spMkLst>
            <pc:docMk/>
            <pc:sldMk cId="92261207" sldId="364"/>
            <ac:spMk id="59" creationId="{3EF71191-E2B1-E9EB-309A-60849C6D06F8}"/>
          </ac:spMkLst>
        </pc:spChg>
        <pc:spChg chg="del mod">
          <ac:chgData name="이제희(JEHEE LEE)[jhlee5841]/책임/제조DX.자동보정.조립자동보정팀" userId="31773b35-80f3-44f0-bad0-f4c04c1e8eae" providerId="ADAL" clId="{C2AA252F-6140-4B4A-98DF-3D9FEA286CE6}" dt="2026-09-16T00:35:17.371" v="2177" actId="478"/>
          <ac:spMkLst>
            <pc:docMk/>
            <pc:sldMk cId="92261207" sldId="364"/>
            <ac:spMk id="62" creationId="{67087FE9-D3B8-3B61-8994-10F831D7EDD4}"/>
          </ac:spMkLst>
        </pc:spChg>
        <pc:grpChg chg="mod">
          <ac:chgData name="이제희(JEHEE LEE)[jhlee5841]/책임/제조DX.자동보정.조립자동보정팀" userId="31773b35-80f3-44f0-bad0-f4c04c1e8eae" providerId="ADAL" clId="{C2AA252F-6140-4B4A-98DF-3D9FEA286CE6}" dt="2026-09-16T00:26:27.760" v="578" actId="1076"/>
          <ac:grpSpMkLst>
            <pc:docMk/>
            <pc:sldMk cId="92261207" sldId="364"/>
            <ac:grpSpMk id="66" creationId="{78C394CF-98DA-5D85-3B8A-97C542685FAE}"/>
          </ac:grpSpMkLst>
        </pc:grpChg>
        <pc:graphicFrameChg chg="mod">
          <ac:chgData name="이제희(JEHEE LEE)[jhlee5841]/책임/제조DX.자동보정.조립자동보정팀" userId="31773b35-80f3-44f0-bad0-f4c04c1e8eae" providerId="ADAL" clId="{C2AA252F-6140-4B4A-98DF-3D9FEA286CE6}" dt="2026-09-16T00:26:27.760" v="578" actId="1076"/>
          <ac:graphicFrameMkLst>
            <pc:docMk/>
            <pc:sldMk cId="92261207" sldId="364"/>
            <ac:graphicFrameMk id="40" creationId="{DE7069B4-A731-7B04-4D52-C3B76F45C005}"/>
          </ac:graphicFrameMkLst>
        </pc:graphicFrameChg>
      </pc:sldChg>
      <pc:sldChg chg="modSp mod">
        <pc:chgData name="이제희(JEHEE LEE)[jhlee5841]/책임/제조DX.자동보정.조립자동보정팀" userId="31773b35-80f3-44f0-bad0-f4c04c1e8eae" providerId="ADAL" clId="{C2AA252F-6140-4B4A-98DF-3D9FEA286CE6}" dt="2026-09-16T00:45:13.983" v="2680" actId="20577"/>
        <pc:sldMkLst>
          <pc:docMk/>
          <pc:sldMk cId="3025724239" sldId="365"/>
        </pc:sldMkLst>
        <pc:spChg chg="mod">
          <ac:chgData name="이제희(JEHEE LEE)[jhlee5841]/책임/제조DX.자동보정.조립자동보정팀" userId="31773b35-80f3-44f0-bad0-f4c04c1e8eae" providerId="ADAL" clId="{C2AA252F-6140-4B4A-98DF-3D9FEA286CE6}" dt="2026-09-16T00:45:13.983" v="2680" actId="20577"/>
          <ac:spMkLst>
            <pc:docMk/>
            <pc:sldMk cId="3025724239" sldId="365"/>
            <ac:spMk id="58" creationId="{1A14E2F3-1D19-45A5-DC7A-6661315C09C3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C2AA252F-6140-4B4A-98DF-3D9FEA286CE6}" dt="2026-09-16T00:43:30.766" v="2678" actId="20577"/>
        <pc:sldMkLst>
          <pc:docMk/>
          <pc:sldMk cId="3658455393" sldId="437"/>
        </pc:sldMkLst>
        <pc:spChg chg="mod">
          <ac:chgData name="이제희(JEHEE LEE)[jhlee5841]/책임/제조DX.자동보정.조립자동보정팀" userId="31773b35-80f3-44f0-bad0-f4c04c1e8eae" providerId="ADAL" clId="{C2AA252F-6140-4B4A-98DF-3D9FEA286CE6}" dt="2026-09-16T00:43:30.766" v="2678" actId="20577"/>
          <ac:spMkLst>
            <pc:docMk/>
            <pc:sldMk cId="3658455393" sldId="437"/>
            <ac:spMk id="4" creationId="{B723C6D5-F554-8B46-CF0B-3540C82590F1}"/>
          </ac:spMkLst>
        </pc:spChg>
      </pc:sldChg>
    </pc:docChg>
  </pc:docChgLst>
  <pc:docChgLst>
    <pc:chgData name="정소영(SOYOUNG JEONG)[soy22]/사원/제조DX.자동보정.RSND자동보정팀" userId="e0dfc6da-e3c7-4ad5-9bac-f065fa9fc20e" providerId="ADAL" clId="{B00D4214-D1FF-42DA-BC83-1E41806BF48C}"/>
    <pc:docChg chg="modSld">
      <pc:chgData name="정소영(SOYOUNG JEONG)[soy22]/사원/제조DX.자동보정.RSND자동보정팀" userId="e0dfc6da-e3c7-4ad5-9bac-f065fa9fc20e" providerId="ADAL" clId="{B00D4214-D1FF-42DA-BC83-1E41806BF48C}" dt="2026-09-15T07:31:42.472" v="158" actId="20577"/>
      <pc:docMkLst>
        <pc:docMk/>
      </pc:docMkLst>
      <pc:sldChg chg="addSp delSp modSp mod modNotesTx">
        <pc:chgData name="정소영(SOYOUNG JEONG)[soy22]/사원/제조DX.자동보정.RSND자동보정팀" userId="e0dfc6da-e3c7-4ad5-9bac-f065fa9fc20e" providerId="ADAL" clId="{B00D4214-D1FF-42DA-BC83-1E41806BF48C}" dt="2026-09-15T07:21:24.725" v="136" actId="20577"/>
        <pc:sldMkLst>
          <pc:docMk/>
          <pc:sldMk cId="1181057486" sldId="296"/>
        </pc:sldMkLst>
        <pc:spChg chg="add del">
          <ac:chgData name="정소영(SOYOUNG JEONG)[soy22]/사원/제조DX.자동보정.RSND자동보정팀" userId="e0dfc6da-e3c7-4ad5-9bac-f065fa9fc20e" providerId="ADAL" clId="{B00D4214-D1FF-42DA-BC83-1E41806BF48C}" dt="2026-09-15T07:20:32.356" v="104" actId="478"/>
          <ac:spMkLst>
            <pc:docMk/>
            <pc:sldMk cId="1181057486" sldId="296"/>
            <ac:spMk id="2" creationId="{3B56168F-171A-86F1-FA3F-D2F753ECDA67}"/>
          </ac:spMkLst>
        </pc:spChg>
        <pc:spChg chg="add del mod">
          <ac:chgData name="정소영(SOYOUNG JEONG)[soy22]/사원/제조DX.자동보정.RSND자동보정팀" userId="e0dfc6da-e3c7-4ad5-9bac-f065fa9fc20e" providerId="ADAL" clId="{B00D4214-D1FF-42DA-BC83-1E41806BF48C}" dt="2026-09-15T07:20:54.023" v="111" actId="20577"/>
          <ac:spMkLst>
            <pc:docMk/>
            <pc:sldMk cId="1181057486" sldId="296"/>
            <ac:spMk id="4" creationId="{BF0594DE-DEDF-70DE-2EC3-8850181C1DDB}"/>
          </ac:spMkLst>
        </pc:spChg>
        <pc:spChg chg="add mod">
          <ac:chgData name="정소영(SOYOUNG JEONG)[soy22]/사원/제조DX.자동보정.RSND자동보정팀" userId="e0dfc6da-e3c7-4ad5-9bac-f065fa9fc20e" providerId="ADAL" clId="{B00D4214-D1FF-42DA-BC83-1E41806BF48C}" dt="2026-09-15T07:20:35.354" v="106"/>
          <ac:spMkLst>
            <pc:docMk/>
            <pc:sldMk cId="1181057486" sldId="296"/>
            <ac:spMk id="6" creationId="{7F03A186-5C79-E984-C07F-C9E714BD0A49}"/>
          </ac:spMkLst>
        </pc:spChg>
        <pc:spChg chg="mod">
          <ac:chgData name="정소영(SOYOUNG JEONG)[soy22]/사원/제조DX.자동보정.RSND자동보정팀" userId="e0dfc6da-e3c7-4ad5-9bac-f065fa9fc20e" providerId="ADAL" clId="{B00D4214-D1FF-42DA-BC83-1E41806BF48C}" dt="2026-09-15T07:08:24.544" v="15" actId="20577"/>
          <ac:spMkLst>
            <pc:docMk/>
            <pc:sldMk cId="1181057486" sldId="296"/>
            <ac:spMk id="12" creationId="{2A4EFF36-E0B5-36D2-2DB4-A3E0BAA70B20}"/>
          </ac:spMkLst>
        </pc:spChg>
        <pc:spChg chg="del mod">
          <ac:chgData name="정소영(SOYOUNG JEONG)[soy22]/사원/제조DX.자동보정.RSND자동보정팀" userId="e0dfc6da-e3c7-4ad5-9bac-f065fa9fc20e" providerId="ADAL" clId="{B00D4214-D1FF-42DA-BC83-1E41806BF48C}" dt="2026-09-15T07:20:32.356" v="104" actId="478"/>
          <ac:spMkLst>
            <pc:docMk/>
            <pc:sldMk cId="1181057486" sldId="296"/>
            <ac:spMk id="52" creationId="{15751234-3637-85B9-2F46-6BC30F8F21E7}"/>
          </ac:spMkLst>
        </pc:spChg>
        <pc:graphicFrameChg chg="mod modGraphic">
          <ac:chgData name="정소영(SOYOUNG JEONG)[soy22]/사원/제조DX.자동보정.RSND자동보정팀" userId="e0dfc6da-e3c7-4ad5-9bac-f065fa9fc20e" providerId="ADAL" clId="{B00D4214-D1FF-42DA-BC83-1E41806BF48C}" dt="2026-09-15T07:21:24.725" v="136" actId="20577"/>
          <ac:graphicFrameMkLst>
            <pc:docMk/>
            <pc:sldMk cId="1181057486" sldId="296"/>
            <ac:graphicFrameMk id="50" creationId="{310CBE60-737B-20A7-3FA3-189D75F40AD4}"/>
          </ac:graphicFrameMkLst>
        </pc:graphicFrameChg>
      </pc:sldChg>
      <pc:sldChg chg="addSp modSp mod modNotesTx">
        <pc:chgData name="정소영(SOYOUNG JEONG)[soy22]/사원/제조DX.자동보정.RSND자동보정팀" userId="e0dfc6da-e3c7-4ad5-9bac-f065fa9fc20e" providerId="ADAL" clId="{B00D4214-D1FF-42DA-BC83-1E41806BF48C}" dt="2026-09-15T07:27:44.527" v="144" actId="14100"/>
        <pc:sldMkLst>
          <pc:docMk/>
          <pc:sldMk cId="3173926166" sldId="297"/>
        </pc:sldMkLst>
        <pc:spChg chg="add">
          <ac:chgData name="정소영(SOYOUNG JEONG)[soy22]/사원/제조DX.자동보정.RSND자동보정팀" userId="e0dfc6da-e3c7-4ad5-9bac-f065fa9fc20e" providerId="ADAL" clId="{B00D4214-D1FF-42DA-BC83-1E41806BF48C}" dt="2026-09-15T07:27:32.294" v="141"/>
          <ac:spMkLst>
            <pc:docMk/>
            <pc:sldMk cId="3173926166" sldId="297"/>
            <ac:spMk id="3" creationId="{1F73F542-853F-C63D-D0BC-EFCB0975675D}"/>
          </ac:spMkLst>
        </pc:spChg>
        <pc:spChg chg="mod">
          <ac:chgData name="정소영(SOYOUNG JEONG)[soy22]/사원/제조DX.자동보정.RSND자동보정팀" userId="e0dfc6da-e3c7-4ad5-9bac-f065fa9fc20e" providerId="ADAL" clId="{B00D4214-D1FF-42DA-BC83-1E41806BF48C}" dt="2026-09-15T07:22:18.821" v="140" actId="20577"/>
          <ac:spMkLst>
            <pc:docMk/>
            <pc:sldMk cId="3173926166" sldId="297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B00D4214-D1FF-42DA-BC83-1E41806BF48C}" dt="2026-09-15T07:27:44.527" v="144" actId="14100"/>
          <ac:spMkLst>
            <pc:docMk/>
            <pc:sldMk cId="3173926166" sldId="297"/>
            <ac:spMk id="21" creationId="{DA4F4403-020E-B0F7-038A-FE2D4618C3CA}"/>
          </ac:spMkLst>
        </pc:spChg>
      </pc:sldChg>
      <pc:sldChg chg="addSp modSp mod modNotesTx">
        <pc:chgData name="정소영(SOYOUNG JEONG)[soy22]/사원/제조DX.자동보정.RSND자동보정팀" userId="e0dfc6da-e3c7-4ad5-9bac-f065fa9fc20e" providerId="ADAL" clId="{B00D4214-D1FF-42DA-BC83-1E41806BF48C}" dt="2026-09-15T07:31:42.472" v="158" actId="20577"/>
        <pc:sldMkLst>
          <pc:docMk/>
          <pc:sldMk cId="2459543331" sldId="310"/>
        </pc:sldMkLst>
        <pc:spChg chg="add">
          <ac:chgData name="정소영(SOYOUNG JEONG)[soy22]/사원/제조DX.자동보정.RSND자동보정팀" userId="e0dfc6da-e3c7-4ad5-9bac-f065fa9fc20e" providerId="ADAL" clId="{B00D4214-D1FF-42DA-BC83-1E41806BF48C}" dt="2026-09-15T07:31:28.811" v="155"/>
          <ac:spMkLst>
            <pc:docMk/>
            <pc:sldMk cId="2459543331" sldId="310"/>
            <ac:spMk id="2" creationId="{2D210016-36F2-2C76-A91D-01985F2B3E58}"/>
          </ac:spMkLst>
        </pc:spChg>
        <pc:spChg chg="mod">
          <ac:chgData name="정소영(SOYOUNG JEONG)[soy22]/사원/제조DX.자동보정.RSND자동보정팀" userId="e0dfc6da-e3c7-4ad5-9bac-f065fa9fc20e" providerId="ADAL" clId="{B00D4214-D1FF-42DA-BC83-1E41806BF48C}" dt="2026-09-15T07:29:15.246" v="154" actId="20577"/>
          <ac:spMkLst>
            <pc:docMk/>
            <pc:sldMk cId="2459543331" sldId="310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B00D4214-D1FF-42DA-BC83-1E41806BF48C}" dt="2026-09-15T07:31:42.472" v="158" actId="20577"/>
          <ac:spMkLst>
            <pc:docMk/>
            <pc:sldMk cId="2459543331" sldId="310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00D4214-D1FF-42DA-BC83-1E41806BF48C}" dt="2026-09-15T07:06:44.587" v="3" actId="20577"/>
        <pc:sldMkLst>
          <pc:docMk/>
          <pc:sldMk cId="1491083186" sldId="318"/>
        </pc:sldMkLst>
        <pc:spChg chg="mod">
          <ac:chgData name="정소영(SOYOUNG JEONG)[soy22]/사원/제조DX.자동보정.RSND자동보정팀" userId="e0dfc6da-e3c7-4ad5-9bac-f065fa9fc20e" providerId="ADAL" clId="{B00D4214-D1FF-42DA-BC83-1E41806BF48C}" dt="2026-09-15T07:06:44.587" v="3" actId="20577"/>
          <ac:spMkLst>
            <pc:docMk/>
            <pc:sldMk cId="1491083186" sldId="318"/>
            <ac:spMk id="7" creationId="{5F6DCF5A-C812-C79A-3E4D-3B5DB39B7269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00D4214-D1FF-42DA-BC83-1E41806BF48C}" dt="2026-09-15T07:28:43.842" v="150" actId="20577"/>
        <pc:sldMkLst>
          <pc:docMk/>
          <pc:sldMk cId="2675601567" sldId="330"/>
        </pc:sldMkLst>
        <pc:spChg chg="mod">
          <ac:chgData name="정소영(SOYOUNG JEONG)[soy22]/사원/제조DX.자동보정.RSND자동보정팀" userId="e0dfc6da-e3c7-4ad5-9bac-f065fa9fc20e" providerId="ADAL" clId="{B00D4214-D1FF-42DA-BC83-1E41806BF48C}" dt="2026-09-15T07:28:40.056" v="146" actId="1036"/>
          <ac:spMkLst>
            <pc:docMk/>
            <pc:sldMk cId="2675601567" sldId="330"/>
            <ac:spMk id="6" creationId="{8B36ACB5-F772-4B21-4592-7D06A66794AD}"/>
          </ac:spMkLst>
        </pc:spChg>
        <pc:spChg chg="mod">
          <ac:chgData name="정소영(SOYOUNG JEONG)[soy22]/사원/제조DX.자동보정.RSND자동보정팀" userId="e0dfc6da-e3c7-4ad5-9bac-f065fa9fc20e" providerId="ADAL" clId="{B00D4214-D1FF-42DA-BC83-1E41806BF48C}" dt="2026-09-15T07:28:43.842" v="150" actId="20577"/>
          <ac:spMkLst>
            <pc:docMk/>
            <pc:sldMk cId="2675601567" sldId="330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B00D4214-D1FF-42DA-BC83-1E41806BF48C}" dt="2026-09-15T07:28:36.548" v="145" actId="207"/>
          <ac:spMkLst>
            <pc:docMk/>
            <pc:sldMk cId="2675601567" sldId="330"/>
            <ac:spMk id="18" creationId="{842DDCD7-0591-4709-3443-0068E00E827E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00D4214-D1FF-42DA-BC83-1E41806BF48C}" dt="2026-09-15T07:06:50.065" v="7" actId="20577"/>
        <pc:sldMkLst>
          <pc:docMk/>
          <pc:sldMk cId="2369456689" sldId="335"/>
        </pc:sldMkLst>
        <pc:spChg chg="mod">
          <ac:chgData name="정소영(SOYOUNG JEONG)[soy22]/사원/제조DX.자동보정.RSND자동보정팀" userId="e0dfc6da-e3c7-4ad5-9bac-f065fa9fc20e" providerId="ADAL" clId="{B00D4214-D1FF-42DA-BC83-1E41806BF48C}" dt="2026-09-15T07:06:50.065" v="7" actId="20577"/>
          <ac:spMkLst>
            <pc:docMk/>
            <pc:sldMk cId="2369456689" sldId="335"/>
            <ac:spMk id="7" creationId="{5F6DCF5A-C812-C79A-3E4D-3B5DB39B7269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B00D4214-D1FF-42DA-BC83-1E41806BF48C}" dt="2026-09-15T07:07:44.928" v="11" actId="20577"/>
        <pc:sldMkLst>
          <pc:docMk/>
          <pc:sldMk cId="2102800239" sldId="359"/>
        </pc:sldMkLst>
        <pc:spChg chg="mod">
          <ac:chgData name="정소영(SOYOUNG JEONG)[soy22]/사원/제조DX.자동보정.RSND자동보정팀" userId="e0dfc6da-e3c7-4ad5-9bac-f065fa9fc20e" providerId="ADAL" clId="{B00D4214-D1FF-42DA-BC83-1E41806BF48C}" dt="2026-09-15T07:07:44.928" v="11" actId="20577"/>
          <ac:spMkLst>
            <pc:docMk/>
            <pc:sldMk cId="2102800239" sldId="359"/>
            <ac:spMk id="15" creationId="{465732E6-7EC6-799B-FDD4-0CF99EEE37FF}"/>
          </ac:spMkLst>
        </pc:spChg>
      </pc:sldChg>
    </pc:docChg>
  </pc:docChgLst>
  <pc:docChgLst>
    <pc:chgData name="백승민(SEUNGMIN PAIK)[smpaik]/사원/제조DX.자동보정.RSND자동보정팀" userId="S::smpaik@lgensol.com::7c886758-2f96-4461-bc5a-14fabaf6b696" providerId="AD" clId="Web-{26E53876-DCB3-27B2-FEE8-FACA0C3BCB1A}"/>
    <pc:docChg chg="modSld">
      <pc:chgData name="백승민(SEUNGMIN PAIK)[smpaik]/사원/제조DX.자동보정.RSND자동보정팀" userId="S::smpaik@lgensol.com::7c886758-2f96-4461-bc5a-14fabaf6b696" providerId="AD" clId="Web-{26E53876-DCB3-27B2-FEE8-FACA0C3BCB1A}" dt="2026-09-15T08:47:48.339" v="77" actId="20577"/>
      <pc:docMkLst>
        <pc:docMk/>
      </pc:docMkLst>
      <pc:sldChg chg="modSp">
        <pc:chgData name="백승민(SEUNGMIN PAIK)[smpaik]/사원/제조DX.자동보정.RSND자동보정팀" userId="S::smpaik@lgensol.com::7c886758-2f96-4461-bc5a-14fabaf6b696" providerId="AD" clId="Web-{26E53876-DCB3-27B2-FEE8-FACA0C3BCB1A}" dt="2026-09-15T08:47:48.339" v="77" actId="20577"/>
        <pc:sldMkLst>
          <pc:docMk/>
          <pc:sldMk cId="1935996428" sldId="294"/>
        </pc:sldMkLst>
        <pc:spChg chg="mod">
          <ac:chgData name="백승민(SEUNGMIN PAIK)[smpaik]/사원/제조DX.자동보정.RSND자동보정팀" userId="S::smpaik@lgensol.com::7c886758-2f96-4461-bc5a-14fabaf6b696" providerId="AD" clId="Web-{26E53876-DCB3-27B2-FEE8-FACA0C3BCB1A}" dt="2026-09-15T08:47:37.855" v="71" actId="20577"/>
          <ac:spMkLst>
            <pc:docMk/>
            <pc:sldMk cId="1935996428" sldId="294"/>
            <ac:spMk id="8" creationId="{198D5E01-C9B0-FF96-5EA3-FE1AAA94DB56}"/>
          </ac:spMkLst>
        </pc:spChg>
        <pc:spChg chg="mod">
          <ac:chgData name="백승민(SEUNGMIN PAIK)[smpaik]/사원/제조DX.자동보정.RSND자동보정팀" userId="S::smpaik@lgensol.com::7c886758-2f96-4461-bc5a-14fabaf6b696" providerId="AD" clId="Web-{26E53876-DCB3-27B2-FEE8-FACA0C3BCB1A}" dt="2026-09-15T08:47:48.339" v="77" actId="20577"/>
          <ac:spMkLst>
            <pc:docMk/>
            <pc:sldMk cId="1935996428" sldId="294"/>
            <ac:spMk id="15" creationId="{619EE746-15DF-1FE9-D3E5-C0C497B44E74}"/>
          </ac:spMkLst>
        </pc:spChg>
      </pc:sldChg>
      <pc:sldChg chg="modSp">
        <pc:chgData name="백승민(SEUNGMIN PAIK)[smpaik]/사원/제조DX.자동보정.RSND자동보정팀" userId="S::smpaik@lgensol.com::7c886758-2f96-4461-bc5a-14fabaf6b696" providerId="AD" clId="Web-{26E53876-DCB3-27B2-FEE8-FACA0C3BCB1A}" dt="2026-09-15T08:47:23.542" v="68" actId="20577"/>
        <pc:sldMkLst>
          <pc:docMk/>
          <pc:sldMk cId="3067569993" sldId="332"/>
        </pc:sldMkLst>
        <pc:spChg chg="mod">
          <ac:chgData name="백승민(SEUNGMIN PAIK)[smpaik]/사원/제조DX.자동보정.RSND자동보정팀" userId="S::smpaik@lgensol.com::7c886758-2f96-4461-bc5a-14fabaf6b696" providerId="AD" clId="Web-{26E53876-DCB3-27B2-FEE8-FACA0C3BCB1A}" dt="2026-09-15T08:47:23.542" v="68" actId="20577"/>
          <ac:spMkLst>
            <pc:docMk/>
            <pc:sldMk cId="3067569993" sldId="332"/>
            <ac:spMk id="21" creationId="{05C88F39-20D4-8F46-9DEB-1929624D93DF}"/>
          </ac:spMkLst>
        </pc:spChg>
        <pc:spChg chg="mod">
          <ac:chgData name="백승민(SEUNGMIN PAIK)[smpaik]/사원/제조DX.자동보정.RSND자동보정팀" userId="S::smpaik@lgensol.com::7c886758-2f96-4461-bc5a-14fabaf6b696" providerId="AD" clId="Web-{26E53876-DCB3-27B2-FEE8-FACA0C3BCB1A}" dt="2026-09-15T08:47:16.698" v="64" actId="20577"/>
          <ac:spMkLst>
            <pc:docMk/>
            <pc:sldMk cId="3067569993" sldId="332"/>
            <ac:spMk id="61" creationId="{15739C77-90D0-2908-486E-72289D588C31}"/>
          </ac:spMkLst>
        </pc:spChg>
        <pc:graphicFrameChg chg="mod modGraphic">
          <ac:chgData name="백승민(SEUNGMIN PAIK)[smpaik]/사원/제조DX.자동보정.RSND자동보정팀" userId="S::smpaik@lgensol.com::7c886758-2f96-4461-bc5a-14fabaf6b696" providerId="AD" clId="Web-{26E53876-DCB3-27B2-FEE8-FACA0C3BCB1A}" dt="2026-09-15T08:46:36.946" v="41"/>
          <ac:graphicFrameMkLst>
            <pc:docMk/>
            <pc:sldMk cId="3067569993" sldId="332"/>
            <ac:graphicFrameMk id="19" creationId="{9B92E172-7A15-81B5-9A18-027BCFA8E403}"/>
          </ac:graphicFrameMkLst>
        </pc:graphicFrameChg>
      </pc:sldChg>
      <pc:sldChg chg="modSp">
        <pc:chgData name="백승민(SEUNGMIN PAIK)[smpaik]/사원/제조DX.자동보정.RSND자동보정팀" userId="S::smpaik@lgensol.com::7c886758-2f96-4461-bc5a-14fabaf6b696" providerId="AD" clId="Web-{26E53876-DCB3-27B2-FEE8-FACA0C3BCB1A}" dt="2026-09-15T08:46:12.633" v="13" actId="20577"/>
        <pc:sldMkLst>
          <pc:docMk/>
          <pc:sldMk cId="289526203" sldId="334"/>
        </pc:sldMkLst>
        <pc:spChg chg="mod">
          <ac:chgData name="백승민(SEUNGMIN PAIK)[smpaik]/사원/제조DX.자동보정.RSND자동보정팀" userId="S::smpaik@lgensol.com::7c886758-2f96-4461-bc5a-14fabaf6b696" providerId="AD" clId="Web-{26E53876-DCB3-27B2-FEE8-FACA0C3BCB1A}" dt="2026-09-15T08:46:12.633" v="13" actId="20577"/>
          <ac:spMkLst>
            <pc:docMk/>
            <pc:sldMk cId="289526203" sldId="334"/>
            <ac:spMk id="7" creationId="{3743035E-368D-94F0-DF48-386047467EA3}"/>
          </ac:spMkLst>
        </pc:spChg>
      </pc:sldChg>
      <pc:sldChg chg="modSp">
        <pc:chgData name="백승민(SEUNGMIN PAIK)[smpaik]/사원/제조DX.자동보정.RSND자동보정팀" userId="S::smpaik@lgensol.com::7c886758-2f96-4461-bc5a-14fabaf6b696" providerId="AD" clId="Web-{26E53876-DCB3-27B2-FEE8-FACA0C3BCB1A}" dt="2026-09-15T08:46:04.601" v="8" actId="20577"/>
        <pc:sldMkLst>
          <pc:docMk/>
          <pc:sldMk cId="1016465783" sldId="340"/>
        </pc:sldMkLst>
        <pc:spChg chg="mod">
          <ac:chgData name="백승민(SEUNGMIN PAIK)[smpaik]/사원/제조DX.자동보정.RSND자동보정팀" userId="S::smpaik@lgensol.com::7c886758-2f96-4461-bc5a-14fabaf6b696" providerId="AD" clId="Web-{26E53876-DCB3-27B2-FEE8-FACA0C3BCB1A}" dt="2026-09-15T08:46:04.601" v="8" actId="20577"/>
          <ac:spMkLst>
            <pc:docMk/>
            <pc:sldMk cId="1016465783" sldId="340"/>
            <ac:spMk id="3" creationId="{07DC6E8D-AD92-555F-3CFE-94595D8FCE77}"/>
          </ac:spMkLst>
        </pc:spChg>
      </pc:sldChg>
      <pc:sldChg chg="modSp">
        <pc:chgData name="백승민(SEUNGMIN PAIK)[smpaik]/사원/제조DX.자동보정.RSND자동보정팀" userId="S::smpaik@lgensol.com::7c886758-2f96-4461-bc5a-14fabaf6b696" providerId="AD" clId="Web-{26E53876-DCB3-27B2-FEE8-FACA0C3BCB1A}" dt="2026-09-15T08:45:57.679" v="3" actId="20577"/>
        <pc:sldMkLst>
          <pc:docMk/>
          <pc:sldMk cId="3535598617" sldId="341"/>
        </pc:sldMkLst>
        <pc:spChg chg="mod">
          <ac:chgData name="백승민(SEUNGMIN PAIK)[smpaik]/사원/제조DX.자동보정.RSND자동보정팀" userId="S::smpaik@lgensol.com::7c886758-2f96-4461-bc5a-14fabaf6b696" providerId="AD" clId="Web-{26E53876-DCB3-27B2-FEE8-FACA0C3BCB1A}" dt="2026-09-15T08:45:57.679" v="3" actId="20577"/>
          <ac:spMkLst>
            <pc:docMk/>
            <pc:sldMk cId="3535598617" sldId="341"/>
            <ac:spMk id="21" creationId="{0F6A91F7-33F0-948B-7B14-F8520F2469DB}"/>
          </ac:spMkLst>
        </pc:spChg>
      </pc:sldChg>
    </pc:docChg>
  </pc:docChgLst>
  <pc:docChgLst>
    <pc:chgData name="안다현(DAHYUN AHN)[dahyun.ahn]/사원/제조DX.자동보정.조립자동보정팀" userId="S::dahyun.ahn@lgensol.com::7637ba88-3042-4a41-bc1d-63ce7574c848" providerId="AD" clId="Web-{CCD2FFFC-4ABA-DB4B-A1AC-86C275DBFB67}"/>
    <pc:docChg chg="modSld">
      <pc:chgData name="안다현(DAHYUN AHN)[dahyun.ahn]/사원/제조DX.자동보정.조립자동보정팀" userId="S::dahyun.ahn@lgensol.com::7637ba88-3042-4a41-bc1d-63ce7574c848" providerId="AD" clId="Web-{CCD2FFFC-4ABA-DB4B-A1AC-86C275DBFB67}" dt="2026-08-18T09:04:56.879" v="99" actId="20577"/>
      <pc:docMkLst>
        <pc:docMk/>
      </pc:docMkLst>
      <pc:sldChg chg="modSp">
        <pc:chgData name="안다현(DAHYUN AHN)[dahyun.ahn]/사원/제조DX.자동보정.조립자동보정팀" userId="S::dahyun.ahn@lgensol.com::7637ba88-3042-4a41-bc1d-63ce7574c848" providerId="AD" clId="Web-{CCD2FFFC-4ABA-DB4B-A1AC-86C275DBFB67}" dt="2026-08-18T09:04:56.879" v="99" actId="20577"/>
        <pc:sldMkLst>
          <pc:docMk/>
          <pc:sldMk cId="1167213861" sldId="314"/>
        </pc:sldMkLst>
        <pc:spChg chg="mod">
          <ac:chgData name="안다현(DAHYUN AHN)[dahyun.ahn]/사원/제조DX.자동보정.조립자동보정팀" userId="S::dahyun.ahn@lgensol.com::7637ba88-3042-4a41-bc1d-63ce7574c848" providerId="AD" clId="Web-{CCD2FFFC-4ABA-DB4B-A1AC-86C275DBFB67}" dt="2026-08-18T09:04:56.879" v="99" actId="20577"/>
          <ac:spMkLst>
            <pc:docMk/>
            <pc:sldMk cId="1167213861" sldId="314"/>
            <ac:spMk id="17" creationId="{DC17C3A7-4CEB-7FD6-FC8A-68D8BE04A42A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CCD2FFFC-4ABA-DB4B-A1AC-86C275DBFB67}" dt="2026-08-18T09:03:38.939" v="86" actId="20577"/>
        <pc:sldMkLst>
          <pc:docMk/>
          <pc:sldMk cId="622908435" sldId="351"/>
        </pc:sldMkLst>
        <pc:spChg chg="mod">
          <ac:chgData name="안다현(DAHYUN AHN)[dahyun.ahn]/사원/제조DX.자동보정.조립자동보정팀" userId="S::dahyun.ahn@lgensol.com::7637ba88-3042-4a41-bc1d-63ce7574c848" providerId="AD" clId="Web-{CCD2FFFC-4ABA-DB4B-A1AC-86C275DBFB67}" dt="2026-08-18T09:03:38.939" v="86" actId="20577"/>
          <ac:spMkLst>
            <pc:docMk/>
            <pc:sldMk cId="622908435" sldId="351"/>
            <ac:spMk id="20" creationId="{1D985B27-2B1D-33FE-56E4-88E5E6B69DD1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CCD2FFFC-4ABA-DB4B-A1AC-86C275DBFB67}" dt="2026-08-18T08:59:33.993" v="2" actId="20577"/>
          <ac:spMkLst>
            <pc:docMk/>
            <pc:sldMk cId="622908435" sldId="351"/>
            <ac:spMk id="50" creationId="{38F815D9-C76C-AFB9-BB8A-DC408B13C45E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CCD2FFFC-4ABA-DB4B-A1AC-86C275DBFB67}" dt="2026-08-18T09:04:45.878" v="98" actId="20577"/>
        <pc:sldMkLst>
          <pc:docMk/>
          <pc:sldMk cId="999305360" sldId="360"/>
        </pc:sldMkLst>
        <pc:spChg chg="mod">
          <ac:chgData name="안다현(DAHYUN AHN)[dahyun.ahn]/사원/제조DX.자동보정.조립자동보정팀" userId="S::dahyun.ahn@lgensol.com::7637ba88-3042-4a41-bc1d-63ce7574c848" providerId="AD" clId="Web-{CCD2FFFC-4ABA-DB4B-A1AC-86C275DBFB67}" dt="2026-08-18T09:04:45.878" v="98" actId="20577"/>
          <ac:spMkLst>
            <pc:docMk/>
            <pc:sldMk cId="999305360" sldId="360"/>
            <ac:spMk id="17" creationId="{192E1C54-A00B-1FC4-103F-8B179E2725CE}"/>
          </ac:spMkLst>
        </pc:spChg>
      </pc:sldChg>
      <pc:sldChg chg="addSp delSp modSp">
        <pc:chgData name="안다현(DAHYUN AHN)[dahyun.ahn]/사원/제조DX.자동보정.조립자동보정팀" userId="S::dahyun.ahn@lgensol.com::7637ba88-3042-4a41-bc1d-63ce7574c848" providerId="AD" clId="Web-{CCD2FFFC-4ABA-DB4B-A1AC-86C275DBFB67}" dt="2026-08-18T09:04:11.440" v="96" actId="20577"/>
        <pc:sldMkLst>
          <pc:docMk/>
          <pc:sldMk cId="1545050450" sldId="373"/>
        </pc:sldMkLst>
        <pc:spChg chg="mod">
          <ac:chgData name="안다현(DAHYUN AHN)[dahyun.ahn]/사원/제조DX.자동보정.조립자동보정팀" userId="S::dahyun.ahn@lgensol.com::7637ba88-3042-4a41-bc1d-63ce7574c848" providerId="AD" clId="Web-{CCD2FFFC-4ABA-DB4B-A1AC-86C275DBFB67}" dt="2026-08-18T08:59:19.696" v="0" actId="20577"/>
          <ac:spMkLst>
            <pc:docMk/>
            <pc:sldMk cId="1545050450" sldId="373"/>
            <ac:spMk id="7" creationId="{3B5E7FDD-0ADD-5243-3EC1-799CB1FB8F79}"/>
          </ac:spMkLst>
        </pc:spChg>
        <pc:spChg chg="add del mod">
          <ac:chgData name="안다현(DAHYUN AHN)[dahyun.ahn]/사원/제조DX.자동보정.조립자동보정팀" userId="S::dahyun.ahn@lgensol.com::7637ba88-3042-4a41-bc1d-63ce7574c848" providerId="AD" clId="Web-{CCD2FFFC-4ABA-DB4B-A1AC-86C275DBFB67}" dt="2026-08-18T09:04:11.440" v="96" actId="20577"/>
          <ac:spMkLst>
            <pc:docMk/>
            <pc:sldMk cId="1545050450" sldId="373"/>
            <ac:spMk id="21" creationId="{1EF7B0D7-123E-D341-771B-5B8C9DC6E96C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CCD2FFFC-4ABA-DB4B-A1AC-86C275DBFB67}" dt="2026-08-18T09:04:36.065" v="97" actId="20577"/>
        <pc:sldMkLst>
          <pc:docMk/>
          <pc:sldMk cId="1546881092" sldId="409"/>
        </pc:sldMkLst>
        <pc:spChg chg="mod">
          <ac:chgData name="안다현(DAHYUN AHN)[dahyun.ahn]/사원/제조DX.자동보정.조립자동보정팀" userId="S::dahyun.ahn@lgensol.com::7637ba88-3042-4a41-bc1d-63ce7574c848" providerId="AD" clId="Web-{CCD2FFFC-4ABA-DB4B-A1AC-86C275DBFB67}" dt="2026-08-18T09:04:36.065" v="97" actId="20577"/>
          <ac:spMkLst>
            <pc:docMk/>
            <pc:sldMk cId="1546881092" sldId="409"/>
            <ac:spMk id="34" creationId="{5C479A47-4E16-BC7C-34EB-658918D13778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CCD2FFFC-4ABA-DB4B-A1AC-86C275DBFB67}" dt="2026-08-18T08:59:26.165" v="1" actId="20577"/>
        <pc:sldMkLst>
          <pc:docMk/>
          <pc:sldMk cId="151880523" sldId="425"/>
        </pc:sldMkLst>
        <pc:spChg chg="mod">
          <ac:chgData name="안다현(DAHYUN AHN)[dahyun.ahn]/사원/제조DX.자동보정.조립자동보정팀" userId="S::dahyun.ahn@lgensol.com::7637ba88-3042-4a41-bc1d-63ce7574c848" providerId="AD" clId="Web-{CCD2FFFC-4ABA-DB4B-A1AC-86C275DBFB67}" dt="2026-08-18T08:59:26.165" v="1" actId="20577"/>
          <ac:spMkLst>
            <pc:docMk/>
            <pc:sldMk cId="151880523" sldId="425"/>
            <ac:spMk id="50" creationId="{E7729664-3856-E0F1-AC98-3A14DF2ED552}"/>
          </ac:spMkLst>
        </pc:spChg>
      </pc:sldChg>
    </pc:docChg>
  </pc:docChgLst>
  <pc:docChgLst>
    <pc:chgData name="안다현(DAHYUN AHN)[dahyun.ahn]/사원/제조DX.자동보정.조립자동보정팀" userId="S::dahyun.ahn@lgensol.com::7637ba88-3042-4a41-bc1d-63ce7574c848" providerId="AD" clId="Web-{E02941D8-AC72-AB1C-C535-9C11E2EAD5EB}"/>
    <pc:docChg chg="modSld sldOrd">
      <pc:chgData name="안다현(DAHYUN AHN)[dahyun.ahn]/사원/제조DX.자동보정.조립자동보정팀" userId="S::dahyun.ahn@lgensol.com::7637ba88-3042-4a41-bc1d-63ce7574c848" providerId="AD" clId="Web-{E02941D8-AC72-AB1C-C535-9C11E2EAD5EB}" dt="2026-09-01T00:37:56.625" v="205" actId="20577"/>
      <pc:docMkLst>
        <pc:docMk/>
      </pc:docMkLst>
      <pc:sldChg chg="modSp">
        <pc:chgData name="안다현(DAHYUN AHN)[dahyun.ahn]/사원/제조DX.자동보정.조립자동보정팀" userId="S::dahyun.ahn@lgensol.com::7637ba88-3042-4a41-bc1d-63ce7574c848" providerId="AD" clId="Web-{E02941D8-AC72-AB1C-C535-9C11E2EAD5EB}" dt="2026-09-01T00:23:13.507" v="70" actId="20577"/>
        <pc:sldMkLst>
          <pc:docMk/>
          <pc:sldMk cId="1167213861" sldId="314"/>
        </pc:sldMkLst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23:13.507" v="70" actId="20577"/>
          <ac:spMkLst>
            <pc:docMk/>
            <pc:sldMk cId="1167213861" sldId="314"/>
            <ac:spMk id="17" creationId="{DC17C3A7-4CEB-7FD6-FC8A-68D8BE04A42A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E02941D8-AC72-AB1C-C535-9C11E2EAD5EB}" dt="2026-09-01T00:20:31.997" v="59" actId="20577"/>
        <pc:sldMkLst>
          <pc:docMk/>
          <pc:sldMk cId="622908435" sldId="351"/>
        </pc:sldMkLst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20:31.997" v="59" actId="20577"/>
          <ac:spMkLst>
            <pc:docMk/>
            <pc:sldMk cId="622908435" sldId="351"/>
            <ac:spMk id="20" creationId="{1D985B27-2B1D-33FE-56E4-88E5E6B69DD1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19:56.182" v="57" actId="20577"/>
          <ac:spMkLst>
            <pc:docMk/>
            <pc:sldMk cId="622908435" sldId="351"/>
            <ac:spMk id="50" creationId="{38F815D9-C76C-AFB9-BB8A-DC408B13C45E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E02941D8-AC72-AB1C-C535-9C11E2EAD5EB}" dt="2026-09-01T00:37:56.625" v="205" actId="20577"/>
        <pc:sldMkLst>
          <pc:docMk/>
          <pc:sldMk cId="999305360" sldId="360"/>
        </pc:sldMkLst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37:09.653" v="198" actId="1076"/>
          <ac:spMkLst>
            <pc:docMk/>
            <pc:sldMk cId="999305360" sldId="360"/>
            <ac:spMk id="3" creationId="{C47EB7EA-59D9-2E22-48AA-F9CDFA994C38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22:43.724" v="66" actId="20577"/>
          <ac:spMkLst>
            <pc:docMk/>
            <pc:sldMk cId="999305360" sldId="360"/>
            <ac:spMk id="17" creationId="{192E1C54-A00B-1FC4-103F-8B179E2725CE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37:56.625" v="205" actId="20577"/>
          <ac:spMkLst>
            <pc:docMk/>
            <pc:sldMk cId="999305360" sldId="360"/>
            <ac:spMk id="26" creationId="{A1D855CE-813F-516D-5F3F-1EFA31179844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E02941D8-AC72-AB1C-C535-9C11E2EAD5EB}" dt="2026-09-01T00:19:31.212" v="49" actId="20577"/>
        <pc:sldMkLst>
          <pc:docMk/>
          <pc:sldMk cId="1545050450" sldId="373"/>
        </pc:sldMkLst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18:38.146" v="1" actId="20577"/>
          <ac:spMkLst>
            <pc:docMk/>
            <pc:sldMk cId="1545050450" sldId="373"/>
            <ac:spMk id="7" creationId="{3B5E7FDD-0ADD-5243-3EC1-799CB1FB8F79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19:31.212" v="49" actId="20577"/>
          <ac:spMkLst>
            <pc:docMk/>
            <pc:sldMk cId="1545050450" sldId="373"/>
            <ac:spMk id="21" creationId="{1EF7B0D7-123E-D341-771B-5B8C9DC6E96C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E02941D8-AC72-AB1C-C535-9C11E2EAD5EB}" dt="2026-09-01T00:28:33.074" v="130" actId="20577"/>
        <pc:sldMkLst>
          <pc:docMk/>
          <pc:sldMk cId="1546881092" sldId="409"/>
        </pc:sldMkLst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28:33.074" v="130" actId="20577"/>
          <ac:spMkLst>
            <pc:docMk/>
            <pc:sldMk cId="1546881092" sldId="409"/>
            <ac:spMk id="22" creationId="{39007AA6-9C76-CC35-9003-766D6E57C2F2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22:30.864" v="63" actId="20577"/>
          <ac:spMkLst>
            <pc:docMk/>
            <pc:sldMk cId="1546881092" sldId="409"/>
            <ac:spMk id="34" creationId="{5C479A47-4E16-BC7C-34EB-658918D13778}"/>
          </ac:spMkLst>
        </pc:spChg>
      </pc:sldChg>
      <pc:sldChg chg="modSp ord">
        <pc:chgData name="안다현(DAHYUN AHN)[dahyun.ahn]/사원/제조DX.자동보정.조립자동보정팀" userId="S::dahyun.ahn@lgensol.com::7637ba88-3042-4a41-bc1d-63ce7574c848" providerId="AD" clId="Web-{E02941D8-AC72-AB1C-C535-9C11E2EAD5EB}" dt="2026-09-01T00:19:40.947" v="53" actId="20577"/>
        <pc:sldMkLst>
          <pc:docMk/>
          <pc:sldMk cId="151880523" sldId="425"/>
        </pc:sldMkLst>
        <pc:spChg chg="mod">
          <ac:chgData name="안다현(DAHYUN AHN)[dahyun.ahn]/사원/제조DX.자동보정.조립자동보정팀" userId="S::dahyun.ahn@lgensol.com::7637ba88-3042-4a41-bc1d-63ce7574c848" providerId="AD" clId="Web-{E02941D8-AC72-AB1C-C535-9C11E2EAD5EB}" dt="2026-09-01T00:19:40.947" v="53" actId="20577"/>
          <ac:spMkLst>
            <pc:docMk/>
            <pc:sldMk cId="151880523" sldId="425"/>
            <ac:spMk id="50" creationId="{E7729664-3856-E0F1-AC98-3A14DF2ED552}"/>
          </ac:spMkLst>
        </pc:spChg>
      </pc:sldChg>
    </pc:docChg>
  </pc:docChgLst>
  <pc:docChgLst>
    <pc:chgData name="나영준(YOUNGJUN NA)[youngjun_na]/책임/제조DX.자동보정.MC자동보정팀" userId="S::youngjun_na@lgensol.com::0c590520-1e60-4e57-b0d6-012f89cef193" providerId="AD" clId="Web-{C985F5E8-A069-FF1A-1E71-4696147882F7}"/>
    <pc:docChg chg="modSld">
      <pc:chgData name="나영준(YOUNGJUN NA)[youngjun_na]/책임/제조DX.자동보정.MC자동보정팀" userId="S::youngjun_na@lgensol.com::0c590520-1e60-4e57-b0d6-012f89cef193" providerId="AD" clId="Web-{C985F5E8-A069-FF1A-1E71-4696147882F7}" dt="2026-09-01T09:45:34.057" v="153" actId="20577"/>
      <pc:docMkLst>
        <pc:docMk/>
      </pc:docMkLst>
      <pc:sldChg chg="modSp">
        <pc:chgData name="나영준(YOUNGJUN NA)[youngjun_na]/책임/제조DX.자동보정.MC자동보정팀" userId="S::youngjun_na@lgensol.com::0c590520-1e60-4e57-b0d6-012f89cef193" providerId="AD" clId="Web-{C985F5E8-A069-FF1A-1E71-4696147882F7}" dt="2026-09-01T09:45:34.057" v="153" actId="20577"/>
        <pc:sldMkLst>
          <pc:docMk/>
          <pc:sldMk cId="4118150585" sldId="282"/>
        </pc:sldMkLst>
        <pc:spChg chg="mod">
          <ac:chgData name="나영준(YOUNGJUN NA)[youngjun_na]/책임/제조DX.자동보정.MC자동보정팀" userId="S::youngjun_na@lgensol.com::0c590520-1e60-4e57-b0d6-012f89cef193" providerId="AD" clId="Web-{C985F5E8-A069-FF1A-1E71-4696147882F7}" dt="2026-09-01T09:45:34.057" v="153" actId="20577"/>
          <ac:spMkLst>
            <pc:docMk/>
            <pc:sldMk cId="4118150585" sldId="282"/>
            <ac:spMk id="7" creationId="{3C2E9CE6-904A-B2C0-D032-387E16A67CFC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C985F5E8-A069-FF1A-1E71-4696147882F7}" dt="2026-09-01T09:41:47.049" v="132" actId="20577"/>
          <ac:spMkLst>
            <pc:docMk/>
            <pc:sldMk cId="4118150585" sldId="282"/>
            <ac:spMk id="10" creationId="{BE4C2C8B-09AF-FAC9-52C3-2C3EFD407CCC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C985F5E8-A069-FF1A-1E71-4696147882F7}" dt="2026-09-01T09:45:17.869" v="150" actId="20577"/>
        <pc:sldMkLst>
          <pc:docMk/>
          <pc:sldMk cId="610755056" sldId="303"/>
        </pc:sldMkLst>
        <pc:spChg chg="mod">
          <ac:chgData name="나영준(YOUNGJUN NA)[youngjun_na]/책임/제조DX.자동보정.MC자동보정팀" userId="S::youngjun_na@lgensol.com::0c590520-1e60-4e57-b0d6-012f89cef193" providerId="AD" clId="Web-{C985F5E8-A069-FF1A-1E71-4696147882F7}" dt="2026-09-01T09:45:17.869" v="150" actId="20577"/>
          <ac:spMkLst>
            <pc:docMk/>
            <pc:sldMk cId="610755056" sldId="303"/>
            <ac:spMk id="7" creationId="{87AA14E4-54AD-8324-C7DF-2A64FDEFD4EE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C985F5E8-A069-FF1A-1E71-4696147882F7}" dt="2026-09-01T09:44:44.071" v="145" actId="20577"/>
        <pc:sldMkLst>
          <pc:docMk/>
          <pc:sldMk cId="3438866837" sldId="309"/>
        </pc:sldMkLst>
        <pc:spChg chg="mod">
          <ac:chgData name="나영준(YOUNGJUN NA)[youngjun_na]/책임/제조DX.자동보정.MC자동보정팀" userId="S::youngjun_na@lgensol.com::0c590520-1e60-4e57-b0d6-012f89cef193" providerId="AD" clId="Web-{C985F5E8-A069-FF1A-1E71-4696147882F7}" dt="2026-09-01T09:44:44.071" v="145" actId="20577"/>
          <ac:spMkLst>
            <pc:docMk/>
            <pc:sldMk cId="3438866837" sldId="309"/>
            <ac:spMk id="7" creationId="{F0B5C10F-E9D8-D6F1-CF35-61FE85C2F484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C985F5E8-A069-FF1A-1E71-4696147882F7}" dt="2026-09-01T09:42:08.144" v="139" actId="20577"/>
        <pc:sldMkLst>
          <pc:docMk/>
          <pc:sldMk cId="2800363497" sldId="343"/>
        </pc:sldMkLst>
        <pc:spChg chg="mod">
          <ac:chgData name="나영준(YOUNGJUN NA)[youngjun_na]/책임/제조DX.자동보정.MC자동보정팀" userId="S::youngjun_na@lgensol.com::0c590520-1e60-4e57-b0d6-012f89cef193" providerId="AD" clId="Web-{C985F5E8-A069-FF1A-1E71-4696147882F7}" dt="2026-09-01T09:42:08.144" v="139" actId="20577"/>
          <ac:spMkLst>
            <pc:docMk/>
            <pc:sldMk cId="2800363497" sldId="343"/>
            <ac:spMk id="11" creationId="{119FFC0B-9D11-698D-BBD2-F42C088382A8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C985F5E8-A069-FF1A-1E71-4696147882F7}" dt="2026-09-01T09:43:49.335" v="141" actId="20577"/>
        <pc:sldMkLst>
          <pc:docMk/>
          <pc:sldMk cId="319867820" sldId="372"/>
        </pc:sldMkLst>
        <pc:spChg chg="mod">
          <ac:chgData name="나영준(YOUNGJUN NA)[youngjun_na]/책임/제조DX.자동보정.MC자동보정팀" userId="S::youngjun_na@lgensol.com::0c590520-1e60-4e57-b0d6-012f89cef193" providerId="AD" clId="Web-{C985F5E8-A069-FF1A-1E71-4696147882F7}" dt="2026-09-01T09:43:49.335" v="141" actId="20577"/>
          <ac:spMkLst>
            <pc:docMk/>
            <pc:sldMk cId="319867820" sldId="372"/>
            <ac:spMk id="17" creationId="{24078160-BD87-7DDB-35FF-AC266021525D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C985F5E8-A069-FF1A-1E71-4696147882F7}" dt="2026-09-01T09:41:22.830" v="123" actId="20577"/>
          <ac:spMkLst>
            <pc:docMk/>
            <pc:sldMk cId="319867820" sldId="372"/>
            <ac:spMk id="30" creationId="{5A93FBA8-E3C4-0943-75E5-74D25EF1452D}"/>
          </ac:spMkLst>
        </pc:spChg>
      </pc:sldChg>
    </pc:docChg>
  </pc:docChgLst>
  <pc:docChgLst>
    <pc:chgData name="김태승(TAESEUNG KIM)[kim_ts]/사원/제조DX.자동보정.조립자동보정팀" userId="dcaa50d5-2a4b-4c24-8466-13e3b9f9beaf" providerId="ADAL" clId="{F3E0C011-FE2A-4E37-8FCD-696C1422B120}"/>
    <pc:docChg chg="undo custSel modSld">
      <pc:chgData name="김태승(TAESEUNG KIM)[kim_ts]/사원/제조DX.자동보정.조립자동보정팀" userId="dcaa50d5-2a4b-4c24-8466-13e3b9f9beaf" providerId="ADAL" clId="{F3E0C011-FE2A-4E37-8FCD-696C1422B120}" dt="2026-09-01T08:47:57.414" v="3097" actId="6549"/>
      <pc:docMkLst>
        <pc:docMk/>
      </pc:docMkLst>
      <pc:sldChg chg="addSp delSp modSp mod">
        <pc:chgData name="김태승(TAESEUNG KIM)[kim_ts]/사원/제조DX.자동보정.조립자동보정팀" userId="dcaa50d5-2a4b-4c24-8466-13e3b9f9beaf" providerId="ADAL" clId="{F3E0C011-FE2A-4E37-8FCD-696C1422B120}" dt="2026-09-01T07:30:12.061" v="3067" actId="20577"/>
        <pc:sldMkLst>
          <pc:docMk/>
          <pc:sldMk cId="3801312616" sldId="358"/>
        </pc:sldMkLst>
        <pc:spChg chg="mod">
          <ac:chgData name="김태승(TAESEUNG KIM)[kim_ts]/사원/제조DX.자동보정.조립자동보정팀" userId="dcaa50d5-2a4b-4c24-8466-13e3b9f9beaf" providerId="ADAL" clId="{F3E0C011-FE2A-4E37-8FCD-696C1422B120}" dt="2026-09-01T02:17:41.268" v="179" actId="20577"/>
          <ac:spMkLst>
            <pc:docMk/>
            <pc:sldMk cId="3801312616" sldId="358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F3E0C011-FE2A-4E37-8FCD-696C1422B120}" dt="2026-09-01T07:30:12.061" v="3067" actId="20577"/>
          <ac:spMkLst>
            <pc:docMk/>
            <pc:sldMk cId="3801312616" sldId="358"/>
            <ac:spMk id="16" creationId="{1D2C43EA-314D-3D00-5A4C-698C0FA2CC87}"/>
          </ac:spMkLst>
        </pc:spChg>
        <pc:spChg chg="mod">
          <ac:chgData name="김태승(TAESEUNG KIM)[kim_ts]/사원/제조DX.자동보정.조립자동보정팀" userId="dcaa50d5-2a4b-4c24-8466-13e3b9f9beaf" providerId="ADAL" clId="{F3E0C011-FE2A-4E37-8FCD-696C1422B120}" dt="2026-09-01T07:29:53.177" v="3065" actId="20577"/>
          <ac:spMkLst>
            <pc:docMk/>
            <pc:sldMk cId="3801312616" sldId="358"/>
            <ac:spMk id="17" creationId="{05156B74-DBA0-193F-AAE2-377FD903BEEB}"/>
          </ac:spMkLst>
        </pc:spChg>
        <pc:spChg chg="add mod">
          <ac:chgData name="김태승(TAESEUNG KIM)[kim_ts]/사원/제조DX.자동보정.조립자동보정팀" userId="dcaa50d5-2a4b-4c24-8466-13e3b9f9beaf" providerId="ADAL" clId="{F3E0C011-FE2A-4E37-8FCD-696C1422B120}" dt="2026-09-01T06:55:47.660" v="1004" actId="1036"/>
          <ac:spMkLst>
            <pc:docMk/>
            <pc:sldMk cId="3801312616" sldId="358"/>
            <ac:spMk id="20" creationId="{2B3B1A3F-CCF1-3A22-91C2-DD514C8BE5B6}"/>
          </ac:spMkLst>
        </pc:spChg>
        <pc:spChg chg="add mod">
          <ac:chgData name="김태승(TAESEUNG KIM)[kim_ts]/사원/제조DX.자동보정.조립자동보정팀" userId="dcaa50d5-2a4b-4c24-8466-13e3b9f9beaf" providerId="ADAL" clId="{F3E0C011-FE2A-4E37-8FCD-696C1422B120}" dt="2026-09-01T07:29:28.513" v="3061"/>
          <ac:spMkLst>
            <pc:docMk/>
            <pc:sldMk cId="3801312616" sldId="358"/>
            <ac:spMk id="21" creationId="{9CACD237-74E9-302A-A5FD-5C1B27B83A6A}"/>
          </ac:spMkLst>
        </pc:spChg>
        <pc:spChg chg="mod">
          <ac:chgData name="김태승(TAESEUNG KIM)[kim_ts]/사원/제조DX.자동보정.조립자동보정팀" userId="dcaa50d5-2a4b-4c24-8466-13e3b9f9beaf" providerId="ADAL" clId="{F3E0C011-FE2A-4E37-8FCD-696C1422B120}" dt="2026-09-01T07:26:03.236" v="2526" actId="14100"/>
          <ac:spMkLst>
            <pc:docMk/>
            <pc:sldMk cId="3801312616" sldId="358"/>
            <ac:spMk id="36" creationId="{00ED7720-6B6E-1AA6-BC90-E12E3D75CCFF}"/>
          </ac:spMkLst>
        </pc:spChg>
        <pc:graphicFrameChg chg="add mod">
          <ac:chgData name="김태승(TAESEUNG KIM)[kim_ts]/사원/제조DX.자동보정.조립자동보정팀" userId="dcaa50d5-2a4b-4c24-8466-13e3b9f9beaf" providerId="ADAL" clId="{F3E0C011-FE2A-4E37-8FCD-696C1422B120}" dt="2026-09-01T06:55:47.660" v="1004" actId="1036"/>
          <ac:graphicFrameMkLst>
            <pc:docMk/>
            <pc:sldMk cId="3801312616" sldId="358"/>
            <ac:graphicFrameMk id="15" creationId="{93A9065D-008B-A1A6-DE20-42F5EF47BB22}"/>
          </ac:graphicFrameMkLst>
        </pc:graphicFrameChg>
      </pc:sldChg>
      <pc:sldChg chg="addSp delSp modSp mod">
        <pc:chgData name="김태승(TAESEUNG KIM)[kim_ts]/사원/제조DX.자동보정.조립자동보정팀" userId="dcaa50d5-2a4b-4c24-8466-13e3b9f9beaf" providerId="ADAL" clId="{F3E0C011-FE2A-4E37-8FCD-696C1422B120}" dt="2026-09-01T08:47:57.414" v="3097" actId="6549"/>
        <pc:sldMkLst>
          <pc:docMk/>
          <pc:sldMk cId="3658455393" sldId="437"/>
        </pc:sldMkLst>
        <pc:spChg chg="mod">
          <ac:chgData name="김태승(TAESEUNG KIM)[kim_ts]/사원/제조DX.자동보정.조립자동보정팀" userId="dcaa50d5-2a4b-4c24-8466-13e3b9f9beaf" providerId="ADAL" clId="{F3E0C011-FE2A-4E37-8FCD-696C1422B120}" dt="2026-09-01T07:29:15.994" v="3059" actId="20577"/>
          <ac:spMkLst>
            <pc:docMk/>
            <pc:sldMk cId="3658455393" sldId="437"/>
            <ac:spMk id="4" creationId="{B723C6D5-F554-8B46-CF0B-3540C82590F1}"/>
          </ac:spMkLst>
        </pc:spChg>
        <pc:spChg chg="mod">
          <ac:chgData name="김태승(TAESEUNG KIM)[kim_ts]/사원/제조DX.자동보정.조립자동보정팀" userId="dcaa50d5-2a4b-4c24-8466-13e3b9f9beaf" providerId="ADAL" clId="{F3E0C011-FE2A-4E37-8FCD-696C1422B120}" dt="2026-09-01T02:16:04.565" v="9" actId="20577"/>
          <ac:spMkLst>
            <pc:docMk/>
            <pc:sldMk cId="3658455393" sldId="437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F3E0C011-FE2A-4E37-8FCD-696C1422B120}" dt="2026-09-01T06:16:46.215" v="220" actId="1038"/>
          <ac:spMkLst>
            <pc:docMk/>
            <pc:sldMk cId="3658455393" sldId="437"/>
            <ac:spMk id="11" creationId="{BD310DEB-78D8-A832-CA70-2151F84C4A96}"/>
          </ac:spMkLst>
        </pc:spChg>
        <pc:spChg chg="add mod">
          <ac:chgData name="김태승(TAESEUNG KIM)[kim_ts]/사원/제조DX.자동보정.조립자동보정팀" userId="dcaa50d5-2a4b-4c24-8466-13e3b9f9beaf" providerId="ADAL" clId="{F3E0C011-FE2A-4E37-8FCD-696C1422B120}" dt="2026-09-01T07:13:59.863" v="2002" actId="1036"/>
          <ac:spMkLst>
            <pc:docMk/>
            <pc:sldMk cId="3658455393" sldId="437"/>
            <ac:spMk id="12" creationId="{62337F84-989B-BC93-11EB-D01E0731942A}"/>
          </ac:spMkLst>
        </pc:spChg>
        <pc:spChg chg="mod">
          <ac:chgData name="김태승(TAESEUNG KIM)[kim_ts]/사원/제조DX.자동보정.조립자동보정팀" userId="dcaa50d5-2a4b-4c24-8466-13e3b9f9beaf" providerId="ADAL" clId="{F3E0C011-FE2A-4E37-8FCD-696C1422B120}" dt="2026-09-01T06:20:54.359" v="257" actId="20577"/>
          <ac:spMkLst>
            <pc:docMk/>
            <pc:sldMk cId="3658455393" sldId="437"/>
            <ac:spMk id="16" creationId="{1D2C43EA-314D-3D00-5A4C-698C0FA2CC87}"/>
          </ac:spMkLst>
        </pc:spChg>
        <pc:spChg chg="mod">
          <ac:chgData name="김태승(TAESEUNG KIM)[kim_ts]/사원/제조DX.자동보정.조립자동보정팀" userId="dcaa50d5-2a4b-4c24-8466-13e3b9f9beaf" providerId="ADAL" clId="{F3E0C011-FE2A-4E37-8FCD-696C1422B120}" dt="2026-09-01T07:29:48.328" v="3063" actId="20577"/>
          <ac:spMkLst>
            <pc:docMk/>
            <pc:sldMk cId="3658455393" sldId="437"/>
            <ac:spMk id="17" creationId="{05156B74-DBA0-193F-AAE2-377FD903BEEB}"/>
          </ac:spMkLst>
        </pc:spChg>
        <pc:spChg chg="mod">
          <ac:chgData name="김태승(TAESEUNG KIM)[kim_ts]/사원/제조DX.자동보정.조립자동보정팀" userId="dcaa50d5-2a4b-4c24-8466-13e3b9f9beaf" providerId="ADAL" clId="{F3E0C011-FE2A-4E37-8FCD-696C1422B120}" dt="2026-09-01T08:47:57.414" v="3097" actId="6549"/>
          <ac:spMkLst>
            <pc:docMk/>
            <pc:sldMk cId="3658455393" sldId="437"/>
            <ac:spMk id="40" creationId="{6D83938E-EACF-6171-3002-446A6495CB39}"/>
          </ac:spMkLst>
        </pc:spChg>
        <pc:graphicFrameChg chg="add mod">
          <ac:chgData name="김태승(TAESEUNG KIM)[kim_ts]/사원/제조DX.자동보정.조립자동보정팀" userId="dcaa50d5-2a4b-4c24-8466-13e3b9f9beaf" providerId="ADAL" clId="{F3E0C011-FE2A-4E37-8FCD-696C1422B120}" dt="2026-09-01T07:13:59.863" v="2002" actId="1036"/>
          <ac:graphicFrameMkLst>
            <pc:docMk/>
            <pc:sldMk cId="3658455393" sldId="437"/>
            <ac:graphicFrameMk id="25" creationId="{E5D92C58-65B5-9B28-4A57-01C8F4C354B8}"/>
          </ac:graphicFrameMkLst>
        </pc:graphicFrameChg>
      </pc:sldChg>
      <pc:sldChg chg="modSp mod">
        <pc:chgData name="김태승(TAESEUNG KIM)[kim_ts]/사원/제조DX.자동보정.조립자동보정팀" userId="dcaa50d5-2a4b-4c24-8466-13e3b9f9beaf" providerId="ADAL" clId="{F3E0C011-FE2A-4E37-8FCD-696C1422B120}" dt="2026-09-01T02:19:50.509" v="189" actId="20577"/>
        <pc:sldMkLst>
          <pc:docMk/>
          <pc:sldMk cId="4122308118" sldId="2147483617"/>
        </pc:sldMkLst>
        <pc:spChg chg="mod">
          <ac:chgData name="김태승(TAESEUNG KIM)[kim_ts]/사원/제조DX.자동보정.조립자동보정팀" userId="dcaa50d5-2a4b-4c24-8466-13e3b9f9beaf" providerId="ADAL" clId="{F3E0C011-FE2A-4E37-8FCD-696C1422B120}" dt="2026-09-01T02:19:47.243" v="187" actId="20577"/>
          <ac:spMkLst>
            <pc:docMk/>
            <pc:sldMk cId="4122308118" sldId="2147483617"/>
            <ac:spMk id="3" creationId="{400864A3-84C9-BF63-E78A-6234F7832030}"/>
          </ac:spMkLst>
        </pc:spChg>
        <pc:spChg chg="mod">
          <ac:chgData name="김태승(TAESEUNG KIM)[kim_ts]/사원/제조DX.자동보정.조립자동보정팀" userId="dcaa50d5-2a4b-4c24-8466-13e3b9f9beaf" providerId="ADAL" clId="{F3E0C011-FE2A-4E37-8FCD-696C1422B120}" dt="2026-09-01T02:19:50.509" v="189" actId="20577"/>
          <ac:spMkLst>
            <pc:docMk/>
            <pc:sldMk cId="4122308118" sldId="2147483617"/>
            <ac:spMk id="4" creationId="{BE104905-26D4-2B6E-B759-C2B6927D4EE8}"/>
          </ac:spMkLst>
        </pc:spChg>
        <pc:spChg chg="mod">
          <ac:chgData name="김태승(TAESEUNG KIM)[kim_ts]/사원/제조DX.자동보정.조립자동보정팀" userId="dcaa50d5-2a4b-4c24-8466-13e3b9f9beaf" providerId="ADAL" clId="{F3E0C011-FE2A-4E37-8FCD-696C1422B120}" dt="2026-09-01T02:19:44.050" v="185" actId="20577"/>
          <ac:spMkLst>
            <pc:docMk/>
            <pc:sldMk cId="4122308118" sldId="2147483617"/>
            <ac:spMk id="42" creationId="{51BF0D86-1DF9-4CDD-9ADF-D9D78254A144}"/>
          </ac:spMkLst>
        </pc:spChg>
      </pc:sldChg>
    </pc:docChg>
  </pc:docChgLst>
  <pc:docChgLst>
    <pc:chgData name="김기백(GIBAEK KIM)[gibaek.kim]/팀장/제조DX.자동보정.자동보정선행개발팀" userId="55e45d38-c472-4a38-804c-486c2f4c45c8" providerId="ADAL" clId="{F18D3390-919E-475E-9C2E-9A89CCC4A481}"/>
    <pc:docChg chg="undo custSel modSld">
      <pc:chgData name="김기백(GIBAEK KIM)[gibaek.kim]/팀장/제조DX.자동보정.자동보정선행개발팀" userId="55e45d38-c472-4a38-804c-486c2f4c45c8" providerId="ADAL" clId="{F18D3390-919E-475E-9C2E-9A89CCC4A481}" dt="2026-08-13T01:01:57.658" v="5632" actId="20577"/>
      <pc:docMkLst>
        <pc:docMk/>
      </pc:docMkLst>
      <pc:sldChg chg="addSp delSp modSp mod">
        <pc:chgData name="김기백(GIBAEK KIM)[gibaek.kim]/팀장/제조DX.자동보정.자동보정선행개발팀" userId="55e45d38-c472-4a38-804c-486c2f4c45c8" providerId="ADAL" clId="{F18D3390-919E-475E-9C2E-9A89CCC4A481}" dt="2026-08-13T01:01:43.012" v="5630" actId="20577"/>
        <pc:sldMkLst>
          <pc:docMk/>
          <pc:sldMk cId="722830885" sldId="2147483567"/>
        </pc:sldMkLst>
        <pc:spChg chg="mod">
          <ac:chgData name="김기백(GIBAEK KIM)[gibaek.kim]/팀장/제조DX.자동보정.자동보정선행개발팀" userId="55e45d38-c472-4a38-804c-486c2f4c45c8" providerId="ADAL" clId="{F18D3390-919E-475E-9C2E-9A89CCC4A481}" dt="2026-08-13T01:01:43.012" v="5630" actId="20577"/>
          <ac:spMkLst>
            <pc:docMk/>
            <pc:sldMk cId="722830885" sldId="2147483567"/>
            <ac:spMk id="3" creationId="{CF7DF637-B763-9B8A-71B0-2646E19C7B8C}"/>
          </ac:spMkLst>
        </pc:spChg>
        <pc:spChg chg="mod">
          <ac:chgData name="김기백(GIBAEK KIM)[gibaek.kim]/팀장/제조DX.자동보정.자동보정선행개발팀" userId="55e45d38-c472-4a38-804c-486c2f4c45c8" providerId="ADAL" clId="{F18D3390-919E-475E-9C2E-9A89CCC4A481}" dt="2026-08-12T14:19:58.130" v="4573" actId="20577"/>
          <ac:spMkLst>
            <pc:docMk/>
            <pc:sldMk cId="722830885" sldId="2147483567"/>
            <ac:spMk id="6" creationId="{FF80FE02-97A7-A1B4-3694-7503FDA3AD1B}"/>
          </ac:spMkLst>
        </pc:spChg>
        <pc:spChg chg="mod">
          <ac:chgData name="김기백(GIBAEK KIM)[gibaek.kim]/팀장/제조DX.자동보정.자동보정선행개발팀" userId="55e45d38-c472-4a38-804c-486c2f4c45c8" providerId="ADAL" clId="{F18D3390-919E-475E-9C2E-9A89CCC4A481}" dt="2026-08-12T14:20:04.097" v="4574" actId="1076"/>
          <ac:spMkLst>
            <pc:docMk/>
            <pc:sldMk cId="722830885" sldId="2147483567"/>
            <ac:spMk id="7" creationId="{90D73227-2465-8D42-90EB-CFFFC0A3FB76}"/>
          </ac:spMkLst>
        </pc:spChg>
        <pc:spChg chg="add mod">
          <ac:chgData name="김기백(GIBAEK KIM)[gibaek.kim]/팀장/제조DX.자동보정.자동보정선행개발팀" userId="55e45d38-c472-4a38-804c-486c2f4c45c8" providerId="ADAL" clId="{F18D3390-919E-475E-9C2E-9A89CCC4A481}" dt="2026-08-12T14:20:10.526" v="4576" actId="1076"/>
          <ac:spMkLst>
            <pc:docMk/>
            <pc:sldMk cId="722830885" sldId="2147483567"/>
            <ac:spMk id="21" creationId="{8C51B5C4-0AF8-7836-BF28-C6127F7FCD60}"/>
          </ac:spMkLst>
        </pc:spChg>
      </pc:sldChg>
      <pc:sldChg chg="addSp delSp modSp mod">
        <pc:chgData name="김기백(GIBAEK KIM)[gibaek.kim]/팀장/제조DX.자동보정.자동보정선행개발팀" userId="55e45d38-c472-4a38-804c-486c2f4c45c8" providerId="ADAL" clId="{F18D3390-919E-475E-9C2E-9A89CCC4A481}" dt="2026-08-13T01:01:57.658" v="5632" actId="20577"/>
        <pc:sldMkLst>
          <pc:docMk/>
          <pc:sldMk cId="2078861670" sldId="2147483568"/>
        </pc:sldMkLst>
        <pc:spChg chg="mod">
          <ac:chgData name="김기백(GIBAEK KIM)[gibaek.kim]/팀장/제조DX.자동보정.자동보정선행개발팀" userId="55e45d38-c472-4a38-804c-486c2f4c45c8" providerId="ADAL" clId="{F18D3390-919E-475E-9C2E-9A89CCC4A481}" dt="2026-08-13T01:01:57.658" v="5632" actId="20577"/>
          <ac:spMkLst>
            <pc:docMk/>
            <pc:sldMk cId="2078861670" sldId="2147483568"/>
            <ac:spMk id="4" creationId="{9D656C96-D651-9EA6-9AEA-D6D5526F51A2}"/>
          </ac:spMkLst>
        </pc:spChg>
        <pc:spChg chg="mod">
          <ac:chgData name="김기백(GIBAEK KIM)[gibaek.kim]/팀장/제조DX.자동보정.자동보정선행개발팀" userId="55e45d38-c472-4a38-804c-486c2f4c45c8" providerId="ADAL" clId="{F18D3390-919E-475E-9C2E-9A89CCC4A481}" dt="2026-08-12T14:44:28.753" v="5623" actId="20577"/>
          <ac:spMkLst>
            <pc:docMk/>
            <pc:sldMk cId="2078861670" sldId="2147483568"/>
            <ac:spMk id="14" creationId="{4EABB971-7377-9AD5-50FB-0B1A44A59A43}"/>
          </ac:spMkLst>
        </pc:spChg>
      </pc:sldChg>
    </pc:docChg>
  </pc:docChgLst>
  <pc:docChgLst>
    <pc:chgData name="안다현(DAHYUN AHN)[dahyun.ahn]/사원/제조DX.자동보정.조립자동보정팀" userId="S::dahyun.ahn@lgensol.com::7637ba88-3042-4a41-bc1d-63ce7574c848" providerId="AD" clId="Web-{00000000-0000-0000-0000-000000000000}"/>
    <pc:docChg chg="modSld sldOrd">
      <pc:chgData name="안다현(DAHYUN AHN)[dahyun.ahn]/사원/제조DX.자동보정.조립자동보정팀" userId="S::dahyun.ahn@lgensol.com::7637ba88-3042-4a41-bc1d-63ce7574c848" providerId="AD" clId="Web-{00000000-0000-0000-0000-000000000000}" dt="2026-09-23T00:16:12.112" v="573" actId="20577"/>
      <pc:docMkLst>
        <pc:docMk/>
      </pc:docMkLst>
      <pc:sldChg chg="modSp">
        <pc:chgData name="안다현(DAHYUN AHN)[dahyun.ahn]/사원/제조DX.자동보정.조립자동보정팀" userId="S::dahyun.ahn@lgensol.com::7637ba88-3042-4a41-bc1d-63ce7574c848" providerId="AD" clId="Web-{00000000-0000-0000-0000-000000000000}" dt="2026-09-09T00:41:01.698" v="487" actId="20577"/>
        <pc:sldMkLst>
          <pc:docMk/>
          <pc:sldMk cId="622908435" sldId="351"/>
        </pc:sldMkLst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09T00:41:01.698" v="487" actId="20577"/>
          <ac:spMkLst>
            <pc:docMk/>
            <pc:sldMk cId="622908435" sldId="351"/>
            <ac:spMk id="20" creationId="{1D985B27-2B1D-33FE-56E4-88E5E6B69DD1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8-25T08:37:51.895" v="1" actId="20577"/>
          <ac:spMkLst>
            <pc:docMk/>
            <pc:sldMk cId="622908435" sldId="351"/>
            <ac:spMk id="46" creationId="{DF6A42E8-5C48-CAB3-852E-ED88ADCA3EDB}"/>
          </ac:spMkLst>
        </pc:spChg>
      </pc:sldChg>
      <pc:sldChg chg="addSp delSp modSp ord">
        <pc:chgData name="안다현(DAHYUN AHN)[dahyun.ahn]/사원/제조DX.자동보정.조립자동보정팀" userId="S::dahyun.ahn@lgensol.com::7637ba88-3042-4a41-bc1d-63ce7574c848" providerId="AD" clId="Web-{00000000-0000-0000-0000-000000000000}" dt="2026-09-16T00:08:29.124" v="530" actId="1076"/>
        <pc:sldMkLst>
          <pc:docMk/>
          <pc:sldMk cId="999305360" sldId="360"/>
        </pc:sldMkLst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16T00:08:29.124" v="530" actId="1076"/>
          <ac:spMkLst>
            <pc:docMk/>
            <pc:sldMk cId="999305360" sldId="360"/>
            <ac:spMk id="3" creationId="{C47EB7EA-59D9-2E22-48AA-F9CDFA994C38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16T00:08:19.827" v="528" actId="20577"/>
          <ac:spMkLst>
            <pc:docMk/>
            <pc:sldMk cId="999305360" sldId="360"/>
            <ac:spMk id="26" creationId="{A1D855CE-813F-516D-5F3F-1EFA31179844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8-26T00:22:32.017" v="225" actId="14100"/>
          <ac:spMkLst>
            <pc:docMk/>
            <pc:sldMk cId="999305360" sldId="360"/>
            <ac:spMk id="43" creationId="{AC897904-5A8F-3BBA-F5F2-058AC36E2A1E}"/>
          </ac:spMkLst>
        </pc:spChg>
      </pc:sldChg>
      <pc:sldChg chg="addSp delSp modSp">
        <pc:chgData name="안다현(DAHYUN AHN)[dahyun.ahn]/사원/제조DX.자동보정.조립자동보정팀" userId="S::dahyun.ahn@lgensol.com::7637ba88-3042-4a41-bc1d-63ce7574c848" providerId="AD" clId="Web-{00000000-0000-0000-0000-000000000000}" dt="2026-08-26T00:06:59.265" v="144" actId="1076"/>
        <pc:sldMkLst>
          <pc:docMk/>
          <pc:sldMk cId="3515206283" sldId="368"/>
        </pc:sldMkLst>
      </pc:sldChg>
      <pc:sldChg chg="modSp">
        <pc:chgData name="안다현(DAHYUN AHN)[dahyun.ahn]/사원/제조DX.자동보정.조립자동보정팀" userId="S::dahyun.ahn@lgensol.com::7637ba88-3042-4a41-bc1d-63ce7574c848" providerId="AD" clId="Web-{00000000-0000-0000-0000-000000000000}" dt="2026-09-23T00:15:09.001" v="547" actId="20577"/>
        <pc:sldMkLst>
          <pc:docMk/>
          <pc:sldMk cId="1545050450" sldId="373"/>
        </pc:sldMkLst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8-26T00:02:58.022" v="105" actId="20577"/>
          <ac:spMkLst>
            <pc:docMk/>
            <pc:sldMk cId="1545050450" sldId="373"/>
            <ac:spMk id="17" creationId="{4504304E-73D1-5DA9-8830-D62F6DD41F18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23T00:15:09.001" v="547" actId="20577"/>
          <ac:spMkLst>
            <pc:docMk/>
            <pc:sldMk cId="1545050450" sldId="373"/>
            <ac:spMk id="21" creationId="{1EF7B0D7-123E-D341-771B-5B8C9DC6E96C}"/>
          </ac:spMkLst>
        </pc:spChg>
        <pc:graphicFrameChg chg="mod modGraphic">
          <ac:chgData name="안다현(DAHYUN AHN)[dahyun.ahn]/사원/제조DX.자동보정.조립자동보정팀" userId="S::dahyun.ahn@lgensol.com::7637ba88-3042-4a41-bc1d-63ce7574c848" providerId="AD" clId="Web-{00000000-0000-0000-0000-000000000000}" dt="2026-08-26T00:03:37.586" v="139"/>
          <ac:graphicFrameMkLst>
            <pc:docMk/>
            <pc:sldMk cId="1545050450" sldId="373"/>
            <ac:graphicFrameMk id="10" creationId="{258EE1D9-7435-DBC1-A488-12F8F3AA371C}"/>
          </ac:graphicFrameMkLst>
        </pc:graphicFrameChg>
        <pc:graphicFrameChg chg="mod modGraphic">
          <ac:chgData name="안다현(DAHYUN AHN)[dahyun.ahn]/사원/제조DX.자동보정.조립자동보정팀" userId="S::dahyun.ahn@lgensol.com::7637ba88-3042-4a41-bc1d-63ce7574c848" providerId="AD" clId="Web-{00000000-0000-0000-0000-000000000000}" dt="2026-08-26T00:03:17.429" v="117"/>
          <ac:graphicFrameMkLst>
            <pc:docMk/>
            <pc:sldMk cId="1545050450" sldId="373"/>
            <ac:graphicFrameMk id="23" creationId="{32960E89-5390-BFB3-B6B2-93BB281FD9DE}"/>
          </ac:graphicFrameMkLst>
        </pc:graphicFrameChg>
      </pc:sldChg>
      <pc:sldChg chg="addSp delSp modSp">
        <pc:chgData name="안다현(DAHYUN AHN)[dahyun.ahn]/사원/제조DX.자동보정.조립자동보정팀" userId="S::dahyun.ahn@lgensol.com::7637ba88-3042-4a41-bc1d-63ce7574c848" providerId="AD" clId="Web-{00000000-0000-0000-0000-000000000000}" dt="2026-09-23T00:16:12.112" v="573" actId="20577"/>
        <pc:sldMkLst>
          <pc:docMk/>
          <pc:sldMk cId="1546881092" sldId="409"/>
        </pc:sldMkLst>
        <pc:spChg chg="add mod">
          <ac:chgData name="안다현(DAHYUN AHN)[dahyun.ahn]/사원/제조DX.자동보정.조립자동보정팀" userId="S::dahyun.ahn@lgensol.com::7637ba88-3042-4a41-bc1d-63ce7574c848" providerId="AD" clId="Web-{00000000-0000-0000-0000-000000000000}" dt="2026-09-09T00:35:16.459" v="398" actId="1076"/>
          <ac:spMkLst>
            <pc:docMk/>
            <pc:sldMk cId="1546881092" sldId="409"/>
            <ac:spMk id="11" creationId="{63AACE87-AFD2-6F67-A4FA-A91E1D4D2773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09T00:33:22.114" v="388" actId="1076"/>
          <ac:spMkLst>
            <pc:docMk/>
            <pc:sldMk cId="1546881092" sldId="409"/>
            <ac:spMk id="14" creationId="{9CFDB32D-BA79-AFC0-0FB8-D927B7198FC1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09T00:33:15.317" v="386" actId="1076"/>
          <ac:spMkLst>
            <pc:docMk/>
            <pc:sldMk cId="1546881092" sldId="409"/>
            <ac:spMk id="15" creationId="{A7B4C0CF-52AD-998F-7FA4-099FF885D288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09T00:33:15.458" v="387" actId="1076"/>
          <ac:spMkLst>
            <pc:docMk/>
            <pc:sldMk cId="1546881092" sldId="409"/>
            <ac:spMk id="17" creationId="{3D0340CB-5454-B6FE-40C8-2DC2C2B0519F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23T00:16:12.112" v="573" actId="20577"/>
          <ac:spMkLst>
            <pc:docMk/>
            <pc:sldMk cId="1546881092" sldId="409"/>
            <ac:spMk id="22" creationId="{39007AA6-9C76-CC35-9003-766D6E57C2F2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09T00:33:37.208" v="391" actId="20577"/>
          <ac:spMkLst>
            <pc:docMk/>
            <pc:sldMk cId="1546881092" sldId="409"/>
            <ac:spMk id="35" creationId="{EBCD70C6-1B01-75ED-E0B9-C4F66A746D05}"/>
          </ac:spMkLst>
        </pc:spChg>
        <pc:graphicFrame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09T00:33:15.036" v="384" actId="1076"/>
          <ac:graphicFrameMkLst>
            <pc:docMk/>
            <pc:sldMk cId="1546881092" sldId="409"/>
            <ac:graphicFrameMk id="4" creationId="{BB7E8254-B80F-85C2-1F2D-69530396DD1F}"/>
          </ac:graphicFrameMkLst>
        </pc:graphicFrameChg>
        <pc:graphicFrameChg chg="mod">
          <ac:chgData name="안다현(DAHYUN AHN)[dahyun.ahn]/사원/제조DX.자동보정.조립자동보정팀" userId="S::dahyun.ahn@lgensol.com::7637ba88-3042-4a41-bc1d-63ce7574c848" providerId="AD" clId="Web-{00000000-0000-0000-0000-000000000000}" dt="2026-09-09T00:33:15.177" v="385" actId="1076"/>
          <ac:graphicFrameMkLst>
            <pc:docMk/>
            <pc:sldMk cId="1546881092" sldId="409"/>
            <ac:graphicFrameMk id="7" creationId="{8C8C41B7-86B9-AADD-1BDD-81A495C5E49C}"/>
          </ac:graphicFrameMkLst>
        </pc:graphicFrameChg>
        <pc:graphicFrameChg chg="add mod modGraphic">
          <ac:chgData name="안다현(DAHYUN AHN)[dahyun.ahn]/사원/제조DX.자동보정.조립자동보정팀" userId="S::dahyun.ahn@lgensol.com::7637ba88-3042-4a41-bc1d-63ce7574c848" providerId="AD" clId="Web-{00000000-0000-0000-0000-000000000000}" dt="2026-09-09T00:34:25.131" v="396"/>
          <ac:graphicFrameMkLst>
            <pc:docMk/>
            <pc:sldMk cId="1546881092" sldId="409"/>
            <ac:graphicFrameMk id="8" creationId="{0C28840F-D905-2600-7E74-C57263D0696D}"/>
          </ac:graphicFrameMkLst>
        </pc:graphicFrameChg>
      </pc:sldChg>
      <pc:sldChg chg="modSp">
        <pc:chgData name="안다현(DAHYUN AHN)[dahyun.ahn]/사원/제조DX.자동보정.조립자동보정팀" userId="S::dahyun.ahn@lgensol.com::7637ba88-3042-4a41-bc1d-63ce7574c848" providerId="AD" clId="Web-{00000000-0000-0000-0000-000000000000}" dt="2026-08-25T08:38:03.130" v="2" actId="20577"/>
        <pc:sldMkLst>
          <pc:docMk/>
          <pc:sldMk cId="151880523" sldId="425"/>
        </pc:sldMkLst>
        <pc:spChg chg="mod">
          <ac:chgData name="안다현(DAHYUN AHN)[dahyun.ahn]/사원/제조DX.자동보정.조립자동보정팀" userId="S::dahyun.ahn@lgensol.com::7637ba88-3042-4a41-bc1d-63ce7574c848" providerId="AD" clId="Web-{00000000-0000-0000-0000-000000000000}" dt="2026-08-25T08:38:03.130" v="2" actId="20577"/>
          <ac:spMkLst>
            <pc:docMk/>
            <pc:sldMk cId="151880523" sldId="425"/>
            <ac:spMk id="46" creationId="{0196B65C-E43C-CB0F-B04E-CB7AC8FA933E}"/>
          </ac:spMkLst>
        </pc:spChg>
      </pc:sldChg>
    </pc:docChg>
  </pc:docChgLst>
  <pc:docChgLst>
    <pc:chgData name="차영은(YEONGEUN CHA)[yeongeun.cha]/선임/제조DX.자동보정.RSND자동보정팀" userId="e4ba232c-cf2d-4452-bd1b-f0a465a6692d" providerId="ADAL" clId="{B63E4EEC-5E9E-42F1-9EC1-06582A51FC57}"/>
    <pc:docChg chg="modSld modMainMaster">
      <pc:chgData name="차영은(YEONGEUN CHA)[yeongeun.cha]/선임/제조DX.자동보정.RSND자동보정팀" userId="e4ba232c-cf2d-4452-bd1b-f0a465a6692d" providerId="ADAL" clId="{B63E4EEC-5E9E-42F1-9EC1-06582A51FC57}" dt="2026-09-21T08:14:48.799" v="27" actId="20577"/>
      <pc:docMkLst>
        <pc:docMk/>
      </pc:docMkLst>
      <pc:sldChg chg="modSp mod">
        <pc:chgData name="차영은(YEONGEUN CHA)[yeongeun.cha]/선임/제조DX.자동보정.RSND자동보정팀" userId="e4ba232c-cf2d-4452-bd1b-f0a465a6692d" providerId="ADAL" clId="{B63E4EEC-5E9E-42F1-9EC1-06582A51FC57}" dt="2026-09-21T08:12:29.199" v="3" actId="20577"/>
        <pc:sldMkLst>
          <pc:docMk/>
          <pc:sldMk cId="2751367990" sldId="746"/>
        </pc:sldMkLst>
        <pc:spChg chg="mod">
          <ac:chgData name="차영은(YEONGEUN CHA)[yeongeun.cha]/선임/제조DX.자동보정.RSND자동보정팀" userId="e4ba232c-cf2d-4452-bd1b-f0a465a6692d" providerId="ADAL" clId="{B63E4EEC-5E9E-42F1-9EC1-06582A51FC57}" dt="2026-09-21T08:12:29.199" v="3" actId="20577"/>
          <ac:spMkLst>
            <pc:docMk/>
            <pc:sldMk cId="2751367990" sldId="746"/>
            <ac:spMk id="19" creationId="{00000000-0000-0000-0000-000000000000}"/>
          </ac:spMkLst>
        </pc:spChg>
      </pc:sldChg>
      <pc:sldMasterChg chg="modSp mod modSldLayout">
        <pc:chgData name="차영은(YEONGEUN CHA)[yeongeun.cha]/선임/제조DX.자동보정.RSND자동보정팀" userId="e4ba232c-cf2d-4452-bd1b-f0a465a6692d" providerId="ADAL" clId="{B63E4EEC-5E9E-42F1-9EC1-06582A51FC57}" dt="2026-09-21T08:14:25.249" v="19" actId="20577"/>
        <pc:sldMasterMkLst>
          <pc:docMk/>
          <pc:sldMasterMk cId="2856474258" sldId="2147483926"/>
        </pc:sldMasterMkLst>
        <pc:spChg chg="mod">
          <ac:chgData name="차영은(YEONGEUN CHA)[yeongeun.cha]/선임/제조DX.자동보정.RSND자동보정팀" userId="e4ba232c-cf2d-4452-bd1b-f0a465a6692d" providerId="ADAL" clId="{B63E4EEC-5E9E-42F1-9EC1-06582A51FC57}" dt="2026-09-21T08:13:57.419" v="5" actId="20577"/>
          <ac:spMkLst>
            <pc:docMk/>
            <pc:sldMasterMk cId="2856474258" sldId="2147483926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B63E4EEC-5E9E-42F1-9EC1-06582A51FC57}" dt="2026-09-21T08:14:22.359" v="17" actId="20577"/>
          <pc:sldLayoutMkLst>
            <pc:docMk/>
            <pc:sldMasterMk cId="2856474258" sldId="2147483926"/>
            <pc:sldLayoutMk cId="1399280870" sldId="2147483927"/>
          </pc:sldLayoutMkLst>
          <pc:graphicFrameChg chg="modGraphic">
            <ac:chgData name="차영은(YEONGEUN CHA)[yeongeun.cha]/선임/제조DX.자동보정.RSND자동보정팀" userId="e4ba232c-cf2d-4452-bd1b-f0a465a6692d" providerId="ADAL" clId="{B63E4EEC-5E9E-42F1-9EC1-06582A51FC57}" dt="2026-09-21T08:14:17.637" v="15" actId="20577"/>
            <ac:graphicFrameMkLst>
              <pc:docMk/>
              <pc:sldMasterMk cId="2856474258" sldId="2147483926"/>
              <pc:sldLayoutMk cId="1399280870" sldId="2147483927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B63E4EEC-5E9E-42F1-9EC1-06582A51FC57}" dt="2026-09-21T08:14:22.359" v="17" actId="20577"/>
            <ac:graphicFrameMkLst>
              <pc:docMk/>
              <pc:sldMasterMk cId="2856474258" sldId="2147483926"/>
              <pc:sldLayoutMk cId="1399280870" sldId="2147483927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B63E4EEC-5E9E-42F1-9EC1-06582A51FC57}" dt="2026-09-21T08:14:25.249" v="19" actId="20577"/>
          <pc:sldLayoutMkLst>
            <pc:docMk/>
            <pc:sldMasterMk cId="2856474258" sldId="2147483926"/>
            <pc:sldLayoutMk cId="383816557" sldId="2147483928"/>
          </pc:sldLayoutMkLst>
          <pc:graphicFrameChg chg="modGraphic">
            <ac:chgData name="차영은(YEONGEUN CHA)[yeongeun.cha]/선임/제조DX.자동보정.RSND자동보정팀" userId="e4ba232c-cf2d-4452-bd1b-f0a465a6692d" providerId="ADAL" clId="{B63E4EEC-5E9E-42F1-9EC1-06582A51FC57}" dt="2026-09-21T08:14:25.249" v="19" actId="20577"/>
            <ac:graphicFrameMkLst>
              <pc:docMk/>
              <pc:sldMasterMk cId="2856474258" sldId="2147483926"/>
              <pc:sldLayoutMk cId="383816557" sldId="2147483928"/>
              <ac:graphicFrameMk id="3" creationId="{8100811F-687F-3281-8CE1-309FC13722E0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B63E4EEC-5E9E-42F1-9EC1-06582A51FC57}" dt="2026-09-21T08:14:13.805" v="13" actId="20577"/>
          <pc:sldLayoutMkLst>
            <pc:docMk/>
            <pc:sldMasterMk cId="2856474258" sldId="2147483926"/>
            <pc:sldLayoutMk cId="431942297" sldId="2147483956"/>
          </pc:sldLayoutMkLst>
          <pc:graphicFrameChg chg="modGraphic">
            <ac:chgData name="차영은(YEONGEUN CHA)[yeongeun.cha]/선임/제조DX.자동보정.RSND자동보정팀" userId="e4ba232c-cf2d-4452-bd1b-f0a465a6692d" providerId="ADAL" clId="{B63E4EEC-5E9E-42F1-9EC1-06582A51FC57}" dt="2026-09-21T08:14:10.876" v="11" actId="20577"/>
            <ac:graphicFrameMkLst>
              <pc:docMk/>
              <pc:sldMasterMk cId="2856474258" sldId="2147483926"/>
              <pc:sldLayoutMk cId="431942297" sldId="2147483956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B63E4EEC-5E9E-42F1-9EC1-06582A51FC57}" dt="2026-09-21T08:14:13.805" v="13" actId="20577"/>
            <ac:graphicFrameMkLst>
              <pc:docMk/>
              <pc:sldMasterMk cId="2856474258" sldId="2147483926"/>
              <pc:sldLayoutMk cId="431942297" sldId="2147483956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B63E4EEC-5E9E-42F1-9EC1-06582A51FC57}" dt="2026-09-21T08:14:07.384" v="9" actId="20577"/>
          <pc:sldLayoutMkLst>
            <pc:docMk/>
            <pc:sldMasterMk cId="2856474258" sldId="2147483926"/>
            <pc:sldLayoutMk cId="431942297" sldId="2147483962"/>
          </pc:sldLayoutMkLst>
          <pc:graphicFrameChg chg="modGraphic">
            <ac:chgData name="차영은(YEONGEUN CHA)[yeongeun.cha]/선임/제조DX.자동보정.RSND자동보정팀" userId="e4ba232c-cf2d-4452-bd1b-f0a465a6692d" providerId="ADAL" clId="{B63E4EEC-5E9E-42F1-9EC1-06582A51FC57}" dt="2026-09-21T08:14:03.806" v="7" actId="20577"/>
            <ac:graphicFrameMkLst>
              <pc:docMk/>
              <pc:sldMasterMk cId="2856474258" sldId="2147483926"/>
              <pc:sldLayoutMk cId="431942297" sldId="2147483962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B63E4EEC-5E9E-42F1-9EC1-06582A51FC57}" dt="2026-09-21T08:14:07.384" v="9" actId="20577"/>
            <ac:graphicFrameMkLst>
              <pc:docMk/>
              <pc:sldMasterMk cId="2856474258" sldId="2147483926"/>
              <pc:sldLayoutMk cId="431942297" sldId="2147483962"/>
              <ac:graphicFrameMk id="33" creationId="{3833E550-6C35-B912-9D04-3025DA16CA8C}"/>
            </ac:graphicFrameMkLst>
          </pc:graphicFrameChg>
        </pc:sldLayoutChg>
      </pc:sldMasterChg>
      <pc:sldMasterChg chg="modSp mod modSldLayout">
        <pc:chgData name="차영은(YEONGEUN CHA)[yeongeun.cha]/선임/제조DX.자동보정.RSND자동보정팀" userId="e4ba232c-cf2d-4452-bd1b-f0a465a6692d" providerId="ADAL" clId="{B63E4EEC-5E9E-42F1-9EC1-06582A51FC57}" dt="2026-09-21T08:14:48.799" v="27" actId="20577"/>
        <pc:sldMasterMkLst>
          <pc:docMk/>
          <pc:sldMasterMk cId="3554001616" sldId="2147483943"/>
        </pc:sldMasterMkLst>
        <pc:spChg chg="mod">
          <ac:chgData name="차영은(YEONGEUN CHA)[yeongeun.cha]/선임/제조DX.자동보정.RSND자동보정팀" userId="e4ba232c-cf2d-4452-bd1b-f0a465a6692d" providerId="ADAL" clId="{B63E4EEC-5E9E-42F1-9EC1-06582A51FC57}" dt="2026-09-21T08:14:36.057" v="21" actId="20577"/>
          <ac:spMkLst>
            <pc:docMk/>
            <pc:sldMasterMk cId="3554001616" sldId="2147483943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B63E4EEC-5E9E-42F1-9EC1-06582A51FC57}" dt="2026-09-21T08:14:45.759" v="25" actId="20577"/>
          <pc:sldLayoutMkLst>
            <pc:docMk/>
            <pc:sldMasterMk cId="3554001616" sldId="2147483943"/>
            <pc:sldLayoutMk cId="1070217101" sldId="2147483945"/>
          </pc:sldLayoutMkLst>
          <pc:graphicFrameChg chg="modGraphic">
            <ac:chgData name="차영은(YEONGEUN CHA)[yeongeun.cha]/선임/제조DX.자동보정.RSND자동보정팀" userId="e4ba232c-cf2d-4452-bd1b-f0a465a6692d" providerId="ADAL" clId="{B63E4EEC-5E9E-42F1-9EC1-06582A51FC57}" dt="2026-09-21T08:14:42.625" v="23" actId="20577"/>
            <ac:graphicFrameMkLst>
              <pc:docMk/>
              <pc:sldMasterMk cId="3554001616" sldId="2147483943"/>
              <pc:sldLayoutMk cId="1070217101" sldId="2147483945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B63E4EEC-5E9E-42F1-9EC1-06582A51FC57}" dt="2026-09-21T08:14:45.759" v="25" actId="20577"/>
            <ac:graphicFrameMkLst>
              <pc:docMk/>
              <pc:sldMasterMk cId="3554001616" sldId="2147483943"/>
              <pc:sldLayoutMk cId="1070217101" sldId="2147483945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B63E4EEC-5E9E-42F1-9EC1-06582A51FC57}" dt="2026-09-21T08:14:48.799" v="27" actId="20577"/>
          <pc:sldLayoutMkLst>
            <pc:docMk/>
            <pc:sldMasterMk cId="3554001616" sldId="2147483943"/>
            <pc:sldLayoutMk cId="4071920373" sldId="2147483946"/>
          </pc:sldLayoutMkLst>
          <pc:graphicFrameChg chg="modGraphic">
            <ac:chgData name="차영은(YEONGEUN CHA)[yeongeun.cha]/선임/제조DX.자동보정.RSND자동보정팀" userId="e4ba232c-cf2d-4452-bd1b-f0a465a6692d" providerId="ADAL" clId="{B63E4EEC-5E9E-42F1-9EC1-06582A51FC57}" dt="2026-09-21T08:14:48.799" v="27" actId="20577"/>
            <ac:graphicFrameMkLst>
              <pc:docMk/>
              <pc:sldMasterMk cId="3554001616" sldId="2147483943"/>
              <pc:sldLayoutMk cId="4071920373" sldId="2147483946"/>
              <ac:graphicFrameMk id="3" creationId="{8100811F-687F-3281-8CE1-309FC13722E0}"/>
            </ac:graphicFrameMkLst>
          </pc:graphicFrameChg>
        </pc:sldLayoutChg>
      </pc:sldMasterChg>
    </pc:docChg>
  </pc:docChgLst>
  <pc:docChgLst>
    <pc:chgData name="박준오(JUNO PARK)[jopark]/책임/제조DX.자동보정.조립자동보정팀" userId="b07c4842-d582-4cfa-bd05-8310818ebb5c" providerId="ADAL" clId="{D8424287-83C9-40E6-8BA7-90B2967B3606}"/>
    <pc:docChg chg="undo custSel modSld">
      <pc:chgData name="박준오(JUNO PARK)[jopark]/책임/제조DX.자동보정.조립자동보정팀" userId="b07c4842-d582-4cfa-bd05-8310818ebb5c" providerId="ADAL" clId="{D8424287-83C9-40E6-8BA7-90B2967B3606}" dt="2026-09-01T06:07:01.314" v="1780" actId="20577"/>
      <pc:docMkLst>
        <pc:docMk/>
      </pc:docMkLst>
      <pc:sldChg chg="modSp mod">
        <pc:chgData name="박준오(JUNO PARK)[jopark]/책임/제조DX.자동보정.조립자동보정팀" userId="b07c4842-d582-4cfa-bd05-8310818ebb5c" providerId="ADAL" clId="{D8424287-83C9-40E6-8BA7-90B2967B3606}" dt="2026-09-01T06:07:01.314" v="1780" actId="20577"/>
        <pc:sldMkLst>
          <pc:docMk/>
          <pc:sldMk cId="3282732139" sldId="268"/>
        </pc:sldMkLst>
        <pc:spChg chg="mod">
          <ac:chgData name="박준오(JUNO PARK)[jopark]/책임/제조DX.자동보정.조립자동보정팀" userId="b07c4842-d582-4cfa-bd05-8310818ebb5c" providerId="ADAL" clId="{D8424287-83C9-40E6-8BA7-90B2967B3606}" dt="2026-09-01T06:05:57.919" v="1771" actId="20577"/>
          <ac:spMkLst>
            <pc:docMk/>
            <pc:sldMk cId="3282732139" sldId="268"/>
            <ac:spMk id="13" creationId="{F47FB689-7849-5BB6-A52B-D812488270C9}"/>
          </ac:spMkLst>
        </pc:spChg>
        <pc:spChg chg="mod">
          <ac:chgData name="박준오(JUNO PARK)[jopark]/책임/제조DX.자동보정.조립자동보정팀" userId="b07c4842-d582-4cfa-bd05-8310818ebb5c" providerId="ADAL" clId="{D8424287-83C9-40E6-8BA7-90B2967B3606}" dt="2026-09-01T00:53:20.688" v="1416" actId="20577"/>
          <ac:spMkLst>
            <pc:docMk/>
            <pc:sldMk cId="3282732139" sldId="268"/>
            <ac:spMk id="58" creationId="{1A14E2F3-1D19-45A5-DC7A-6661315C09C3}"/>
          </ac:spMkLst>
        </pc:spChg>
        <pc:spChg chg="mod">
          <ac:chgData name="박준오(JUNO PARK)[jopark]/책임/제조DX.자동보정.조립자동보정팀" userId="b07c4842-d582-4cfa-bd05-8310818ebb5c" providerId="ADAL" clId="{D8424287-83C9-40E6-8BA7-90B2967B3606}" dt="2026-09-01T06:07:01.314" v="1780" actId="20577"/>
          <ac:spMkLst>
            <pc:docMk/>
            <pc:sldMk cId="3282732139" sldId="268"/>
            <ac:spMk id="62" creationId="{67087FE9-D3B8-3B61-8994-10F831D7EDD4}"/>
          </ac:spMkLst>
        </pc:spChg>
      </pc:sldChg>
    </pc:docChg>
  </pc:docChgLst>
  <pc:docChgLst>
    <pc:chgData name="박상하(SANGHA PARK)[sangha.park]/책임/제조DX.자동보정.RSND자동보정팀" userId="507a07c6-8366-4767-be6e-cc66d4fd9711" providerId="ADAL" clId="{02E3144E-E172-4CE7-B7AA-C4CC8DD2CA53}"/>
    <pc:docChg chg="undo custSel modSld">
      <pc:chgData name="박상하(SANGHA PARK)[sangha.park]/책임/제조DX.자동보정.RSND자동보정팀" userId="507a07c6-8366-4767-be6e-cc66d4fd9711" providerId="ADAL" clId="{02E3144E-E172-4CE7-B7AA-C4CC8DD2CA53}" dt="2026-08-25T05:04:19.792" v="389" actId="20577"/>
      <pc:docMkLst>
        <pc:docMk/>
      </pc:docMkLst>
      <pc:sldChg chg="modSp mod">
        <pc:chgData name="박상하(SANGHA PARK)[sangha.park]/책임/제조DX.자동보정.RSND자동보정팀" userId="507a07c6-8366-4767-be6e-cc66d4fd9711" providerId="ADAL" clId="{02E3144E-E172-4CE7-B7AA-C4CC8DD2CA53}" dt="2026-08-25T04:47:58.085" v="1" actId="20577"/>
        <pc:sldMkLst>
          <pc:docMk/>
          <pc:sldMk cId="981450646" sldId="262"/>
        </pc:sldMkLst>
        <pc:spChg chg="mod">
          <ac:chgData name="박상하(SANGHA PARK)[sangha.park]/책임/제조DX.자동보정.RSND자동보정팀" userId="507a07c6-8366-4767-be6e-cc66d4fd9711" providerId="ADAL" clId="{02E3144E-E172-4CE7-B7AA-C4CC8DD2CA53}" dt="2026-08-25T04:47:58.085" v="1" actId="20577"/>
          <ac:spMkLst>
            <pc:docMk/>
            <pc:sldMk cId="981450646" sldId="262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02E3144E-E172-4CE7-B7AA-C4CC8DD2CA53}" dt="2026-08-25T05:04:19.792" v="389" actId="20577"/>
        <pc:sldMkLst>
          <pc:docMk/>
          <pc:sldMk cId="2043269716" sldId="319"/>
        </pc:sldMkLst>
        <pc:spChg chg="mod">
          <ac:chgData name="박상하(SANGHA PARK)[sangha.park]/책임/제조DX.자동보정.RSND자동보정팀" userId="507a07c6-8366-4767-be6e-cc66d4fd9711" providerId="ADAL" clId="{02E3144E-E172-4CE7-B7AA-C4CC8DD2CA53}" dt="2026-08-25T05:04:19.792" v="389" actId="20577"/>
          <ac:spMkLst>
            <pc:docMk/>
            <pc:sldMk cId="2043269716" sldId="319"/>
            <ac:spMk id="8" creationId="{4E4C90C9-A019-5679-6ED0-4DA8526529E6}"/>
          </ac:spMkLst>
        </pc:spChg>
        <pc:graphicFrameChg chg="mod modGraphic">
          <ac:chgData name="박상하(SANGHA PARK)[sangha.park]/책임/제조DX.자동보정.RSND자동보정팀" userId="507a07c6-8366-4767-be6e-cc66d4fd9711" providerId="ADAL" clId="{02E3144E-E172-4CE7-B7AA-C4CC8DD2CA53}" dt="2026-08-25T04:49:59.022" v="9" actId="14100"/>
          <ac:graphicFrameMkLst>
            <pc:docMk/>
            <pc:sldMk cId="2043269716" sldId="319"/>
            <ac:graphicFrameMk id="14" creationId="{05460A1A-F6F9-11CF-B86D-BED28D5A05AD}"/>
          </ac:graphicFrameMkLst>
        </pc:graphicFrameChg>
      </pc:sldChg>
      <pc:sldChg chg="modSp mod">
        <pc:chgData name="박상하(SANGHA PARK)[sangha.park]/책임/제조DX.자동보정.RSND자동보정팀" userId="507a07c6-8366-4767-be6e-cc66d4fd9711" providerId="ADAL" clId="{02E3144E-E172-4CE7-B7AA-C4CC8DD2CA53}" dt="2026-08-25T04:48:08.975" v="5" actId="20577"/>
        <pc:sldMkLst>
          <pc:docMk/>
          <pc:sldMk cId="25689677" sldId="337"/>
        </pc:sldMkLst>
        <pc:spChg chg="mod">
          <ac:chgData name="박상하(SANGHA PARK)[sangha.park]/책임/제조DX.자동보정.RSND자동보정팀" userId="507a07c6-8366-4767-be6e-cc66d4fd9711" providerId="ADAL" clId="{02E3144E-E172-4CE7-B7AA-C4CC8DD2CA53}" dt="2026-08-25T04:48:08.975" v="5" actId="20577"/>
          <ac:spMkLst>
            <pc:docMk/>
            <pc:sldMk cId="25689677" sldId="337"/>
            <ac:spMk id="37" creationId="{34F546E7-0AA4-72A4-9D03-27E1B845B836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02E3144E-E172-4CE7-B7AA-C4CC8DD2CA53}" dt="2026-08-25T04:48:02.657" v="3" actId="20577"/>
        <pc:sldMkLst>
          <pc:docMk/>
          <pc:sldMk cId="275474770" sldId="433"/>
        </pc:sldMkLst>
        <pc:spChg chg="mod">
          <ac:chgData name="박상하(SANGHA PARK)[sangha.park]/책임/제조DX.자동보정.RSND자동보정팀" userId="507a07c6-8366-4767-be6e-cc66d4fd9711" providerId="ADAL" clId="{02E3144E-E172-4CE7-B7AA-C4CC8DD2CA53}" dt="2026-08-25T04:48:02.657" v="3" actId="20577"/>
          <ac:spMkLst>
            <pc:docMk/>
            <pc:sldMk cId="275474770" sldId="433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02E3144E-E172-4CE7-B7AA-C4CC8DD2CA53}" dt="2026-08-25T04:54:46.313" v="371" actId="20577"/>
        <pc:sldMkLst>
          <pc:docMk/>
          <pc:sldMk cId="1211839706" sldId="435"/>
        </pc:sldMkLst>
        <pc:spChg chg="mod">
          <ac:chgData name="박상하(SANGHA PARK)[sangha.park]/책임/제조DX.자동보정.RSND자동보정팀" userId="507a07c6-8366-4767-be6e-cc66d4fd9711" providerId="ADAL" clId="{02E3144E-E172-4CE7-B7AA-C4CC8DD2CA53}" dt="2026-08-25T04:53:47.327" v="367"/>
          <ac:spMkLst>
            <pc:docMk/>
            <pc:sldMk cId="1211839706" sldId="435"/>
            <ac:spMk id="8" creationId="{4E4C90C9-A019-5679-6ED0-4DA8526529E6}"/>
          </ac:spMkLst>
        </pc:spChg>
        <pc:spChg chg="mod">
          <ac:chgData name="박상하(SANGHA PARK)[sangha.park]/책임/제조DX.자동보정.RSND자동보정팀" userId="507a07c6-8366-4767-be6e-cc66d4fd9711" providerId="ADAL" clId="{02E3144E-E172-4CE7-B7AA-C4CC8DD2CA53}" dt="2026-08-25T04:52:46.562" v="287" actId="20577"/>
          <ac:spMkLst>
            <pc:docMk/>
            <pc:sldMk cId="1211839706" sldId="435"/>
            <ac:spMk id="15" creationId="{465732E6-7EC6-799B-FDD4-0CF99EEE37FF}"/>
          </ac:spMkLst>
        </pc:spChg>
        <pc:spChg chg="mod">
          <ac:chgData name="박상하(SANGHA PARK)[sangha.park]/책임/제조DX.자동보정.RSND자동보정팀" userId="507a07c6-8366-4767-be6e-cc66d4fd9711" providerId="ADAL" clId="{02E3144E-E172-4CE7-B7AA-C4CC8DD2CA53}" dt="2026-08-25T04:54:46.313" v="371" actId="20577"/>
          <ac:spMkLst>
            <pc:docMk/>
            <pc:sldMk cId="1211839706" sldId="435"/>
            <ac:spMk id="16" creationId="{0A8513CF-8D68-D321-D10C-6D4A43E1A14E}"/>
          </ac:spMkLst>
        </pc:spChg>
      </pc:sldChg>
    </pc:docChg>
  </pc:docChgLst>
  <pc:docChgLst>
    <pc:chgData name="이상용(SANGYONG LEE)[lsy0500]/책임/제조DX.자동보정.RSND자동보정팀" userId="6e1e2dff-ff3a-45ae-b062-b7c6f0b8ce1b" providerId="ADAL" clId="{5CD8AF8D-CBF4-4A4C-87EC-C7F6860267BC}"/>
    <pc:docChg chg="undo redo custSel modSld">
      <pc:chgData name="이상용(SANGYONG LEE)[lsy0500]/책임/제조DX.자동보정.RSND자동보정팀" userId="6e1e2dff-ff3a-45ae-b062-b7c6f0b8ce1b" providerId="ADAL" clId="{5CD8AF8D-CBF4-4A4C-87EC-C7F6860267BC}" dt="2026-09-16T23:44:57.146" v="133" actId="3626"/>
      <pc:docMkLst>
        <pc:docMk/>
      </pc:docMkLst>
      <pc:sldChg chg="modSp mod">
        <pc:chgData name="이상용(SANGYONG LEE)[lsy0500]/책임/제조DX.자동보정.RSND자동보정팀" userId="6e1e2dff-ff3a-45ae-b062-b7c6f0b8ce1b" providerId="ADAL" clId="{5CD8AF8D-CBF4-4A4C-87EC-C7F6860267BC}" dt="2026-09-16T09:05:36.573" v="75" actId="20577"/>
        <pc:sldMkLst>
          <pc:docMk/>
          <pc:sldMk cId="889009244" sldId="265"/>
        </pc:sldMkLst>
        <pc:spChg chg="mod">
          <ac:chgData name="이상용(SANGYONG LEE)[lsy0500]/책임/제조DX.자동보정.RSND자동보정팀" userId="6e1e2dff-ff3a-45ae-b062-b7c6f0b8ce1b" providerId="ADAL" clId="{5CD8AF8D-CBF4-4A4C-87EC-C7F6860267BC}" dt="2026-09-16T09:05:36.573" v="75" actId="20577"/>
          <ac:spMkLst>
            <pc:docMk/>
            <pc:sldMk cId="889009244" sldId="265"/>
            <ac:spMk id="31" creationId="{F4C37CF5-F215-3C2A-EA7D-4261BCC0EEAD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5CD8AF8D-CBF4-4A4C-87EC-C7F6860267BC}" dt="2026-09-16T23:36:43.639" v="103" actId="207"/>
        <pc:sldMkLst>
          <pc:docMk/>
          <pc:sldMk cId="4243388564" sldId="347"/>
        </pc:sldMkLst>
        <pc:spChg chg="mod">
          <ac:chgData name="이상용(SANGYONG LEE)[lsy0500]/책임/제조DX.자동보정.RSND자동보정팀" userId="6e1e2dff-ff3a-45ae-b062-b7c6f0b8ce1b" providerId="ADAL" clId="{5CD8AF8D-CBF4-4A4C-87EC-C7F6860267BC}" dt="2026-09-16T23:36:27.615" v="102"/>
          <ac:spMkLst>
            <pc:docMk/>
            <pc:sldMk cId="4243388564" sldId="347"/>
            <ac:spMk id="4" creationId="{31EDCA39-8DA2-ABF2-90CB-7425D8547A31}"/>
          </ac:spMkLst>
        </pc:spChg>
        <pc:spChg chg="mod">
          <ac:chgData name="이상용(SANGYONG LEE)[lsy0500]/책임/제조DX.자동보정.RSND자동보정팀" userId="6e1e2dff-ff3a-45ae-b062-b7c6f0b8ce1b" providerId="ADAL" clId="{5CD8AF8D-CBF4-4A4C-87EC-C7F6860267BC}" dt="2026-09-16T23:36:23.667" v="94"/>
          <ac:spMkLst>
            <pc:docMk/>
            <pc:sldMk cId="4243388564" sldId="347"/>
            <ac:spMk id="10" creationId="{3232A251-A7EB-8C61-0115-600E8A98A6CC}"/>
          </ac:spMkLst>
        </pc:spChg>
        <pc:spChg chg="mod">
          <ac:chgData name="이상용(SANGYONG LEE)[lsy0500]/책임/제조DX.자동보정.RSND자동보정팀" userId="6e1e2dff-ff3a-45ae-b062-b7c6f0b8ce1b" providerId="ADAL" clId="{5CD8AF8D-CBF4-4A4C-87EC-C7F6860267BC}" dt="2026-09-16T23:36:43.639" v="103" actId="207"/>
          <ac:spMkLst>
            <pc:docMk/>
            <pc:sldMk cId="4243388564" sldId="347"/>
            <ac:spMk id="23" creationId="{C1E237ED-CF65-52A4-F158-CC2CC65945C0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5CD8AF8D-CBF4-4A4C-87EC-C7F6860267BC}" dt="2026-09-16T23:44:57.146" v="133" actId="3626"/>
        <pc:sldMkLst>
          <pc:docMk/>
          <pc:sldMk cId="318835780" sldId="348"/>
        </pc:sldMkLst>
        <pc:spChg chg="mod">
          <ac:chgData name="이상용(SANGYONG LEE)[lsy0500]/책임/제조DX.자동보정.RSND자동보정팀" userId="6e1e2dff-ff3a-45ae-b062-b7c6f0b8ce1b" providerId="ADAL" clId="{5CD8AF8D-CBF4-4A4C-87EC-C7F6860267BC}" dt="2026-09-16T23:44:57.146" v="133" actId="3626"/>
          <ac:spMkLst>
            <pc:docMk/>
            <pc:sldMk cId="318835780" sldId="348"/>
            <ac:spMk id="3" creationId="{787FA41E-4D90-495E-3E31-D80126B5EA82}"/>
          </ac:spMkLst>
        </pc:spChg>
        <pc:spChg chg="mod">
          <ac:chgData name="이상용(SANGYONG LEE)[lsy0500]/책임/제조DX.자동보정.RSND자동보정팀" userId="6e1e2dff-ff3a-45ae-b062-b7c6f0b8ce1b" providerId="ADAL" clId="{5CD8AF8D-CBF4-4A4C-87EC-C7F6860267BC}" dt="2026-09-16T07:11:58.602" v="3" actId="20577"/>
          <ac:spMkLst>
            <pc:docMk/>
            <pc:sldMk cId="318835780" sldId="348"/>
            <ac:spMk id="8" creationId="{044CCC0A-C677-A445-6A3F-26925CAD22F6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5CD8AF8D-CBF4-4A4C-87EC-C7F6860267BC}" dt="2026-09-16T23:38:51.371" v="116" actId="207"/>
        <pc:sldMkLst>
          <pc:docMk/>
          <pc:sldMk cId="2137932498" sldId="355"/>
        </pc:sldMkLst>
        <pc:spChg chg="mod">
          <ac:chgData name="이상용(SANGYONG LEE)[lsy0500]/책임/제조DX.자동보정.RSND자동보정팀" userId="6e1e2dff-ff3a-45ae-b062-b7c6f0b8ce1b" providerId="ADAL" clId="{5CD8AF8D-CBF4-4A4C-87EC-C7F6860267BC}" dt="2026-09-16T07:11:48.475" v="1" actId="20577"/>
          <ac:spMkLst>
            <pc:docMk/>
            <pc:sldMk cId="2137932498" sldId="355"/>
            <ac:spMk id="4" creationId="{95E2093E-1E21-8AF8-88E2-C6BD5DB288BD}"/>
          </ac:spMkLst>
        </pc:spChg>
        <pc:spChg chg="mod">
          <ac:chgData name="이상용(SANGYONG LEE)[lsy0500]/책임/제조DX.자동보정.RSND자동보정팀" userId="6e1e2dff-ff3a-45ae-b062-b7c6f0b8ce1b" providerId="ADAL" clId="{5CD8AF8D-CBF4-4A4C-87EC-C7F6860267BC}" dt="2026-09-16T23:38:51.371" v="116" actId="207"/>
          <ac:spMkLst>
            <pc:docMk/>
            <pc:sldMk cId="2137932498" sldId="355"/>
            <ac:spMk id="82" creationId="{7EC7BCBD-8BCE-59CE-5155-5393BBB31FF4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5CD8AF8D-CBF4-4A4C-87EC-C7F6860267BC}" dt="2026-09-16T09:05:23.486" v="73" actId="20577"/>
        <pc:sldMkLst>
          <pc:docMk/>
          <pc:sldMk cId="316323796" sldId="402"/>
        </pc:sldMkLst>
        <pc:spChg chg="mod">
          <ac:chgData name="이상용(SANGYONG LEE)[lsy0500]/책임/제조DX.자동보정.RSND자동보정팀" userId="6e1e2dff-ff3a-45ae-b062-b7c6f0b8ce1b" providerId="ADAL" clId="{5CD8AF8D-CBF4-4A4C-87EC-C7F6860267BC}" dt="2026-09-16T09:05:23.486" v="73" actId="20577"/>
          <ac:spMkLst>
            <pc:docMk/>
            <pc:sldMk cId="316323796" sldId="402"/>
            <ac:spMk id="157" creationId="{9B28912B-4347-A792-5175-7BF8A11A195B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5CD8AF8D-CBF4-4A4C-87EC-C7F6860267BC}" dt="2026-09-16T08:42:44.990" v="63" actId="20577"/>
        <pc:sldMkLst>
          <pc:docMk/>
          <pc:sldMk cId="3929383520" sldId="407"/>
        </pc:sldMkLst>
        <pc:spChg chg="mod">
          <ac:chgData name="이상용(SANGYONG LEE)[lsy0500]/책임/제조DX.자동보정.RSND자동보정팀" userId="6e1e2dff-ff3a-45ae-b062-b7c6f0b8ce1b" providerId="ADAL" clId="{5CD8AF8D-CBF4-4A4C-87EC-C7F6860267BC}" dt="2026-09-16T08:42:44.990" v="63" actId="20577"/>
          <ac:spMkLst>
            <pc:docMk/>
            <pc:sldMk cId="3929383520" sldId="407"/>
            <ac:spMk id="7" creationId="{5F6DCF5A-C812-C79A-3E4D-3B5DB39B7269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5CD8AF8D-CBF4-4A4C-87EC-C7F6860267BC}" dt="2026-09-16T09:05:03.124" v="71" actId="20577"/>
        <pc:sldMkLst>
          <pc:docMk/>
          <pc:sldMk cId="556584264" sldId="440"/>
        </pc:sldMkLst>
        <pc:spChg chg="mod">
          <ac:chgData name="이상용(SANGYONG LEE)[lsy0500]/책임/제조DX.자동보정.RSND자동보정팀" userId="6e1e2dff-ff3a-45ae-b062-b7c6f0b8ce1b" providerId="ADAL" clId="{5CD8AF8D-CBF4-4A4C-87EC-C7F6860267BC}" dt="2026-09-16T09:05:03.124" v="71" actId="20577"/>
          <ac:spMkLst>
            <pc:docMk/>
            <pc:sldMk cId="556584264" sldId="440"/>
            <ac:spMk id="7" creationId="{5F6DCF5A-C812-C79A-3E4D-3B5DB39B7269}"/>
          </ac:spMkLst>
        </pc:spChg>
      </pc:sldChg>
    </pc:docChg>
  </pc:docChgLst>
  <pc:docChgLst>
    <pc:chgData name="황재웅(JAEWOONG HWANG)[xyxowen1234]/선임/제조DX.자동보정.조립자동보정팀" userId="84481fad-ac5e-4a35-844e-8829e3f0212e" providerId="ADAL" clId="{EB56599D-B7C2-43F2-9602-E2A327AFB310}"/>
    <pc:docChg chg="undo custSel addSld delSld modSld modSection">
      <pc:chgData name="황재웅(JAEWOONG HWANG)[xyxowen1234]/선임/제조DX.자동보정.조립자동보정팀" userId="84481fad-ac5e-4a35-844e-8829e3f0212e" providerId="ADAL" clId="{EB56599D-B7C2-43F2-9602-E2A327AFB310}" dt="2026-08-26T01:58:11" v="6606" actId="20577"/>
      <pc:docMkLst>
        <pc:docMk/>
      </pc:docMkLst>
      <pc:sldChg chg="addSp delSp modSp add mod">
        <pc:chgData name="황재웅(JAEWOONG HWANG)[xyxowen1234]/선임/제조DX.자동보정.조립자동보정팀" userId="84481fad-ac5e-4a35-844e-8829e3f0212e" providerId="ADAL" clId="{EB56599D-B7C2-43F2-9602-E2A327AFB310}" dt="2026-08-26T01:58:11" v="6606" actId="20577"/>
        <pc:sldMkLst>
          <pc:docMk/>
          <pc:sldMk cId="2754141989" sldId="379"/>
        </pc:sldMkLst>
        <pc:spChg chg="mod">
          <ac:chgData name="황재웅(JAEWOONG HWANG)[xyxowen1234]/선임/제조DX.자동보정.조립자동보정팀" userId="84481fad-ac5e-4a35-844e-8829e3f0212e" providerId="ADAL" clId="{EB56599D-B7C2-43F2-9602-E2A327AFB310}" dt="2026-08-25T07:19:59.174" v="450" actId="20577"/>
          <ac:spMkLst>
            <pc:docMk/>
            <pc:sldMk cId="2754141989" sldId="379"/>
            <ac:spMk id="7" creationId="{76597178-0C46-359F-C512-80C28D96C117}"/>
          </ac:spMkLst>
        </pc:spChg>
        <pc:spChg chg="mod">
          <ac:chgData name="황재웅(JAEWOONG HWANG)[xyxowen1234]/선임/제조DX.자동보정.조립자동보정팀" userId="84481fad-ac5e-4a35-844e-8829e3f0212e" providerId="ADAL" clId="{EB56599D-B7C2-43F2-9602-E2A327AFB310}" dt="2026-08-25T07:17:01.440" v="446"/>
          <ac:spMkLst>
            <pc:docMk/>
            <pc:sldMk cId="2754141989" sldId="379"/>
            <ac:spMk id="10" creationId="{55AA7477-70AD-14D9-10D7-7077E3CA5079}"/>
          </ac:spMkLst>
        </pc:spChg>
        <pc:spChg chg="mod">
          <ac:chgData name="황재웅(JAEWOONG HWANG)[xyxowen1234]/선임/제조DX.자동보정.조립자동보정팀" userId="84481fad-ac5e-4a35-844e-8829e3f0212e" providerId="ADAL" clId="{EB56599D-B7C2-43F2-9602-E2A327AFB310}" dt="2026-08-25T07:10:54.130" v="91" actId="1076"/>
          <ac:spMkLst>
            <pc:docMk/>
            <pc:sldMk cId="2754141989" sldId="379"/>
            <ac:spMk id="12" creationId="{B8A014D9-2313-9D19-BE85-599F71DA10A2}"/>
          </ac:spMkLst>
        </pc:spChg>
        <pc:spChg chg="mod">
          <ac:chgData name="황재웅(JAEWOONG HWANG)[xyxowen1234]/선임/제조DX.자동보정.조립자동보정팀" userId="84481fad-ac5e-4a35-844e-8829e3f0212e" providerId="ADAL" clId="{EB56599D-B7C2-43F2-9602-E2A327AFB310}" dt="2026-08-26T01:41:54.068" v="5346" actId="207"/>
          <ac:spMkLst>
            <pc:docMk/>
            <pc:sldMk cId="2754141989" sldId="379"/>
            <ac:spMk id="13" creationId="{5FF8737D-25B4-3F86-DA9F-764B719CC85D}"/>
          </ac:spMkLst>
        </pc:spChg>
        <pc:spChg chg="add mod">
          <ac:chgData name="황재웅(JAEWOONG HWANG)[xyxowen1234]/선임/제조DX.자동보정.조립자동보정팀" userId="84481fad-ac5e-4a35-844e-8829e3f0212e" providerId="ADAL" clId="{EB56599D-B7C2-43F2-9602-E2A327AFB310}" dt="2026-08-25T07:35:54.108" v="1104" actId="164"/>
          <ac:spMkLst>
            <pc:docMk/>
            <pc:sldMk cId="2754141989" sldId="379"/>
            <ac:spMk id="27" creationId="{0B68C88F-FA23-087C-D829-EE5E94D5E992}"/>
          </ac:spMkLst>
        </pc:spChg>
        <pc:spChg chg="add mod">
          <ac:chgData name="황재웅(JAEWOONG HWANG)[xyxowen1234]/선임/제조DX.자동보정.조립자동보정팀" userId="84481fad-ac5e-4a35-844e-8829e3f0212e" providerId="ADAL" clId="{EB56599D-B7C2-43F2-9602-E2A327AFB310}" dt="2026-08-26T01:42:18.622" v="5355" actId="14100"/>
          <ac:spMkLst>
            <pc:docMk/>
            <pc:sldMk cId="2754141989" sldId="379"/>
            <ac:spMk id="32" creationId="{CF3FAB99-CA53-21B5-3F4A-2249897E845D}"/>
          </ac:spMkLst>
        </pc:spChg>
        <pc:spChg chg="add mod">
          <ac:chgData name="황재웅(JAEWOONG HWANG)[xyxowen1234]/선임/제조DX.자동보정.조립자동보정팀" userId="84481fad-ac5e-4a35-844e-8829e3f0212e" providerId="ADAL" clId="{EB56599D-B7C2-43F2-9602-E2A327AFB310}" dt="2026-08-26T01:42:06.827" v="5349" actId="1076"/>
          <ac:spMkLst>
            <pc:docMk/>
            <pc:sldMk cId="2754141989" sldId="379"/>
            <ac:spMk id="33" creationId="{DD9F4FE0-D404-2C11-7C36-C5FEB18CAAC4}"/>
          </ac:spMkLst>
        </pc:spChg>
        <pc:spChg chg="add mod">
          <ac:chgData name="황재웅(JAEWOONG HWANG)[xyxowen1234]/선임/제조DX.자동보정.조립자동보정팀" userId="84481fad-ac5e-4a35-844e-8829e3f0212e" providerId="ADAL" clId="{EB56599D-B7C2-43F2-9602-E2A327AFB310}" dt="2026-08-26T01:45:42.803" v="6217" actId="20577"/>
          <ac:spMkLst>
            <pc:docMk/>
            <pc:sldMk cId="2754141989" sldId="379"/>
            <ac:spMk id="36" creationId="{8C5E7C45-07FA-0858-806B-6A5D879F2438}"/>
          </ac:spMkLst>
        </pc:spChg>
        <pc:spChg chg="mod">
          <ac:chgData name="황재웅(JAEWOONG HWANG)[xyxowen1234]/선임/제조DX.자동보정.조립자동보정팀" userId="84481fad-ac5e-4a35-844e-8829e3f0212e" providerId="ADAL" clId="{EB56599D-B7C2-43F2-9602-E2A327AFB310}" dt="2026-08-26T01:58:11" v="6606" actId="20577"/>
          <ac:spMkLst>
            <pc:docMk/>
            <pc:sldMk cId="2754141989" sldId="379"/>
            <ac:spMk id="63" creationId="{8F574C29-AFCD-66C3-4402-15CDB7A031E7}"/>
          </ac:spMkLst>
        </pc:spChg>
        <pc:grpChg chg="add mod">
          <ac:chgData name="황재웅(JAEWOONG HWANG)[xyxowen1234]/선임/제조DX.자동보정.조립자동보정팀" userId="84481fad-ac5e-4a35-844e-8829e3f0212e" providerId="ADAL" clId="{EB56599D-B7C2-43F2-9602-E2A327AFB310}" dt="2026-08-25T07:35:55.731" v="1105" actId="164"/>
          <ac:grpSpMkLst>
            <pc:docMk/>
            <pc:sldMk cId="2754141989" sldId="379"/>
            <ac:grpSpMk id="34" creationId="{1F44CBCE-A1B8-5D6E-5BA3-4ABFF4A47644}"/>
          </ac:grpSpMkLst>
        </pc:grpChg>
        <pc:grpChg chg="add mod">
          <ac:chgData name="황재웅(JAEWOONG HWANG)[xyxowen1234]/선임/제조DX.자동보정.조립자동보정팀" userId="84481fad-ac5e-4a35-844e-8829e3f0212e" providerId="ADAL" clId="{EB56599D-B7C2-43F2-9602-E2A327AFB310}" dt="2026-08-26T01:42:16.818" v="5354" actId="1076"/>
          <ac:grpSpMkLst>
            <pc:docMk/>
            <pc:sldMk cId="2754141989" sldId="379"/>
            <ac:grpSpMk id="35" creationId="{AFA3866A-9B58-79FF-EF03-D314728724F2}"/>
          </ac:grpSpMkLst>
        </pc:grpChg>
        <pc:graphicFrameChg chg="add mod modGraphic">
          <ac:chgData name="황재웅(JAEWOONG HWANG)[xyxowen1234]/선임/제조DX.자동보정.조립자동보정팀" userId="84481fad-ac5e-4a35-844e-8829e3f0212e" providerId="ADAL" clId="{EB56599D-B7C2-43F2-9602-E2A327AFB310}" dt="2026-08-26T01:43:17.438" v="5543"/>
          <ac:graphicFrameMkLst>
            <pc:docMk/>
            <pc:sldMk cId="2754141989" sldId="379"/>
            <ac:graphicFrameMk id="15" creationId="{EDC805A3-B3C6-5141-B676-1B8FB84DD1F2}"/>
          </ac:graphicFrameMkLst>
        </pc:graphicFrameChg>
        <pc:picChg chg="add mod modCrop">
          <ac:chgData name="황재웅(JAEWOONG HWANG)[xyxowen1234]/선임/제조DX.자동보정.조립자동보정팀" userId="84481fad-ac5e-4a35-844e-8829e3f0212e" providerId="ADAL" clId="{EB56599D-B7C2-43F2-9602-E2A327AFB310}" dt="2026-08-25T07:35:55.731" v="1105" actId="164"/>
          <ac:picMkLst>
            <pc:docMk/>
            <pc:sldMk cId="2754141989" sldId="379"/>
            <ac:picMk id="20" creationId="{8DC78A54-BAA0-7621-6564-AB3458AE8457}"/>
          </ac:picMkLst>
        </pc:picChg>
        <pc:cxnChg chg="add mod">
          <ac:chgData name="황재웅(JAEWOONG HWANG)[xyxowen1234]/선임/제조DX.자동보정.조립자동보정팀" userId="84481fad-ac5e-4a35-844e-8829e3f0212e" providerId="ADAL" clId="{EB56599D-B7C2-43F2-9602-E2A327AFB310}" dt="2026-08-25T07:35:54.108" v="1104" actId="164"/>
          <ac:cxnSpMkLst>
            <pc:docMk/>
            <pc:sldMk cId="2754141989" sldId="379"/>
            <ac:cxnSpMk id="31" creationId="{70A96F39-944C-9BD8-69D9-F4E423148E5F}"/>
          </ac:cxnSpMkLst>
        </pc:cxnChg>
      </pc:sldChg>
      <pc:sldChg chg="modSp mod">
        <pc:chgData name="황재웅(JAEWOONG HWANG)[xyxowen1234]/선임/제조DX.자동보정.조립자동보정팀" userId="84481fad-ac5e-4a35-844e-8829e3f0212e" providerId="ADAL" clId="{EB56599D-B7C2-43F2-9602-E2A327AFB310}" dt="2026-08-26T01:49:22.584" v="6378" actId="20577"/>
        <pc:sldMkLst>
          <pc:docMk/>
          <pc:sldMk cId="4122308118" sldId="2147483617"/>
        </pc:sldMkLst>
        <pc:graphicFrameChg chg="mod modGraphic">
          <ac:chgData name="황재웅(JAEWOONG HWANG)[xyxowen1234]/선임/제조DX.자동보정.조립자동보정팀" userId="84481fad-ac5e-4a35-844e-8829e3f0212e" providerId="ADAL" clId="{EB56599D-B7C2-43F2-9602-E2A327AFB310}" dt="2026-08-26T01:49:22.584" v="6378" actId="20577"/>
          <ac:graphicFrameMkLst>
            <pc:docMk/>
            <pc:sldMk cId="4122308118" sldId="2147483617"/>
            <ac:graphicFrameMk id="9" creationId="{BB054EC1-1123-65FC-CE1F-0946B478AB40}"/>
          </ac:graphicFrameMkLst>
        </pc:graphicFrameChg>
      </pc:sldChg>
    </pc:docChg>
  </pc:docChgLst>
  <pc:docChgLst>
    <pc:chgData name="정대영(DAEYEONG JUNG)[shinecas]/책임/제조DX.자동보정.RSND자동보정팀" userId="S::shinecas@lgensol.com::d0d3060e-f064-4c8a-b029-66e60df73558" providerId="AD" clId="Web-{E47CBF47-B776-6303-BA1B-571738E9471F}"/>
    <pc:docChg chg="modSld">
      <pc:chgData name="정대영(DAEYEONG JUNG)[shinecas]/책임/제조DX.자동보정.RSND자동보정팀" userId="S::shinecas@lgensol.com::d0d3060e-f064-4c8a-b029-66e60df73558" providerId="AD" clId="Web-{E47CBF47-B776-6303-BA1B-571738E9471F}" dt="2026-08-19T05:49:25.696" v="0" actId="1076"/>
      <pc:docMkLst>
        <pc:docMk/>
      </pc:docMkLst>
      <pc:sldChg chg="modSp">
        <pc:chgData name="정대영(DAEYEONG JUNG)[shinecas]/책임/제조DX.자동보정.RSND자동보정팀" userId="S::shinecas@lgensol.com::d0d3060e-f064-4c8a-b029-66e60df73558" providerId="AD" clId="Web-{E47CBF47-B776-6303-BA1B-571738E9471F}" dt="2026-08-19T05:49:25.696" v="0" actId="1076"/>
        <pc:sldMkLst>
          <pc:docMk/>
          <pc:sldMk cId="316323796" sldId="402"/>
        </pc:sldMkLst>
      </pc:sldChg>
    </pc:docChg>
  </pc:docChgLst>
  <pc:docChgLst>
    <pc:chgData name="황재웅(JAEWOONG HWANG)[xyxowen1234]/선임/제조DX.자동보정.조립자동보정팀" userId="84481fad-ac5e-4a35-844e-8829e3f0212e" providerId="ADAL" clId="{D430754E-54F4-40E0-B525-6C808269DA7E}"/>
    <pc:docChg chg="undo custSel addSld delSld modSld modSection">
      <pc:chgData name="황재웅(JAEWOONG HWANG)[xyxowen1234]/선임/제조DX.자동보정.조립자동보정팀" userId="84481fad-ac5e-4a35-844e-8829e3f0212e" providerId="ADAL" clId="{D430754E-54F4-40E0-B525-6C808269DA7E}" dt="2026-09-09T05:48:20.280" v="2964" actId="113"/>
      <pc:docMkLst>
        <pc:docMk/>
      </pc:docMkLst>
      <pc:sldChg chg="del">
        <pc:chgData name="황재웅(JAEWOONG HWANG)[xyxowen1234]/선임/제조DX.자동보정.조립자동보정팀" userId="84481fad-ac5e-4a35-844e-8829e3f0212e" providerId="ADAL" clId="{D430754E-54F4-40E0-B525-6C808269DA7E}" dt="2026-09-08T05:21:42.995" v="3" actId="47"/>
        <pc:sldMkLst>
          <pc:docMk/>
          <pc:sldMk cId="1508879059" sldId="344"/>
        </pc:sldMkLst>
      </pc:sldChg>
      <pc:sldChg chg="delSp modSp add del mod">
        <pc:chgData name="황재웅(JAEWOONG HWANG)[xyxowen1234]/선임/제조DX.자동보정.조립자동보정팀" userId="84481fad-ac5e-4a35-844e-8829e3f0212e" providerId="ADAL" clId="{D430754E-54F4-40E0-B525-6C808269DA7E}" dt="2026-09-08T06:59:34.526" v="1372" actId="47"/>
        <pc:sldMkLst>
          <pc:docMk/>
          <pc:sldMk cId="3990933064" sldId="344"/>
        </pc:sldMkLst>
        <pc:spChg chg="del">
          <ac:chgData name="황재웅(JAEWOONG HWANG)[xyxowen1234]/선임/제조DX.자동보정.조립자동보정팀" userId="84481fad-ac5e-4a35-844e-8829e3f0212e" providerId="ADAL" clId="{D430754E-54F4-40E0-B525-6C808269DA7E}" dt="2026-09-08T05:33:38.790" v="1202" actId="478"/>
          <ac:spMkLst>
            <pc:docMk/>
            <pc:sldMk cId="3990933064" sldId="344"/>
            <ac:spMk id="2" creationId="{5C1B9713-AF1D-5D3D-DD83-AEC8E851296F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5:27:47.494" v="491" actId="20577"/>
          <ac:spMkLst>
            <pc:docMk/>
            <pc:sldMk cId="3990933064" sldId="344"/>
            <ac:spMk id="10" creationId="{55AA7477-70AD-14D9-10D7-7077E3CA5079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5:33:32.334" v="1201" actId="20577"/>
          <ac:spMkLst>
            <pc:docMk/>
            <pc:sldMk cId="3990933064" sldId="344"/>
            <ac:spMk id="13" creationId="{5FF8737D-25B4-3F86-DA9F-764B719CC85D}"/>
          </ac:spMkLst>
        </pc:spChg>
        <pc:spChg chg="del">
          <ac:chgData name="황재웅(JAEWOONG HWANG)[xyxowen1234]/선임/제조DX.자동보정.조립자동보정팀" userId="84481fad-ac5e-4a35-844e-8829e3f0212e" providerId="ADAL" clId="{D430754E-54F4-40E0-B525-6C808269DA7E}" dt="2026-09-08T05:33:39.907" v="1203" actId="478"/>
          <ac:spMkLst>
            <pc:docMk/>
            <pc:sldMk cId="3990933064" sldId="344"/>
            <ac:spMk id="24" creationId="{36844425-42E1-4FD8-2D52-C0B87612D572}"/>
          </ac:spMkLst>
        </pc:spChg>
        <pc:spChg chg="del">
          <ac:chgData name="황재웅(JAEWOONG HWANG)[xyxowen1234]/선임/제조DX.자동보정.조립자동보정팀" userId="84481fad-ac5e-4a35-844e-8829e3f0212e" providerId="ADAL" clId="{D430754E-54F4-40E0-B525-6C808269DA7E}" dt="2026-09-08T05:30:47.192" v="505" actId="478"/>
          <ac:spMkLst>
            <pc:docMk/>
            <pc:sldMk cId="3990933064" sldId="344"/>
            <ac:spMk id="33" creationId="{DD9F4FE0-D404-2C11-7C36-C5FEB18CAAC4}"/>
          </ac:spMkLst>
        </pc:spChg>
        <pc:spChg chg="del">
          <ac:chgData name="황재웅(JAEWOONG HWANG)[xyxowen1234]/선임/제조DX.자동보정.조립자동보정팀" userId="84481fad-ac5e-4a35-844e-8829e3f0212e" providerId="ADAL" clId="{D430754E-54F4-40E0-B525-6C808269DA7E}" dt="2026-09-08T05:33:38.790" v="1202" actId="478"/>
          <ac:spMkLst>
            <pc:docMk/>
            <pc:sldMk cId="3990933064" sldId="344"/>
            <ac:spMk id="36" creationId="{8C5E7C45-07FA-0858-806B-6A5D879F2438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5:24:54.299" v="431" actId="20577"/>
          <ac:spMkLst>
            <pc:docMk/>
            <pc:sldMk cId="3990933064" sldId="344"/>
            <ac:spMk id="63" creationId="{8F574C29-AFCD-66C3-4402-15CDB7A031E7}"/>
          </ac:spMkLst>
        </pc:spChg>
        <pc:grpChg chg="del">
          <ac:chgData name="황재웅(JAEWOONG HWANG)[xyxowen1234]/선임/제조DX.자동보정.조립자동보정팀" userId="84481fad-ac5e-4a35-844e-8829e3f0212e" providerId="ADAL" clId="{D430754E-54F4-40E0-B525-6C808269DA7E}" dt="2026-09-08T05:30:47.192" v="505" actId="478"/>
          <ac:grpSpMkLst>
            <pc:docMk/>
            <pc:sldMk cId="3990933064" sldId="344"/>
            <ac:grpSpMk id="35" creationId="{AFA3866A-9B58-79FF-EF03-D314728724F2}"/>
          </ac:grpSpMkLst>
        </pc:grpChg>
        <pc:graphicFrameChg chg="del">
          <ac:chgData name="황재웅(JAEWOONG HWANG)[xyxowen1234]/선임/제조DX.자동보정.조립자동보정팀" userId="84481fad-ac5e-4a35-844e-8829e3f0212e" providerId="ADAL" clId="{D430754E-54F4-40E0-B525-6C808269DA7E}" dt="2026-09-08T05:30:47.192" v="505" actId="478"/>
          <ac:graphicFrameMkLst>
            <pc:docMk/>
            <pc:sldMk cId="3990933064" sldId="344"/>
            <ac:graphicFrameMk id="15" creationId="{EDC805A3-B3C6-5141-B676-1B8FB84DD1F2}"/>
          </ac:graphicFrameMkLst>
        </pc:graphicFrameChg>
      </pc:sldChg>
      <pc:sldChg chg="new del">
        <pc:chgData name="황재웅(JAEWOONG HWANG)[xyxowen1234]/선임/제조DX.자동보정.조립자동보정팀" userId="84481fad-ac5e-4a35-844e-8829e3f0212e" providerId="ADAL" clId="{D430754E-54F4-40E0-B525-6C808269DA7E}" dt="2026-09-08T06:25:26.301" v="1205" actId="680"/>
        <pc:sldMkLst>
          <pc:docMk/>
          <pc:sldMk cId="255454456" sldId="366"/>
        </pc:sldMkLst>
      </pc:sldChg>
      <pc:sldChg chg="add del">
        <pc:chgData name="황재웅(JAEWOONG HWANG)[xyxowen1234]/선임/제조DX.자동보정.조립자동보정팀" userId="84481fad-ac5e-4a35-844e-8829e3f0212e" providerId="ADAL" clId="{D430754E-54F4-40E0-B525-6C808269DA7E}" dt="2026-09-08T05:28:11.900" v="493" actId="2890"/>
        <pc:sldMkLst>
          <pc:docMk/>
          <pc:sldMk cId="1716225444" sldId="366"/>
        </pc:sldMkLst>
      </pc:sldChg>
      <pc:sldChg chg="addSp delSp modSp add mod modNotesTx">
        <pc:chgData name="황재웅(JAEWOONG HWANG)[xyxowen1234]/선임/제조DX.자동보정.조립자동보정팀" userId="84481fad-ac5e-4a35-844e-8829e3f0212e" providerId="ADAL" clId="{D430754E-54F4-40E0-B525-6C808269DA7E}" dt="2026-09-09T05:48:20.280" v="2964" actId="113"/>
        <pc:sldMkLst>
          <pc:docMk/>
          <pc:sldMk cId="3082611328" sldId="366"/>
        </pc:sldMkLst>
        <pc:spChg chg="add del mod">
          <ac:chgData name="황재웅(JAEWOONG HWANG)[xyxowen1234]/선임/제조DX.자동보정.조립자동보정팀" userId="84481fad-ac5e-4a35-844e-8829e3f0212e" providerId="ADAL" clId="{D430754E-54F4-40E0-B525-6C808269DA7E}" dt="2026-09-09T04:56:41.362" v="2136" actId="478"/>
          <ac:spMkLst>
            <pc:docMk/>
            <pc:sldMk cId="3082611328" sldId="366"/>
            <ac:spMk id="2" creationId="{F179556E-48FF-9F8B-024C-3CE4A5BCA1E0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5:21.064" v="1370" actId="1035"/>
          <ac:spMkLst>
            <pc:docMk/>
            <pc:sldMk cId="3082611328" sldId="366"/>
            <ac:spMk id="3" creationId="{3B2C9106-0458-4320-84CB-2CBEB43B210D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9T05:01:01.555" v="2522" actId="1076"/>
          <ac:spMkLst>
            <pc:docMk/>
            <pc:sldMk cId="3082611328" sldId="366"/>
            <ac:spMk id="4" creationId="{33155ABF-C7DF-E738-A254-0498BDE27519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48:03.026" v="2956" actId="1076"/>
          <ac:spMkLst>
            <pc:docMk/>
            <pc:sldMk cId="3082611328" sldId="366"/>
            <ac:spMk id="5" creationId="{56912581-94F6-4349-3781-BDD2C07F53EC}"/>
          </ac:spMkLst>
        </pc:spChg>
        <pc:spChg chg="add del mod">
          <ac:chgData name="황재웅(JAEWOONG HWANG)[xyxowen1234]/선임/제조DX.자동보정.조립자동보정팀" userId="84481fad-ac5e-4a35-844e-8829e3f0212e" providerId="ADAL" clId="{D430754E-54F4-40E0-B525-6C808269DA7E}" dt="2026-09-08T06:33:22.333" v="1222" actId="478"/>
          <ac:spMkLst>
            <pc:docMk/>
            <pc:sldMk cId="3082611328" sldId="366"/>
            <ac:spMk id="8" creationId="{08F35B10-0948-836E-E34A-2452076186A6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4:56:46.212" v="2137"/>
          <ac:spMkLst>
            <pc:docMk/>
            <pc:sldMk cId="3082611328" sldId="366"/>
            <ac:spMk id="8" creationId="{B2EB5D59-B6F1-2384-010D-91866E2D11AC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9T04:58:11.273" v="2188" actId="1036"/>
          <ac:spMkLst>
            <pc:docMk/>
            <pc:sldMk cId="3082611328" sldId="366"/>
            <ac:spMk id="12" creationId="{B8A014D9-2313-9D19-BE85-599F71DA10A2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9T04:58:25.198" v="2193" actId="1076"/>
          <ac:spMkLst>
            <pc:docMk/>
            <pc:sldMk cId="3082611328" sldId="366"/>
            <ac:spMk id="13" creationId="{5FF8737D-25B4-3F86-DA9F-764B719CC85D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14" creationId="{521AFC0F-3D3E-3448-AF44-FC338070B0D7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15" creationId="{FB272FFF-CE44-7159-3A7C-CB7E5BC5C182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9T04:58:04.952" v="2160" actId="1076"/>
          <ac:spMkLst>
            <pc:docMk/>
            <pc:sldMk cId="3082611328" sldId="366"/>
            <ac:spMk id="16" creationId="{1D2C43EA-314D-3D00-5A4C-698C0FA2CC87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18" creationId="{B85CD1F8-4C4E-1C8A-E63B-3110FC9D6F7F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9T04:58:15.251" v="2191" actId="1036"/>
          <ac:spMkLst>
            <pc:docMk/>
            <pc:sldMk cId="3082611328" sldId="366"/>
            <ac:spMk id="19" creationId="{E171CBC2-14E2-E585-0663-4501CF655FB6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20" creationId="{651633E1-2E51-5153-1909-ED121A7BA5A4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21" creationId="{6B559071-F085-FA46-255B-491AB612A805}"/>
          </ac:spMkLst>
        </pc:spChg>
        <pc:spChg chg="del mod">
          <ac:chgData name="황재웅(JAEWOONG HWANG)[xyxowen1234]/선임/제조DX.자동보정.조립자동보정팀" userId="84481fad-ac5e-4a35-844e-8829e3f0212e" providerId="ADAL" clId="{D430754E-54F4-40E0-B525-6C808269DA7E}" dt="2026-09-09T05:01:00.045" v="2521" actId="478"/>
          <ac:spMkLst>
            <pc:docMk/>
            <pc:sldMk cId="3082611328" sldId="366"/>
            <ac:spMk id="22" creationId="{7A3195F3-955D-6287-7EE1-4C28EF290224}"/>
          </ac:spMkLst>
        </pc:spChg>
        <pc:spChg chg="del mod">
          <ac:chgData name="황재웅(JAEWOONG HWANG)[xyxowen1234]/선임/제조DX.자동보정.조립자동보정팀" userId="84481fad-ac5e-4a35-844e-8829e3f0212e" providerId="ADAL" clId="{D430754E-54F4-40E0-B525-6C808269DA7E}" dt="2026-09-08T06:33:18.177" v="1219" actId="478"/>
          <ac:spMkLst>
            <pc:docMk/>
            <pc:sldMk cId="3082611328" sldId="366"/>
            <ac:spMk id="23" creationId="{27AA9E29-B1AF-CF93-CD14-B20559117F36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00:38.105" v="2476" actId="1035"/>
          <ac:spMkLst>
            <pc:docMk/>
            <pc:sldMk cId="3082611328" sldId="366"/>
            <ac:spMk id="23" creationId="{CD5E1F19-6AC1-0DE1-816A-298F0B8321BB}"/>
          </ac:spMkLst>
        </pc:spChg>
        <pc:spChg chg="del mod">
          <ac:chgData name="황재웅(JAEWOONG HWANG)[xyxowen1234]/선임/제조DX.자동보정.조립자동보정팀" userId="84481fad-ac5e-4a35-844e-8829e3f0212e" providerId="ADAL" clId="{D430754E-54F4-40E0-B525-6C808269DA7E}" dt="2026-09-09T04:58:13.085" v="2189" actId="478"/>
          <ac:spMkLst>
            <pc:docMk/>
            <pc:sldMk cId="3082611328" sldId="366"/>
            <ac:spMk id="24" creationId="{36844425-42E1-4FD8-2D52-C0B87612D572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25" creationId="{691E5EC1-D797-A695-847C-25CC55577652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27" creationId="{D0D5E6BA-CF81-0340-760C-163DEAE8DB30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9T05:48:17.451" v="2963" actId="113"/>
          <ac:spMkLst>
            <pc:docMk/>
            <pc:sldMk cId="3082611328" sldId="366"/>
            <ac:spMk id="28" creationId="{14AB0618-252E-84A9-2F49-579FE8C2F9BB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9T05:48:20.280" v="2964" actId="113"/>
          <ac:spMkLst>
            <pc:docMk/>
            <pc:sldMk cId="3082611328" sldId="366"/>
            <ac:spMk id="29" creationId="{40FB6102-D868-B767-1A4A-1F849A94B276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30" creationId="{CD92C47B-E9FE-5E6B-957A-715BC6E845AD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31" creationId="{52207113-3865-A666-29F3-E1340176EB7B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32" creationId="{195C9EE2-6ACB-D058-4DDE-8D60166313E0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33" creationId="{837AF5AA-4CBF-1CA3-ABD4-D058BFD8C1B7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34" creationId="{58B22F4B-A758-90AB-8E3E-1192286AF89A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35" creationId="{40D09260-A9A3-9B29-1F58-399378D2987F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36" creationId="{66E233BA-63A1-CB8B-876A-667305EC58D0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37" creationId="{4CA3D7B9-A0EC-4A40-E7D4-785EAA38CEE3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38" creationId="{08D91AF8-A929-DBAF-675E-972EBC815BF6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39" creationId="{F61833B5-4466-9380-B5BF-BADEA6FD220B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40" creationId="{E5ECE418-3B66-FE01-5D1B-C07807147954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41" creationId="{585D023B-E9F9-315D-69D3-B70E35FCB561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42" creationId="{6A689B84-A076-36AE-03E7-BCAEEEE24CD0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43" creationId="{9E849D15-7190-ED9F-8E4C-7CF5C676ACA1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44" creationId="{C7046C16-984E-5A93-204D-90E9FCD4B8D0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45" creationId="{9DBB1168-5EFF-5C54-BF8B-BE5FEE492650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46" creationId="{2CAD647C-DB93-24AB-55B8-D8FACB1EDF51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47" creationId="{DC19086C-E400-54F7-89D8-0298E4CDEB27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48" creationId="{31E40A32-AD21-6C90-E03A-C16CA5CFF428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6:53:25.459" v="1232"/>
          <ac:spMkLst>
            <pc:docMk/>
            <pc:sldMk cId="3082611328" sldId="366"/>
            <ac:spMk id="49" creationId="{A2A3BD7B-E3AC-68A8-809F-CF9F8BC9721A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00:09.331" v="2417" actId="1038"/>
          <ac:spMkLst>
            <pc:docMk/>
            <pc:sldMk cId="3082611328" sldId="366"/>
            <ac:spMk id="50" creationId="{0A425F61-26AD-E5AA-CAE9-89AA09424E8E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00:43.970" v="2480" actId="1036"/>
          <ac:spMkLst>
            <pc:docMk/>
            <pc:sldMk cId="3082611328" sldId="366"/>
            <ac:spMk id="51" creationId="{BDEF03A4-D1A5-CC2D-4A96-94CA88CD28A3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02:15.022" v="2605" actId="207"/>
          <ac:spMkLst>
            <pc:docMk/>
            <pc:sldMk cId="3082611328" sldId="366"/>
            <ac:spMk id="61" creationId="{E240AD7B-6092-7FCD-01F0-DBE929320962}"/>
          </ac:spMkLst>
        </pc:spChg>
        <pc:spChg chg="add del mod">
          <ac:chgData name="황재웅(JAEWOONG HWANG)[xyxowen1234]/선임/제조DX.자동보정.조립자동보정팀" userId="84481fad-ac5e-4a35-844e-8829e3f0212e" providerId="ADAL" clId="{D430754E-54F4-40E0-B525-6C808269DA7E}" dt="2026-09-09T05:02:39.653" v="2676" actId="478"/>
          <ac:spMkLst>
            <pc:docMk/>
            <pc:sldMk cId="3082611328" sldId="366"/>
            <ac:spMk id="62" creationId="{7D4772EF-CDFE-08C3-76A6-D9ED8D11C977}"/>
          </ac:spMkLst>
        </pc:spChg>
        <pc:spChg chg="del mod">
          <ac:chgData name="황재웅(JAEWOONG HWANG)[xyxowen1234]/선임/제조DX.자동보정.조립자동보정팀" userId="84481fad-ac5e-4a35-844e-8829e3f0212e" providerId="ADAL" clId="{D430754E-54F4-40E0-B525-6C808269DA7E}" dt="2026-09-09T04:56:01.635" v="2119" actId="478"/>
          <ac:spMkLst>
            <pc:docMk/>
            <pc:sldMk cId="3082611328" sldId="366"/>
            <ac:spMk id="63" creationId="{8F574C29-AFCD-66C3-4402-15CDB7A031E7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02:30.214" v="2653" actId="571"/>
          <ac:spMkLst>
            <pc:docMk/>
            <pc:sldMk cId="3082611328" sldId="366"/>
            <ac:spMk id="64" creationId="{32A8522D-3712-F6E1-8A97-2E7EAFB053F0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02:37.588" v="2675"/>
          <ac:spMkLst>
            <pc:docMk/>
            <pc:sldMk cId="3082611328" sldId="366"/>
            <ac:spMk id="65" creationId="{529B9BDA-FDC3-98C0-1D0E-C455572C49D7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03:21.489" v="2769" actId="1036"/>
          <ac:spMkLst>
            <pc:docMk/>
            <pc:sldMk cId="3082611328" sldId="366"/>
            <ac:spMk id="66" creationId="{7CEA134E-72AA-9CA4-E4AA-C6CB5D269798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03:39.363" v="2816" actId="1037"/>
          <ac:spMkLst>
            <pc:docMk/>
            <pc:sldMk cId="3082611328" sldId="366"/>
            <ac:spMk id="67" creationId="{94821064-B21B-8FC0-8F76-AB1B114D22E5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03:56.798" v="2819" actId="208"/>
          <ac:spMkLst>
            <pc:docMk/>
            <pc:sldMk cId="3082611328" sldId="366"/>
            <ac:spMk id="68" creationId="{F9ACF1A9-8B9A-B380-4382-CD043F399612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9T05:04:50.236" v="2950" actId="113"/>
          <ac:spMkLst>
            <pc:docMk/>
            <pc:sldMk cId="3082611328" sldId="366"/>
            <ac:spMk id="69" creationId="{8A3474DC-161B-164E-9B20-B67103F670BA}"/>
          </ac:spMkLst>
        </pc:spChg>
        <pc:grpChg chg="add mod">
          <ac:chgData name="황재웅(JAEWOONG HWANG)[xyxowen1234]/선임/제조DX.자동보정.조립자동보정팀" userId="84481fad-ac5e-4a35-844e-8829e3f0212e" providerId="ADAL" clId="{D430754E-54F4-40E0-B525-6C808269DA7E}" dt="2026-09-09T04:58:11.273" v="2188" actId="1036"/>
          <ac:grpSpMkLst>
            <pc:docMk/>
            <pc:sldMk cId="3082611328" sldId="366"/>
            <ac:grpSpMk id="11" creationId="{18F48AB5-ABE5-1194-C47C-7070938FEC16}"/>
          </ac:grpSpMkLst>
        </pc:grpChg>
        <pc:graphicFrameChg chg="del">
          <ac:chgData name="황재웅(JAEWOONG HWANG)[xyxowen1234]/선임/제조DX.자동보정.조립자동보정팀" userId="84481fad-ac5e-4a35-844e-8829e3f0212e" providerId="ADAL" clId="{D430754E-54F4-40E0-B525-6C808269DA7E}" dt="2026-09-09T05:24:25.790" v="2953" actId="478"/>
          <ac:graphicFrameMkLst>
            <pc:docMk/>
            <pc:sldMk cId="3082611328" sldId="366"/>
            <ac:graphicFrameMk id="118" creationId="{00000000-0000-0000-0000-000000000000}"/>
          </ac:graphicFrameMkLst>
        </pc:graphicFrameChg>
        <pc:graphicFrameChg chg="mod modGraphic">
          <ac:chgData name="황재웅(JAEWOONG HWANG)[xyxowen1234]/선임/제조DX.자동보정.조립자동보정팀" userId="84481fad-ac5e-4a35-844e-8829e3f0212e" providerId="ADAL" clId="{D430754E-54F4-40E0-B525-6C808269DA7E}" dt="2026-09-09T05:01:03.232" v="2523" actId="1076"/>
          <ac:graphicFrameMkLst>
            <pc:docMk/>
            <pc:sldMk cId="3082611328" sldId="366"/>
            <ac:graphicFrameMk id="119" creationId="{00000000-0000-0000-0000-000000000000}"/>
          </ac:graphicFrameMkLst>
        </pc:graphicFrameChg>
        <pc:picChg chg="del mod modCrop">
          <ac:chgData name="황재웅(JAEWOONG HWANG)[xyxowen1234]/선임/제조DX.자동보정.조립자동보정팀" userId="84481fad-ac5e-4a35-844e-8829e3f0212e" providerId="ADAL" clId="{D430754E-54F4-40E0-B525-6C808269DA7E}" dt="2026-09-08T06:53:06.026" v="1231" actId="478"/>
          <ac:picMkLst>
            <pc:docMk/>
            <pc:sldMk cId="3082611328" sldId="366"/>
            <ac:picMk id="121" creationId="{00000000-0000-0000-0000-000000000000}"/>
          </ac:picMkLst>
        </pc:picChg>
        <pc:picChg chg="mod modCrop">
          <ac:chgData name="황재웅(JAEWOONG HWANG)[xyxowen1234]/선임/제조DX.자동보정.조립자동보정팀" userId="84481fad-ac5e-4a35-844e-8829e3f0212e" providerId="ADAL" clId="{D430754E-54F4-40E0-B525-6C808269DA7E}" dt="2026-09-09T05:01:28.750" v="2531" actId="14100"/>
          <ac:picMkLst>
            <pc:docMk/>
            <pc:sldMk cId="3082611328" sldId="366"/>
            <ac:picMk id="123" creationId="{00000000-0000-0000-0000-000000000000}"/>
          </ac:picMkLst>
        </pc:picChg>
        <pc:cxnChg chg="add mod">
          <ac:chgData name="황재웅(JAEWOONG HWANG)[xyxowen1234]/선임/제조DX.자동보정.조립자동보정팀" userId="84481fad-ac5e-4a35-844e-8829e3f0212e" providerId="ADAL" clId="{D430754E-54F4-40E0-B525-6C808269DA7E}" dt="2026-09-09T05:00:38.105" v="2476" actId="1035"/>
          <ac:cxnSpMkLst>
            <pc:docMk/>
            <pc:sldMk cId="3082611328" sldId="366"/>
            <ac:cxnSpMk id="53" creationId="{90F6A78A-7EF5-4A0F-9F72-C7630A8003E1}"/>
          </ac:cxnSpMkLst>
        </pc:cxnChg>
        <pc:cxnChg chg="add mod">
          <ac:chgData name="황재웅(JAEWOONG HWANG)[xyxowen1234]/선임/제조DX.자동보정.조립자동보정팀" userId="84481fad-ac5e-4a35-844e-8829e3f0212e" providerId="ADAL" clId="{D430754E-54F4-40E0-B525-6C808269DA7E}" dt="2026-09-09T05:00:43.970" v="2480" actId="1036"/>
          <ac:cxnSpMkLst>
            <pc:docMk/>
            <pc:sldMk cId="3082611328" sldId="366"/>
            <ac:cxnSpMk id="55" creationId="{5E969521-BA8D-6487-8BA8-65AE4135B1D8}"/>
          </ac:cxnSpMkLst>
        </pc:cxnChg>
        <pc:cxnChg chg="add">
          <ac:chgData name="황재웅(JAEWOONG HWANG)[xyxowen1234]/선임/제조DX.자동보정.조립자동보정팀" userId="84481fad-ac5e-4a35-844e-8829e3f0212e" providerId="ADAL" clId="{D430754E-54F4-40E0-B525-6C808269DA7E}" dt="2026-09-09T05:00:49.142" v="2481" actId="11529"/>
          <ac:cxnSpMkLst>
            <pc:docMk/>
            <pc:sldMk cId="3082611328" sldId="366"/>
            <ac:cxnSpMk id="57" creationId="{C16280C7-3DB3-7D7C-38A0-CD9DFABF2540}"/>
          </ac:cxnSpMkLst>
        </pc:cxnChg>
        <pc:cxnChg chg="add mod">
          <ac:chgData name="황재웅(JAEWOONG HWANG)[xyxowen1234]/선임/제조DX.자동보정.조립자동보정팀" userId="84481fad-ac5e-4a35-844e-8829e3f0212e" providerId="ADAL" clId="{D430754E-54F4-40E0-B525-6C808269DA7E}" dt="2026-09-09T05:02:01.924" v="2602" actId="693"/>
          <ac:cxnSpMkLst>
            <pc:docMk/>
            <pc:sldMk cId="3082611328" sldId="366"/>
            <ac:cxnSpMk id="59" creationId="{79FD3945-8C63-5110-BC15-799D14366FF8}"/>
          </ac:cxnSpMkLst>
        </pc:cxnChg>
        <pc:cxnChg chg="add mod">
          <ac:chgData name="황재웅(JAEWOONG HWANG)[xyxowen1234]/선임/제조DX.자동보정.조립자동보정팀" userId="84481fad-ac5e-4a35-844e-8829e3f0212e" providerId="ADAL" clId="{D430754E-54F4-40E0-B525-6C808269DA7E}" dt="2026-09-09T05:02:04.412" v="2603" actId="571"/>
          <ac:cxnSpMkLst>
            <pc:docMk/>
            <pc:sldMk cId="3082611328" sldId="366"/>
            <ac:cxnSpMk id="60" creationId="{F71251B2-B183-EDA5-A05B-3475E0AF7287}"/>
          </ac:cxnSpMkLst>
        </pc:cxnChg>
      </pc:sldChg>
      <pc:sldChg chg="addSp delSp modSp mod">
        <pc:chgData name="황재웅(JAEWOONG HWANG)[xyxowen1234]/선임/제조DX.자동보정.조립자동보정팀" userId="84481fad-ac5e-4a35-844e-8829e3f0212e" providerId="ADAL" clId="{D430754E-54F4-40E0-B525-6C808269DA7E}" dt="2026-09-09T05:23:58.314" v="2952" actId="207"/>
        <pc:sldMkLst>
          <pc:docMk/>
          <pc:sldMk cId="2754141989" sldId="379"/>
        </pc:sldMkLst>
        <pc:spChg chg="mod">
          <ac:chgData name="황재웅(JAEWOONG HWANG)[xyxowen1234]/선임/제조DX.자동보정.조립자동보정팀" userId="84481fad-ac5e-4a35-844e-8829e3f0212e" providerId="ADAL" clId="{D430754E-54F4-40E0-B525-6C808269DA7E}" dt="2026-09-08T06:59:41.129" v="1374" actId="207"/>
          <ac:spMkLst>
            <pc:docMk/>
            <pc:sldMk cId="2754141989" sldId="379"/>
            <ac:spMk id="2" creationId="{5C1B9713-AF1D-5D3D-DD83-AEC8E851296F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8:12:09.568" v="2102" actId="20577"/>
          <ac:spMkLst>
            <pc:docMk/>
            <pc:sldMk cId="2754141989" sldId="379"/>
            <ac:spMk id="7" creationId="{76597178-0C46-359F-C512-80C28D96C117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5:20:56.131" v="2" actId="14100"/>
          <ac:spMkLst>
            <pc:docMk/>
            <pc:sldMk cId="2754141989" sldId="379"/>
            <ac:spMk id="13" creationId="{5FF8737D-25B4-3F86-DA9F-764B719CC85D}"/>
          </ac:spMkLst>
        </pc:spChg>
        <pc:spChg chg="add mod">
          <ac:chgData name="황재웅(JAEWOONG HWANG)[xyxowen1234]/선임/제조DX.자동보정.조립자동보정팀" userId="84481fad-ac5e-4a35-844e-8829e3f0212e" providerId="ADAL" clId="{D430754E-54F4-40E0-B525-6C808269DA7E}" dt="2026-09-08T07:02:53.806" v="2075" actId="1076"/>
          <ac:spMkLst>
            <pc:docMk/>
            <pc:sldMk cId="2754141989" sldId="379"/>
            <ac:spMk id="14" creationId="{0BB91D0A-596F-D00F-912B-09FBDCA71332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8T07:03:03.236" v="2100" actId="20577"/>
          <ac:spMkLst>
            <pc:docMk/>
            <pc:sldMk cId="2754141989" sldId="379"/>
            <ac:spMk id="36" creationId="{8C5E7C45-07FA-0858-806B-6A5D879F2438}"/>
          </ac:spMkLst>
        </pc:spChg>
        <pc:spChg chg="mod">
          <ac:chgData name="황재웅(JAEWOONG HWANG)[xyxowen1234]/선임/제조DX.자동보정.조립자동보정팀" userId="84481fad-ac5e-4a35-844e-8829e3f0212e" providerId="ADAL" clId="{D430754E-54F4-40E0-B525-6C808269DA7E}" dt="2026-09-09T05:23:58.314" v="2952" actId="207"/>
          <ac:spMkLst>
            <pc:docMk/>
            <pc:sldMk cId="2754141989" sldId="379"/>
            <ac:spMk id="63" creationId="{8F574C29-AFCD-66C3-4402-15CDB7A031E7}"/>
          </ac:spMkLst>
        </pc:spChg>
        <pc:graphicFrameChg chg="modGraphic">
          <ac:chgData name="황재웅(JAEWOONG HWANG)[xyxowen1234]/선임/제조DX.자동보정.조립자동보정팀" userId="84481fad-ac5e-4a35-844e-8829e3f0212e" providerId="ADAL" clId="{D430754E-54F4-40E0-B525-6C808269DA7E}" dt="2026-09-09T05:23:50.546" v="2951" actId="207"/>
          <ac:graphicFrameMkLst>
            <pc:docMk/>
            <pc:sldMk cId="2754141989" sldId="379"/>
            <ac:graphicFrameMk id="15" creationId="{EDC805A3-B3C6-5141-B676-1B8FB84DD1F2}"/>
          </ac:graphicFrameMkLst>
        </pc:graphicFrameChg>
        <pc:picChg chg="del">
          <ac:chgData name="황재웅(JAEWOONG HWANG)[xyxowen1234]/선임/제조DX.자동보정.조립자동보정팀" userId="84481fad-ac5e-4a35-844e-8829e3f0212e" providerId="ADAL" clId="{D430754E-54F4-40E0-B525-6C808269DA7E}" dt="2026-09-08T05:18:36.198" v="0" actId="478"/>
          <ac:picMkLst>
            <pc:docMk/>
            <pc:sldMk cId="2754141989" sldId="379"/>
            <ac:picMk id="11" creationId="{0CBB8BCB-0F0C-26A0-56AE-46A80681DAFE}"/>
          </ac:picMkLst>
        </pc:picChg>
        <pc:picChg chg="add mod">
          <ac:chgData name="황재웅(JAEWOONG HWANG)[xyxowen1234]/선임/제조DX.자동보정.조립자동보정팀" userId="84481fad-ac5e-4a35-844e-8829e3f0212e" providerId="ADAL" clId="{D430754E-54F4-40E0-B525-6C808269DA7E}" dt="2026-09-08T07:02:16.923" v="1903" actId="14100"/>
          <ac:picMkLst>
            <pc:docMk/>
            <pc:sldMk cId="2754141989" sldId="379"/>
            <ac:picMk id="1026" creationId="{9093C7AB-6D70-3783-9A82-855E5FA96319}"/>
          </ac:picMkLst>
        </pc:picChg>
        <pc:cxnChg chg="del">
          <ac:chgData name="황재웅(JAEWOONG HWANG)[xyxowen1234]/선임/제조DX.자동보정.조립자동보정팀" userId="84481fad-ac5e-4a35-844e-8829e3f0212e" providerId="ADAL" clId="{D430754E-54F4-40E0-B525-6C808269DA7E}" dt="2026-09-08T05:18:38.040" v="1" actId="478"/>
          <ac:cxnSpMkLst>
            <pc:docMk/>
            <pc:sldMk cId="2754141989" sldId="379"/>
            <ac:cxnSpMk id="4" creationId="{B4A9DB1F-BAF8-78D8-D7D3-F4CFEE33D186}"/>
          </ac:cxnSpMkLst>
        </pc:cxnChg>
        <pc:cxnChg chg="add mod">
          <ac:chgData name="황재웅(JAEWOONG HWANG)[xyxowen1234]/선임/제조DX.자동보정.조립자동보정팀" userId="84481fad-ac5e-4a35-844e-8829e3f0212e" providerId="ADAL" clId="{D430754E-54F4-40E0-B525-6C808269DA7E}" dt="2026-09-08T07:02:05.804" v="1891" actId="1076"/>
          <ac:cxnSpMkLst>
            <pc:docMk/>
            <pc:sldMk cId="2754141989" sldId="379"/>
            <ac:cxnSpMk id="5" creationId="{87FC2634-EF58-FC72-93B8-78E159F46703}"/>
          </ac:cxnSpMkLst>
        </pc:cxnChg>
      </pc:sldChg>
    </pc:docChg>
  </pc:docChgLst>
  <pc:docChgLst>
    <pc:chgData name="이상용(SANGYONG LEE)[lsy0500]/책임/제조DX.자동보정.RSND자동보정팀" userId="6e1e2dff-ff3a-45ae-b062-b7c6f0b8ce1b" providerId="ADAL" clId="{7C5EDE82-D0BE-4218-AF18-015D68B0E65A}"/>
    <pc:docChg chg="undo custSel modSld">
      <pc:chgData name="이상용(SANGYONG LEE)[lsy0500]/책임/제조DX.자동보정.RSND자동보정팀" userId="6e1e2dff-ff3a-45ae-b062-b7c6f0b8ce1b" providerId="ADAL" clId="{7C5EDE82-D0BE-4218-AF18-015D68B0E65A}" dt="2026-09-10T06:08:35.748" v="726" actId="478"/>
      <pc:docMkLst>
        <pc:docMk/>
      </pc:docMkLst>
      <pc:sldChg chg="modSp mod">
        <pc:chgData name="이상용(SANGYONG LEE)[lsy0500]/책임/제조DX.자동보정.RSND자동보정팀" userId="6e1e2dff-ff3a-45ae-b062-b7c6f0b8ce1b" providerId="ADAL" clId="{7C5EDE82-D0BE-4218-AF18-015D68B0E65A}" dt="2026-09-10T00:52:49.362" v="713" actId="20577"/>
        <pc:sldMkLst>
          <pc:docMk/>
          <pc:sldMk cId="889009244" sldId="265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2:49.362" v="713" actId="20577"/>
          <ac:spMkLst>
            <pc:docMk/>
            <pc:sldMk cId="889009244" sldId="265"/>
            <ac:spMk id="31" creationId="{F4C37CF5-F215-3C2A-EA7D-4261BCC0EEAD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7C5EDE82-D0BE-4218-AF18-015D68B0E65A}" dt="2026-09-10T00:52:31.886" v="709" actId="20577"/>
        <pc:sldMkLst>
          <pc:docMk/>
          <pc:sldMk cId="4272420199" sldId="285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2:31.886" v="709" actId="20577"/>
          <ac:spMkLst>
            <pc:docMk/>
            <pc:sldMk cId="4272420199" sldId="285"/>
            <ac:spMk id="157" creationId="{9B28912B-4347-A792-5175-7BF8A11A195B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7C5EDE82-D0BE-4218-AF18-015D68B0E65A}" dt="2026-09-10T00:52:45.869" v="712" actId="20577"/>
        <pc:sldMkLst>
          <pc:docMk/>
          <pc:sldMk cId="1181057486" sldId="296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2:45.869" v="712" actId="20577"/>
          <ac:spMkLst>
            <pc:docMk/>
            <pc:sldMk cId="1181057486" sldId="296"/>
            <ac:spMk id="12" creationId="{2A4EFF36-E0B5-36D2-2DB4-A3E0BAA70B20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7C5EDE82-D0BE-4218-AF18-015D68B0E65A}" dt="2026-09-10T00:52:00.900" v="704" actId="20577"/>
        <pc:sldMkLst>
          <pc:docMk/>
          <pc:sldMk cId="1491083186" sldId="318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2:00.900" v="704" actId="20577"/>
          <ac:spMkLst>
            <pc:docMk/>
            <pc:sldMk cId="1491083186" sldId="318"/>
            <ac:spMk id="7" creationId="{5F6DCF5A-C812-C79A-3E4D-3B5DB39B7269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7C5EDE82-D0BE-4218-AF18-015D68B0E65A}" dt="2026-09-10T00:52:56.083" v="714" actId="20577"/>
        <pc:sldMkLst>
          <pc:docMk/>
          <pc:sldMk cId="2675601567" sldId="330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2:56.083" v="714" actId="20577"/>
          <ac:spMkLst>
            <pc:docMk/>
            <pc:sldMk cId="2675601567" sldId="330"/>
            <ac:spMk id="17" creationId="{DFF829FD-B8D1-4074-06A7-36016FC9492B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7C5EDE82-D0BE-4218-AF18-015D68B0E65A}" dt="2026-09-10T00:52:04.793" v="706" actId="20577"/>
        <pc:sldMkLst>
          <pc:docMk/>
          <pc:sldMk cId="2369456689" sldId="335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2:04.793" v="706" actId="20577"/>
          <ac:spMkLst>
            <pc:docMk/>
            <pc:sldMk cId="2369456689" sldId="335"/>
            <ac:spMk id="7" creationId="{5F6DCF5A-C812-C79A-3E4D-3B5DB39B7269}"/>
          </ac:spMkLst>
        </pc:spChg>
      </pc:sldChg>
      <pc:sldChg chg="addSp delSp modSp mod">
        <pc:chgData name="이상용(SANGYONG LEE)[lsy0500]/책임/제조DX.자동보정.RSND자동보정팀" userId="6e1e2dff-ff3a-45ae-b062-b7c6f0b8ce1b" providerId="ADAL" clId="{7C5EDE82-D0BE-4218-AF18-015D68B0E65A}" dt="2026-09-10T06:08:35.748" v="726" actId="478"/>
        <pc:sldMkLst>
          <pc:docMk/>
          <pc:sldMk cId="4243388564" sldId="347"/>
        </pc:sldMkLst>
        <pc:s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spMkLst>
            <pc:docMk/>
            <pc:sldMk cId="4243388564" sldId="347"/>
            <ac:spMk id="2" creationId="{44796E18-9757-6C95-1BAC-594243D80649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spMkLst>
            <pc:docMk/>
            <pc:sldMk cId="4243388564" sldId="347"/>
            <ac:spMk id="3" creationId="{53BA7391-EAF3-A1E5-598C-8617C3EE3DE6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spMkLst>
            <pc:docMk/>
            <pc:sldMk cId="4243388564" sldId="347"/>
            <ac:spMk id="8" creationId="{36DD3708-2C8F-6F51-07B9-9500D71F85BC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spMkLst>
            <pc:docMk/>
            <pc:sldMk cId="4243388564" sldId="347"/>
            <ac:spMk id="11" creationId="{EB7BC3B7-A8FC-021E-7BE7-18143626F594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10T06:08:31.533" v="725" actId="478"/>
          <ac:spMkLst>
            <pc:docMk/>
            <pc:sldMk cId="4243388564" sldId="347"/>
            <ac:spMk id="12" creationId="{1921BE05-4962-1EE4-0836-96C56F2BD650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10T06:08:24.740" v="722" actId="478"/>
          <ac:spMkLst>
            <pc:docMk/>
            <pc:sldMk cId="4243388564" sldId="347"/>
            <ac:spMk id="14" creationId="{673396AF-8AAA-360A-F7C6-F2B93318FC76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spMkLst>
            <pc:docMk/>
            <pc:sldMk cId="4243388564" sldId="347"/>
            <ac:spMk id="16" creationId="{6F1DC040-0B80-CFED-BA81-576455839B40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10T06:08:35.748" v="726" actId="478"/>
          <ac:spMkLst>
            <pc:docMk/>
            <pc:sldMk cId="4243388564" sldId="347"/>
            <ac:spMk id="18" creationId="{392C99D1-16DF-E412-88B9-6F85067FA535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10T06:08:13.872" v="718" actId="478"/>
          <ac:spMkLst>
            <pc:docMk/>
            <pc:sldMk cId="4243388564" sldId="347"/>
            <ac:spMk id="20" creationId="{3E1FAEA3-79DD-9D78-033B-06F25B3FCA00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10T06:08:28.520" v="724" actId="1076"/>
          <ac:spMkLst>
            <pc:docMk/>
            <pc:sldMk cId="4243388564" sldId="347"/>
            <ac:spMk id="21" creationId="{739028CA-4C14-1F1A-7C55-E51BB4EAD5BC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10T06:08:19.497" v="720" actId="478"/>
          <ac:spMkLst>
            <pc:docMk/>
            <pc:sldMk cId="4243388564" sldId="347"/>
            <ac:spMk id="22" creationId="{14D76CE9-E754-114E-CDB6-73E30256626A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23" creationId="{C1E237ED-CF65-52A4-F158-CC2CC65945C0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24" creationId="{C7C621BE-5B2C-B38A-FCEA-B77A056AE417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25" creationId="{96440FEC-9F9E-E7F3-973E-CF342744DD43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26" creationId="{7B2F52AE-7F5C-2387-7432-B31E787C8E8D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27" creationId="{1E88F709-E021-4C24-E1F0-0ACBF36DAF69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29" creationId="{11CD12A3-331C-CE8E-9A47-32B6E769C517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40" creationId="{22A2EB67-39ED-ADB2-741A-DB6FBA81198A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43" creationId="{C28E0CFF-B710-5B02-43AA-68717FFBE3FF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44" creationId="{978EEC59-980B-DC08-BFD8-1B6C7BAEE8B8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45" creationId="{74942C8C-AA04-541D-4E19-A9AD8EB21000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46" creationId="{845BA501-8BD8-3606-8EBF-B05F25F50411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48" creationId="{16FA630F-41E1-9F54-F97F-68509A580B85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53" creationId="{B77085D5-6A60-193F-DCB0-ECB855CB68B8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54" creationId="{89B3F703-A635-6821-9BD1-EEB02785744D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56" creationId="{9E281FB6-086C-741A-4296-CF57C3782092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57" creationId="{B8BC6BCE-327B-575E-6ADF-AC65920E3B24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spMkLst>
            <pc:docMk/>
            <pc:sldMk cId="4243388564" sldId="347"/>
            <ac:spMk id="58" creationId="{9ABF87B5-E0B7-D151-F033-8F23DAB00B22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59" creationId="{37512A60-6A84-43CA-BF91-0215DE1169C1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spMkLst>
            <pc:docMk/>
            <pc:sldMk cId="4243388564" sldId="347"/>
            <ac:spMk id="61" creationId="{E75CE0BC-5DC1-AB97-2A96-FCC3268220E4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62" creationId="{557B3338-F37B-63D4-C953-F3B39D1E0EEA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spMkLst>
            <pc:docMk/>
            <pc:sldMk cId="4243388564" sldId="347"/>
            <ac:spMk id="63" creationId="{BA03A387-5390-283C-14CC-0BFFDC774235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64" creationId="{D4F664AE-E399-D80E-CD77-785B6A1E7B40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spMkLst>
            <pc:docMk/>
            <pc:sldMk cId="4243388564" sldId="347"/>
            <ac:spMk id="66" creationId="{139D6597-5D82-FFDE-91D6-864867F6F6B8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67" creationId="{C5878D84-A18C-3E9F-D86F-95857B55C0D9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68" creationId="{4EF72A9B-97FF-AE0E-A5BF-12D766332E12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69" creationId="{4C417E38-F1B2-DABA-43C8-56F8D6991C0F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70" creationId="{65FB08E6-8B3C-775A-0AB9-20CDDFE56259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spMkLst>
            <pc:docMk/>
            <pc:sldMk cId="4243388564" sldId="347"/>
            <ac:spMk id="71" creationId="{E59758A1-79D0-C2B4-323C-8F7DBD1AF44B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spMkLst>
            <pc:docMk/>
            <pc:sldMk cId="4243388564" sldId="347"/>
            <ac:spMk id="76" creationId="{C05CE07C-C87E-33E8-8A57-EE253BCD10E9}"/>
          </ac:spMkLst>
        </pc:spChg>
        <pc:gr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grpSpMkLst>
            <pc:docMk/>
            <pc:sldMk cId="4243388564" sldId="347"/>
            <ac:grpSpMk id="38" creationId="{EF25AC08-A8B8-D82A-776F-EA1675BE781D}"/>
          </ac:grpSpMkLst>
        </pc:grpChg>
        <pc:grp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grpSpMkLst>
            <pc:docMk/>
            <pc:sldMk cId="4243388564" sldId="347"/>
            <ac:grpSpMk id="55" creationId="{DB727EFC-28A1-9496-5BBE-ACE5F15214C9}"/>
          </ac:grpSpMkLst>
        </pc:grpChg>
        <pc:gr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grpSpMkLst>
            <pc:docMk/>
            <pc:sldMk cId="4243388564" sldId="347"/>
            <ac:grpSpMk id="60" creationId="{0487C045-983C-30A0-1A0F-23975268BD89}"/>
          </ac:grpSpMkLst>
        </pc:grpChg>
        <pc:grp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grpSpMkLst>
            <pc:docMk/>
            <pc:sldMk cId="4243388564" sldId="347"/>
            <ac:grpSpMk id="74" creationId="{BA52C598-E7F7-CD08-E605-FB500D2FC48A}"/>
          </ac:grpSpMkLst>
        </pc:grpChg>
        <pc:graphicFrameChg chg="add 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graphicFrameMkLst>
            <pc:docMk/>
            <pc:sldMk cId="4243388564" sldId="347"/>
            <ac:graphicFrameMk id="28" creationId="{7E03DBD6-00AF-EE9B-745E-ADDC7C3DB3DD}"/>
          </ac:graphicFrameMkLst>
        </pc:graphicFrameChg>
        <pc:graphicFrameChg chg="del">
          <ac:chgData name="이상용(SANGYONG LEE)[lsy0500]/책임/제조DX.자동보정.RSND자동보정팀" userId="6e1e2dff-ff3a-45ae-b062-b7c6f0b8ce1b" providerId="ADAL" clId="{7C5EDE82-D0BE-4218-AF18-015D68B0E65A}" dt="2026-09-10T06:08:05.587" v="715" actId="478"/>
          <ac:graphicFrameMkLst>
            <pc:docMk/>
            <pc:sldMk cId="4243388564" sldId="347"/>
            <ac:graphicFrameMk id="65" creationId="{D1531AB1-5E16-8479-F33F-BFDC77680C9E}"/>
          </ac:graphicFrameMkLst>
        </pc:graphicFrameChg>
        <pc:cxnChg chg="mod">
          <ac:chgData name="이상용(SANGYONG LEE)[lsy0500]/책임/제조DX.자동보정.RSND자동보정팀" userId="6e1e2dff-ff3a-45ae-b062-b7c6f0b8ce1b" providerId="ADAL" clId="{7C5EDE82-D0BE-4218-AF18-015D68B0E65A}" dt="2026-09-10T06:08:06.905" v="716"/>
          <ac:cxnSpMkLst>
            <pc:docMk/>
            <pc:sldMk cId="4243388564" sldId="347"/>
            <ac:cxnSpMk id="42" creationId="{0A0EA3CA-C298-F563-49F5-27A1FB1F84F2}"/>
          </ac:cxnSpMkLst>
        </pc:cxnChg>
      </pc:sldChg>
      <pc:sldChg chg="addSp delSp modSp mod">
        <pc:chgData name="이상용(SANGYONG LEE)[lsy0500]/책임/제조DX.자동보정.RSND자동보정팀" userId="6e1e2dff-ff3a-45ae-b062-b7c6f0b8ce1b" providerId="ADAL" clId="{7C5EDE82-D0BE-4218-AF18-015D68B0E65A}" dt="2026-09-09T23:53:34.889" v="699" actId="20577"/>
        <pc:sldMkLst>
          <pc:docMk/>
          <pc:sldMk cId="318835780" sldId="348"/>
        </pc:sldMkLst>
        <pc:spChg chg="add del mod">
          <ac:chgData name="이상용(SANGYONG LEE)[lsy0500]/책임/제조DX.자동보정.RSND자동보정팀" userId="6e1e2dff-ff3a-45ae-b062-b7c6f0b8ce1b" providerId="ADAL" clId="{7C5EDE82-D0BE-4218-AF18-015D68B0E65A}" dt="2026-09-09T09:48:01.421" v="16" actId="478"/>
          <ac:spMkLst>
            <pc:docMk/>
            <pc:sldMk cId="318835780" sldId="348"/>
            <ac:spMk id="2" creationId="{BA96B035-10F2-0A78-7D10-C98E915880A9}"/>
          </ac:spMkLst>
        </pc:spChg>
        <pc:spChg chg="add mod ord">
          <ac:chgData name="이상용(SANGYONG LEE)[lsy0500]/책임/제조DX.자동보정.RSND자동보정팀" userId="6e1e2dff-ff3a-45ae-b062-b7c6f0b8ce1b" providerId="ADAL" clId="{7C5EDE82-D0BE-4218-AF18-015D68B0E65A}" dt="2026-09-09T23:53:27.025" v="696" actId="167"/>
          <ac:spMkLst>
            <pc:docMk/>
            <pc:sldMk cId="318835780" sldId="348"/>
            <ac:spMk id="3" creationId="{787FA41E-4D90-495E-3E31-D80126B5EA82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9:47:37.381" v="13"/>
          <ac:spMkLst>
            <pc:docMk/>
            <pc:sldMk cId="318835780" sldId="348"/>
            <ac:spMk id="5" creationId="{87801C12-20A8-DB72-F8D9-57493F46EB0F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09T09:54:38.687" v="622" actId="478"/>
          <ac:spMkLst>
            <pc:docMk/>
            <pc:sldMk cId="318835780" sldId="348"/>
            <ac:spMk id="6" creationId="{BCF838A1-432F-6659-4A25-BCFA24E82EC6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9:56:41.661" v="650"/>
          <ac:spMkLst>
            <pc:docMk/>
            <pc:sldMk cId="318835780" sldId="348"/>
            <ac:spMk id="7" creationId="{FD22A134-0B14-CD39-BCBE-BF9ECE618AEB}"/>
          </ac:spMkLst>
        </pc:spChg>
        <pc:spChg chg="mod">
          <ac:chgData name="이상용(SANGYONG LEE)[lsy0500]/책임/제조DX.자동보정.RSND자동보정팀" userId="6e1e2dff-ff3a-45ae-b062-b7c6f0b8ce1b" providerId="ADAL" clId="{7C5EDE82-D0BE-4218-AF18-015D68B0E65A}" dt="2026-09-09T23:53:34.889" v="699" actId="20577"/>
          <ac:spMkLst>
            <pc:docMk/>
            <pc:sldMk cId="318835780" sldId="348"/>
            <ac:spMk id="8" creationId="{044CCC0A-C677-A445-6A3F-26925CAD22F6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9:57:00.816" v="652"/>
          <ac:spMkLst>
            <pc:docMk/>
            <pc:sldMk cId="318835780" sldId="348"/>
            <ac:spMk id="9" creationId="{CE1D6DEB-6453-D6AB-974A-2F5EB58C56DA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09T09:47:36.817" v="12" actId="478"/>
          <ac:spMkLst>
            <pc:docMk/>
            <pc:sldMk cId="318835780" sldId="348"/>
            <ac:spMk id="10" creationId="{FC3C06D9-7AB2-A591-890F-8A3CAC376784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09T23:52:41.869" v="695" actId="478"/>
          <ac:spMkLst>
            <pc:docMk/>
            <pc:sldMk cId="318835780" sldId="348"/>
            <ac:spMk id="11" creationId="{EA17DBC2-0F90-D0C3-B4B9-02D120E16E99}"/>
          </ac:spMkLst>
        </pc:spChg>
        <pc:spChg chg="del">
          <ac:chgData name="이상용(SANGYONG LEE)[lsy0500]/책임/제조DX.자동보정.RSND자동보정팀" userId="6e1e2dff-ff3a-45ae-b062-b7c6f0b8ce1b" providerId="ADAL" clId="{7C5EDE82-D0BE-4218-AF18-015D68B0E65A}" dt="2026-09-09T09:47:36.817" v="12" actId="478"/>
          <ac:spMkLst>
            <pc:docMk/>
            <pc:sldMk cId="318835780" sldId="348"/>
            <ac:spMk id="14" creationId="{2F54B4B4-594E-6A50-C481-1A791E885C7C}"/>
          </ac:spMkLst>
        </pc:spChg>
      </pc:sldChg>
      <pc:sldChg chg="addSp delSp modSp mod">
        <pc:chgData name="이상용(SANGYONG LEE)[lsy0500]/책임/제조DX.자동보정.RSND자동보정팀" userId="6e1e2dff-ff3a-45ae-b062-b7c6f0b8ce1b" providerId="ADAL" clId="{7C5EDE82-D0BE-4218-AF18-015D68B0E65A}" dt="2026-09-09T09:48:59.049" v="76" actId="20577"/>
        <pc:sldMkLst>
          <pc:docMk/>
          <pc:sldMk cId="2137932498" sldId="355"/>
        </pc:sldMkLst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2" creationId="{C369D80D-66B4-288D-797D-0F067C94E92F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04.307" v="3" actId="478"/>
          <ac:spMkLst>
            <pc:docMk/>
            <pc:sldMk cId="2137932498" sldId="355"/>
            <ac:spMk id="3" creationId="{37121EAE-3E04-7F01-5A12-8C5E12EB36A9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09T08:16:37.852" v="10" actId="20577"/>
          <ac:spMkLst>
            <pc:docMk/>
            <pc:sldMk cId="2137932498" sldId="355"/>
            <ac:spMk id="4" creationId="{95E2093E-1E21-8AF8-88E2-C6BD5DB288BD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7" creationId="{D3EB67E5-1B71-1239-2628-2AE4C66AD83F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9" creationId="{04C7C32E-BFB7-C9D5-7C6C-BBB69F9C2ECA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09T08:16:04.307" v="3" actId="478"/>
          <ac:spMkLst>
            <pc:docMk/>
            <pc:sldMk cId="2137932498" sldId="355"/>
            <ac:spMk id="10" creationId="{34515273-A5DB-BBB6-BCC7-B2EF9F1887C6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11" creationId="{2E5F6AFB-080E-4175-16B7-D6BB4839A44F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12" creationId="{B75708F2-7291-D7D2-F4E9-7D64F3701EB2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14" creationId="{77F76F49-1822-E287-74F8-D07646BA5510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15" creationId="{082BDB10-77E5-98A7-4451-B7C42479179C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17" creationId="{9F735D8F-C0B3-E817-87CE-82047FAA9591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18" creationId="{87EDADE3-EA9B-1BB8-1ADC-15AA3FCA2439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20" creationId="{5B43CBAD-073E-9256-DCDE-BE840A65CAE4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21" creationId="{A5622A5C-4CBB-E64E-B9FD-09F6C967C553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09T08:16:04.307" v="3" actId="478"/>
          <ac:spMkLst>
            <pc:docMk/>
            <pc:sldMk cId="2137932498" sldId="355"/>
            <ac:spMk id="22" creationId="{DF2AFD7E-B55C-BEA1-7851-6CBB253646E9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23" creationId="{00F38D9B-AE42-0C24-310C-B6234662399D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24" creationId="{333FECDA-D27B-7E9E-A36A-BD961A122D67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25" creationId="{9E981B9C-D15D-9090-9279-79BFF7E85BE6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26" creationId="{A048684C-AFA9-3305-4603-4A227F04195F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27" creationId="{FC310AAE-C4E8-A0E9-296A-F35CF50A2B90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28" creationId="{F057E425-CE43-2E1A-9C91-53169A13836E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29" creationId="{3509B3E3-276A-0B9B-9ECE-D25EE4046AA0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30" creationId="{847BBEC3-0F62-AEF2-74C6-34A78E096FF9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03.355" v="2"/>
          <ac:spMkLst>
            <pc:docMk/>
            <pc:sldMk cId="2137932498" sldId="355"/>
            <ac:spMk id="31" creationId="{17A55ED3-F6D0-3ADB-D926-02D92AA86018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32" creationId="{D5CD65A0-5BA4-FC87-14DD-FE4B07F89152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33" creationId="{50DB9737-2225-900F-46AD-84FC0D8AE023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03.355" v="2"/>
          <ac:spMkLst>
            <pc:docMk/>
            <pc:sldMk cId="2137932498" sldId="355"/>
            <ac:spMk id="34" creationId="{6A0DC4C2-85A0-1B18-790C-5E57A5CE113B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35" creationId="{4B1C55CE-CE00-5699-44E0-87796E2CEC61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36" creationId="{4C94F71E-0D73-43CC-5C18-CB16F58AB89F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38" creationId="{99331470-1BEA-2416-94FA-1D175F7C7059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39" creationId="{1CC04A63-D262-24B2-791C-283CBEC0AA3F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40" creationId="{F36C65C4-A6ED-3FB6-E6F6-24C51C8F01C2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41" creationId="{0C188CD7-8C8E-39CF-C4F5-66D1A4CB6B67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42" creationId="{C5AF83EB-BF08-1F67-58A8-464FBAE2A8E8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43" creationId="{2F334EF3-D289-1DA8-66B6-577EFFBA0B76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44" creationId="{50203283-58BE-66A6-1436-28FCD9D6E462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45" creationId="{A35E2E78-EE3E-2F06-E1C9-EB7339D976A9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46" creationId="{44B545B6-CAEC-5CA8-A842-7AD2E48E3D54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47" creationId="{444E77E1-1D71-D1B5-5DD6-82E095B8CBC4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49" creationId="{2501CB82-414C-2C28-FE62-ADD937275A47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51" creationId="{9B2AA831-ABD0-9208-F1E4-DAEB86409D05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55" creationId="{6D19B068-6E33-6624-FCE5-F575CDD851A6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56" creationId="{4C194149-C5BE-0037-5F4F-903441309276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57" creationId="{F21D3C8C-EA22-15FA-E3C4-B12320F000EB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58" creationId="{CDF991B9-7263-4DD8-B2F9-D34D1D618139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59" creationId="{D5D8B2F8-50B5-7090-EEEF-B1327300FC3E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60" creationId="{2262236E-C3DC-2360-7518-4B990D275018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61" creationId="{AA0E7640-5827-BAF2-C679-6A7EF17C82A7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62" creationId="{B99C7F87-1CE5-CA29-6D14-344BB42B549F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63" creationId="{E47DF3D3-6ABA-CC1E-3676-2E1CD56120A3}"/>
          </ac:spMkLst>
        </pc:spChg>
        <pc:sp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spMkLst>
            <pc:docMk/>
            <pc:sldMk cId="2137932498" sldId="355"/>
            <ac:spMk id="64" creationId="{A649AF1C-B691-5218-A597-FD5B9EBFDF82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65" creationId="{537283E3-70E7-7D8B-8449-1FE4FE1116B3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66" creationId="{2EFC5CE2-D1CA-592D-A067-6BFE8C8CF124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67" creationId="{D0C4CDBF-1457-A5DE-BBFA-D5963BD00E40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68" creationId="{1FAE18BF-7A06-B76F-5D5A-2398AE7D468D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69" creationId="{DEAFCCED-DC4A-622B-84E2-30514F731B71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70" creationId="{87C1A0E9-D937-8941-8790-D4DF06487C72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71" creationId="{DED95369-BDFF-A264-B320-FD44AA5069C3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72" creationId="{F8137DB0-C965-AAEE-F36D-FA68D24D9F14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73" creationId="{984F8D63-C167-E72B-DCD1-6BC306CB444F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74" creationId="{50961291-7F52-55D2-8246-A1332416F0EB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75" creationId="{430B945C-FD86-006E-2CA6-2EA53B462819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76" creationId="{7673EB31-9F26-7944-DE37-9243652AC2BD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spMkLst>
            <pc:docMk/>
            <pc:sldMk cId="2137932498" sldId="355"/>
            <ac:spMk id="77" creationId="{80D01F1F-8A6B-0402-E31C-B851E747CC14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9:48:59.049" v="76" actId="20577"/>
          <ac:spMkLst>
            <pc:docMk/>
            <pc:sldMk cId="2137932498" sldId="355"/>
            <ac:spMk id="82" creationId="{7EC7BCBD-8BCE-59CE-5155-5393BBB31FF4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83" creationId="{8C3B61BA-69B3-A93D-3DD0-F7B8939A1674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09T08:16:42.101" v="11" actId="478"/>
          <ac:spMkLst>
            <pc:docMk/>
            <pc:sldMk cId="2137932498" sldId="355"/>
            <ac:spMk id="84" creationId="{AEA75466-F1C0-4889-57E0-EF1D2B9E5206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09T08:16:22.500" v="6" actId="21"/>
          <ac:spMkLst>
            <pc:docMk/>
            <pc:sldMk cId="2137932498" sldId="355"/>
            <ac:spMk id="85" creationId="{49351322-2D06-5FD8-5940-27687D41BC08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86" creationId="{C22D8E74-7A36-05A9-0999-1AE44564BCED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88" creationId="{572FC6CA-3057-005D-D8A2-045A654F8BB7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89" creationId="{B6055332-B863-643F-9B0F-AB4438831C93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90" creationId="{ABDC006D-323E-1CE4-80EB-C2DC3C426054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91" creationId="{BE1E91FC-4176-4C40-7BEC-6B297F2A7AD5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93" creationId="{FCB875E3-46C4-53CF-8817-0C3A591BB44C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94" creationId="{F4611CF8-A16D-8726-9D16-8CD1ED2F15C9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95" creationId="{A4DFFEA2-B23C-079F-1B4F-5942CF0A9831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96" creationId="{5ECFF3ED-5EB6-7692-605D-BA62632BC8C7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97" creationId="{5E8794C8-5F77-4E46-B5F5-82B427CB76DC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98" creationId="{B3F619B7-FF7C-2933-1C18-58E2F9312E4F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99" creationId="{DE29E337-1BD3-FC0A-D60F-EE89BDC7B358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00" creationId="{81BAF11D-4E39-3B14-B123-69393BBE78D7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01" creationId="{B299D411-883E-D587-5A05-2801050F74D5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02" creationId="{73D28091-2169-349B-A511-B28FA23A967A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03" creationId="{6460B2A3-1E16-E3C1-019E-EB768FBEFC95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04" creationId="{E5A4CB51-21DB-F43B-98D4-6AB6313C13F7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05" creationId="{01ED43A9-2E19-5154-5812-5778ABD5E99D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06" creationId="{67179638-91E2-927D-71E8-7E7EA6596565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07" creationId="{76FF4694-A168-ABF2-3FE0-83982FBB0638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08" creationId="{21E61EEF-3D24-D710-91E6-0BF72ABBE98D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09" creationId="{859A44F1-01F7-E021-623F-C430FEBE82F8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10" creationId="{1D542E07-D1B3-8819-8544-3DE98035CA13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11" creationId="{E678DB1B-B9F5-39C5-4053-BF1FA5F46EE0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12" creationId="{BC9DB29D-6274-8F76-ACB5-F5B43FC83126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13" creationId="{E359283B-F7F5-6164-F941-C8A09A0BBD86}"/>
          </ac:spMkLst>
        </pc:spChg>
        <pc:sp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spMkLst>
            <pc:docMk/>
            <pc:sldMk cId="2137932498" sldId="355"/>
            <ac:spMk id="114" creationId="{1AB0190C-B16C-03C8-C53D-F6DC0696E67B}"/>
          </ac:spMkLst>
        </pc:spChg>
        <pc:spChg chg="add del mod">
          <ac:chgData name="이상용(SANGYONG LEE)[lsy0500]/책임/제조DX.자동보정.RSND자동보정팀" userId="6e1e2dff-ff3a-45ae-b062-b7c6f0b8ce1b" providerId="ADAL" clId="{7C5EDE82-D0BE-4218-AF18-015D68B0E65A}" dt="2026-09-09T08:16:28.340" v="8" actId="478"/>
          <ac:spMkLst>
            <pc:docMk/>
            <pc:sldMk cId="2137932498" sldId="355"/>
            <ac:spMk id="120" creationId="{A0E4DD6B-3C46-EDED-DB6B-193C99A51DBE}"/>
          </ac:spMkLst>
        </pc:spChg>
        <pc:graphicFrame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graphicFrameMkLst>
            <pc:docMk/>
            <pc:sldMk cId="2137932498" sldId="355"/>
            <ac:graphicFrameMk id="19" creationId="{F0D20946-724B-1C12-7999-552E02DC97DA}"/>
          </ac:graphicFrameMkLst>
        </pc:graphicFrameChg>
        <pc:graphicFrame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graphicFrameMkLst>
            <pc:docMk/>
            <pc:sldMk cId="2137932498" sldId="355"/>
            <ac:graphicFrameMk id="37" creationId="{6D637E92-F26A-6EB7-B809-1EAAB1834A3D}"/>
          </ac:graphicFrameMkLst>
        </pc:graphicFrameChg>
        <pc:graphicFrame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graphicFrameMkLst>
            <pc:docMk/>
            <pc:sldMk cId="2137932498" sldId="355"/>
            <ac:graphicFrameMk id="87" creationId="{718EECC5-30D2-ABAD-A92D-C77A396688A5}"/>
          </ac:graphicFrameMkLst>
        </pc:graphicFrameChg>
        <pc:cxnChg chg="add del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cxnSpMkLst>
            <pc:docMk/>
            <pc:sldMk cId="2137932498" sldId="355"/>
            <ac:cxnSpMk id="8" creationId="{EC0CE02B-75DE-E0D9-ACA9-1CA7A49AA54A}"/>
          </ac:cxnSpMkLst>
        </pc:cxnChg>
        <pc:cxnChg chg="add del mod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cxnSpMkLst>
            <pc:docMk/>
            <pc:sldMk cId="2137932498" sldId="355"/>
            <ac:cxnSpMk id="48" creationId="{DECD853A-F3EC-5407-1545-0D745F8B09A3}"/>
          </ac:cxnSpMkLst>
        </pc:cxnChg>
        <pc:cxnChg chg="add del mod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cxnSpMkLst>
            <pc:docMk/>
            <pc:sldMk cId="2137932498" sldId="355"/>
            <ac:cxnSpMk id="50" creationId="{2F22EE28-8DDA-263E-482C-9A49F1BA8BEC}"/>
          </ac:cxnSpMkLst>
        </pc:cxnChg>
        <pc:cxnChg chg="add del mod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cxnSpMkLst>
            <pc:docMk/>
            <pc:sldMk cId="2137932498" sldId="355"/>
            <ac:cxnSpMk id="52" creationId="{1D6C280D-EFF9-8AC0-FB82-723296E75F7E}"/>
          </ac:cxnSpMkLst>
        </pc:cxnChg>
        <pc:cxn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cxnSpMkLst>
            <pc:docMk/>
            <pc:sldMk cId="2137932498" sldId="355"/>
            <ac:cxnSpMk id="53" creationId="{CF7B06FF-E8D9-7FD6-112B-D278ADCC71E8}"/>
          </ac:cxnSpMkLst>
        </pc:cxnChg>
        <pc:cxnChg chg="add del mod">
          <ac:chgData name="이상용(SANGYONG LEE)[lsy0500]/책임/제조DX.자동보정.RSND자동보정팀" userId="6e1e2dff-ff3a-45ae-b062-b7c6f0b8ce1b" providerId="ADAL" clId="{7C5EDE82-D0BE-4218-AF18-015D68B0E65A}" dt="2026-09-09T08:16:16.483" v="4" actId="478"/>
          <ac:cxnSpMkLst>
            <pc:docMk/>
            <pc:sldMk cId="2137932498" sldId="355"/>
            <ac:cxnSpMk id="54" creationId="{176F960F-7F54-00E5-203B-506BA32323B3}"/>
          </ac:cxnSpMkLst>
        </pc:cxnChg>
        <pc:cxn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cxnSpMkLst>
            <pc:docMk/>
            <pc:sldMk cId="2137932498" sldId="355"/>
            <ac:cxnSpMk id="78" creationId="{943F699E-8B75-4875-C2A7-AB1EF9AAA08A}"/>
          </ac:cxnSpMkLst>
        </pc:cxnChg>
        <pc:cxn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cxnSpMkLst>
            <pc:docMk/>
            <pc:sldMk cId="2137932498" sldId="355"/>
            <ac:cxnSpMk id="79" creationId="{BD082988-3765-B0E0-A9C2-6C1D17160F29}"/>
          </ac:cxnSpMkLst>
        </pc:cxnChg>
        <pc:cxn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cxnSpMkLst>
            <pc:docMk/>
            <pc:sldMk cId="2137932498" sldId="355"/>
            <ac:cxnSpMk id="80" creationId="{03992829-545C-9373-CFF2-223B9EDDF393}"/>
          </ac:cxnSpMkLst>
        </pc:cxnChg>
        <pc:cxnChg chg="add mod">
          <ac:chgData name="이상용(SANGYONG LEE)[lsy0500]/책임/제조DX.자동보정.RSND자동보정팀" userId="6e1e2dff-ff3a-45ae-b062-b7c6f0b8ce1b" providerId="ADAL" clId="{7C5EDE82-D0BE-4218-AF18-015D68B0E65A}" dt="2026-09-09T08:15:58.597" v="1"/>
          <ac:cxnSpMkLst>
            <pc:docMk/>
            <pc:sldMk cId="2137932498" sldId="355"/>
            <ac:cxnSpMk id="81" creationId="{A0A3101B-0B09-6AC6-FCA0-724C491AED6A}"/>
          </ac:cxnSpMkLst>
        </pc:cxnChg>
        <pc:cxn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cxnSpMkLst>
            <pc:docMk/>
            <pc:sldMk cId="2137932498" sldId="355"/>
            <ac:cxnSpMk id="92" creationId="{DB6E89E8-D7D9-E666-A7B7-95C728CD1A34}"/>
          </ac:cxnSpMkLst>
        </pc:cxnChg>
        <pc:cxn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cxnSpMkLst>
            <pc:docMk/>
            <pc:sldMk cId="2137932498" sldId="355"/>
            <ac:cxnSpMk id="115" creationId="{EC9A1FB9-0A11-E30C-3E38-2A5F1A610FAE}"/>
          </ac:cxnSpMkLst>
        </pc:cxnChg>
        <pc:cxn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cxnSpMkLst>
            <pc:docMk/>
            <pc:sldMk cId="2137932498" sldId="355"/>
            <ac:cxnSpMk id="116" creationId="{8F83FE70-CF5A-F387-39B6-64C59A4ADB74}"/>
          </ac:cxnSpMkLst>
        </pc:cxnChg>
        <pc:cxn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cxnSpMkLst>
            <pc:docMk/>
            <pc:sldMk cId="2137932498" sldId="355"/>
            <ac:cxnSpMk id="117" creationId="{D5421274-773D-CDAD-3629-DF0135BBEF1B}"/>
          </ac:cxnSpMkLst>
        </pc:cxnChg>
        <pc:cxnChg chg="add mod">
          <ac:chgData name="이상용(SANGYONG LEE)[lsy0500]/책임/제조DX.자동보정.RSND자동보정팀" userId="6e1e2dff-ff3a-45ae-b062-b7c6f0b8ce1b" providerId="ADAL" clId="{7C5EDE82-D0BE-4218-AF18-015D68B0E65A}" dt="2026-09-09T08:16:17.045" v="5"/>
          <ac:cxnSpMkLst>
            <pc:docMk/>
            <pc:sldMk cId="2137932498" sldId="355"/>
            <ac:cxnSpMk id="118" creationId="{F924962E-00C8-C1CB-D166-23BCEDEFDBAA}"/>
          </ac:cxnSpMkLst>
        </pc:cxnChg>
      </pc:sldChg>
      <pc:sldChg chg="modSp mod">
        <pc:chgData name="이상용(SANGYONG LEE)[lsy0500]/책임/제조DX.자동보정.RSND자동보정팀" userId="6e1e2dff-ff3a-45ae-b062-b7c6f0b8ce1b" providerId="ADAL" clId="{7C5EDE82-D0BE-4218-AF18-015D68B0E65A}" dt="2026-09-10T00:52:41.684" v="711" actId="20577"/>
        <pc:sldMkLst>
          <pc:docMk/>
          <pc:sldMk cId="70802679" sldId="376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2:41.684" v="711" actId="20577"/>
          <ac:spMkLst>
            <pc:docMk/>
            <pc:sldMk cId="70802679" sldId="376"/>
            <ac:spMk id="19" creationId="{31E243ED-0DCD-3CC7-3BF6-185ECD776406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7C5EDE82-D0BE-4218-AF18-015D68B0E65A}" dt="2026-09-10T00:52:36.252" v="710" actId="20577"/>
        <pc:sldMkLst>
          <pc:docMk/>
          <pc:sldMk cId="316323796" sldId="402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2:36.252" v="710" actId="20577"/>
          <ac:spMkLst>
            <pc:docMk/>
            <pc:sldMk cId="316323796" sldId="402"/>
            <ac:spMk id="157" creationId="{9B28912B-4347-A792-5175-7BF8A11A195B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7C5EDE82-D0BE-4218-AF18-015D68B0E65A}" dt="2026-09-10T00:51:56.472" v="702" actId="20577"/>
        <pc:sldMkLst>
          <pc:docMk/>
          <pc:sldMk cId="3929383520" sldId="407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1:56.472" v="702" actId="20577"/>
          <ac:spMkLst>
            <pc:docMk/>
            <pc:sldMk cId="3929383520" sldId="407"/>
            <ac:spMk id="7" creationId="{5F6DCF5A-C812-C79A-3E4D-3B5DB39B7269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7C5EDE82-D0BE-4218-AF18-015D68B0E65A}" dt="2026-09-10T00:52:10.151" v="708" actId="20577"/>
        <pc:sldMkLst>
          <pc:docMk/>
          <pc:sldMk cId="556584264" sldId="440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2:10.151" v="708" actId="20577"/>
          <ac:spMkLst>
            <pc:docMk/>
            <pc:sldMk cId="556584264" sldId="440"/>
            <ac:spMk id="7" creationId="{5F6DCF5A-C812-C79A-3E4D-3B5DB39B7269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7C5EDE82-D0BE-4218-AF18-015D68B0E65A}" dt="2026-09-10T00:51:47.385" v="700" actId="20577"/>
        <pc:sldMkLst>
          <pc:docMk/>
          <pc:sldMk cId="1671109175" sldId="2147483647"/>
        </pc:sldMkLst>
        <pc:spChg chg="mod">
          <ac:chgData name="이상용(SANGYONG LEE)[lsy0500]/책임/제조DX.자동보정.RSND자동보정팀" userId="6e1e2dff-ff3a-45ae-b062-b7c6f0b8ce1b" providerId="ADAL" clId="{7C5EDE82-D0BE-4218-AF18-015D68B0E65A}" dt="2026-09-10T00:51:47.385" v="700" actId="20577"/>
          <ac:spMkLst>
            <pc:docMk/>
            <pc:sldMk cId="1671109175" sldId="2147483647"/>
            <ac:spMk id="7" creationId="{5F6DCF5A-C812-C79A-3E4D-3B5DB39B7269}"/>
          </ac:spMkLst>
        </pc:spChg>
      </pc:sldChg>
    </pc:docChg>
  </pc:docChgLst>
  <pc:docChgLst>
    <pc:chgData name="김치완(CHIWAN KIM)[kimchiwan04]/책임/제조DX.자동보정.RSND자동보정팀" userId="S::kimchiwan04@lgensol.com::022829bc-3ea1-441b-b8a3-451705c4a94d" providerId="AD" clId="Web-{DAA3C2F9-BC80-C723-37ED-49392615380E}"/>
    <pc:docChg chg="modSld">
      <pc:chgData name="김치완(CHIWAN KIM)[kimchiwan04]/책임/제조DX.자동보정.RSND자동보정팀" userId="S::kimchiwan04@lgensol.com::022829bc-3ea1-441b-b8a3-451705c4a94d" providerId="AD" clId="Web-{DAA3C2F9-BC80-C723-37ED-49392615380E}" dt="2026-09-21T23:51:30.214" v="131" actId="20577"/>
      <pc:docMkLst>
        <pc:docMk/>
      </pc:docMkLst>
      <pc:sldChg chg="modSp">
        <pc:chgData name="김치완(CHIWAN KIM)[kimchiwan04]/책임/제조DX.자동보정.RSND자동보정팀" userId="S::kimchiwan04@lgensol.com::022829bc-3ea1-441b-b8a3-451705c4a94d" providerId="AD" clId="Web-{DAA3C2F9-BC80-C723-37ED-49392615380E}" dt="2026-09-21T23:51:30.214" v="131" actId="20577"/>
        <pc:sldMkLst>
          <pc:docMk/>
          <pc:sldMk cId="556584264" sldId="440"/>
        </pc:sldMkLst>
        <pc:spChg chg="mod">
          <ac:chgData name="김치완(CHIWAN KIM)[kimchiwan04]/책임/제조DX.자동보정.RSND자동보정팀" userId="S::kimchiwan04@lgensol.com::022829bc-3ea1-441b-b8a3-451705c4a94d" providerId="AD" clId="Web-{DAA3C2F9-BC80-C723-37ED-49392615380E}" dt="2026-09-21T23:51:30.214" v="131" actId="20577"/>
          <ac:spMkLst>
            <pc:docMk/>
            <pc:sldMk cId="556584264" sldId="440"/>
            <ac:spMk id="8" creationId="{4E4C90C9-A019-5679-6ED0-4DA8526529E6}"/>
          </ac:spMkLst>
        </pc:spChg>
        <pc:graphicFrameChg chg="mod modGraphic">
          <ac:chgData name="김치완(CHIWAN KIM)[kimchiwan04]/책임/제조DX.자동보정.RSND자동보정팀" userId="S::kimchiwan04@lgensol.com::022829bc-3ea1-441b-b8a3-451705c4a94d" providerId="AD" clId="Web-{DAA3C2F9-BC80-C723-37ED-49392615380E}" dt="2026-09-21T23:50:27.228" v="129"/>
          <ac:graphicFrameMkLst>
            <pc:docMk/>
            <pc:sldMk cId="556584264" sldId="440"/>
            <ac:graphicFrameMk id="12" creationId="{B9F3B7CC-1945-8DF7-D0AA-7E8D3ABF1C7B}"/>
          </ac:graphicFrameMkLst>
        </pc:graphicFrameChg>
      </pc:sldChg>
    </pc:docChg>
  </pc:docChgLst>
  <pc:docChgLst>
    <pc:chgData name="이상용(SANGYONG LEE)[lsy0500]/책임/제조DX.자동보정.RSND자동보정팀" userId="6e1e2dff-ff3a-45ae-b062-b7c6f0b8ce1b" providerId="ADAL" clId="{8228F358-11FA-4E1A-84FF-5589F5423A0A}"/>
    <pc:docChg chg="undo custSel modSld">
      <pc:chgData name="이상용(SANGYONG LEE)[lsy0500]/책임/제조DX.자동보정.RSND자동보정팀" userId="6e1e2dff-ff3a-45ae-b062-b7c6f0b8ce1b" providerId="ADAL" clId="{8228F358-11FA-4E1A-84FF-5589F5423A0A}" dt="2026-08-19T06:47:36.305" v="796" actId="1038"/>
      <pc:docMkLst>
        <pc:docMk/>
      </pc:docMkLst>
      <pc:sldChg chg="addSp delSp modSp mod">
        <pc:chgData name="이상용(SANGYONG LEE)[lsy0500]/책임/제조DX.자동보정.RSND자동보정팀" userId="6e1e2dff-ff3a-45ae-b062-b7c6f0b8ce1b" providerId="ADAL" clId="{8228F358-11FA-4E1A-84FF-5589F5423A0A}" dt="2026-08-19T06:47:36.305" v="796" actId="1038"/>
        <pc:sldMkLst>
          <pc:docMk/>
          <pc:sldMk cId="3355297601" sldId="278"/>
        </pc:sldMkLst>
        <pc:spChg chg="mod">
          <ac:chgData name="이상용(SANGYONG LEE)[lsy0500]/책임/제조DX.자동보정.RSND자동보정팀" userId="6e1e2dff-ff3a-45ae-b062-b7c6f0b8ce1b" providerId="ADAL" clId="{8228F358-11FA-4E1A-84FF-5589F5423A0A}" dt="2026-08-18T09:49:04.785" v="1" actId="20577"/>
          <ac:spMkLst>
            <pc:docMk/>
            <pc:sldMk cId="3355297601" sldId="278"/>
            <ac:spMk id="7" creationId="{5F6DCF5A-C812-C79A-3E4D-3B5DB39B7269}"/>
          </ac:spMkLst>
        </pc:spChg>
        <pc:spChg chg="add 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13" creationId="{235D2685-B630-A46F-CD02-754AD7BE290B}"/>
          </ac:spMkLst>
        </pc:spChg>
        <pc:spChg chg="add 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18" creationId="{3F2E4F49-0124-5845-D67E-BFCA86B8A7F5}"/>
          </ac:spMkLst>
        </pc:spChg>
        <pc:spChg chg="add 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19" creationId="{E891F924-D279-92AB-B2D4-917A34F10560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20" creationId="{461019A8-7733-B792-15A2-E3B9559C5208}"/>
          </ac:spMkLst>
        </pc:spChg>
        <pc:spChg chg="add 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21" creationId="{ECED5800-3149-2061-0A9B-8FD3D3D67D89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25" creationId="{C60FE1B9-D735-9062-9DE8-1D3D6BE3A718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26" creationId="{3F65C085-9DE8-0664-B932-46C9C227C92D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27" creationId="{545331A7-26DA-718F-55A9-2FE93A2E196B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28" creationId="{74CDB870-80B4-4C77-37D7-5A80840D6F46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29" creationId="{BA98BF0E-1F0A-7305-6740-28E41712D423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30" creationId="{44E6D78E-1F96-EC80-9470-16EB2BB84EC5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31" creationId="{4A39360F-C2C7-F463-8C42-A31E9EE1DF1E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33" creationId="{4FF801C3-1935-3093-7051-DA5AE87E055B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34" creationId="{61269C73-C9A0-8167-3E8A-8F832B9BB9A5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35" creationId="{E10C2C7D-0C0C-EA73-E8FD-B039DE8C90EE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36" creationId="{6ABC1EB6-00EC-340F-D263-DA556811C29F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37" creationId="{D83B4189-1382-B209-FA11-A04D8E23B32D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38" creationId="{5931039D-5811-FA2E-F35B-712B8C93C702}"/>
          </ac:spMkLst>
        </pc:spChg>
        <pc:sp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spMkLst>
            <pc:docMk/>
            <pc:sldMk cId="3355297601" sldId="278"/>
            <ac:spMk id="39" creationId="{2B8AB78F-06E5-98FA-9537-041EDDE5EC68}"/>
          </ac:spMkLst>
        </pc:spChg>
        <pc:spChg chg="add mod">
          <ac:chgData name="이상용(SANGYONG LEE)[lsy0500]/책임/제조DX.자동보정.RSND자동보정팀" userId="6e1e2dff-ff3a-45ae-b062-b7c6f0b8ce1b" providerId="ADAL" clId="{8228F358-11FA-4E1A-84FF-5589F5423A0A}" dt="2026-08-19T06:47:36.305" v="796" actId="1038"/>
          <ac:spMkLst>
            <pc:docMk/>
            <pc:sldMk cId="3355297601" sldId="278"/>
            <ac:spMk id="44" creationId="{02A19819-70AB-C590-E2C3-269279ABA501}"/>
          </ac:spMkLst>
        </pc:spChg>
        <pc:spChg chg="add mod">
          <ac:chgData name="이상용(SANGYONG LEE)[lsy0500]/책임/제조DX.자동보정.RSND자동보정팀" userId="6e1e2dff-ff3a-45ae-b062-b7c6f0b8ce1b" providerId="ADAL" clId="{8228F358-11FA-4E1A-84FF-5589F5423A0A}" dt="2026-08-19T06:47:36.305" v="796" actId="1038"/>
          <ac:spMkLst>
            <pc:docMk/>
            <pc:sldMk cId="3355297601" sldId="278"/>
            <ac:spMk id="45" creationId="{CD4E6757-6C49-60DB-7B7F-3628350C8872}"/>
          </ac:spMkLst>
        </pc:spChg>
        <pc:cxn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cxnSpMkLst>
            <pc:docMk/>
            <pc:sldMk cId="3355297601" sldId="278"/>
            <ac:cxnSpMk id="22" creationId="{4D84D383-489B-B527-98BF-D17D2A46747A}"/>
          </ac:cxnSpMkLst>
        </pc:cxnChg>
        <pc:cxn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cxnSpMkLst>
            <pc:docMk/>
            <pc:sldMk cId="3355297601" sldId="278"/>
            <ac:cxnSpMk id="24" creationId="{C1A965FA-18CD-1595-0031-C521E626FBEA}"/>
          </ac:cxnSpMkLst>
        </pc:cxnChg>
        <pc:cxnChg chg="mod topLvl">
          <ac:chgData name="이상용(SANGYONG LEE)[lsy0500]/책임/제조DX.자동보정.RSND자동보정팀" userId="6e1e2dff-ff3a-45ae-b062-b7c6f0b8ce1b" providerId="ADAL" clId="{8228F358-11FA-4E1A-84FF-5589F5423A0A}" dt="2026-08-19T06:46:48.370" v="706" actId="165"/>
          <ac:cxnSpMkLst>
            <pc:docMk/>
            <pc:sldMk cId="3355297601" sldId="278"/>
            <ac:cxnSpMk id="32" creationId="{B032F752-2A70-7321-80D2-77EED30C9E4D}"/>
          </ac:cxnSpMkLst>
        </pc:cxnChg>
      </pc:sldChg>
      <pc:sldChg chg="addSp delSp modSp mod">
        <pc:chgData name="이상용(SANGYONG LEE)[lsy0500]/책임/제조DX.자동보정.RSND자동보정팀" userId="6e1e2dff-ff3a-45ae-b062-b7c6f0b8ce1b" providerId="ADAL" clId="{8228F358-11FA-4E1A-84FF-5589F5423A0A}" dt="2026-08-19T06:29:31.643" v="352" actId="20577"/>
        <pc:sldMkLst>
          <pc:docMk/>
          <pc:sldMk cId="318835780" sldId="348"/>
        </pc:sldMkLst>
      </pc:sldChg>
      <pc:sldChg chg="modSp mod">
        <pc:chgData name="이상용(SANGYONG LEE)[lsy0500]/책임/제조DX.자동보정.RSND자동보정팀" userId="6e1e2dff-ff3a-45ae-b062-b7c6f0b8ce1b" providerId="ADAL" clId="{8228F358-11FA-4E1A-84FF-5589F5423A0A}" dt="2026-08-18T09:49:13.187" v="3" actId="6549"/>
        <pc:sldMkLst>
          <pc:docMk/>
          <pc:sldMk cId="1671109175" sldId="2147483647"/>
        </pc:sldMkLst>
        <pc:spChg chg="mod">
          <ac:chgData name="이상용(SANGYONG LEE)[lsy0500]/책임/제조DX.자동보정.RSND자동보정팀" userId="6e1e2dff-ff3a-45ae-b062-b7c6f0b8ce1b" providerId="ADAL" clId="{8228F358-11FA-4E1A-84FF-5589F5423A0A}" dt="2026-08-18T09:49:13.187" v="3" actId="6549"/>
          <ac:spMkLst>
            <pc:docMk/>
            <pc:sldMk cId="1671109175" sldId="2147483647"/>
            <ac:spMk id="7" creationId="{5F6DCF5A-C812-C79A-3E4D-3B5DB39B7269}"/>
          </ac:spMkLst>
        </pc:spChg>
      </pc:sldChg>
    </pc:docChg>
  </pc:docChgLst>
  <pc:docChgLst>
    <pc:chgData name="강호종(HOJONG KANG)[hojong.kang]/책임/제조DX.자동보정.MC자동보정팀" userId="bc22bbe6-6c82-4228-8cf3-ea75f80faae5" providerId="ADAL" clId="{9DB20D30-0967-431C-B231-FB5A3EF532F9}"/>
    <pc:docChg chg="undo custSel modSld">
      <pc:chgData name="강호종(HOJONG KANG)[hojong.kang]/책임/제조DX.자동보정.MC자동보정팀" userId="bc22bbe6-6c82-4228-8cf3-ea75f80faae5" providerId="ADAL" clId="{9DB20D30-0967-431C-B231-FB5A3EF532F9}" dt="2026-08-24T06:50:05.667" v="990" actId="20577"/>
      <pc:docMkLst>
        <pc:docMk/>
      </pc:docMkLst>
      <pc:sldChg chg="modSp mod">
        <pc:chgData name="강호종(HOJONG KANG)[hojong.kang]/책임/제조DX.자동보정.MC자동보정팀" userId="bc22bbe6-6c82-4228-8cf3-ea75f80faae5" providerId="ADAL" clId="{9DB20D30-0967-431C-B231-FB5A3EF532F9}" dt="2026-08-24T03:38:55.015" v="733"/>
        <pc:sldMkLst>
          <pc:docMk/>
          <pc:sldMk cId="2205649748" sldId="291"/>
        </pc:sldMkLst>
        <pc:spChg chg="mod">
          <ac:chgData name="강호종(HOJONG KANG)[hojong.kang]/책임/제조DX.자동보정.MC자동보정팀" userId="bc22bbe6-6c82-4228-8cf3-ea75f80faae5" providerId="ADAL" clId="{9DB20D30-0967-431C-B231-FB5A3EF532F9}" dt="2026-08-24T03:38:55.015" v="733"/>
          <ac:spMkLst>
            <pc:docMk/>
            <pc:sldMk cId="2205649748" sldId="291"/>
            <ac:spMk id="18" creationId="{F688FD03-6D08-9B73-8011-25ED415FE508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9DB20D30-0967-431C-B231-FB5A3EF532F9}" dt="2026-08-24T03:38:50.720" v="732"/>
        <pc:sldMkLst>
          <pc:docMk/>
          <pc:sldMk cId="1312155356" sldId="295"/>
        </pc:sldMkLst>
        <pc:spChg chg="mod">
          <ac:chgData name="강호종(HOJONG KANG)[hojong.kang]/책임/제조DX.자동보정.MC자동보정팀" userId="bc22bbe6-6c82-4228-8cf3-ea75f80faae5" providerId="ADAL" clId="{9DB20D30-0967-431C-B231-FB5A3EF532F9}" dt="2026-08-24T03:38:50.720" v="732"/>
          <ac:spMkLst>
            <pc:docMk/>
            <pc:sldMk cId="1312155356" sldId="295"/>
            <ac:spMk id="18" creationId="{F688FD03-6D08-9B73-8011-25ED415FE508}"/>
          </ac:spMkLst>
        </pc:spChg>
        <pc:spChg chg="mod">
          <ac:chgData name="강호종(HOJONG KANG)[hojong.kang]/책임/제조DX.자동보정.MC자동보정팀" userId="bc22bbe6-6c82-4228-8cf3-ea75f80faae5" providerId="ADAL" clId="{9DB20D30-0967-431C-B231-FB5A3EF532F9}" dt="2026-08-24T03:38:46.147" v="731" actId="6549"/>
          <ac:spMkLst>
            <pc:docMk/>
            <pc:sldMk cId="1312155356" sldId="295"/>
            <ac:spMk id="19" creationId="{3EFC02BB-EDAB-B584-B2E0-9AFACE447E71}"/>
          </ac:spMkLst>
        </pc:spChg>
        <pc:picChg chg="mod">
          <ac:chgData name="강호종(HOJONG KANG)[hojong.kang]/책임/제조DX.자동보정.MC자동보정팀" userId="bc22bbe6-6c82-4228-8cf3-ea75f80faae5" providerId="ADAL" clId="{9DB20D30-0967-431C-B231-FB5A3EF532F9}" dt="2026-08-24T03:35:10.053" v="554" actId="1036"/>
          <ac:picMkLst>
            <pc:docMk/>
            <pc:sldMk cId="1312155356" sldId="295"/>
            <ac:picMk id="5" creationId="{3F478B7D-D67D-ABF8-6209-D616BCD623E8}"/>
          </ac:picMkLst>
        </pc:picChg>
        <pc:picChg chg="mod">
          <ac:chgData name="강호종(HOJONG KANG)[hojong.kang]/책임/제조DX.자동보정.MC자동보정팀" userId="bc22bbe6-6c82-4228-8cf3-ea75f80faae5" providerId="ADAL" clId="{9DB20D30-0967-431C-B231-FB5A3EF532F9}" dt="2026-08-24T03:35:10.053" v="554" actId="1036"/>
          <ac:picMkLst>
            <pc:docMk/>
            <pc:sldMk cId="1312155356" sldId="295"/>
            <ac:picMk id="25" creationId="{2BC3D10E-1913-678A-7D03-197C4AD12A1C}"/>
          </ac:picMkLst>
        </pc:picChg>
      </pc:sldChg>
      <pc:sldChg chg="modSp mod">
        <pc:chgData name="강호종(HOJONG KANG)[hojong.kang]/책임/제조DX.자동보정.MC자동보정팀" userId="bc22bbe6-6c82-4228-8cf3-ea75f80faae5" providerId="ADAL" clId="{9DB20D30-0967-431C-B231-FB5A3EF532F9}" dt="2026-08-24T03:31:55.959" v="441" actId="1036"/>
        <pc:sldMkLst>
          <pc:docMk/>
          <pc:sldMk cId="2391201169" sldId="301"/>
        </pc:sldMkLst>
        <pc:spChg chg="mod">
          <ac:chgData name="강호종(HOJONG KANG)[hojong.kang]/책임/제조DX.자동보정.MC자동보정팀" userId="bc22bbe6-6c82-4228-8cf3-ea75f80faae5" providerId="ADAL" clId="{9DB20D30-0967-431C-B231-FB5A3EF532F9}" dt="2026-08-24T03:25:05.514" v="266" actId="20577"/>
          <ac:spMkLst>
            <pc:docMk/>
            <pc:sldMk cId="2391201169" sldId="301"/>
            <ac:spMk id="5" creationId="{35FEF9B7-F3ED-2D4F-BFA1-F77F550FCECC}"/>
          </ac:spMkLst>
        </pc:spChg>
        <pc:spChg chg="mod">
          <ac:chgData name="강호종(HOJONG KANG)[hojong.kang]/책임/제조DX.자동보정.MC자동보정팀" userId="bc22bbe6-6c82-4228-8cf3-ea75f80faae5" providerId="ADAL" clId="{9DB20D30-0967-431C-B231-FB5A3EF532F9}" dt="2026-08-24T03:24:40.604" v="250" actId="20577"/>
          <ac:spMkLst>
            <pc:docMk/>
            <pc:sldMk cId="2391201169" sldId="301"/>
            <ac:spMk id="17" creationId="{24078160-BD87-7DDB-35FF-AC266021525D}"/>
          </ac:spMkLst>
        </pc:spChg>
        <pc:spChg chg="mod">
          <ac:chgData name="강호종(HOJONG KANG)[hojong.kang]/책임/제조DX.자동보정.MC자동보정팀" userId="bc22bbe6-6c82-4228-8cf3-ea75f80faae5" providerId="ADAL" clId="{9DB20D30-0967-431C-B231-FB5A3EF532F9}" dt="2026-08-24T03:30:43.557" v="422" actId="6549"/>
          <ac:spMkLst>
            <pc:docMk/>
            <pc:sldMk cId="2391201169" sldId="301"/>
            <ac:spMk id="18" creationId="{89DA6E5F-7DC9-5479-198E-EB8FCC41FA49}"/>
          </ac:spMkLst>
        </pc:spChg>
        <pc:spChg chg="mod">
          <ac:chgData name="강호종(HOJONG KANG)[hojong.kang]/책임/제조DX.자동보정.MC자동보정팀" userId="bc22bbe6-6c82-4228-8cf3-ea75f80faae5" providerId="ADAL" clId="{9DB20D30-0967-431C-B231-FB5A3EF532F9}" dt="2026-08-24T03:31:55.959" v="441" actId="1036"/>
          <ac:spMkLst>
            <pc:docMk/>
            <pc:sldMk cId="2391201169" sldId="301"/>
            <ac:spMk id="22" creationId="{52E37249-565E-9943-5144-230ADD7CB3FF}"/>
          </ac:spMkLst>
        </pc:spChg>
        <pc:spChg chg="mod">
          <ac:chgData name="강호종(HOJONG KANG)[hojong.kang]/책임/제조DX.자동보정.MC자동보정팀" userId="bc22bbe6-6c82-4228-8cf3-ea75f80faae5" providerId="ADAL" clId="{9DB20D30-0967-431C-B231-FB5A3EF532F9}" dt="2026-08-24T03:28:39.195" v="355"/>
          <ac:spMkLst>
            <pc:docMk/>
            <pc:sldMk cId="2391201169" sldId="301"/>
            <ac:spMk id="30" creationId="{5A93FBA8-E3C4-0943-75E5-74D25EF1452D}"/>
          </ac:spMkLst>
        </pc:spChg>
        <pc:graphicFrameChg chg="mod modGraphic">
          <ac:chgData name="강호종(HOJONG KANG)[hojong.kang]/책임/제조DX.자동보정.MC자동보정팀" userId="bc22bbe6-6c82-4228-8cf3-ea75f80faae5" providerId="ADAL" clId="{9DB20D30-0967-431C-B231-FB5A3EF532F9}" dt="2026-08-24T03:31:30.324" v="424" actId="207"/>
          <ac:graphicFrameMkLst>
            <pc:docMk/>
            <pc:sldMk cId="2391201169" sldId="301"/>
            <ac:graphicFrameMk id="10" creationId="{7825F76F-F4D3-2027-4EE7-24A88EF0D0DD}"/>
          </ac:graphicFrameMkLst>
        </pc:graphicFrameChg>
      </pc:sldChg>
      <pc:sldChg chg="modSp mod">
        <pc:chgData name="강호종(HOJONG KANG)[hojong.kang]/책임/제조DX.자동보정.MC자동보정팀" userId="bc22bbe6-6c82-4228-8cf3-ea75f80faae5" providerId="ADAL" clId="{9DB20D30-0967-431C-B231-FB5A3EF532F9}" dt="2026-08-24T03:39:30.963" v="740"/>
        <pc:sldMkLst>
          <pc:docMk/>
          <pc:sldMk cId="634019489" sldId="321"/>
        </pc:sldMkLst>
        <pc:spChg chg="mod">
          <ac:chgData name="강호종(HOJONG KANG)[hojong.kang]/책임/제조DX.자동보정.MC자동보정팀" userId="bc22bbe6-6c82-4228-8cf3-ea75f80faae5" providerId="ADAL" clId="{9DB20D30-0967-431C-B231-FB5A3EF532F9}" dt="2026-08-24T03:39:30.963" v="740"/>
          <ac:spMkLst>
            <pc:docMk/>
            <pc:sldMk cId="634019489" sldId="321"/>
            <ac:spMk id="5" creationId="{77B34011-1F67-38F5-CDBA-55AA234ECBCD}"/>
          </ac:spMkLst>
        </pc:spChg>
        <pc:spChg chg="mod">
          <ac:chgData name="강호종(HOJONG KANG)[hojong.kang]/책임/제조DX.자동보정.MC자동보정팀" userId="bc22bbe6-6c82-4228-8cf3-ea75f80faae5" providerId="ADAL" clId="{9DB20D30-0967-431C-B231-FB5A3EF532F9}" dt="2026-08-24T03:33:11.608" v="444" actId="207"/>
          <ac:spMkLst>
            <pc:docMk/>
            <pc:sldMk cId="634019489" sldId="321"/>
            <ac:spMk id="11" creationId="{E929F39F-D456-B73A-4598-A62076C32624}"/>
          </ac:spMkLst>
        </pc:spChg>
        <pc:spChg chg="mod">
          <ac:chgData name="강호종(HOJONG KANG)[hojong.kang]/책임/제조DX.자동보정.MC자동보정팀" userId="bc22bbe6-6c82-4228-8cf3-ea75f80faae5" providerId="ADAL" clId="{9DB20D30-0967-431C-B231-FB5A3EF532F9}" dt="2026-08-24T03:37:47.663" v="694" actId="20577"/>
          <ac:spMkLst>
            <pc:docMk/>
            <pc:sldMk cId="634019489" sldId="321"/>
            <ac:spMk id="34" creationId="{D8B60436-CB69-037E-0252-E096A9F06E49}"/>
          </ac:spMkLst>
        </pc:spChg>
        <pc:spChg chg="mod">
          <ac:chgData name="강호종(HOJONG KANG)[hojong.kang]/책임/제조DX.자동보정.MC자동보정팀" userId="bc22bbe6-6c82-4228-8cf3-ea75f80faae5" providerId="ADAL" clId="{9DB20D30-0967-431C-B231-FB5A3EF532F9}" dt="2026-08-24T03:33:05.361" v="443" actId="207"/>
          <ac:spMkLst>
            <pc:docMk/>
            <pc:sldMk cId="634019489" sldId="321"/>
            <ac:spMk id="35" creationId="{6AC7239E-35FB-CAE6-E698-BBECD876283D}"/>
          </ac:spMkLst>
        </pc:spChg>
        <pc:graphicFrameChg chg="modGraphic">
          <ac:chgData name="강호종(HOJONG KANG)[hojong.kang]/책임/제조DX.자동보정.MC자동보정팀" userId="bc22bbe6-6c82-4228-8cf3-ea75f80faae5" providerId="ADAL" clId="{9DB20D30-0967-431C-B231-FB5A3EF532F9}" dt="2026-08-24T03:32:47.901" v="442" actId="207"/>
          <ac:graphicFrameMkLst>
            <pc:docMk/>
            <pc:sldMk cId="634019489" sldId="321"/>
            <ac:graphicFrameMk id="12" creationId="{057C43E9-6C25-BCA0-0FB7-09763A0EF9F2}"/>
          </ac:graphicFrameMkLst>
        </pc:graphicFrameChg>
      </pc:sldChg>
      <pc:sldChg chg="modSp mod">
        <pc:chgData name="강호종(HOJONG KANG)[hojong.kang]/책임/제조DX.자동보정.MC자동보정팀" userId="bc22bbe6-6c82-4228-8cf3-ea75f80faae5" providerId="ADAL" clId="{9DB20D30-0967-431C-B231-FB5A3EF532F9}" dt="2026-08-24T03:43:36.606" v="810" actId="20577"/>
        <pc:sldMkLst>
          <pc:docMk/>
          <pc:sldMk cId="3970612940" sldId="329"/>
        </pc:sldMkLst>
        <pc:spChg chg="mod">
          <ac:chgData name="강호종(HOJONG KANG)[hojong.kang]/책임/제조DX.자동보정.MC자동보정팀" userId="bc22bbe6-6c82-4228-8cf3-ea75f80faae5" providerId="ADAL" clId="{9DB20D30-0967-431C-B231-FB5A3EF532F9}" dt="2026-08-24T03:43:36.606" v="810" actId="20577"/>
          <ac:spMkLst>
            <pc:docMk/>
            <pc:sldMk cId="3970612940" sldId="329"/>
            <ac:spMk id="10" creationId="{D0D0E927-B543-AC32-EC3A-82EF783FD995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9DB20D30-0967-431C-B231-FB5A3EF532F9}" dt="2026-08-24T03:31:16.671" v="423"/>
        <pc:sldMkLst>
          <pc:docMk/>
          <pc:sldMk cId="1971500730" sldId="333"/>
        </pc:sldMkLst>
        <pc:spChg chg="mod">
          <ac:chgData name="강호종(HOJONG KANG)[hojong.kang]/책임/제조DX.자동보정.MC자동보정팀" userId="bc22bbe6-6c82-4228-8cf3-ea75f80faae5" providerId="ADAL" clId="{9DB20D30-0967-431C-B231-FB5A3EF532F9}" dt="2026-08-24T03:31:16.671" v="423"/>
          <ac:spMkLst>
            <pc:docMk/>
            <pc:sldMk cId="1971500730" sldId="333"/>
            <ac:spMk id="18" creationId="{7EF05392-A902-0609-C73A-057F6C72F700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9DB20D30-0967-431C-B231-FB5A3EF532F9}" dt="2026-08-24T03:46:07.121" v="829" actId="20577"/>
        <pc:sldMkLst>
          <pc:docMk/>
          <pc:sldMk cId="1417770791" sldId="747"/>
        </pc:sldMkLst>
        <pc:spChg chg="mod">
          <ac:chgData name="강호종(HOJONG KANG)[hojong.kang]/책임/제조DX.자동보정.MC자동보정팀" userId="bc22bbe6-6c82-4228-8cf3-ea75f80faae5" providerId="ADAL" clId="{9DB20D30-0967-431C-B231-FB5A3EF532F9}" dt="2026-08-24T03:43:04.647" v="775" actId="20577"/>
          <ac:spMkLst>
            <pc:docMk/>
            <pc:sldMk cId="1417770791" sldId="747"/>
            <ac:spMk id="5" creationId="{77B34011-1F67-38F5-CDBA-55AA234ECBCD}"/>
          </ac:spMkLst>
        </pc:spChg>
        <pc:graphicFrameChg chg="mod modGraphic">
          <ac:chgData name="강호종(HOJONG KANG)[hojong.kang]/책임/제조DX.자동보정.MC자동보정팀" userId="bc22bbe6-6c82-4228-8cf3-ea75f80faae5" providerId="ADAL" clId="{9DB20D30-0967-431C-B231-FB5A3EF532F9}" dt="2026-08-24T03:46:07.121" v="829" actId="20577"/>
          <ac:graphicFrameMkLst>
            <pc:docMk/>
            <pc:sldMk cId="1417770791" sldId="747"/>
            <ac:graphicFrameMk id="10" creationId="{936B9609-882B-E136-9489-2810323605FB}"/>
          </ac:graphicFrameMkLst>
        </pc:graphicFrameChg>
      </pc:sldChg>
    </pc:docChg>
  </pc:docChgLst>
  <pc:docChgLst>
    <pc:chgData name="김기백(GIBAEK KIM)[gibaek.kim]/팀장/제조DX.자동보정.자동보정선행개발팀" userId="55e45d38-c472-4a38-804c-486c2f4c45c8" providerId="ADAL" clId="{E6AF3533-5FB7-44D8-A86D-6FAF6623AF7A}"/>
    <pc:docChg chg="undo custSel delSld modSld modSection">
      <pc:chgData name="김기백(GIBAEK KIM)[gibaek.kim]/팀장/제조DX.자동보정.자동보정선행개발팀" userId="55e45d38-c472-4a38-804c-486c2f4c45c8" providerId="ADAL" clId="{E6AF3533-5FB7-44D8-A86D-6FAF6623AF7A}" dt="2026-09-19T04:47:52.753" v="4853" actId="478"/>
      <pc:docMkLst>
        <pc:docMk/>
      </pc:docMkLst>
      <pc:sldChg chg="modSp">
        <pc:chgData name="김기백(GIBAEK KIM)[gibaek.kim]/팀장/제조DX.자동보정.자동보정선행개발팀" userId="55e45d38-c472-4a38-804c-486c2f4c45c8" providerId="ADAL" clId="{E6AF3533-5FB7-44D8-A86D-6FAF6623AF7A}" dt="2026-09-16T04:31:23.188" v="2091" actId="20578"/>
        <pc:sldMkLst>
          <pc:docMk/>
          <pc:sldMk cId="2312120207" sldId="356"/>
        </pc:sldMkLst>
        <pc:spChg chg="mod">
          <ac:chgData name="김기백(GIBAEK KIM)[gibaek.kim]/팀장/제조DX.자동보정.자동보정선행개발팀" userId="55e45d38-c472-4a38-804c-486c2f4c45c8" providerId="ADAL" clId="{E6AF3533-5FB7-44D8-A86D-6FAF6623AF7A}" dt="2026-09-16T04:31:23.188" v="2091" actId="20578"/>
          <ac:spMkLst>
            <pc:docMk/>
            <pc:sldMk cId="2312120207" sldId="356"/>
            <ac:spMk id="8" creationId="{AF224945-AACF-D8BB-41E5-A27F2F9C981C}"/>
          </ac:spMkLst>
        </pc:spChg>
      </pc:sldChg>
      <pc:sldChg chg="modSp mod">
        <pc:chgData name="김기백(GIBAEK KIM)[gibaek.kim]/팀장/제조DX.자동보정.자동보정선행개발팀" userId="55e45d38-c472-4a38-804c-486c2f4c45c8" providerId="ADAL" clId="{E6AF3533-5FB7-44D8-A86D-6FAF6623AF7A}" dt="2026-09-16T02:03:40.633" v="22" actId="20577"/>
        <pc:sldMkLst>
          <pc:docMk/>
          <pc:sldMk cId="4294123761" sldId="395"/>
        </pc:sldMkLst>
        <pc:spChg chg="mod">
          <ac:chgData name="김기백(GIBAEK KIM)[gibaek.kim]/팀장/제조DX.자동보정.자동보정선행개발팀" userId="55e45d38-c472-4a38-804c-486c2f4c45c8" providerId="ADAL" clId="{E6AF3533-5FB7-44D8-A86D-6FAF6623AF7A}" dt="2026-09-16T02:03:40.633" v="22" actId="20577"/>
          <ac:spMkLst>
            <pc:docMk/>
            <pc:sldMk cId="4294123761" sldId="395"/>
            <ac:spMk id="8" creationId="{4799BF26-CF80-B206-848C-D522DA6762E1}"/>
          </ac:spMkLst>
        </pc:spChg>
      </pc:sldChg>
      <pc:sldChg chg="addSp delSp modSp mod">
        <pc:chgData name="김기백(GIBAEK KIM)[gibaek.kim]/팀장/제조DX.자동보정.자동보정선행개발팀" userId="55e45d38-c472-4a38-804c-486c2f4c45c8" providerId="ADAL" clId="{E6AF3533-5FB7-44D8-A86D-6FAF6623AF7A}" dt="2026-09-19T04:47:52.753" v="4853" actId="478"/>
        <pc:sldMkLst>
          <pc:docMk/>
          <pc:sldMk cId="722830885" sldId="2147483567"/>
        </pc:sldMkLst>
        <pc:spChg chg="mod">
          <ac:chgData name="김기백(GIBAEK KIM)[gibaek.kim]/팀장/제조DX.자동보정.자동보정선행개발팀" userId="55e45d38-c472-4a38-804c-486c2f4c45c8" providerId="ADAL" clId="{E6AF3533-5FB7-44D8-A86D-6FAF6623AF7A}" dt="2026-09-16T01:38:45.935" v="2" actId="20577"/>
          <ac:spMkLst>
            <pc:docMk/>
            <pc:sldMk cId="722830885" sldId="2147483567"/>
            <ac:spMk id="3" creationId="{CF7DF637-B763-9B8A-71B0-2646E19C7B8C}"/>
          </ac:spMkLst>
        </pc:spChg>
        <pc:spChg chg="add mod">
          <ac:chgData name="김기백(GIBAEK KIM)[gibaek.kim]/팀장/제조DX.자동보정.자동보정선행개발팀" userId="55e45d38-c472-4a38-804c-486c2f4c45c8" providerId="ADAL" clId="{E6AF3533-5FB7-44D8-A86D-6FAF6623AF7A}" dt="2026-09-19T04:47:49.800" v="4852"/>
          <ac:spMkLst>
            <pc:docMk/>
            <pc:sldMk cId="722830885" sldId="2147483567"/>
            <ac:spMk id="4" creationId="{67480D0D-C7D6-057A-0CC9-E380AAEF2911}"/>
          </ac:spMkLst>
        </pc:spChg>
        <pc:spChg chg="add mod">
          <ac:chgData name="김기백(GIBAEK KIM)[gibaek.kim]/팀장/제조DX.자동보정.자동보정선행개발팀" userId="55e45d38-c472-4a38-804c-486c2f4c45c8" providerId="ADAL" clId="{E6AF3533-5FB7-44D8-A86D-6FAF6623AF7A}" dt="2026-09-19T04:47:49.800" v="4852"/>
          <ac:spMkLst>
            <pc:docMk/>
            <pc:sldMk cId="722830885" sldId="2147483567"/>
            <ac:spMk id="5" creationId="{434A6C97-CFC8-4539-B7A5-FD3C79657FC1}"/>
          </ac:spMkLst>
        </pc:spChg>
        <pc:spChg chg="mod">
          <ac:chgData name="김기백(GIBAEK KIM)[gibaek.kim]/팀장/제조DX.자동보정.자동보정선행개발팀" userId="55e45d38-c472-4a38-804c-486c2f4c45c8" providerId="ADAL" clId="{E6AF3533-5FB7-44D8-A86D-6FAF6623AF7A}" dt="2026-09-16T05:01:56.481" v="4804" actId="207"/>
          <ac:spMkLst>
            <pc:docMk/>
            <pc:sldMk cId="722830885" sldId="2147483567"/>
            <ac:spMk id="6" creationId="{FF80FE02-97A7-A1B4-3694-7503FDA3AD1B}"/>
          </ac:spMkLst>
        </pc:spChg>
        <pc:spChg chg="del mod">
          <ac:chgData name="김기백(GIBAEK KIM)[gibaek.kim]/팀장/제조DX.자동보정.자동보정선행개발팀" userId="55e45d38-c472-4a38-804c-486c2f4c45c8" providerId="ADAL" clId="{E6AF3533-5FB7-44D8-A86D-6FAF6623AF7A}" dt="2026-09-19T04:47:45.088" v="4851" actId="478"/>
          <ac:spMkLst>
            <pc:docMk/>
            <pc:sldMk cId="722830885" sldId="2147483567"/>
            <ac:spMk id="7" creationId="{90D73227-2465-8D42-90EB-CFFFC0A3FB76}"/>
          </ac:spMkLst>
        </pc:spChg>
        <pc:spChg chg="mod">
          <ac:chgData name="김기백(GIBAEK KIM)[gibaek.kim]/팀장/제조DX.자동보정.자동보정선행개발팀" userId="55e45d38-c472-4a38-804c-486c2f4c45c8" providerId="ADAL" clId="{E6AF3533-5FB7-44D8-A86D-6FAF6623AF7A}" dt="2026-09-16T05:04:51.417" v="4850" actId="20577"/>
          <ac:spMkLst>
            <pc:docMk/>
            <pc:sldMk cId="722830885" sldId="2147483567"/>
            <ac:spMk id="8" creationId="{4715419D-4217-40C2-A8D7-9ABA23F57BBE}"/>
          </ac:spMkLst>
        </pc:spChg>
        <pc:spChg chg="add mod">
          <ac:chgData name="김기백(GIBAEK KIM)[gibaek.kim]/팀장/제조DX.자동보정.자동보정선행개발팀" userId="55e45d38-c472-4a38-804c-486c2f4c45c8" providerId="ADAL" clId="{E6AF3533-5FB7-44D8-A86D-6FAF6623AF7A}" dt="2026-09-19T04:47:49.800" v="4852"/>
          <ac:spMkLst>
            <pc:docMk/>
            <pc:sldMk cId="722830885" sldId="2147483567"/>
            <ac:spMk id="9" creationId="{3DD720EE-186F-30BC-EACD-321A2DF89A36}"/>
          </ac:spMkLst>
        </pc:spChg>
        <pc:spChg chg="add mod">
          <ac:chgData name="김기백(GIBAEK KIM)[gibaek.kim]/팀장/제조DX.자동보정.자동보정선행개발팀" userId="55e45d38-c472-4a38-804c-486c2f4c45c8" providerId="ADAL" clId="{E6AF3533-5FB7-44D8-A86D-6FAF6623AF7A}" dt="2026-09-19T04:47:49.800" v="4852"/>
          <ac:spMkLst>
            <pc:docMk/>
            <pc:sldMk cId="722830885" sldId="2147483567"/>
            <ac:spMk id="10" creationId="{496CCCE4-4218-92D7-8E0D-496C79C6F620}"/>
          </ac:spMkLst>
        </pc:spChg>
        <pc:spChg chg="add del mod">
          <ac:chgData name="김기백(GIBAEK KIM)[gibaek.kim]/팀장/제조DX.자동보정.자동보정선행개발팀" userId="55e45d38-c472-4a38-804c-486c2f4c45c8" providerId="ADAL" clId="{E6AF3533-5FB7-44D8-A86D-6FAF6623AF7A}" dt="2026-09-19T04:47:45.088" v="4851" actId="478"/>
          <ac:spMkLst>
            <pc:docMk/>
            <pc:sldMk cId="722830885" sldId="2147483567"/>
            <ac:spMk id="16" creationId="{3CA50FF9-3CCB-F87C-92A1-F4EDAD05C38C}"/>
          </ac:spMkLst>
        </pc:spChg>
        <pc:spChg chg="add del mod">
          <ac:chgData name="김기백(GIBAEK KIM)[gibaek.kim]/팀장/제조DX.자동보정.자동보정선행개발팀" userId="55e45d38-c472-4a38-804c-486c2f4c45c8" providerId="ADAL" clId="{E6AF3533-5FB7-44D8-A86D-6FAF6623AF7A}" dt="2026-09-19T04:47:45.088" v="4851" actId="478"/>
          <ac:spMkLst>
            <pc:docMk/>
            <pc:sldMk cId="722830885" sldId="2147483567"/>
            <ac:spMk id="17" creationId="{9343EBA5-E928-3C62-EB7D-E97447A45ACA}"/>
          </ac:spMkLst>
        </pc:spChg>
        <pc:spChg chg="add del mod">
          <ac:chgData name="김기백(GIBAEK KIM)[gibaek.kim]/팀장/제조DX.자동보정.자동보정선행개발팀" userId="55e45d38-c472-4a38-804c-486c2f4c45c8" providerId="ADAL" clId="{E6AF3533-5FB7-44D8-A86D-6FAF6623AF7A}" dt="2026-09-19T04:47:45.088" v="4851" actId="478"/>
          <ac:spMkLst>
            <pc:docMk/>
            <pc:sldMk cId="722830885" sldId="2147483567"/>
            <ac:spMk id="18" creationId="{955F4894-7C51-6078-86D9-2CDC03B7054A}"/>
          </ac:spMkLst>
        </pc:spChg>
        <pc:spChg chg="del mod">
          <ac:chgData name="김기백(GIBAEK KIM)[gibaek.kim]/팀장/제조DX.자동보정.자동보정선행개발팀" userId="55e45d38-c472-4a38-804c-486c2f4c45c8" providerId="ADAL" clId="{E6AF3533-5FB7-44D8-A86D-6FAF6623AF7A}" dt="2026-09-16T05:03:01.359" v="4818" actId="478"/>
          <ac:spMkLst>
            <pc:docMk/>
            <pc:sldMk cId="722830885" sldId="2147483567"/>
            <ac:spMk id="21" creationId="{8C51B5C4-0AF8-7836-BF28-C6127F7FCD60}"/>
          </ac:spMkLst>
        </pc:spChg>
        <pc:graphicFrameChg chg="add mod">
          <ac:chgData name="김기백(GIBAEK KIM)[gibaek.kim]/팀장/제조DX.자동보정.자동보정선행개발팀" userId="55e45d38-c472-4a38-804c-486c2f4c45c8" providerId="ADAL" clId="{E6AF3533-5FB7-44D8-A86D-6FAF6623AF7A}" dt="2026-09-19T04:47:49.800" v="4852"/>
          <ac:graphicFrameMkLst>
            <pc:docMk/>
            <pc:sldMk cId="722830885" sldId="2147483567"/>
            <ac:graphicFrameMk id="13" creationId="{D7CC52AC-6D34-9572-C005-E1F456603FED}"/>
          </ac:graphicFrameMkLst>
        </pc:graphicFrameChg>
        <pc:picChg chg="add del mod">
          <ac:chgData name="김기백(GIBAEK KIM)[gibaek.kim]/팀장/제조DX.자동보정.자동보정선행개발팀" userId="55e45d38-c472-4a38-804c-486c2f4c45c8" providerId="ADAL" clId="{E6AF3533-5FB7-44D8-A86D-6FAF6623AF7A}" dt="2026-09-16T04:06:17.579" v="385" actId="478"/>
          <ac:picMkLst>
            <pc:docMk/>
            <pc:sldMk cId="722830885" sldId="2147483567"/>
            <ac:picMk id="5" creationId="{E00DE429-1D78-9F39-14DC-40A4324D3BF3}"/>
          </ac:picMkLst>
        </pc:picChg>
        <pc:picChg chg="add del mod ord">
          <ac:chgData name="김기백(GIBAEK KIM)[gibaek.kim]/팀장/제조DX.자동보정.자동보정선행개발팀" userId="55e45d38-c472-4a38-804c-486c2f4c45c8" providerId="ADAL" clId="{E6AF3533-5FB7-44D8-A86D-6FAF6623AF7A}" dt="2026-09-16T05:02:07.385" v="4815" actId="478"/>
          <ac:picMkLst>
            <pc:docMk/>
            <pc:sldMk cId="722830885" sldId="2147483567"/>
            <ac:picMk id="10" creationId="{7D957FB2-A07F-733E-5874-0C93D3A05B23}"/>
          </ac:picMkLst>
        </pc:picChg>
        <pc:picChg chg="add del mod">
          <ac:chgData name="김기백(GIBAEK KIM)[gibaek.kim]/팀장/제조DX.자동보정.자동보정선행개발팀" userId="55e45d38-c472-4a38-804c-486c2f4c45c8" providerId="ADAL" clId="{E6AF3533-5FB7-44D8-A86D-6FAF6623AF7A}" dt="2026-09-19T04:47:52.753" v="4853" actId="478"/>
          <ac:picMkLst>
            <pc:docMk/>
            <pc:sldMk cId="722830885" sldId="2147483567"/>
            <ac:picMk id="11" creationId="{3B0981D4-BB86-16F0-94A3-770810DB8BA9}"/>
          </ac:picMkLst>
        </pc:picChg>
        <pc:picChg chg="add del mod ord">
          <ac:chgData name="김기백(GIBAEK KIM)[gibaek.kim]/팀장/제조DX.자동보정.자동보정선행개발팀" userId="55e45d38-c472-4a38-804c-486c2f4c45c8" providerId="ADAL" clId="{E6AF3533-5FB7-44D8-A86D-6FAF6623AF7A}" dt="2026-09-16T05:02:18.002" v="4816" actId="478"/>
          <ac:picMkLst>
            <pc:docMk/>
            <pc:sldMk cId="722830885" sldId="2147483567"/>
            <ac:picMk id="13" creationId="{69812FB1-0D2A-3C46-6C71-09371828D30C}"/>
          </ac:picMkLst>
        </pc:picChg>
        <pc:picChg chg="add del mod">
          <ac:chgData name="김기백(GIBAEK KIM)[gibaek.kim]/팀장/제조DX.자동보정.자동보정선행개발팀" userId="55e45d38-c472-4a38-804c-486c2f4c45c8" providerId="ADAL" clId="{E6AF3533-5FB7-44D8-A86D-6FAF6623AF7A}" dt="2026-09-16T05:02:38.345" v="4817" actId="478"/>
          <ac:picMkLst>
            <pc:docMk/>
            <pc:sldMk cId="722830885" sldId="2147483567"/>
            <ac:picMk id="15" creationId="{668FCE54-792C-E73B-7BDE-B021D70F98B2}"/>
          </ac:picMkLst>
        </pc:picChg>
      </pc:sldChg>
      <pc:sldChg chg="addSp delSp modSp del mod">
        <pc:chgData name="김기백(GIBAEK KIM)[gibaek.kim]/팀장/제조DX.자동보정.자동보정선행개발팀" userId="55e45d38-c472-4a38-804c-486c2f4c45c8" providerId="ADAL" clId="{E6AF3533-5FB7-44D8-A86D-6FAF6623AF7A}" dt="2026-09-16T05:04:48.533" v="4849" actId="47"/>
        <pc:sldMkLst>
          <pc:docMk/>
          <pc:sldMk cId="2078861670" sldId="2147483568"/>
        </pc:sldMkLst>
        <pc:spChg chg="mod">
          <ac:chgData name="김기백(GIBAEK KIM)[gibaek.kim]/팀장/제조DX.자동보정.자동보정선행개발팀" userId="55e45d38-c472-4a38-804c-486c2f4c45c8" providerId="ADAL" clId="{E6AF3533-5FB7-44D8-A86D-6FAF6623AF7A}" dt="2026-09-16T01:38:55.381" v="5" actId="20577"/>
          <ac:spMkLst>
            <pc:docMk/>
            <pc:sldMk cId="2078861670" sldId="2147483568"/>
            <ac:spMk id="4" creationId="{9D656C96-D651-9EA6-9AEA-D6D5526F51A2}"/>
          </ac:spMkLst>
        </pc:spChg>
        <pc:spChg chg="add del mod">
          <ac:chgData name="김기백(GIBAEK KIM)[gibaek.kim]/팀장/제조DX.자동보정.자동보정선행개발팀" userId="55e45d38-c472-4a38-804c-486c2f4c45c8" providerId="ADAL" clId="{E6AF3533-5FB7-44D8-A86D-6FAF6623AF7A}" dt="2026-09-16T05:04:12.754" v="4836" actId="21"/>
          <ac:spMkLst>
            <pc:docMk/>
            <pc:sldMk cId="2078861670" sldId="2147483568"/>
            <ac:spMk id="6" creationId="{955F4894-7C51-6078-86D9-2CDC03B7054A}"/>
          </ac:spMkLst>
        </pc:spChg>
        <pc:spChg chg="add del mod">
          <ac:chgData name="김기백(GIBAEK KIM)[gibaek.kim]/팀장/제조DX.자동보정.자동보정선행개발팀" userId="55e45d38-c472-4a38-804c-486c2f4c45c8" providerId="ADAL" clId="{E6AF3533-5FB7-44D8-A86D-6FAF6623AF7A}" dt="2026-09-16T04:48:08.247" v="3675" actId="478"/>
          <ac:spMkLst>
            <pc:docMk/>
            <pc:sldMk cId="2078861670" sldId="2147483568"/>
            <ac:spMk id="8" creationId="{A2B0F6AA-3AB4-D084-E7BB-F4D66FD648FB}"/>
          </ac:spMkLst>
        </pc:spChg>
        <pc:spChg chg="del mod">
          <ac:chgData name="김기백(GIBAEK KIM)[gibaek.kim]/팀장/제조DX.자동보정.자동보정선행개발팀" userId="55e45d38-c472-4a38-804c-486c2f4c45c8" providerId="ADAL" clId="{E6AF3533-5FB7-44D8-A86D-6FAF6623AF7A}" dt="2026-09-16T05:03:32.556" v="4828" actId="478"/>
          <ac:spMkLst>
            <pc:docMk/>
            <pc:sldMk cId="2078861670" sldId="2147483568"/>
            <ac:spMk id="9" creationId="{712FCA2F-1491-36CA-ABF7-9884A2969555}"/>
          </ac:spMkLst>
        </pc:spChg>
        <pc:spChg chg="add mod">
          <ac:chgData name="김기백(GIBAEK KIM)[gibaek.kim]/팀장/제조DX.자동보정.자동보정선행개발팀" userId="55e45d38-c472-4a38-804c-486c2f4c45c8" providerId="ADAL" clId="{E6AF3533-5FB7-44D8-A86D-6FAF6623AF7A}" dt="2026-09-16T05:03:42.307" v="4831" actId="20577"/>
          <ac:spMkLst>
            <pc:docMk/>
            <pc:sldMk cId="2078861670" sldId="2147483568"/>
            <ac:spMk id="10" creationId="{4EABB971-7377-9AD5-50FB-0B1A44A59A43}"/>
          </ac:spMkLst>
        </pc:spChg>
        <pc:spChg chg="del mod">
          <ac:chgData name="김기백(GIBAEK KIM)[gibaek.kim]/팀장/제조DX.자동보정.자동보정선행개발팀" userId="55e45d38-c472-4a38-804c-486c2f4c45c8" providerId="ADAL" clId="{E6AF3533-5FB7-44D8-A86D-6FAF6623AF7A}" dt="2026-09-16T05:04:12.754" v="4836" actId="21"/>
          <ac:spMkLst>
            <pc:docMk/>
            <pc:sldMk cId="2078861670" sldId="2147483568"/>
            <ac:spMk id="11" creationId="{9343EBA5-E928-3C62-EB7D-E97447A45ACA}"/>
          </ac:spMkLst>
        </pc:spChg>
        <pc:spChg chg="del mod">
          <ac:chgData name="김기백(GIBAEK KIM)[gibaek.kim]/팀장/제조DX.자동보정.자동보정선행개발팀" userId="55e45d38-c472-4a38-804c-486c2f4c45c8" providerId="ADAL" clId="{E6AF3533-5FB7-44D8-A86D-6FAF6623AF7A}" dt="2026-09-16T05:03:30.593" v="4827" actId="21"/>
          <ac:spMkLst>
            <pc:docMk/>
            <pc:sldMk cId="2078861670" sldId="2147483568"/>
            <ac:spMk id="14" creationId="{4EABB971-7377-9AD5-50FB-0B1A44A59A43}"/>
          </ac:spMkLst>
        </pc:spChg>
        <pc:picChg chg="add del mod">
          <ac:chgData name="김기백(GIBAEK KIM)[gibaek.kim]/팀장/제조DX.자동보정.자동보정선행개발팀" userId="55e45d38-c472-4a38-804c-486c2f4c45c8" providerId="ADAL" clId="{E6AF3533-5FB7-44D8-A86D-6FAF6623AF7A}" dt="2026-09-16T04:33:48.024" v="2625" actId="478"/>
          <ac:picMkLst>
            <pc:docMk/>
            <pc:sldMk cId="2078861670" sldId="2147483568"/>
            <ac:picMk id="5" creationId="{43018E3A-632C-BAD3-A795-BA82B9249A63}"/>
          </ac:picMkLst>
        </pc:picChg>
      </pc:sldChg>
    </pc:docChg>
  </pc:docChgLst>
  <pc:docChgLst>
    <pc:chgData name="정돈규(DONKYU JUNG)[donkyu]/팀장/제조DX.자동보정.RSND자동보정팀" userId="129dd0d3-f7f1-47f5-9573-5d4a6dd9ccfb" providerId="ADAL" clId="{84317EAF-84E5-4473-A210-45E480FB7ACA}"/>
    <pc:docChg chg="custSel modSld">
      <pc:chgData name="정돈규(DONKYU JUNG)[donkyu]/팀장/제조DX.자동보정.RSND자동보정팀" userId="129dd0d3-f7f1-47f5-9573-5d4a6dd9ccfb" providerId="ADAL" clId="{84317EAF-84E5-4473-A210-45E480FB7ACA}" dt="2026-09-01T22:42:06.450" v="1331"/>
      <pc:docMkLst>
        <pc:docMk/>
      </pc:docMkLst>
      <pc:sldChg chg="addSp delSp modSp mod">
        <pc:chgData name="정돈규(DONKYU JUNG)[donkyu]/팀장/제조DX.자동보정.RSND자동보정팀" userId="129dd0d3-f7f1-47f5-9573-5d4a6dd9ccfb" providerId="ADAL" clId="{84317EAF-84E5-4473-A210-45E480FB7ACA}" dt="2026-09-01T09:49:09.392" v="1328" actId="20577"/>
        <pc:sldMkLst>
          <pc:docMk/>
          <pc:sldMk cId="318835780" sldId="348"/>
        </pc:sldMkLst>
        <pc:spChg chg="mod">
          <ac:chgData name="정돈규(DONKYU JUNG)[donkyu]/팀장/제조DX.자동보정.RSND자동보정팀" userId="129dd0d3-f7f1-47f5-9573-5d4a6dd9ccfb" providerId="ADAL" clId="{84317EAF-84E5-4473-A210-45E480FB7ACA}" dt="2026-09-01T07:44:19.909" v="11" actId="20577"/>
          <ac:spMkLst>
            <pc:docMk/>
            <pc:sldMk cId="318835780" sldId="348"/>
            <ac:spMk id="8" creationId="{044CCC0A-C677-A445-6A3F-26925CAD22F6}"/>
          </ac:spMkLst>
        </pc:spChg>
        <pc:spChg chg="mod">
          <ac:chgData name="정돈규(DONKYU JUNG)[donkyu]/팀장/제조DX.자동보정.RSND자동보정팀" userId="129dd0d3-f7f1-47f5-9573-5d4a6dd9ccfb" providerId="ADAL" clId="{84317EAF-84E5-4473-A210-45E480FB7ACA}" dt="2026-09-01T09:49:09.392" v="1328" actId="20577"/>
          <ac:spMkLst>
            <pc:docMk/>
            <pc:sldMk cId="318835780" sldId="348"/>
            <ac:spMk id="14" creationId="{2F54B4B4-594E-6A50-C481-1A791E885C7C}"/>
          </ac:spMkLst>
        </pc:spChg>
      </pc:sldChg>
      <pc:sldChg chg="modSp mod">
        <pc:chgData name="정돈규(DONKYU JUNG)[donkyu]/팀장/제조DX.자동보정.RSND자동보정팀" userId="129dd0d3-f7f1-47f5-9573-5d4a6dd9ccfb" providerId="ADAL" clId="{84317EAF-84E5-4473-A210-45E480FB7ACA}" dt="2026-09-01T22:42:06.450" v="1331"/>
        <pc:sldMkLst>
          <pc:docMk/>
          <pc:sldMk cId="2137932498" sldId="355"/>
        </pc:sldMkLst>
        <pc:spChg chg="mod">
          <ac:chgData name="정돈규(DONKYU JUNG)[donkyu]/팀장/제조DX.자동보정.RSND자동보정팀" userId="129dd0d3-f7f1-47f5-9573-5d4a6dd9ccfb" providerId="ADAL" clId="{84317EAF-84E5-4473-A210-45E480FB7ACA}" dt="2026-09-01T22:42:06.450" v="1331"/>
          <ac:spMkLst>
            <pc:docMk/>
            <pc:sldMk cId="2137932498" sldId="355"/>
            <ac:spMk id="2" creationId="{C369D80D-66B4-288D-797D-0F067C94E92F}"/>
          </ac:spMkLst>
        </pc:spChg>
        <pc:spChg chg="mod">
          <ac:chgData name="정돈규(DONKYU JUNG)[donkyu]/팀장/제조DX.자동보정.RSND자동보정팀" userId="129dd0d3-f7f1-47f5-9573-5d4a6dd9ccfb" providerId="ADAL" clId="{84317EAF-84E5-4473-A210-45E480FB7ACA}" dt="2026-09-01T07:44:11.696" v="5" actId="20577"/>
          <ac:spMkLst>
            <pc:docMk/>
            <pc:sldMk cId="2137932498" sldId="355"/>
            <ac:spMk id="4" creationId="{95E2093E-1E21-8AF8-88E2-C6BD5DB288BD}"/>
          </ac:spMkLst>
        </pc:spChg>
        <pc:spChg chg="mod">
          <ac:chgData name="정돈규(DONKYU JUNG)[donkyu]/팀장/제조DX.자동보정.RSND자동보정팀" userId="129dd0d3-f7f1-47f5-9573-5d4a6dd9ccfb" providerId="ADAL" clId="{84317EAF-84E5-4473-A210-45E480FB7ACA}" dt="2026-09-01T08:27:03.775" v="141" actId="1076"/>
          <ac:spMkLst>
            <pc:docMk/>
            <pc:sldMk cId="2137932498" sldId="355"/>
            <ac:spMk id="7" creationId="{D3EB67E5-1B71-1239-2628-2AE4C66AD83F}"/>
          </ac:spMkLst>
        </pc:spChg>
      </pc:sldChg>
    </pc:docChg>
  </pc:docChgLst>
  <pc:docChgLst>
    <pc:chgData name="임성현(SUNGHYEUN LIM)[limsh0]/선임/제조DX.자동보정.MC자동보정팀" userId="98668b4a-da00-402d-a6a4-d7a97d064261" providerId="ADAL" clId="{AD0853D6-B0A7-46F2-B944-5C8F2008E989}"/>
    <pc:docChg chg="undo custSel modSld">
      <pc:chgData name="임성현(SUNGHYEUN LIM)[limsh0]/선임/제조DX.자동보정.MC자동보정팀" userId="98668b4a-da00-402d-a6a4-d7a97d064261" providerId="ADAL" clId="{AD0853D6-B0A7-46F2-B944-5C8F2008E989}" dt="2026-09-16T15:20:46.118" v="411" actId="478"/>
      <pc:docMkLst>
        <pc:docMk/>
      </pc:docMkLst>
      <pc:sldChg chg="addSp delSp modSp mod">
        <pc:chgData name="임성현(SUNGHYEUN LIM)[limsh0]/선임/제조DX.자동보정.MC자동보정팀" userId="98668b4a-da00-402d-a6a4-d7a97d064261" providerId="ADAL" clId="{AD0853D6-B0A7-46F2-B944-5C8F2008E989}" dt="2026-09-16T15:20:46.118" v="411" actId="478"/>
        <pc:sldMkLst>
          <pc:docMk/>
          <pc:sldMk cId="1123662655" sldId="267"/>
        </pc:sldMkLst>
        <pc:spChg chg="add del">
          <ac:chgData name="임성현(SUNGHYEUN LIM)[limsh0]/선임/제조DX.자동보정.MC자동보정팀" userId="98668b4a-da00-402d-a6a4-d7a97d064261" providerId="ADAL" clId="{AD0853D6-B0A7-46F2-B944-5C8F2008E989}" dt="2026-09-16T15:20:46.118" v="411" actId="478"/>
          <ac:spMkLst>
            <pc:docMk/>
            <pc:sldMk cId="1123662655" sldId="267"/>
            <ac:spMk id="4" creationId="{0484166C-9148-97AB-68A7-F9D1272F1C69}"/>
          </ac:spMkLst>
        </pc:spChg>
        <pc:spChg chg="mod">
          <ac:chgData name="임성현(SUNGHYEUN LIM)[limsh0]/선임/제조DX.자동보정.MC자동보정팀" userId="98668b4a-da00-402d-a6a4-d7a97d064261" providerId="ADAL" clId="{AD0853D6-B0A7-46F2-B944-5C8F2008E989}" dt="2026-09-16T15:19:39.127" v="407" actId="20577"/>
          <ac:spMkLst>
            <pc:docMk/>
            <pc:sldMk cId="1123662655" sldId="267"/>
            <ac:spMk id="15" creationId="{60D418AC-87D1-1361-F382-54580D486581}"/>
          </ac:spMkLst>
        </pc:spChg>
        <pc:spChg chg="mod">
          <ac:chgData name="임성현(SUNGHYEUN LIM)[limsh0]/선임/제조DX.자동보정.MC자동보정팀" userId="98668b4a-da00-402d-a6a4-d7a97d064261" providerId="ADAL" clId="{AD0853D6-B0A7-46F2-B944-5C8F2008E989}" dt="2026-09-16T14:59:14.645" v="290" actId="20577"/>
          <ac:spMkLst>
            <pc:docMk/>
            <pc:sldMk cId="1123662655" sldId="267"/>
            <ac:spMk id="25" creationId="{F763AEEB-526E-8057-48DD-A4DCA13D31B7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AD0853D6-B0A7-46F2-B944-5C8F2008E989}" dt="2026-09-15T15:16:21.470" v="117" actId="207"/>
        <pc:sldMkLst>
          <pc:docMk/>
          <pc:sldMk cId="4187601064" sldId="345"/>
        </pc:sldMkLst>
        <pc:spChg chg="mod">
          <ac:chgData name="임성현(SUNGHYEUN LIM)[limsh0]/선임/제조DX.자동보정.MC자동보정팀" userId="98668b4a-da00-402d-a6a4-d7a97d064261" providerId="ADAL" clId="{AD0853D6-B0A7-46F2-B944-5C8F2008E989}" dt="2026-09-15T15:16:21.470" v="117" actId="207"/>
          <ac:spMkLst>
            <pc:docMk/>
            <pc:sldMk cId="4187601064" sldId="345"/>
            <ac:spMk id="2" creationId="{EFFD9222-750B-0C33-61D4-1841F0B4A5AA}"/>
          </ac:spMkLst>
        </pc:spChg>
        <pc:spChg chg="mod">
          <ac:chgData name="임성현(SUNGHYEUN LIM)[limsh0]/선임/제조DX.자동보정.MC자동보정팀" userId="98668b4a-da00-402d-a6a4-d7a97d064261" providerId="ADAL" clId="{AD0853D6-B0A7-46F2-B944-5C8F2008E989}" dt="2026-09-15T15:16:13.721" v="116" actId="20577"/>
          <ac:spMkLst>
            <pc:docMk/>
            <pc:sldMk cId="4187601064" sldId="345"/>
            <ac:spMk id="34" creationId="{D8B60436-CB69-037E-0252-E096A9F06E49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AD0853D6-B0A7-46F2-B944-5C8F2008E989}" dt="2026-09-16T14:57:37.236" v="119" actId="207"/>
        <pc:sldMkLst>
          <pc:docMk/>
          <pc:sldMk cId="414644102" sldId="352"/>
        </pc:sldMkLst>
        <pc:spChg chg="mod">
          <ac:chgData name="임성현(SUNGHYEUN LIM)[limsh0]/선임/제조DX.자동보정.MC자동보정팀" userId="98668b4a-da00-402d-a6a4-d7a97d064261" providerId="ADAL" clId="{AD0853D6-B0A7-46F2-B944-5C8F2008E989}" dt="2026-09-16T14:57:37.236" v="119" actId="207"/>
          <ac:spMkLst>
            <pc:docMk/>
            <pc:sldMk cId="414644102" sldId="352"/>
            <ac:spMk id="10" creationId="{E6EDC221-0158-5648-B168-C68A26C07B4D}"/>
          </ac:spMkLst>
        </pc:spChg>
        <pc:spChg chg="mod">
          <ac:chgData name="임성현(SUNGHYEUN LIM)[limsh0]/선임/제조DX.자동보정.MC자동보정팀" userId="98668b4a-da00-402d-a6a4-d7a97d064261" providerId="ADAL" clId="{AD0853D6-B0A7-46F2-B944-5C8F2008E989}" dt="2026-09-15T15:16:46.700" v="118" actId="207"/>
          <ac:spMkLst>
            <pc:docMk/>
            <pc:sldMk cId="414644102" sldId="352"/>
            <ac:spMk id="13" creationId="{1113CD3B-BE32-5ABD-6B46-54803F4551F7}"/>
          </ac:spMkLst>
        </pc:spChg>
      </pc:sldChg>
      <pc:sldChg chg="delSp modSp mod">
        <pc:chgData name="임성현(SUNGHYEUN LIM)[limsh0]/선임/제조DX.자동보정.MC자동보정팀" userId="98668b4a-da00-402d-a6a4-d7a97d064261" providerId="ADAL" clId="{AD0853D6-B0A7-46F2-B944-5C8F2008E989}" dt="2026-09-16T15:20:30.498" v="408" actId="478"/>
        <pc:sldMkLst>
          <pc:docMk/>
          <pc:sldMk cId="2304380334" sldId="362"/>
        </pc:sldMkLst>
        <pc:spChg chg="del mod">
          <ac:chgData name="임성현(SUNGHYEUN LIM)[limsh0]/선임/제조DX.자동보정.MC자동보정팀" userId="98668b4a-da00-402d-a6a4-d7a97d064261" providerId="ADAL" clId="{AD0853D6-B0A7-46F2-B944-5C8F2008E989}" dt="2026-09-16T15:20:30.498" v="408" actId="478"/>
          <ac:spMkLst>
            <pc:docMk/>
            <pc:sldMk cId="2304380334" sldId="362"/>
            <ac:spMk id="5" creationId="{D375CADD-9CE1-C152-7E5B-2B6065A9D038}"/>
          </ac:spMkLst>
        </pc:spChg>
        <pc:spChg chg="mod">
          <ac:chgData name="임성현(SUNGHYEUN LIM)[limsh0]/선임/제조DX.자동보정.MC자동보정팀" userId="98668b4a-da00-402d-a6a4-d7a97d064261" providerId="ADAL" clId="{AD0853D6-B0A7-46F2-B944-5C8F2008E989}" dt="2026-09-16T14:58:06.600" v="123" actId="20577"/>
          <ac:spMkLst>
            <pc:docMk/>
            <pc:sldMk cId="2304380334" sldId="362"/>
            <ac:spMk id="25" creationId="{F763AEEB-526E-8057-48DD-A4DCA13D31B7}"/>
          </ac:spMkLst>
        </pc:spChg>
        <pc:spChg chg="mod">
          <ac:chgData name="임성현(SUNGHYEUN LIM)[limsh0]/선임/제조DX.자동보정.MC자동보정팀" userId="98668b4a-da00-402d-a6a4-d7a97d064261" providerId="ADAL" clId="{AD0853D6-B0A7-46F2-B944-5C8F2008E989}" dt="2026-09-16T14:59:00.606" v="285" actId="1076"/>
          <ac:spMkLst>
            <pc:docMk/>
            <pc:sldMk cId="2304380334" sldId="362"/>
            <ac:spMk id="34" creationId="{F77E1AD8-F919-5AF7-BB3C-96D055F9DFBD}"/>
          </ac:spMkLst>
        </pc:spChg>
        <pc:graphicFrameChg chg="mod modGraphic">
          <ac:chgData name="임성현(SUNGHYEUN LIM)[limsh0]/선임/제조DX.자동보정.MC자동보정팀" userId="98668b4a-da00-402d-a6a4-d7a97d064261" providerId="ADAL" clId="{AD0853D6-B0A7-46F2-B944-5C8F2008E989}" dt="2026-09-16T15:18:53.263" v="304"/>
          <ac:graphicFrameMkLst>
            <pc:docMk/>
            <pc:sldMk cId="2304380334" sldId="362"/>
            <ac:graphicFrameMk id="91" creationId="{3E718042-9EAB-39E8-02D1-F5135CA11291}"/>
          </ac:graphicFrameMkLst>
        </pc:graphicFrameChg>
      </pc:sldChg>
      <pc:sldChg chg="modSp mod">
        <pc:chgData name="임성현(SUNGHYEUN LIM)[limsh0]/선임/제조DX.자동보정.MC자동보정팀" userId="98668b4a-da00-402d-a6a4-d7a97d064261" providerId="ADAL" clId="{AD0853D6-B0A7-46F2-B944-5C8F2008E989}" dt="2026-09-15T15:16:08.329" v="108" actId="20577"/>
        <pc:sldMkLst>
          <pc:docMk/>
          <pc:sldMk cId="1274175196" sldId="363"/>
        </pc:sldMkLst>
        <pc:spChg chg="mod">
          <ac:chgData name="임성현(SUNGHYEUN LIM)[limsh0]/선임/제조DX.자동보정.MC자동보정팀" userId="98668b4a-da00-402d-a6a4-d7a97d064261" providerId="ADAL" clId="{AD0853D6-B0A7-46F2-B944-5C8F2008E989}" dt="2026-09-15T15:15:53.851" v="90" actId="20577"/>
          <ac:spMkLst>
            <pc:docMk/>
            <pc:sldMk cId="1274175196" sldId="363"/>
            <ac:spMk id="2" creationId="{AFA93DD2-712C-04EE-FD98-1D86F9A44633}"/>
          </ac:spMkLst>
        </pc:spChg>
        <pc:spChg chg="mod">
          <ac:chgData name="임성현(SUNGHYEUN LIM)[limsh0]/선임/제조DX.자동보정.MC자동보정팀" userId="98668b4a-da00-402d-a6a4-d7a97d064261" providerId="ADAL" clId="{AD0853D6-B0A7-46F2-B944-5C8F2008E989}" dt="2026-09-15T15:16:08.329" v="108" actId="20577"/>
          <ac:spMkLst>
            <pc:docMk/>
            <pc:sldMk cId="1274175196" sldId="363"/>
            <ac:spMk id="15" creationId="{63581BCC-B406-BB6D-92B5-712858506435}"/>
          </ac:spMkLst>
        </pc:spChg>
      </pc:sldChg>
    </pc:docChg>
  </pc:docChgLst>
  <pc:docChgLst>
    <pc:chgData name="윤숙영(SUK YEONG YUN)[yoonsy]/책임/제조DX.자동보정.MC자동보정팀" userId="60ce3903-3136-4d02-9370-523fa04b0d65" providerId="ADAL" clId="{82732B09-EC34-4107-ACC7-933A72E4BFAE}"/>
    <pc:docChg chg="undo custSel modSld">
      <pc:chgData name="윤숙영(SUK YEONG YUN)[yoonsy]/책임/제조DX.자동보정.MC자동보정팀" userId="60ce3903-3136-4d02-9370-523fa04b0d65" providerId="ADAL" clId="{82732B09-EC34-4107-ACC7-933A72E4BFAE}" dt="2026-08-31T20:00:08.843" v="1351" actId="478"/>
      <pc:docMkLst>
        <pc:docMk/>
      </pc:docMkLst>
      <pc:sldChg chg="addSp delSp modSp mod">
        <pc:chgData name="윤숙영(SUK YEONG YUN)[yoonsy]/책임/제조DX.자동보정.MC자동보정팀" userId="60ce3903-3136-4d02-9370-523fa04b0d65" providerId="ADAL" clId="{82732B09-EC34-4107-ACC7-933A72E4BFAE}" dt="2026-08-31T19:57:37.578" v="1315" actId="20577"/>
        <pc:sldMkLst>
          <pc:docMk/>
          <pc:sldMk cId="3014893410" sldId="313"/>
        </pc:sldMkLst>
        <pc:spChg chg="mod">
          <ac:chgData name="윤숙영(SUK YEONG YUN)[yoonsy]/책임/제조DX.자동보정.MC자동보정팀" userId="60ce3903-3136-4d02-9370-523fa04b0d65" providerId="ADAL" clId="{82732B09-EC34-4107-ACC7-933A72E4BFAE}" dt="2026-08-31T19:56:59.619" v="1302" actId="20577"/>
          <ac:spMkLst>
            <pc:docMk/>
            <pc:sldMk cId="3014893410" sldId="313"/>
            <ac:spMk id="30" creationId="{82316C5F-CBE3-A95F-7CC8-EF8564695C5E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7:37.578" v="1315" actId="20577"/>
          <ac:spMkLst>
            <pc:docMk/>
            <pc:sldMk cId="3014893410" sldId="313"/>
            <ac:spMk id="31" creationId="{E025DEA0-F7BF-32AC-2A75-B3B932292ECF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82732B09-EC34-4107-ACC7-933A72E4BFAE}" dt="2026-08-31T19:58:00.468" v="1323"/>
        <pc:sldMkLst>
          <pc:docMk/>
          <pc:sldMk cId="2162256837" sldId="317"/>
        </pc:sldMkLst>
        <pc:spChg chg="mod">
          <ac:chgData name="윤숙영(SUK YEONG YUN)[yoonsy]/책임/제조DX.자동보정.MC자동보정팀" userId="60ce3903-3136-4d02-9370-523fa04b0d65" providerId="ADAL" clId="{82732B09-EC34-4107-ACC7-933A72E4BFAE}" dt="2026-08-31T19:58:00.468" v="1323"/>
          <ac:spMkLst>
            <pc:docMk/>
            <pc:sldMk cId="2162256837" sldId="317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82732B09-EC34-4107-ACC7-933A72E4BFAE}" dt="2026-08-31T19:58:05.925" v="1324"/>
        <pc:sldMkLst>
          <pc:docMk/>
          <pc:sldMk cId="2808727165" sldId="336"/>
        </pc:sldMkLst>
        <pc:spChg chg="mod">
          <ac:chgData name="윤숙영(SUK YEONG YUN)[yoonsy]/책임/제조DX.자동보정.MC자동보정팀" userId="60ce3903-3136-4d02-9370-523fa04b0d65" providerId="ADAL" clId="{82732B09-EC34-4107-ACC7-933A72E4BFAE}" dt="2026-08-31T19:58:05.925" v="1324"/>
          <ac:spMkLst>
            <pc:docMk/>
            <pc:sldMk cId="2808727165" sldId="336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82732B09-EC34-4107-ACC7-933A72E4BFAE}" dt="2026-08-31T19:57:45.169" v="1316"/>
        <pc:sldMkLst>
          <pc:docMk/>
          <pc:sldMk cId="1343670778" sldId="338"/>
        </pc:sldMkLst>
        <pc:spChg chg="mod">
          <ac:chgData name="윤숙영(SUK YEONG YUN)[yoonsy]/책임/제조DX.자동보정.MC자동보정팀" userId="60ce3903-3136-4d02-9370-523fa04b0d65" providerId="ADAL" clId="{82732B09-EC34-4107-ACC7-933A72E4BFAE}" dt="2026-08-31T19:57:45.169" v="1316"/>
          <ac:spMkLst>
            <pc:docMk/>
            <pc:sldMk cId="1343670778" sldId="338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82732B09-EC34-4107-ACC7-933A72E4BFAE}" dt="2026-08-31T19:54:11.737" v="1293" actId="20577"/>
        <pc:sldMkLst>
          <pc:docMk/>
          <pc:sldMk cId="2800363497" sldId="343"/>
        </pc:sldMkLst>
        <pc:spChg chg="mod">
          <ac:chgData name="윤숙영(SUK YEONG YUN)[yoonsy]/책임/제조DX.자동보정.MC자동보정팀" userId="60ce3903-3136-4d02-9370-523fa04b0d65" providerId="ADAL" clId="{82732B09-EC34-4107-ACC7-933A72E4BFAE}" dt="2026-08-31T19:52:17.004" v="1199" actId="947"/>
          <ac:spMkLst>
            <pc:docMk/>
            <pc:sldMk cId="2800363497" sldId="343"/>
            <ac:spMk id="5" creationId="{FA18EFED-D2D3-DCFD-2B36-B46F0150F6F9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2:17.004" v="1199" actId="947"/>
          <ac:spMkLst>
            <pc:docMk/>
            <pc:sldMk cId="2800363497" sldId="343"/>
            <ac:spMk id="6" creationId="{72BBD197-F08B-54B1-60FA-22FDCCF94318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2:17.004" v="1199" actId="947"/>
          <ac:spMkLst>
            <pc:docMk/>
            <pc:sldMk cId="2800363497" sldId="343"/>
            <ac:spMk id="7" creationId="{D12BE307-396F-F6AE-4841-CE7B441A23D9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4:11.737" v="1293" actId="20577"/>
          <ac:spMkLst>
            <pc:docMk/>
            <pc:sldMk cId="2800363497" sldId="343"/>
            <ac:spMk id="8" creationId="{D04A2B30-B139-5899-FEC7-238E395E8514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2:17.004" v="1199" actId="947"/>
          <ac:spMkLst>
            <pc:docMk/>
            <pc:sldMk cId="2800363497" sldId="343"/>
            <ac:spMk id="11" creationId="{119FFC0B-9D11-698D-BBD2-F42C088382A8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82732B09-EC34-4107-ACC7-933A72E4BFAE}" dt="2026-08-31T19:52:23.264" v="1200" actId="947"/>
        <pc:sldMkLst>
          <pc:docMk/>
          <pc:sldMk cId="414644102" sldId="352"/>
        </pc:sldMkLst>
        <pc:spChg chg="mod">
          <ac:chgData name="윤숙영(SUK YEONG YUN)[yoonsy]/책임/제조DX.자동보정.MC자동보정팀" userId="60ce3903-3136-4d02-9370-523fa04b0d65" providerId="ADAL" clId="{82732B09-EC34-4107-ACC7-933A72E4BFAE}" dt="2026-08-31T19:52:23.264" v="1200" actId="947"/>
          <ac:spMkLst>
            <pc:docMk/>
            <pc:sldMk cId="414644102" sldId="352"/>
            <ac:spMk id="3" creationId="{999C4A96-8054-1AD1-46BC-53E7B9C174CC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2:23.264" v="1200" actId="947"/>
          <ac:spMkLst>
            <pc:docMk/>
            <pc:sldMk cId="414644102" sldId="352"/>
            <ac:spMk id="8" creationId="{E966A8D6-63CE-C01F-2958-CFBDB6DE2F72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2:23.264" v="1200" actId="947"/>
          <ac:spMkLst>
            <pc:docMk/>
            <pc:sldMk cId="414644102" sldId="352"/>
            <ac:spMk id="10" creationId="{E6EDC221-0158-5648-B168-C68A26C07B4D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2:23.264" v="1200" actId="947"/>
          <ac:spMkLst>
            <pc:docMk/>
            <pc:sldMk cId="414644102" sldId="352"/>
            <ac:spMk id="13" creationId="{1113CD3B-BE32-5ABD-6B46-54803F4551F7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82732B09-EC34-4107-ACC7-933A72E4BFAE}" dt="2026-08-31T19:57:51.248" v="1321" actId="6549"/>
        <pc:sldMkLst>
          <pc:docMk/>
          <pc:sldMk cId="3070632168" sldId="377"/>
        </pc:sldMkLst>
        <pc:spChg chg="mod">
          <ac:chgData name="윤숙영(SUK YEONG YUN)[yoonsy]/책임/제조DX.자동보정.MC자동보정팀" userId="60ce3903-3136-4d02-9370-523fa04b0d65" providerId="ADAL" clId="{82732B09-EC34-4107-ACC7-933A72E4BFAE}" dt="2026-08-31T19:57:51.248" v="1321" actId="6549"/>
          <ac:spMkLst>
            <pc:docMk/>
            <pc:sldMk cId="3070632168" sldId="377"/>
            <ac:spMk id="34" creationId="{7217F62E-90E7-DED9-CE10-DEE308B82A56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82732B09-EC34-4107-ACC7-933A72E4BFAE}" dt="2026-08-31T20:00:08.843" v="1351" actId="478"/>
        <pc:sldMkLst>
          <pc:docMk/>
          <pc:sldMk cId="3513457183" sldId="393"/>
        </pc:sldMkLst>
        <pc:spChg chg="mod">
          <ac:chgData name="윤숙영(SUK YEONG YUN)[yoonsy]/책임/제조DX.자동보정.MC자동보정팀" userId="60ce3903-3136-4d02-9370-523fa04b0d65" providerId="ADAL" clId="{82732B09-EC34-4107-ACC7-933A72E4BFAE}" dt="2026-08-31T19:57:56.355" v="1322"/>
          <ac:spMkLst>
            <pc:docMk/>
            <pc:sldMk cId="3513457183" sldId="393"/>
            <ac:spMk id="34" creationId="{7217F62E-90E7-DED9-CE10-DEE308B82A56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9:53.947" v="1350" actId="20577"/>
          <ac:spMkLst>
            <pc:docMk/>
            <pc:sldMk cId="3513457183" sldId="393"/>
            <ac:spMk id="35" creationId="{491769FB-8F95-9F23-9FD4-56A08DF9C8BA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82732B09-EC34-4107-ACC7-933A72E4BFAE}" dt="2026-08-31T19:52:31.317" v="1201" actId="947"/>
        <pc:sldMkLst>
          <pc:docMk/>
          <pc:sldMk cId="3231850307" sldId="411"/>
        </pc:sldMkLst>
        <pc:spChg chg="mod">
          <ac:chgData name="윤숙영(SUK YEONG YUN)[yoonsy]/책임/제조DX.자동보정.MC자동보정팀" userId="60ce3903-3136-4d02-9370-523fa04b0d65" providerId="ADAL" clId="{82732B09-EC34-4107-ACC7-933A72E4BFAE}" dt="2026-08-31T19:52:31.317" v="1201" actId="947"/>
          <ac:spMkLst>
            <pc:docMk/>
            <pc:sldMk cId="3231850307" sldId="411"/>
            <ac:spMk id="7" creationId="{FF9D7A41-7B03-5BE2-F624-3C6CDFE3447D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2:31.317" v="1201" actId="947"/>
          <ac:spMkLst>
            <pc:docMk/>
            <pc:sldMk cId="3231850307" sldId="411"/>
            <ac:spMk id="10" creationId="{AEA47A33-7D52-0506-3AB1-ED368AE87514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2:31.317" v="1201" actId="947"/>
          <ac:spMkLst>
            <pc:docMk/>
            <pc:sldMk cId="3231850307" sldId="411"/>
            <ac:spMk id="67" creationId="{71A2530E-7B1A-4DA0-5354-43F86F23432B}"/>
          </ac:spMkLst>
        </pc:spChg>
        <pc:spChg chg="mod">
          <ac:chgData name="윤숙영(SUK YEONG YUN)[yoonsy]/책임/제조DX.자동보정.MC자동보정팀" userId="60ce3903-3136-4d02-9370-523fa04b0d65" providerId="ADAL" clId="{82732B09-EC34-4107-ACC7-933A72E4BFAE}" dt="2026-08-31T19:52:31.317" v="1201" actId="947"/>
          <ac:spMkLst>
            <pc:docMk/>
            <pc:sldMk cId="3231850307" sldId="411"/>
            <ac:spMk id="68" creationId="{4836A17F-0852-F6D6-ECB3-41D77FF212A8}"/>
          </ac:spMkLst>
        </pc:spChg>
      </pc:sldChg>
    </pc:docChg>
  </pc:docChgLst>
  <pc:docChgLst>
    <pc:chgData name="최창락(CHANGLAK CHOI)[changlac]/선임/제조DX.자동보정.MC자동보정팀" userId="d72a52c0-2206-4e2f-a301-5e6e1519ab1e" providerId="ADAL" clId="{A3A56378-92B3-440F-9386-FB9592D59D9C}"/>
    <pc:docChg chg="undo custSel modSld">
      <pc:chgData name="최창락(CHANGLAK CHOI)[changlac]/선임/제조DX.자동보정.MC자동보정팀" userId="d72a52c0-2206-4e2f-a301-5e6e1519ab1e" providerId="ADAL" clId="{A3A56378-92B3-440F-9386-FB9592D59D9C}" dt="2026-09-01T08:42:14.371" v="2740" actId="1076"/>
      <pc:docMkLst>
        <pc:docMk/>
      </pc:docMkLst>
      <pc:sldChg chg="modSp mod">
        <pc:chgData name="최창락(CHANGLAK CHOI)[changlac]/선임/제조DX.자동보정.MC자동보정팀" userId="d72a52c0-2206-4e2f-a301-5e6e1519ab1e" providerId="ADAL" clId="{A3A56378-92B3-440F-9386-FB9592D59D9C}" dt="2026-09-01T08:40:26.605" v="2648" actId="20577"/>
        <pc:sldMkLst>
          <pc:docMk/>
          <pc:sldMk cId="1421194858" sldId="386"/>
        </pc:sldMkLst>
        <pc:spChg chg="mod">
          <ac:chgData name="최창락(CHANGLAK CHOI)[changlac]/선임/제조DX.자동보정.MC자동보정팀" userId="d72a52c0-2206-4e2f-a301-5e6e1519ab1e" providerId="ADAL" clId="{A3A56378-92B3-440F-9386-FB9592D59D9C}" dt="2026-09-01T08:40:19.652" v="2645"/>
          <ac:spMkLst>
            <pc:docMk/>
            <pc:sldMk cId="1421194858" sldId="386"/>
            <ac:spMk id="30" creationId="{82316C5F-CBE3-A95F-7CC8-EF8564695C5E}"/>
          </ac:spMkLst>
        </pc:spChg>
        <pc:spChg chg="mod">
          <ac:chgData name="최창락(CHANGLAK CHOI)[changlac]/선임/제조DX.자동보정.MC자동보정팀" userId="d72a52c0-2206-4e2f-a301-5e6e1519ab1e" providerId="ADAL" clId="{A3A56378-92B3-440F-9386-FB9592D59D9C}" dt="2026-09-01T08:40:26.605" v="2648" actId="20577"/>
          <ac:spMkLst>
            <pc:docMk/>
            <pc:sldMk cId="1421194858" sldId="386"/>
            <ac:spMk id="235" creationId="{F0809C5E-7541-A47D-9EB0-F5C95B7891AC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A3A56378-92B3-440F-9386-FB9592D59D9C}" dt="2026-09-01T08:42:14.371" v="2740" actId="1076"/>
        <pc:sldMkLst>
          <pc:docMk/>
          <pc:sldMk cId="3231850307" sldId="411"/>
        </pc:sldMkLst>
        <pc:spChg chg="mod">
          <ac:chgData name="최창락(CHANGLAK CHOI)[changlac]/선임/제조DX.자동보정.MC자동보정팀" userId="d72a52c0-2206-4e2f-a301-5e6e1519ab1e" providerId="ADAL" clId="{A3A56378-92B3-440F-9386-FB9592D59D9C}" dt="2026-09-01T08:42:14.371" v="2740" actId="1076"/>
          <ac:spMkLst>
            <pc:docMk/>
            <pc:sldMk cId="3231850307" sldId="411"/>
            <ac:spMk id="7" creationId="{FF9D7A41-7B03-5BE2-F624-3C6CDFE3447D}"/>
          </ac:spMkLst>
        </pc:spChg>
        <pc:spChg chg="mod">
          <ac:chgData name="최창락(CHANGLAK CHOI)[changlac]/선임/제조DX.자동보정.MC자동보정팀" userId="d72a52c0-2206-4e2f-a301-5e6e1519ab1e" providerId="ADAL" clId="{A3A56378-92B3-440F-9386-FB9592D59D9C}" dt="2026-09-01T08:42:14.371" v="2740" actId="1076"/>
          <ac:spMkLst>
            <pc:docMk/>
            <pc:sldMk cId="3231850307" sldId="411"/>
            <ac:spMk id="10" creationId="{AEA47A33-7D52-0506-3AB1-ED368AE87514}"/>
          </ac:spMkLst>
        </pc:spChg>
        <pc:spChg chg="mod">
          <ac:chgData name="최창락(CHANGLAK CHOI)[changlac]/선임/제조DX.자동보정.MC자동보정팀" userId="d72a52c0-2206-4e2f-a301-5e6e1519ab1e" providerId="ADAL" clId="{A3A56378-92B3-440F-9386-FB9592D59D9C}" dt="2026-09-01T08:41:45.992" v="2739" actId="207"/>
          <ac:spMkLst>
            <pc:docMk/>
            <pc:sldMk cId="3231850307" sldId="411"/>
            <ac:spMk id="67" creationId="{71A2530E-7B1A-4DA0-5354-43F86F23432B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A3A56378-92B3-440F-9386-FB9592D59D9C}" dt="2026-09-01T08:40:31.525" v="2651" actId="20577"/>
        <pc:sldMkLst>
          <pc:docMk/>
          <pc:sldMk cId="339509220" sldId="418"/>
        </pc:sldMkLst>
        <pc:spChg chg="mod">
          <ac:chgData name="최창락(CHANGLAK CHOI)[changlac]/선임/제조DX.자동보정.MC자동보정팀" userId="d72a52c0-2206-4e2f-a301-5e6e1519ab1e" providerId="ADAL" clId="{A3A56378-92B3-440F-9386-FB9592D59D9C}" dt="2026-09-01T08:40:31.525" v="2651" actId="20577"/>
          <ac:spMkLst>
            <pc:docMk/>
            <pc:sldMk cId="339509220" sldId="418"/>
            <ac:spMk id="7" creationId="{8B848689-A50B-F47A-B634-18C946DF3DFE}"/>
          </ac:spMkLst>
        </pc:spChg>
        <pc:spChg chg="mod">
          <ac:chgData name="최창락(CHANGLAK CHOI)[changlac]/선임/제조DX.자동보정.MC자동보정팀" userId="d72a52c0-2206-4e2f-a301-5e6e1519ab1e" providerId="ADAL" clId="{A3A56378-92B3-440F-9386-FB9592D59D9C}" dt="2026-09-01T08:35:02.755" v="2644" actId="20577"/>
          <ac:spMkLst>
            <pc:docMk/>
            <pc:sldMk cId="339509220" sldId="418"/>
            <ac:spMk id="10" creationId="{32AE87DE-04A4-BD4B-927A-7899052DF654}"/>
          </ac:spMkLst>
        </pc:spChg>
      </pc:sldChg>
    </pc:docChg>
  </pc:docChgLst>
  <pc:docChgLst>
    <pc:chgData name="김태승(TAESEUNG KIM)[kim_ts]/사원/제조DX.자동보정.조립자동보정팀" userId="dcaa50d5-2a4b-4c24-8466-13e3b9f9beaf" providerId="ADAL" clId="{7DF070DF-26B7-4C4E-B164-0937178E9D23}"/>
    <pc:docChg chg="undo custSel modSld">
      <pc:chgData name="김태승(TAESEUNG KIM)[kim_ts]/사원/제조DX.자동보정.조립자동보정팀" userId="dcaa50d5-2a4b-4c24-8466-13e3b9f9beaf" providerId="ADAL" clId="{7DF070DF-26B7-4C4E-B164-0937178E9D23}" dt="2026-08-12T05:17:02.980" v="4464" actId="20577"/>
      <pc:docMkLst>
        <pc:docMk/>
      </pc:docMkLst>
      <pc:sldChg chg="addSp modSp mod">
        <pc:chgData name="김태승(TAESEUNG KIM)[kim_ts]/사원/제조DX.자동보정.조립자동보정팀" userId="dcaa50d5-2a4b-4c24-8466-13e3b9f9beaf" providerId="ADAL" clId="{7DF070DF-26B7-4C4E-B164-0937178E9D23}" dt="2026-08-12T05:16:35.515" v="4462" actId="20577"/>
        <pc:sldMkLst>
          <pc:docMk/>
          <pc:sldMk cId="3801312616" sldId="358"/>
        </pc:sldMkLst>
        <pc:spChg chg="mod">
          <ac:chgData name="김태승(TAESEUNG KIM)[kim_ts]/사원/제조DX.자동보정.조립자동보정팀" userId="dcaa50d5-2a4b-4c24-8466-13e3b9f9beaf" providerId="ADAL" clId="{7DF070DF-26B7-4C4E-B164-0937178E9D23}" dt="2026-08-12T05:11:17.538" v="4397" actId="20577"/>
          <ac:spMkLst>
            <pc:docMk/>
            <pc:sldMk cId="3801312616" sldId="358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7DF070DF-26B7-4C4E-B164-0937178E9D23}" dt="2026-08-12T04:54:13.043" v="4064" actId="1035"/>
          <ac:spMkLst>
            <pc:docMk/>
            <pc:sldMk cId="3801312616" sldId="358"/>
            <ac:spMk id="19" creationId="{E171CBC2-14E2-E585-0663-4501CF655FB6}"/>
          </ac:spMkLst>
        </pc:spChg>
        <pc:spChg chg="mod">
          <ac:chgData name="김태승(TAESEUNG KIM)[kim_ts]/사원/제조DX.자동보정.조립자동보정팀" userId="dcaa50d5-2a4b-4c24-8466-13e3b9f9beaf" providerId="ADAL" clId="{7DF070DF-26B7-4C4E-B164-0937178E9D23}" dt="2026-08-12T05:16:35.515" v="4462" actId="20577"/>
          <ac:spMkLst>
            <pc:docMk/>
            <pc:sldMk cId="3801312616" sldId="358"/>
            <ac:spMk id="36" creationId="{00ED7720-6B6E-1AA6-BC90-E12E3D75CCFF}"/>
          </ac:spMkLst>
        </pc:spChg>
      </pc:sldChg>
      <pc:sldChg chg="addSp delSp modSp mod">
        <pc:chgData name="김태승(TAESEUNG KIM)[kim_ts]/사원/제조DX.자동보정.조립자동보정팀" userId="dcaa50d5-2a4b-4c24-8466-13e3b9f9beaf" providerId="ADAL" clId="{7DF070DF-26B7-4C4E-B164-0937178E9D23}" dt="2026-08-12T05:17:02.980" v="4464" actId="20577"/>
        <pc:sldMkLst>
          <pc:docMk/>
          <pc:sldMk cId="3658455393" sldId="437"/>
        </pc:sldMkLst>
        <pc:spChg chg="mod">
          <ac:chgData name="김태승(TAESEUNG KIM)[kim_ts]/사원/제조DX.자동보정.조립자동보정팀" userId="dcaa50d5-2a4b-4c24-8466-13e3b9f9beaf" providerId="ADAL" clId="{7DF070DF-26B7-4C4E-B164-0937178E9D23}" dt="2026-08-12T05:11:11.949" v="4393" actId="20577"/>
          <ac:spMkLst>
            <pc:docMk/>
            <pc:sldMk cId="3658455393" sldId="437"/>
            <ac:spMk id="4" creationId="{B723C6D5-F554-8B46-CF0B-3540C82590F1}"/>
          </ac:spMkLst>
        </pc:spChg>
        <pc:spChg chg="mod">
          <ac:chgData name="김태승(TAESEUNG KIM)[kim_ts]/사원/제조DX.자동보정.조립자동보정팀" userId="dcaa50d5-2a4b-4c24-8466-13e3b9f9beaf" providerId="ADAL" clId="{7DF070DF-26B7-4C4E-B164-0937178E9D23}" dt="2026-08-12T05:11:14.267" v="4395" actId="20577"/>
          <ac:spMkLst>
            <pc:docMk/>
            <pc:sldMk cId="3658455393" sldId="437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7DF070DF-26B7-4C4E-B164-0937178E9D23}" dt="2026-08-11T08:38:24.675" v="55" actId="1037"/>
          <ac:spMkLst>
            <pc:docMk/>
            <pc:sldMk cId="3658455393" sldId="437"/>
            <ac:spMk id="11" creationId="{BD310DEB-78D8-A832-CA70-2151F84C4A96}"/>
          </ac:spMkLst>
        </pc:spChg>
        <pc:spChg chg="mod">
          <ac:chgData name="김태승(TAESEUNG KIM)[kim_ts]/사원/제조DX.자동보정.조립자동보정팀" userId="dcaa50d5-2a4b-4c24-8466-13e3b9f9beaf" providerId="ADAL" clId="{7DF070DF-26B7-4C4E-B164-0937178E9D23}" dt="2026-08-12T01:21:19.065" v="3661" actId="20577"/>
          <ac:spMkLst>
            <pc:docMk/>
            <pc:sldMk cId="3658455393" sldId="437"/>
            <ac:spMk id="19" creationId="{E171CBC2-14E2-E585-0663-4501CF655FB6}"/>
          </ac:spMkLst>
        </pc:spChg>
        <pc:spChg chg="mod">
          <ac:chgData name="김태승(TAESEUNG KIM)[kim_ts]/사원/제조DX.자동보정.조립자동보정팀" userId="dcaa50d5-2a4b-4c24-8466-13e3b9f9beaf" providerId="ADAL" clId="{7DF070DF-26B7-4C4E-B164-0937178E9D23}" dt="2026-08-12T05:17:02.980" v="4464" actId="20577"/>
          <ac:spMkLst>
            <pc:docMk/>
            <pc:sldMk cId="3658455393" sldId="437"/>
            <ac:spMk id="40" creationId="{6D83938E-EACF-6171-3002-446A6495CB39}"/>
          </ac:spMkLst>
        </pc:spChg>
      </pc:sldChg>
      <pc:sldChg chg="modSp mod">
        <pc:chgData name="김태승(TAESEUNG KIM)[kim_ts]/사원/제조DX.자동보정.조립자동보정팀" userId="dcaa50d5-2a4b-4c24-8466-13e3b9f9beaf" providerId="ADAL" clId="{7DF070DF-26B7-4C4E-B164-0937178E9D23}" dt="2026-08-11T09:11:48.778" v="1590" actId="207"/>
        <pc:sldMkLst>
          <pc:docMk/>
          <pc:sldMk cId="4122308118" sldId="2147483617"/>
        </pc:sldMkLst>
        <pc:spChg chg="mod">
          <ac:chgData name="김태승(TAESEUNG KIM)[kim_ts]/사원/제조DX.자동보정.조립자동보정팀" userId="dcaa50d5-2a4b-4c24-8466-13e3b9f9beaf" providerId="ADAL" clId="{7DF070DF-26B7-4C4E-B164-0937178E9D23}" dt="2026-08-11T09:10:38.283" v="1552" actId="20577"/>
          <ac:spMkLst>
            <pc:docMk/>
            <pc:sldMk cId="4122308118" sldId="2147483617"/>
            <ac:spMk id="2" creationId="{88539A7A-691C-A91F-92D4-163C0AF1D559}"/>
          </ac:spMkLst>
        </pc:spChg>
        <pc:spChg chg="mod">
          <ac:chgData name="김태승(TAESEUNG KIM)[kim_ts]/사원/제조DX.자동보정.조립자동보정팀" userId="dcaa50d5-2a4b-4c24-8466-13e3b9f9beaf" providerId="ADAL" clId="{7DF070DF-26B7-4C4E-B164-0937178E9D23}" dt="2026-08-11T09:10:41.711" v="1554" actId="20577"/>
          <ac:spMkLst>
            <pc:docMk/>
            <pc:sldMk cId="4122308118" sldId="2147483617"/>
            <ac:spMk id="3" creationId="{400864A3-84C9-BF63-E78A-6234F7832030}"/>
          </ac:spMkLst>
        </pc:spChg>
        <pc:spChg chg="mod">
          <ac:chgData name="김태승(TAESEUNG KIM)[kim_ts]/사원/제조DX.자동보정.조립자동보정팀" userId="dcaa50d5-2a4b-4c24-8466-13e3b9f9beaf" providerId="ADAL" clId="{7DF070DF-26B7-4C4E-B164-0937178E9D23}" dt="2026-08-11T09:10:44.064" v="1556" actId="20577"/>
          <ac:spMkLst>
            <pc:docMk/>
            <pc:sldMk cId="4122308118" sldId="2147483617"/>
            <ac:spMk id="4" creationId="{BE104905-26D4-2B6E-B759-C2B6927D4EE8}"/>
          </ac:spMkLst>
        </pc:spChg>
        <pc:spChg chg="mod">
          <ac:chgData name="김태승(TAESEUNG KIM)[kim_ts]/사원/제조DX.자동보정.조립자동보정팀" userId="dcaa50d5-2a4b-4c24-8466-13e3b9f9beaf" providerId="ADAL" clId="{7DF070DF-26B7-4C4E-B164-0937178E9D23}" dt="2026-08-11T09:10:47.297" v="1560" actId="20577"/>
          <ac:spMkLst>
            <pc:docMk/>
            <pc:sldMk cId="4122308118" sldId="2147483617"/>
            <ac:spMk id="42" creationId="{51BF0D86-1DF9-4CDD-9ADF-D9D78254A144}"/>
          </ac:spMkLst>
        </pc:spChg>
        <pc:graphicFrameChg chg="mod modGraphic">
          <ac:chgData name="김태승(TAESEUNG KIM)[kim_ts]/사원/제조DX.자동보정.조립자동보정팀" userId="dcaa50d5-2a4b-4c24-8466-13e3b9f9beaf" providerId="ADAL" clId="{7DF070DF-26B7-4C4E-B164-0937178E9D23}" dt="2026-08-11T09:11:48.778" v="1590" actId="207"/>
          <ac:graphicFrameMkLst>
            <pc:docMk/>
            <pc:sldMk cId="4122308118" sldId="2147483617"/>
            <ac:graphicFrameMk id="9" creationId="{BB054EC1-1123-65FC-CE1F-0946B478AB40}"/>
          </ac:graphicFrameMkLst>
        </pc:graphicFrameChg>
      </pc:sldChg>
    </pc:docChg>
  </pc:docChgLst>
  <pc:docChgLst>
    <pc:chgData name="김치완(CHIWAN KIM)[kimchiwan04]/책임/제조DX.자동보정.RSND자동보정팀" userId="S::kimchiwan04@lgensol.com::022829bc-3ea1-441b-b8a3-451705c4a94d" providerId="AD" clId="Web-{9422887E-2A01-CDCF-3B30-2E4BBA177696}"/>
    <pc:docChg chg="delSld modSection">
      <pc:chgData name="김치완(CHIWAN KIM)[kimchiwan04]/책임/제조DX.자동보정.RSND자동보정팀" userId="S::kimchiwan04@lgensol.com::022829bc-3ea1-441b-b8a3-451705c4a94d" providerId="AD" clId="Web-{9422887E-2A01-CDCF-3B30-2E4BBA177696}" dt="2026-08-24T01:09:08.721" v="0"/>
      <pc:docMkLst>
        <pc:docMk/>
      </pc:docMkLst>
    </pc:docChg>
  </pc:docChgLst>
  <pc:docChgLst>
    <pc:chgData name="정돈규(DONKYU JUNG)[donkyu]/팀장/제조DX.자동보정.RSND자동보정팀" userId="S::donkyu@lgensol.com::129dd0d3-f7f1-47f5-9573-5d4a6dd9ccfb" providerId="AD" clId="Web-{00000000-0000-0000-0000-000000000000}"/>
    <pc:docChg chg="modSld">
      <pc:chgData name="정돈규(DONKYU JUNG)[donkyu]/팀장/제조DX.자동보정.RSND자동보정팀" userId="S::donkyu@lgensol.com::129dd0d3-f7f1-47f5-9573-5d4a6dd9ccfb" providerId="AD" clId="Web-{00000000-0000-0000-0000-000000000000}" dt="2026-08-26T21:23:06.910" v="0" actId="1076"/>
      <pc:docMkLst>
        <pc:docMk/>
      </pc:docMkLst>
      <pc:sldChg chg="modSp">
        <pc:chgData name="정돈규(DONKYU JUNG)[donkyu]/팀장/제조DX.자동보정.RSND자동보정팀" userId="S::donkyu@lgensol.com::129dd0d3-f7f1-47f5-9573-5d4a6dd9ccfb" providerId="AD" clId="Web-{00000000-0000-0000-0000-000000000000}" dt="2026-08-26T21:23:06.910" v="0" actId="1076"/>
        <pc:sldMkLst>
          <pc:docMk/>
          <pc:sldMk cId="2137932498" sldId="355"/>
        </pc:sldMkLst>
        <pc:spChg chg="mod">
          <ac:chgData name="정돈규(DONKYU JUNG)[donkyu]/팀장/제조DX.자동보정.RSND자동보정팀" userId="S::donkyu@lgensol.com::129dd0d3-f7f1-47f5-9573-5d4a6dd9ccfb" providerId="AD" clId="Web-{00000000-0000-0000-0000-000000000000}" dt="2026-08-26T21:23:06.910" v="0" actId="1076"/>
          <ac:spMkLst>
            <pc:docMk/>
            <pc:sldMk cId="2137932498" sldId="355"/>
            <ac:spMk id="21" creationId="{A5622A5C-4CBB-E64E-B9FD-09F6C967C553}"/>
          </ac:spMkLst>
        </pc:spChg>
      </pc:sldChg>
    </pc:docChg>
  </pc:docChgLst>
  <pc:docChgLst>
    <pc:chgData name="정돈규(DONKYU JUNG)[donkyu]/팀장/제조DX.자동보정.RSND자동보정팀" userId="129dd0d3-f7f1-47f5-9573-5d4a6dd9ccfb" providerId="ADAL" clId="{B15A0306-9B0F-4CB2-8CEB-138C75052A96}"/>
    <pc:docChg chg="undo custSel addSld delSld modSld modSection">
      <pc:chgData name="정돈규(DONKYU JUNG)[donkyu]/팀장/제조DX.자동보정.RSND자동보정팀" userId="129dd0d3-f7f1-47f5-9573-5d4a6dd9ccfb" providerId="ADAL" clId="{B15A0306-9B0F-4CB2-8CEB-138C75052A96}" dt="2026-08-12T05:58:07.534" v="3976" actId="20577"/>
      <pc:docMkLst>
        <pc:docMk/>
      </pc:docMkLst>
      <pc:sldChg chg="modSp mod">
        <pc:chgData name="정돈규(DONKYU JUNG)[donkyu]/팀장/제조DX.자동보정.RSND자동보정팀" userId="129dd0d3-f7f1-47f5-9573-5d4a6dd9ccfb" providerId="ADAL" clId="{B15A0306-9B0F-4CB2-8CEB-138C75052A96}" dt="2026-08-12T02:14:09.839" v="3974" actId="20577"/>
        <pc:sldMkLst>
          <pc:docMk/>
          <pc:sldMk cId="318835780" sldId="348"/>
        </pc:sldMkLst>
        <pc:spChg chg="mod">
          <ac:chgData name="정돈규(DONKYU JUNG)[donkyu]/팀장/제조DX.자동보정.RSND자동보정팀" userId="129dd0d3-f7f1-47f5-9573-5d4a6dd9ccfb" providerId="ADAL" clId="{B15A0306-9B0F-4CB2-8CEB-138C75052A96}" dt="2026-08-12T00:49:49.788" v="1014" actId="20577"/>
          <ac:spMkLst>
            <pc:docMk/>
            <pc:sldMk cId="318835780" sldId="348"/>
            <ac:spMk id="10" creationId="{FC3C06D9-7AB2-A591-890F-8A3CAC376784}"/>
          </ac:spMkLst>
        </pc:spChg>
        <pc:spChg chg="mod">
          <ac:chgData name="정돈규(DONKYU JUNG)[donkyu]/팀장/제조DX.자동보정.RSND자동보정팀" userId="129dd0d3-f7f1-47f5-9573-5d4a6dd9ccfb" providerId="ADAL" clId="{B15A0306-9B0F-4CB2-8CEB-138C75052A96}" dt="2026-08-12T02:04:33.571" v="3837" actId="20577"/>
          <ac:spMkLst>
            <pc:docMk/>
            <pc:sldMk cId="318835780" sldId="348"/>
            <ac:spMk id="14" creationId="{2F54B4B4-594E-6A50-C481-1A791E885C7C}"/>
          </ac:spMkLst>
        </pc:spChg>
        <pc:spChg chg="mod">
          <ac:chgData name="정돈규(DONKYU JUNG)[donkyu]/팀장/제조DX.자동보정.RSND자동보정팀" userId="129dd0d3-f7f1-47f5-9573-5d4a6dd9ccfb" providerId="ADAL" clId="{B15A0306-9B0F-4CB2-8CEB-138C75052A96}" dt="2026-08-12T01:38:29.429" v="2603" actId="20577"/>
          <ac:spMkLst>
            <pc:docMk/>
            <pc:sldMk cId="318835780" sldId="348"/>
            <ac:spMk id="64" creationId="{29F18D63-0C86-F814-65DC-2703630484F7}"/>
          </ac:spMkLst>
        </pc:spChg>
      </pc:sldChg>
      <pc:sldChg chg="addSp delSp modSp mod">
        <pc:chgData name="정돈규(DONKYU JUNG)[donkyu]/팀장/제조DX.자동보정.RSND자동보정팀" userId="129dd0d3-f7f1-47f5-9573-5d4a6dd9ccfb" providerId="ADAL" clId="{B15A0306-9B0F-4CB2-8CEB-138C75052A96}" dt="2026-08-12T05:58:07.534" v="3976" actId="20577"/>
        <pc:sldMkLst>
          <pc:docMk/>
          <pc:sldMk cId="2137932498" sldId="355"/>
        </pc:sldMkLst>
        <pc:spChg chg="mod">
          <ac:chgData name="정돈규(DONKYU JUNG)[donkyu]/팀장/제조DX.자동보정.RSND자동보정팀" userId="129dd0d3-f7f1-47f5-9573-5d4a6dd9ccfb" providerId="ADAL" clId="{B15A0306-9B0F-4CB2-8CEB-138C75052A96}" dt="2026-08-12T05:58:07.534" v="3976" actId="20577"/>
          <ac:spMkLst>
            <pc:docMk/>
            <pc:sldMk cId="2137932498" sldId="355"/>
            <ac:spMk id="2" creationId="{C369D80D-66B4-288D-797D-0F067C94E92F}"/>
          </ac:spMkLst>
        </pc:spChg>
        <pc:spChg chg="mod">
          <ac:chgData name="정돈규(DONKYU JUNG)[donkyu]/팀장/제조DX.자동보정.RSND자동보정팀" userId="129dd0d3-f7f1-47f5-9573-5d4a6dd9ccfb" providerId="ADAL" clId="{B15A0306-9B0F-4CB2-8CEB-138C75052A96}" dt="2026-08-12T01:38:01.581" v="2601" actId="20577"/>
          <ac:spMkLst>
            <pc:docMk/>
            <pc:sldMk cId="2137932498" sldId="355"/>
            <ac:spMk id="64" creationId="{A649AF1C-B691-5218-A597-FD5B9EBFDF82}"/>
          </ac:spMkLst>
        </pc:spChg>
      </pc:sldChg>
    </pc:docChg>
  </pc:docChgLst>
  <pc:docChgLst>
    <pc:chgData name="황재웅(JAEWOONG HWANG)[xyxowen1234]/선임/제조DX.자동보정.조립자동보정팀" userId="84481fad-ac5e-4a35-844e-8829e3f0212e" providerId="ADAL" clId="{32DA9F30-4DF9-4448-98BF-8936A858A684}"/>
    <pc:docChg chg="undo redo custSel addSld delSld modSld modSection">
      <pc:chgData name="황재웅(JAEWOONG HWANG)[xyxowen1234]/선임/제조DX.자동보정.조립자동보정팀" userId="84481fad-ac5e-4a35-844e-8829e3f0212e" providerId="ADAL" clId="{32DA9F30-4DF9-4448-98BF-8936A858A684}" dt="2026-08-18T10:04:21.660" v="898" actId="2711"/>
      <pc:docMkLst>
        <pc:docMk/>
      </pc:docMkLst>
    </pc:docChg>
  </pc:docChgLst>
  <pc:docChgLst>
    <pc:chgData name="박홍준(HONGJUN PARK)[bakongjun]/사원/제조DX.자동보정.RSND자동보정팀" userId="72d131f8-3bdb-4973-92c4-217bee4fcd53" providerId="ADAL" clId="{1CF3037E-F9ED-4B09-8B36-3F1F0EB3D55E}"/>
    <pc:docChg chg="undo redo custSel addSld delSld modSld modSection">
      <pc:chgData name="박홍준(HONGJUN PARK)[bakongjun]/사원/제조DX.자동보정.RSND자동보정팀" userId="72d131f8-3bdb-4973-92c4-217bee4fcd53" providerId="ADAL" clId="{1CF3037E-F9ED-4B09-8B36-3F1F0EB3D55E}" dt="2026-09-22T01:56:06.071" v="25678" actId="20577"/>
      <pc:docMkLst>
        <pc:docMk/>
      </pc:docMkLst>
      <pc:sldChg chg="modSp mod">
        <pc:chgData name="박홍준(HONGJUN PARK)[bakongjun]/사원/제조DX.자동보정.RSND자동보정팀" userId="72d131f8-3bdb-4973-92c4-217bee4fcd53" providerId="ADAL" clId="{1CF3037E-F9ED-4B09-8B36-3F1F0EB3D55E}" dt="2026-09-22T01:46:56.362" v="24256" actId="20577"/>
        <pc:sldMkLst>
          <pc:docMk/>
          <pc:sldMk cId="3355297601" sldId="278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9-22T01:46:56.362" v="24256" actId="20577"/>
          <ac:spMkLst>
            <pc:docMk/>
            <pc:sldMk cId="3355297601" sldId="278"/>
            <ac:spMk id="7" creationId="{5F6DCF5A-C812-C79A-3E4D-3B5DB39B7269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15T07:21:40.143" v="23386" actId="20577"/>
          <ac:spMkLst>
            <pc:docMk/>
            <pc:sldMk cId="3355297601" sldId="278"/>
            <ac:spMk id="11" creationId="{CDAB89A0-783A-622B-2C7A-981A15B770D8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8-31T02:33:42.426" v="22029" actId="1038"/>
        <pc:sldMkLst>
          <pc:docMk/>
          <pc:sldMk cId="2657111973" sldId="284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31T02:33:42.426" v="22029" actId="1038"/>
          <ac:spMkLst>
            <pc:docMk/>
            <pc:sldMk cId="2657111973" sldId="284"/>
            <ac:spMk id="38" creationId="{C34CE7F8-7211-9019-529A-3EE515CD3870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8-25T08:57:03.262" v="20923" actId="20577"/>
        <pc:sldMkLst>
          <pc:docMk/>
          <pc:sldMk cId="1554108962" sldId="305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8:57:03.262" v="20923" actId="20577"/>
          <ac:spMkLst>
            <pc:docMk/>
            <pc:sldMk cId="1554108962" sldId="305"/>
            <ac:spMk id="44" creationId="{6F3BC2FF-E945-9DC3-7A0D-1FE966BFB24D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8-25T04:27:32.021" v="18478" actId="20577"/>
        <pc:sldMkLst>
          <pc:docMk/>
          <pc:sldMk cId="1491083186" sldId="318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4:27:32.021" v="18478" actId="20577"/>
          <ac:spMkLst>
            <pc:docMk/>
            <pc:sldMk cId="1491083186" sldId="318"/>
            <ac:spMk id="10" creationId="{9B7BCF75-42DD-3CCE-5107-95AC25957E93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9-22T01:55:34.412" v="25631" actId="20577"/>
        <pc:sldMkLst>
          <pc:docMk/>
          <pc:sldMk cId="2043269716" sldId="319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9-22T01:54:59.130" v="25381" actId="207"/>
          <ac:spMkLst>
            <pc:docMk/>
            <pc:sldMk cId="2043269716" sldId="319"/>
            <ac:spMk id="8" creationId="{4E4C90C9-A019-5679-6ED0-4DA8526529E6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22T01:53:17.655" v="25045" actId="20577"/>
          <ac:spMkLst>
            <pc:docMk/>
            <pc:sldMk cId="2043269716" sldId="319"/>
            <ac:spMk id="15" creationId="{465732E6-7EC6-799B-FDD4-0CF99EEE37FF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22T01:55:34.412" v="25631" actId="20577"/>
          <ac:spMkLst>
            <pc:docMk/>
            <pc:sldMk cId="2043269716" sldId="319"/>
            <ac:spMk id="16" creationId="{0A8513CF-8D68-D321-D10C-6D4A43E1A14E}"/>
          </ac:spMkLst>
        </pc:spChg>
      </pc:sldChg>
      <pc:sldChg chg="delSp modSp add mod">
        <pc:chgData name="박홍준(HONGJUN PARK)[bakongjun]/사원/제조DX.자동보정.RSND자동보정팀" userId="72d131f8-3bdb-4973-92c4-217bee4fcd53" providerId="ADAL" clId="{1CF3037E-F9ED-4B09-8B36-3F1F0EB3D55E}" dt="2026-09-22T01:52:40.265" v="25041" actId="20577"/>
        <pc:sldMkLst>
          <pc:docMk/>
          <pc:sldMk cId="3641271746" sldId="326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4:28:09.995" v="18505" actId="20577"/>
          <ac:spMkLst>
            <pc:docMk/>
            <pc:sldMk cId="3641271746" sldId="326"/>
            <ac:spMk id="5" creationId="{3ACC1B04-27BB-4ED5-3379-707B21AF2436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22T01:47:21.065" v="24276" actId="20577"/>
          <ac:spMkLst>
            <pc:docMk/>
            <pc:sldMk cId="3641271746" sldId="326"/>
            <ac:spMk id="7" creationId="{6B8C2711-9B8E-F304-7355-3DF78B4E12E6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22T01:52:40.265" v="25041" actId="20577"/>
          <ac:spMkLst>
            <pc:docMk/>
            <pc:sldMk cId="3641271746" sldId="326"/>
            <ac:spMk id="8" creationId="{2ED73FA1-C9E4-7A6E-CF08-8864D61A3531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8-25T04:27:20.850" v="18470" actId="20577"/>
          <ac:spMkLst>
            <pc:docMk/>
            <pc:sldMk cId="3641271746" sldId="326"/>
            <ac:spMk id="10" creationId="{1C6BE50F-8C2A-BAC0-710A-37E963B896C0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22T01:52:30.797" v="25034" actId="20577"/>
          <ac:spMkLst>
            <pc:docMk/>
            <pc:sldMk cId="3641271746" sldId="326"/>
            <ac:spMk id="11" creationId="{7D98E064-A8E0-233F-3B6F-CDC877BE885A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8-25T08:57:40.721" v="20931" actId="20577"/>
        <pc:sldMkLst>
          <pc:docMk/>
          <pc:sldMk cId="289526203" sldId="334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8:57:40.721" v="20931" actId="20577"/>
          <ac:spMkLst>
            <pc:docMk/>
            <pc:sldMk cId="289526203" sldId="334"/>
            <ac:spMk id="7" creationId="{3743035E-368D-94F0-DF48-386047467EA3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8-25T04:27:37.416" v="18482" actId="20577"/>
        <pc:sldMkLst>
          <pc:docMk/>
          <pc:sldMk cId="2369456689" sldId="335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4:27:37.416" v="18482" actId="20577"/>
          <ac:spMkLst>
            <pc:docMk/>
            <pc:sldMk cId="2369456689" sldId="335"/>
            <ac:spMk id="10" creationId="{9B7BCF75-42DD-3CCE-5107-95AC25957E93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9-22T01:56:06.071" v="25678" actId="20577"/>
        <pc:sldMkLst>
          <pc:docMk/>
          <pc:sldMk cId="2102800239" sldId="359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4:47:41.571" v="20569"/>
          <ac:spMkLst>
            <pc:docMk/>
            <pc:sldMk cId="2102800239" sldId="359"/>
            <ac:spMk id="6" creationId="{752A656E-9DC5-02EE-331F-E1062DD79BF5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22T01:55:54.103" v="25632" actId="207"/>
          <ac:spMkLst>
            <pc:docMk/>
            <pc:sldMk cId="2102800239" sldId="359"/>
            <ac:spMk id="8" creationId="{4E4C90C9-A019-5679-6ED0-4DA8526529E6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22T01:56:06.071" v="25678" actId="20577"/>
          <ac:spMkLst>
            <pc:docMk/>
            <pc:sldMk cId="2102800239" sldId="359"/>
            <ac:spMk id="15" creationId="{465732E6-7EC6-799B-FDD4-0CF99EEE37FF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22T01:56:01.319" v="25675" actId="20577"/>
          <ac:spMkLst>
            <pc:docMk/>
            <pc:sldMk cId="2102800239" sldId="359"/>
            <ac:spMk id="16" creationId="{0A8513CF-8D68-D321-D10C-6D4A43E1A14E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8-25T08:56:46.093" v="20919" actId="20577"/>
        <pc:sldMkLst>
          <pc:docMk/>
          <pc:sldMk cId="70802679" sldId="376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8:56:46.093" v="20919" actId="20577"/>
          <ac:spMkLst>
            <pc:docMk/>
            <pc:sldMk cId="70802679" sldId="376"/>
            <ac:spMk id="19" creationId="{31E243ED-0DCD-3CC7-3BF6-185ECD776406}"/>
          </ac:spMkLst>
        </pc:spChg>
      </pc:sldChg>
      <pc:sldChg chg="addSp delSp modSp mod">
        <pc:chgData name="박홍준(HONGJUN PARK)[bakongjun]/사원/제조DX.자동보정.RSND자동보정팀" userId="72d131f8-3bdb-4973-92c4-217bee4fcd53" providerId="ADAL" clId="{1CF3037E-F9ED-4B09-8B36-3F1F0EB3D55E}" dt="2026-09-22T01:47:13.934" v="24270" actId="20577"/>
        <pc:sldMkLst>
          <pc:docMk/>
          <pc:sldMk cId="2366215535" sldId="390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4:26:14.318" v="18461" actId="20577"/>
          <ac:spMkLst>
            <pc:docMk/>
            <pc:sldMk cId="2366215535" sldId="390"/>
            <ac:spMk id="5" creationId="{FB6C029C-8797-2345-71D0-842D1206D2CF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22T01:47:13.934" v="24270" actId="20577"/>
          <ac:spMkLst>
            <pc:docMk/>
            <pc:sldMk cId="2366215535" sldId="390"/>
            <ac:spMk id="7" creationId="{5F6DCF5A-C812-C79A-3E4D-3B5DB39B7269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15T07:23:44.715" v="23686" actId="20577"/>
          <ac:spMkLst>
            <pc:docMk/>
            <pc:sldMk cId="2366215535" sldId="390"/>
            <ac:spMk id="8" creationId="{4E4C90C9-A019-5679-6ED0-4DA8526529E6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8-25T04:27:14.148" v="18466" actId="20577"/>
          <ac:spMkLst>
            <pc:docMk/>
            <pc:sldMk cId="2366215535" sldId="390"/>
            <ac:spMk id="10" creationId="{9B7BCF75-42DD-3CCE-5107-95AC25957E93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15T07:22:37.005" v="23504" actId="20577"/>
          <ac:spMkLst>
            <pc:docMk/>
            <pc:sldMk cId="2366215535" sldId="390"/>
            <ac:spMk id="11" creationId="{CDAB89A0-783A-622B-2C7A-981A15B770D8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8-25T08:57:08.602" v="20927" actId="20577"/>
        <pc:sldMkLst>
          <pc:docMk/>
          <pc:sldMk cId="4050359468" sldId="400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8:57:08.602" v="20927" actId="20577"/>
          <ac:spMkLst>
            <pc:docMk/>
            <pc:sldMk cId="4050359468" sldId="400"/>
            <ac:spMk id="6" creationId="{8434DB26-0989-42D9-FE33-922D5D878913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8-25T04:27:26.691" v="18474" actId="20577"/>
        <pc:sldMkLst>
          <pc:docMk/>
          <pc:sldMk cId="3929383520" sldId="407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4:27:26.691" v="18474" actId="20577"/>
          <ac:spMkLst>
            <pc:docMk/>
            <pc:sldMk cId="3929383520" sldId="407"/>
            <ac:spMk id="10" creationId="{9B7BCF75-42DD-3CCE-5107-95AC25957E93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9-15T07:24:55.608" v="23778" actId="20577"/>
        <pc:sldMkLst>
          <pc:docMk/>
          <pc:sldMk cId="3901856383" sldId="431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9-15T07:24:55.608" v="23778" actId="20577"/>
          <ac:spMkLst>
            <pc:docMk/>
            <pc:sldMk cId="3901856383" sldId="431"/>
            <ac:spMk id="15" creationId="{465732E6-7EC6-799B-FDD4-0CF99EEE37FF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8-25T04:47:09.817" v="20551" actId="20577"/>
          <ac:spMkLst>
            <pc:docMk/>
            <pc:sldMk cId="3901856383" sldId="431"/>
            <ac:spMk id="16" creationId="{0A8513CF-8D68-D321-D10C-6D4A43E1A14E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9-08T00:11:05.370" v="22747" actId="20577"/>
        <pc:sldMkLst>
          <pc:docMk/>
          <pc:sldMk cId="1211839706" sldId="435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8-25T04:48:57.441" v="20605" actId="207"/>
          <ac:spMkLst>
            <pc:docMk/>
            <pc:sldMk cId="1211839706" sldId="435"/>
            <ac:spMk id="8" creationId="{4E4C90C9-A019-5679-6ED0-4DA8526529E6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9-08T00:11:05.370" v="22747" actId="20577"/>
          <ac:spMkLst>
            <pc:docMk/>
            <pc:sldMk cId="1211839706" sldId="435"/>
            <ac:spMk id="15" creationId="{465732E6-7EC6-799B-FDD4-0CF99EEE37FF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8-25T04:49:06.300" v="20641" actId="20577"/>
          <ac:spMkLst>
            <pc:docMk/>
            <pc:sldMk cId="1211839706" sldId="435"/>
            <ac:spMk id="16" creationId="{0A8513CF-8D68-D321-D10C-6D4A43E1A14E}"/>
          </ac:spMkLst>
        </pc:spChg>
      </pc:sldChg>
      <pc:sldChg chg="modSp mod">
        <pc:chgData name="박홍준(HONGJUN PARK)[bakongjun]/사원/제조DX.자동보정.RSND자동보정팀" userId="72d131f8-3bdb-4973-92c4-217bee4fcd53" providerId="ADAL" clId="{1CF3037E-F9ED-4B09-8B36-3F1F0EB3D55E}" dt="2026-09-22T01:47:05.545" v="24262" actId="20577"/>
        <pc:sldMkLst>
          <pc:docMk/>
          <pc:sldMk cId="1671109175" sldId="2147483647"/>
        </pc:sldMkLst>
        <pc:spChg chg="mod">
          <ac:chgData name="박홍준(HONGJUN PARK)[bakongjun]/사원/제조DX.자동보정.RSND자동보정팀" userId="72d131f8-3bdb-4973-92c4-217bee4fcd53" providerId="ADAL" clId="{1CF3037E-F9ED-4B09-8B36-3F1F0EB3D55E}" dt="2026-09-22T01:47:05.545" v="24262" actId="20577"/>
          <ac:spMkLst>
            <pc:docMk/>
            <pc:sldMk cId="1671109175" sldId="2147483647"/>
            <ac:spMk id="7" creationId="{5F6DCF5A-C812-C79A-3E4D-3B5DB39B7269}"/>
          </ac:spMkLst>
        </pc:spChg>
        <pc:spChg chg="mod">
          <ac:chgData name="박홍준(HONGJUN PARK)[bakongjun]/사원/제조DX.자동보정.RSND자동보정팀" userId="72d131f8-3bdb-4973-92c4-217bee4fcd53" providerId="ADAL" clId="{1CF3037E-F9ED-4B09-8B36-3F1F0EB3D55E}" dt="2026-08-25T04:27:08.786" v="18464" actId="20577"/>
          <ac:spMkLst>
            <pc:docMk/>
            <pc:sldMk cId="1671109175" sldId="2147483647"/>
            <ac:spMk id="10" creationId="{9B7BCF75-42DD-3CCE-5107-95AC25957E93}"/>
          </ac:spMkLst>
        </pc:spChg>
      </pc:sldChg>
    </pc:docChg>
  </pc:docChgLst>
  <pc:docChgLst>
    <pc:chgData name="신재우(JAEWOO SHIN)[jaewoo.s]/선임/제조DX.자동보정.자동보정선행개발팀" userId="e0840e83-c9b5-4a8f-92d7-5eca1a37c5af" providerId="ADAL" clId="{D6D69678-C90F-4716-911F-E31A47F343B6}"/>
    <pc:docChg chg="undo custSel modSld">
      <pc:chgData name="신재우(JAEWOO SHIN)[jaewoo.s]/선임/제조DX.자동보정.자동보정선행개발팀" userId="e0840e83-c9b5-4a8f-92d7-5eca1a37c5af" providerId="ADAL" clId="{D6D69678-C90F-4716-911F-E31A47F343B6}" dt="2026-09-15T09:16:40.661" v="1316" actId="207"/>
      <pc:docMkLst>
        <pc:docMk/>
      </pc:docMkLst>
      <pc:sldChg chg="modSp mod">
        <pc:chgData name="신재우(JAEWOO SHIN)[jaewoo.s]/선임/제조DX.자동보정.자동보정선행개발팀" userId="e0840e83-c9b5-4a8f-92d7-5eca1a37c5af" providerId="ADAL" clId="{D6D69678-C90F-4716-911F-E31A47F343B6}" dt="2026-09-15T09:16:40.661" v="1316" actId="207"/>
        <pc:sldMkLst>
          <pc:docMk/>
          <pc:sldMk cId="854844539" sldId="306"/>
        </pc:sldMkLst>
        <pc:spChg chg="mod">
          <ac:chgData name="신재우(JAEWOO SHIN)[jaewoo.s]/선임/제조DX.자동보정.자동보정선행개발팀" userId="e0840e83-c9b5-4a8f-92d7-5eca1a37c5af" providerId="ADAL" clId="{D6D69678-C90F-4716-911F-E31A47F343B6}" dt="2026-09-15T09:16:40.661" v="1316" actId="207"/>
          <ac:spMkLst>
            <pc:docMk/>
            <pc:sldMk cId="854844539" sldId="306"/>
            <ac:spMk id="2" creationId="{2A16A626-EF0E-253F-27D9-1C20223B7278}"/>
          </ac:spMkLst>
        </pc:spChg>
        <pc:spChg chg="mod">
          <ac:chgData name="신재우(JAEWOO SHIN)[jaewoo.s]/선임/제조DX.자동보정.자동보정선행개발팀" userId="e0840e83-c9b5-4a8f-92d7-5eca1a37c5af" providerId="ADAL" clId="{D6D69678-C90F-4716-911F-E31A47F343B6}" dt="2026-09-15T09:14:48.324" v="1278"/>
          <ac:spMkLst>
            <pc:docMk/>
            <pc:sldMk cId="854844539" sldId="306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D6D69678-C90F-4716-911F-E31A47F343B6}" dt="2026-09-15T09:14:45.413" v="1277"/>
        <pc:sldMkLst>
          <pc:docMk/>
          <pc:sldMk cId="1311616244" sldId="397"/>
        </pc:sldMkLst>
        <pc:spChg chg="mod">
          <ac:chgData name="신재우(JAEWOO SHIN)[jaewoo.s]/선임/제조DX.자동보정.자동보정선행개발팀" userId="e0840e83-c9b5-4a8f-92d7-5eca1a37c5af" providerId="ADAL" clId="{D6D69678-C90F-4716-911F-E31A47F343B6}" dt="2026-09-15T09:14:45.413" v="1277"/>
          <ac:spMkLst>
            <pc:docMk/>
            <pc:sldMk cId="1311616244" sldId="397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D6D69678-C90F-4716-911F-E31A47F343B6}" dt="2026-09-15T09:14:51.618" v="1279"/>
        <pc:sldMkLst>
          <pc:docMk/>
          <pc:sldMk cId="4044710247" sldId="419"/>
        </pc:sldMkLst>
        <pc:spChg chg="mod">
          <ac:chgData name="신재우(JAEWOO SHIN)[jaewoo.s]/선임/제조DX.자동보정.자동보정선행개발팀" userId="e0840e83-c9b5-4a8f-92d7-5eca1a37c5af" providerId="ADAL" clId="{D6D69678-C90F-4716-911F-E31A47F343B6}" dt="2026-09-15T09:14:51.618" v="1279"/>
          <ac:spMkLst>
            <pc:docMk/>
            <pc:sldMk cId="4044710247" sldId="419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D6D69678-C90F-4716-911F-E31A47F343B6}" dt="2026-09-15T09:15:43.980" v="1315" actId="20577"/>
        <pc:sldMkLst>
          <pc:docMk/>
          <pc:sldMk cId="913002350" sldId="2147483645"/>
        </pc:sldMkLst>
        <pc:spChg chg="mod">
          <ac:chgData name="신재우(JAEWOO SHIN)[jaewoo.s]/선임/제조DX.자동보정.자동보정선행개발팀" userId="e0840e83-c9b5-4a8f-92d7-5eca1a37c5af" providerId="ADAL" clId="{D6D69678-C90F-4716-911F-E31A47F343B6}" dt="2026-09-15T09:14:40.713" v="1276" actId="20577"/>
          <ac:spMkLst>
            <pc:docMk/>
            <pc:sldMk cId="913002350" sldId="2147483645"/>
            <ac:spMk id="7" creationId="{76597178-0C46-359F-C512-80C28D96C117}"/>
          </ac:spMkLst>
        </pc:spChg>
        <pc:spChg chg="mod">
          <ac:chgData name="신재우(JAEWOO SHIN)[jaewoo.s]/선임/제조DX.자동보정.자동보정선행개발팀" userId="e0840e83-c9b5-4a8f-92d7-5eca1a37c5af" providerId="ADAL" clId="{D6D69678-C90F-4716-911F-E31A47F343B6}" dt="2026-09-15T09:06:20.413" v="521" actId="207"/>
          <ac:spMkLst>
            <pc:docMk/>
            <pc:sldMk cId="913002350" sldId="2147483645"/>
            <ac:spMk id="8" creationId="{9408B95E-73A6-D91A-F6E6-D9C1BE27039E}"/>
          </ac:spMkLst>
        </pc:spChg>
        <pc:spChg chg="mod">
          <ac:chgData name="신재우(JAEWOO SHIN)[jaewoo.s]/선임/제조DX.자동보정.자동보정선행개발팀" userId="e0840e83-c9b5-4a8f-92d7-5eca1a37c5af" providerId="ADAL" clId="{D6D69678-C90F-4716-911F-E31A47F343B6}" dt="2026-09-15T09:15:05.152" v="1291" actId="20577"/>
          <ac:spMkLst>
            <pc:docMk/>
            <pc:sldMk cId="913002350" sldId="2147483645"/>
            <ac:spMk id="11" creationId="{72EE0B59-5A69-39CF-C375-4160042376A5}"/>
          </ac:spMkLst>
        </pc:spChg>
        <pc:graphicFrameChg chg="modGraphic">
          <ac:chgData name="신재우(JAEWOO SHIN)[jaewoo.s]/선임/제조DX.자동보정.자동보정선행개발팀" userId="e0840e83-c9b5-4a8f-92d7-5eca1a37c5af" providerId="ADAL" clId="{D6D69678-C90F-4716-911F-E31A47F343B6}" dt="2026-09-15T09:15:43.980" v="1315" actId="20577"/>
          <ac:graphicFrameMkLst>
            <pc:docMk/>
            <pc:sldMk cId="913002350" sldId="2147483645"/>
            <ac:graphicFrameMk id="24" creationId="{6404ADA5-6E43-BCCC-D216-683EF1FC20E2}"/>
          </ac:graphicFrameMkLst>
        </pc:graphicFrameChg>
      </pc:sldChg>
    </pc:docChg>
  </pc:docChgLst>
  <pc:docChgLst>
    <pc:chgData name="정대영(DAEYEONG JUNG)[shinecas]/책임/제조DX.자동보정.RSND자동보정팀" userId="d0d3060e-f064-4c8a-b029-66e60df73558" providerId="ADAL" clId="{6C5F2EF5-2AE5-4670-97C6-CD1B7F141CFB}"/>
    <pc:docChg chg="modSld">
      <pc:chgData name="정대영(DAEYEONG JUNG)[shinecas]/책임/제조DX.자동보정.RSND자동보정팀" userId="d0d3060e-f064-4c8a-b029-66e60df73558" providerId="ADAL" clId="{6C5F2EF5-2AE5-4670-97C6-CD1B7F141CFB}" dt="2026-09-16T02:12:42.992" v="365" actId="20577"/>
      <pc:docMkLst>
        <pc:docMk/>
      </pc:docMkLst>
      <pc:sldChg chg="modSp mod">
        <pc:chgData name="정대영(DAEYEONG JUNG)[shinecas]/책임/제조DX.자동보정.RSND자동보정팀" userId="d0d3060e-f064-4c8a-b029-66e60df73558" providerId="ADAL" clId="{6C5F2EF5-2AE5-4670-97C6-CD1B7F141CFB}" dt="2026-09-16T02:12:42.992" v="365" actId="20577"/>
        <pc:sldMkLst>
          <pc:docMk/>
          <pc:sldMk cId="318835780" sldId="348"/>
        </pc:sldMkLst>
        <pc:spChg chg="mod">
          <ac:chgData name="정대영(DAEYEONG JUNG)[shinecas]/책임/제조DX.자동보정.RSND자동보정팀" userId="d0d3060e-f064-4c8a-b029-66e60df73558" providerId="ADAL" clId="{6C5F2EF5-2AE5-4670-97C6-CD1B7F141CFB}" dt="2026-09-16T02:12:42.992" v="365" actId="20577"/>
          <ac:spMkLst>
            <pc:docMk/>
            <pc:sldMk cId="318835780" sldId="348"/>
            <ac:spMk id="3" creationId="{787FA41E-4D90-495E-3E31-D80126B5EA82}"/>
          </ac:spMkLst>
        </pc:spChg>
      </pc:sldChg>
    </pc:docChg>
  </pc:docChgLst>
  <pc:docChgLst>
    <pc:chgData name="백승민(SEUNGMIN PAIK)[smpaik]/사원/제조DX.자동보정.RSND자동보정팀" userId="S::smpaik@lgensol.com::7c886758-2f96-4461-bc5a-14fabaf6b696" providerId="AD" clId="Web-{2E0A4D53-3FCC-9433-6427-EE5A26598291}"/>
    <pc:docChg chg="modSld">
      <pc:chgData name="백승민(SEUNGMIN PAIK)[smpaik]/사원/제조DX.자동보정.RSND자동보정팀" userId="S::smpaik@lgensol.com::7c886758-2f96-4461-bc5a-14fabaf6b696" providerId="AD" clId="Web-{2E0A4D53-3FCC-9433-6427-EE5A26598291}" dt="2026-09-09T10:54:51.016" v="22" actId="20577"/>
      <pc:docMkLst>
        <pc:docMk/>
      </pc:docMkLst>
      <pc:sldChg chg="modSp">
        <pc:chgData name="백승민(SEUNGMIN PAIK)[smpaik]/사원/제조DX.자동보정.RSND자동보정팀" userId="S::smpaik@lgensol.com::7c886758-2f96-4461-bc5a-14fabaf6b696" providerId="AD" clId="Web-{2E0A4D53-3FCC-9433-6427-EE5A26598291}" dt="2026-09-09T10:54:51.016" v="22" actId="20577"/>
        <pc:sldMkLst>
          <pc:docMk/>
          <pc:sldMk cId="1935996428" sldId="294"/>
        </pc:sldMkLst>
        <pc:spChg chg="mod">
          <ac:chgData name="백승민(SEUNGMIN PAIK)[smpaik]/사원/제조DX.자동보정.RSND자동보정팀" userId="S::smpaik@lgensol.com::7c886758-2f96-4461-bc5a-14fabaf6b696" providerId="AD" clId="Web-{2E0A4D53-3FCC-9433-6427-EE5A26598291}" dt="2026-09-09T10:54:51.016" v="22" actId="20577"/>
          <ac:spMkLst>
            <pc:docMk/>
            <pc:sldMk cId="1935996428" sldId="294"/>
            <ac:spMk id="8" creationId="{198D5E01-C9B0-FF96-5EA3-FE1AAA94DB56}"/>
          </ac:spMkLst>
        </pc:spChg>
        <pc:spChg chg="mod">
          <ac:chgData name="백승민(SEUNGMIN PAIK)[smpaik]/사원/제조DX.자동보정.RSND자동보정팀" userId="S::smpaik@lgensol.com::7c886758-2f96-4461-bc5a-14fabaf6b696" providerId="AD" clId="Web-{2E0A4D53-3FCC-9433-6427-EE5A26598291}" dt="2026-09-09T10:53:46.246" v="19" actId="20577"/>
          <ac:spMkLst>
            <pc:docMk/>
            <pc:sldMk cId="1935996428" sldId="294"/>
            <ac:spMk id="15" creationId="{619EE746-15DF-1FE9-D3E5-C0C497B44E74}"/>
          </ac:spMkLst>
        </pc:spChg>
      </pc:sldChg>
      <pc:sldChg chg="modSp">
        <pc:chgData name="백승민(SEUNGMIN PAIK)[smpaik]/사원/제조DX.자동보정.RSND자동보정팀" userId="S::smpaik@lgensol.com::7c886758-2f96-4461-bc5a-14fabaf6b696" providerId="AD" clId="Web-{2E0A4D53-3FCC-9433-6427-EE5A26598291}" dt="2026-09-09T10:52:22.599" v="6"/>
        <pc:sldMkLst>
          <pc:docMk/>
          <pc:sldMk cId="3067569993" sldId="332"/>
        </pc:sldMkLst>
        <pc:spChg chg="mod">
          <ac:chgData name="백승민(SEUNGMIN PAIK)[smpaik]/사원/제조DX.자동보정.RSND자동보정팀" userId="S::smpaik@lgensol.com::7c886758-2f96-4461-bc5a-14fabaf6b696" providerId="AD" clId="Web-{2E0A4D53-3FCC-9433-6427-EE5A26598291}" dt="2026-09-09T10:52:17.818" v="2" actId="20577"/>
          <ac:spMkLst>
            <pc:docMk/>
            <pc:sldMk cId="3067569993" sldId="332"/>
            <ac:spMk id="21" creationId="{05C88F39-20D4-8F46-9DEB-1929624D93DF}"/>
          </ac:spMkLst>
        </pc:spChg>
        <pc:spChg chg="mod">
          <ac:chgData name="백승민(SEUNGMIN PAIK)[smpaik]/사원/제조DX.자동보정.RSND자동보정팀" userId="S::smpaik@lgensol.com::7c886758-2f96-4461-bc5a-14fabaf6b696" providerId="AD" clId="Web-{2E0A4D53-3FCC-9433-6427-EE5A26598291}" dt="2026-09-09T10:52:10.849" v="0" actId="20577"/>
          <ac:spMkLst>
            <pc:docMk/>
            <pc:sldMk cId="3067569993" sldId="332"/>
            <ac:spMk id="61" creationId="{15739C77-90D0-2908-486E-72289D588C31}"/>
          </ac:spMkLst>
        </pc:spChg>
        <pc:graphicFrameChg chg="mod modGraphic">
          <ac:chgData name="백승민(SEUNGMIN PAIK)[smpaik]/사원/제조DX.자동보정.RSND자동보정팀" userId="S::smpaik@lgensol.com::7c886758-2f96-4461-bc5a-14fabaf6b696" providerId="AD" clId="Web-{2E0A4D53-3FCC-9433-6427-EE5A26598291}" dt="2026-09-09T10:52:22.599" v="6"/>
          <ac:graphicFrameMkLst>
            <pc:docMk/>
            <pc:sldMk cId="3067569993" sldId="332"/>
            <ac:graphicFrameMk id="19" creationId="{9B92E172-7A15-81B5-9A18-027BCFA8E403}"/>
          </ac:graphicFrameMkLst>
        </pc:graphicFrameChg>
      </pc:sldChg>
      <pc:sldChg chg="modSp">
        <pc:chgData name="백승민(SEUNGMIN PAIK)[smpaik]/사원/제조DX.자동보정.RSND자동보정팀" userId="S::smpaik@lgensol.com::7c886758-2f96-4461-bc5a-14fabaf6b696" providerId="AD" clId="Web-{2E0A4D53-3FCC-9433-6427-EE5A26598291}" dt="2026-09-09T10:52:30.084" v="8" actId="20577"/>
        <pc:sldMkLst>
          <pc:docMk/>
          <pc:sldMk cId="289526203" sldId="334"/>
        </pc:sldMkLst>
        <pc:spChg chg="mod">
          <ac:chgData name="백승민(SEUNGMIN PAIK)[smpaik]/사원/제조DX.자동보정.RSND자동보정팀" userId="S::smpaik@lgensol.com::7c886758-2f96-4461-bc5a-14fabaf6b696" providerId="AD" clId="Web-{2E0A4D53-3FCC-9433-6427-EE5A26598291}" dt="2026-09-09T10:52:30.084" v="8" actId="20577"/>
          <ac:spMkLst>
            <pc:docMk/>
            <pc:sldMk cId="289526203" sldId="334"/>
            <ac:spMk id="7" creationId="{3743035E-368D-94F0-DF48-386047467EA3}"/>
          </ac:spMkLst>
        </pc:spChg>
      </pc:sldChg>
      <pc:sldChg chg="modSp">
        <pc:chgData name="백승민(SEUNGMIN PAIK)[smpaik]/사원/제조DX.자동보정.RSND자동보정팀" userId="S::smpaik@lgensol.com::7c886758-2f96-4461-bc5a-14fabaf6b696" providerId="AD" clId="Web-{2E0A4D53-3FCC-9433-6427-EE5A26598291}" dt="2026-09-09T10:52:36.616" v="10" actId="20577"/>
        <pc:sldMkLst>
          <pc:docMk/>
          <pc:sldMk cId="1016465783" sldId="340"/>
        </pc:sldMkLst>
        <pc:spChg chg="mod">
          <ac:chgData name="백승민(SEUNGMIN PAIK)[smpaik]/사원/제조DX.자동보정.RSND자동보정팀" userId="S::smpaik@lgensol.com::7c886758-2f96-4461-bc5a-14fabaf6b696" providerId="AD" clId="Web-{2E0A4D53-3FCC-9433-6427-EE5A26598291}" dt="2026-09-09T10:52:36.616" v="10" actId="20577"/>
          <ac:spMkLst>
            <pc:docMk/>
            <pc:sldMk cId="1016465783" sldId="340"/>
            <ac:spMk id="3" creationId="{07DC6E8D-AD92-555F-3CFE-94595D8FCE77}"/>
          </ac:spMkLst>
        </pc:spChg>
      </pc:sldChg>
      <pc:sldChg chg="modSp">
        <pc:chgData name="백승민(SEUNGMIN PAIK)[smpaik]/사원/제조DX.자동보정.RSND자동보정팀" userId="S::smpaik@lgensol.com::7c886758-2f96-4461-bc5a-14fabaf6b696" providerId="AD" clId="Web-{2E0A4D53-3FCC-9433-6427-EE5A26598291}" dt="2026-09-09T10:52:42.882" v="12" actId="20577"/>
        <pc:sldMkLst>
          <pc:docMk/>
          <pc:sldMk cId="3535598617" sldId="341"/>
        </pc:sldMkLst>
        <pc:spChg chg="mod">
          <ac:chgData name="백승민(SEUNGMIN PAIK)[smpaik]/사원/제조DX.자동보정.RSND자동보정팀" userId="S::smpaik@lgensol.com::7c886758-2f96-4461-bc5a-14fabaf6b696" providerId="AD" clId="Web-{2E0A4D53-3FCC-9433-6427-EE5A26598291}" dt="2026-09-09T10:52:42.882" v="12" actId="20577"/>
          <ac:spMkLst>
            <pc:docMk/>
            <pc:sldMk cId="3535598617" sldId="341"/>
            <ac:spMk id="21" creationId="{0F6A91F7-33F0-948B-7B14-F8520F2469DB}"/>
          </ac:spMkLst>
        </pc:spChg>
      </pc:sldChg>
      <pc:sldChg chg="modSp">
        <pc:chgData name="백승민(SEUNGMIN PAIK)[smpaik]/사원/제조DX.자동보정.RSND자동보정팀" userId="S::smpaik@lgensol.com::7c886758-2f96-4461-bc5a-14fabaf6b696" providerId="AD" clId="Web-{2E0A4D53-3FCC-9433-6427-EE5A26598291}" dt="2026-09-09T10:52:56.586" v="16" actId="20577"/>
        <pc:sldMkLst>
          <pc:docMk/>
          <pc:sldMk cId="661465298" sldId="342"/>
        </pc:sldMkLst>
        <pc:spChg chg="mod">
          <ac:chgData name="백승민(SEUNGMIN PAIK)[smpaik]/사원/제조DX.자동보정.RSND자동보정팀" userId="S::smpaik@lgensol.com::7c886758-2f96-4461-bc5a-14fabaf6b696" providerId="AD" clId="Web-{2E0A4D53-3FCC-9433-6427-EE5A26598291}" dt="2026-09-09T10:52:56.586" v="16" actId="20577"/>
          <ac:spMkLst>
            <pc:docMk/>
            <pc:sldMk cId="661465298" sldId="342"/>
            <ac:spMk id="21" creationId="{4F078F07-9CEE-F863-E0CE-A463105D5F4F}"/>
          </ac:spMkLst>
        </pc:spChg>
      </pc:sldChg>
    </pc:docChg>
  </pc:docChgLst>
  <pc:docChgLst>
    <pc:chgData name="이동규(DONGGYU LEE)[dgyleeim]/사원/제조DX.자동보정.MC자동보정팀" userId="c229a3ce-3bdf-484f-938e-f4183d0055a7" providerId="ADAL" clId="{514CA792-B016-4DA5-A70C-92BEE8CA85A2}"/>
    <pc:docChg chg="modSld">
      <pc:chgData name="이동규(DONGGYU LEE)[dgyleeim]/사원/제조DX.자동보정.MC자동보정팀" userId="c229a3ce-3bdf-484f-938e-f4183d0055a7" providerId="ADAL" clId="{514CA792-B016-4DA5-A70C-92BEE8CA85A2}" dt="2026-09-21T08:08:57.060" v="21" actId="20577"/>
      <pc:docMkLst>
        <pc:docMk/>
      </pc:docMkLst>
      <pc:sldChg chg="modSp mod">
        <pc:chgData name="이동규(DONGGYU LEE)[dgyleeim]/사원/제조DX.자동보정.MC자동보정팀" userId="c229a3ce-3bdf-484f-938e-f4183d0055a7" providerId="ADAL" clId="{514CA792-B016-4DA5-A70C-92BEE8CA85A2}" dt="2026-09-21T08:08:50.265" v="13" actId="20577"/>
        <pc:sldMkLst>
          <pc:docMk/>
          <pc:sldMk cId="1594622344" sldId="283"/>
        </pc:sldMkLst>
        <pc:spChg chg="mod">
          <ac:chgData name="이동규(DONGGYU LEE)[dgyleeim]/사원/제조DX.자동보정.MC자동보정팀" userId="c229a3ce-3bdf-484f-938e-f4183d0055a7" providerId="ADAL" clId="{514CA792-B016-4DA5-A70C-92BEE8CA85A2}" dt="2026-09-21T08:08:50.265" v="13" actId="20577"/>
          <ac:spMkLst>
            <pc:docMk/>
            <pc:sldMk cId="1594622344" sldId="283"/>
            <ac:spMk id="7" creationId="{3F13345C-F75D-EB4A-4DD1-E59B547712E6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514CA792-B016-4DA5-A70C-92BEE8CA85A2}" dt="2026-09-21T08:08:39.675" v="9" actId="20577"/>
        <pc:sldMkLst>
          <pc:docMk/>
          <pc:sldMk cId="3888871170" sldId="286"/>
        </pc:sldMkLst>
        <pc:spChg chg="mod">
          <ac:chgData name="이동규(DONGGYU LEE)[dgyleeim]/사원/제조DX.자동보정.MC자동보정팀" userId="c229a3ce-3bdf-484f-938e-f4183d0055a7" providerId="ADAL" clId="{514CA792-B016-4DA5-A70C-92BEE8CA85A2}" dt="2026-09-21T08:08:31.796" v="5" actId="20577"/>
          <ac:spMkLst>
            <pc:docMk/>
            <pc:sldMk cId="3888871170" sldId="286"/>
            <ac:spMk id="7" creationId="{E4A4A4D0-5E1F-259C-CD35-11894278A311}"/>
          </ac:spMkLst>
        </pc:spChg>
        <pc:spChg chg="mod">
          <ac:chgData name="이동규(DONGGYU LEE)[dgyleeim]/사원/제조DX.자동보정.MC자동보정팀" userId="c229a3ce-3bdf-484f-938e-f4183d0055a7" providerId="ADAL" clId="{514CA792-B016-4DA5-A70C-92BEE8CA85A2}" dt="2026-09-21T08:08:39.675" v="9" actId="20577"/>
          <ac:spMkLst>
            <pc:docMk/>
            <pc:sldMk cId="3888871170" sldId="286"/>
            <ac:spMk id="81" creationId="{DAA4A275-BF7A-13D2-8A88-C17B1854BCFB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514CA792-B016-4DA5-A70C-92BEE8CA85A2}" dt="2026-09-21T08:08:15.431" v="1" actId="20577"/>
        <pc:sldMkLst>
          <pc:docMk/>
          <pc:sldMk cId="3743058706" sldId="302"/>
        </pc:sldMkLst>
        <pc:spChg chg="mod">
          <ac:chgData name="이동규(DONGGYU LEE)[dgyleeim]/사원/제조DX.자동보정.MC자동보정팀" userId="c229a3ce-3bdf-484f-938e-f4183d0055a7" providerId="ADAL" clId="{514CA792-B016-4DA5-A70C-92BEE8CA85A2}" dt="2026-09-21T08:08:15.431" v="1" actId="20577"/>
          <ac:spMkLst>
            <pc:docMk/>
            <pc:sldMk cId="3743058706" sldId="302"/>
            <ac:spMk id="6" creationId="{72BBD197-F08B-54B1-60FA-22FDCCF94318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514CA792-B016-4DA5-A70C-92BEE8CA85A2}" dt="2026-09-21T08:08:57.060" v="21" actId="20577"/>
        <pc:sldMkLst>
          <pc:docMk/>
          <pc:sldMk cId="623629499" sldId="748"/>
        </pc:sldMkLst>
        <pc:spChg chg="mod">
          <ac:chgData name="이동규(DONGGYU LEE)[dgyleeim]/사원/제조DX.자동보정.MC자동보정팀" userId="c229a3ce-3bdf-484f-938e-f4183d0055a7" providerId="ADAL" clId="{514CA792-B016-4DA5-A70C-92BEE8CA85A2}" dt="2026-09-21T08:08:53.804" v="17" actId="20577"/>
          <ac:spMkLst>
            <pc:docMk/>
            <pc:sldMk cId="623629499" sldId="748"/>
            <ac:spMk id="7" creationId="{3F13345C-F75D-EB4A-4DD1-E59B547712E6}"/>
          </ac:spMkLst>
        </pc:spChg>
        <pc:spChg chg="mod">
          <ac:chgData name="이동규(DONGGYU LEE)[dgyleeim]/사원/제조DX.자동보정.MC자동보정팀" userId="c229a3ce-3bdf-484f-938e-f4183d0055a7" providerId="ADAL" clId="{514CA792-B016-4DA5-A70C-92BEE8CA85A2}" dt="2026-09-21T08:08:57.060" v="21" actId="20577"/>
          <ac:spMkLst>
            <pc:docMk/>
            <pc:sldMk cId="623629499" sldId="748"/>
            <ac:spMk id="10" creationId="{D0D0E927-B543-AC32-EC3A-82EF783FD995}"/>
          </ac:spMkLst>
        </pc:spChg>
      </pc:sldChg>
    </pc:docChg>
  </pc:docChgLst>
  <pc:docChgLst>
    <pc:chgData name="임인섭(INSUP LIM)[insup_lim]/선임/제조DX.자동보정.조립자동보정팀" userId="46c23904-ff79-42c9-9e41-2f57972a901c" providerId="ADAL" clId="{5A7E87DB-7E98-431D-B892-F6C5AA862EC5}"/>
    <pc:docChg chg="undo redo custSel delSld modSld modSection">
      <pc:chgData name="임인섭(INSUP LIM)[insup_lim]/선임/제조DX.자동보정.조립자동보정팀" userId="46c23904-ff79-42c9-9e41-2f57972a901c" providerId="ADAL" clId="{5A7E87DB-7E98-431D-B892-F6C5AA862EC5}" dt="2026-08-27T00:05:58.486" v="2472"/>
      <pc:docMkLst>
        <pc:docMk/>
      </pc:docMkLst>
      <pc:sldChg chg="modSp mod">
        <pc:chgData name="임인섭(INSUP LIM)[insup_lim]/선임/제조DX.자동보정.조립자동보정팀" userId="46c23904-ff79-42c9-9e41-2f57972a901c" providerId="ADAL" clId="{5A7E87DB-7E98-431D-B892-F6C5AA862EC5}" dt="2026-08-25T01:12:22.034" v="9" actId="20577"/>
        <pc:sldMkLst>
          <pc:docMk/>
          <pc:sldMk cId="2772027129" sldId="260"/>
        </pc:sldMkLst>
        <pc:spChg chg="mod">
          <ac:chgData name="임인섭(INSUP LIM)[insup_lim]/선임/제조DX.자동보정.조립자동보정팀" userId="46c23904-ff79-42c9-9e41-2f57972a901c" providerId="ADAL" clId="{5A7E87DB-7E98-431D-B892-F6C5AA862EC5}" dt="2026-08-25T01:12:22.034" v="9" actId="20577"/>
          <ac:spMkLst>
            <pc:docMk/>
            <pc:sldMk cId="2772027129" sldId="260"/>
            <ac:spMk id="8" creationId="{96604DF6-74CC-03F1-AF12-C27E99648785}"/>
          </ac:spMkLst>
        </pc:spChg>
        <pc:spChg chg="mod">
          <ac:chgData name="임인섭(INSUP LIM)[insup_lim]/선임/제조DX.자동보정.조립자동보정팀" userId="46c23904-ff79-42c9-9e41-2f57972a901c" providerId="ADAL" clId="{5A7E87DB-7E98-431D-B892-F6C5AA862EC5}" dt="2026-08-25T01:12:18.716" v="6" actId="6549"/>
          <ac:spMkLst>
            <pc:docMk/>
            <pc:sldMk cId="2772027129" sldId="260"/>
            <ac:spMk id="13" creationId="{6F04AF11-50D5-49B6-A265-556E9598BDBE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5A7E87DB-7E98-431D-B892-F6C5AA862EC5}" dt="2026-08-27T00:05:58.486" v="2472"/>
        <pc:sldMkLst>
          <pc:docMk/>
          <pc:sldMk cId="2538130918" sldId="272"/>
        </pc:sldMkLst>
        <pc:spChg chg="mod">
          <ac:chgData name="임인섭(INSUP LIM)[insup_lim]/선임/제조DX.자동보정.조립자동보정팀" userId="46c23904-ff79-42c9-9e41-2f57972a901c" providerId="ADAL" clId="{5A7E87DB-7E98-431D-B892-F6C5AA862EC5}" dt="2026-08-25T02:03:13.674" v="220" actId="20577"/>
          <ac:spMkLst>
            <pc:docMk/>
            <pc:sldMk cId="2538130918" sldId="272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5A7E87DB-7E98-431D-B892-F6C5AA862EC5}" dt="2026-08-25T23:54:37.613" v="1779" actId="20577"/>
          <ac:spMkLst>
            <pc:docMk/>
            <pc:sldMk cId="2538130918" sldId="272"/>
            <ac:spMk id="29" creationId="{CADE57B7-AFD5-377B-538A-D583A6DC70A2}"/>
          </ac:spMkLst>
        </pc:spChg>
        <pc:spChg chg="mod">
          <ac:chgData name="임인섭(INSUP LIM)[insup_lim]/선임/제조DX.자동보정.조립자동보정팀" userId="46c23904-ff79-42c9-9e41-2f57972a901c" providerId="ADAL" clId="{5A7E87DB-7E98-431D-B892-F6C5AA862EC5}" dt="2026-08-27T00:05:58.486" v="2472"/>
          <ac:spMkLst>
            <pc:docMk/>
            <pc:sldMk cId="2538130918" sldId="272"/>
            <ac:spMk id="30" creationId="{0D42272B-7090-3E3D-C807-E7C5620E4BEA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5A7E87DB-7E98-431D-B892-F6C5AA862EC5}" dt="2026-08-25T23:54:50.639" v="1789" actId="207"/>
        <pc:sldMkLst>
          <pc:docMk/>
          <pc:sldMk cId="1690943200" sldId="298"/>
        </pc:sldMkLst>
        <pc:spChg chg="mod">
          <ac:chgData name="임인섭(INSUP LIM)[insup_lim]/선임/제조DX.자동보정.조립자동보정팀" userId="46c23904-ff79-42c9-9e41-2f57972a901c" providerId="ADAL" clId="{5A7E87DB-7E98-431D-B892-F6C5AA862EC5}" dt="2026-08-25T23:54:50.639" v="1789" actId="207"/>
          <ac:spMkLst>
            <pc:docMk/>
            <pc:sldMk cId="1690943200" sldId="298"/>
            <ac:spMk id="8" creationId="{DBA1A072-B867-1210-4F9A-1B42B9C79662}"/>
          </ac:spMkLst>
        </pc:spChg>
        <pc:spChg chg="mod">
          <ac:chgData name="임인섭(INSUP LIM)[insup_lim]/선임/제조DX.자동보정.조립자동보정팀" userId="46c23904-ff79-42c9-9e41-2f57972a901c" providerId="ADAL" clId="{5A7E87DB-7E98-431D-B892-F6C5AA862EC5}" dt="2026-08-25T02:04:06.611" v="226" actId="20577"/>
          <ac:spMkLst>
            <pc:docMk/>
            <pc:sldMk cId="1690943200" sldId="298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5A7E87DB-7E98-431D-B892-F6C5AA862EC5}" dt="2026-08-25T23:54:46.149" v="1787" actId="20577"/>
          <ac:spMkLst>
            <pc:docMk/>
            <pc:sldMk cId="1690943200" sldId="298"/>
            <ac:spMk id="29" creationId="{CADE57B7-AFD5-377B-538A-D583A6DC70A2}"/>
          </ac:spMkLst>
        </pc:spChg>
      </pc:sldChg>
      <pc:sldChg chg="addSp modSp mod">
        <pc:chgData name="임인섭(INSUP LIM)[insup_lim]/선임/제조DX.자동보정.조립자동보정팀" userId="46c23904-ff79-42c9-9e41-2f57972a901c" providerId="ADAL" clId="{5A7E87DB-7E98-431D-B892-F6C5AA862EC5}" dt="2026-08-25T23:47:07.032" v="731" actId="1035"/>
        <pc:sldMkLst>
          <pc:docMk/>
          <pc:sldMk cId="3813480401" sldId="316"/>
        </pc:sldMkLst>
        <pc:spChg chg="add mod">
          <ac:chgData name="임인섭(INSUP LIM)[insup_lim]/선임/제조DX.자동보정.조립자동보정팀" userId="46c23904-ff79-42c9-9e41-2f57972a901c" providerId="ADAL" clId="{5A7E87DB-7E98-431D-B892-F6C5AA862EC5}" dt="2026-08-25T02:14:17.825" v="719" actId="1076"/>
          <ac:spMkLst>
            <pc:docMk/>
            <pc:sldMk cId="3813480401" sldId="316"/>
            <ac:spMk id="3" creationId="{BC12CF42-B292-785C-5AC5-93D2EAC44425}"/>
          </ac:spMkLst>
        </pc:spChg>
        <pc:spChg chg="mod">
          <ac:chgData name="임인섭(INSUP LIM)[insup_lim]/선임/제조DX.자동보정.조립자동보정팀" userId="46c23904-ff79-42c9-9e41-2f57972a901c" providerId="ADAL" clId="{5A7E87DB-7E98-431D-B892-F6C5AA862EC5}" dt="2026-08-25T02:14:26.153" v="723" actId="20577"/>
          <ac:spMkLst>
            <pc:docMk/>
            <pc:sldMk cId="3813480401" sldId="316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5A7E87DB-7E98-431D-B892-F6C5AA862EC5}" dt="2026-08-25T23:47:07.032" v="731" actId="1035"/>
          <ac:spMkLst>
            <pc:docMk/>
            <pc:sldMk cId="3813480401" sldId="316"/>
            <ac:spMk id="30" creationId="{0D42272B-7090-3E3D-C807-E7C5620E4BEA}"/>
          </ac:spMkLst>
        </pc:spChg>
        <pc:graphicFrameChg chg="mod modGraphic">
          <ac:chgData name="임인섭(INSUP LIM)[insup_lim]/선임/제조DX.자동보정.조립자동보정팀" userId="46c23904-ff79-42c9-9e41-2f57972a901c" providerId="ADAL" clId="{5A7E87DB-7E98-431D-B892-F6C5AA862EC5}" dt="2026-08-25T01:24:20.566" v="61" actId="20577"/>
          <ac:graphicFrameMkLst>
            <pc:docMk/>
            <pc:sldMk cId="3813480401" sldId="316"/>
            <ac:graphicFrameMk id="44" creationId="{5D775976-EE95-0DB1-8843-691F5760F185}"/>
          </ac:graphicFrameMkLst>
        </pc:graphicFrameChg>
      </pc:sldChg>
      <pc:sldChg chg="modSp mod">
        <pc:chgData name="임인섭(INSUP LIM)[insup_lim]/선임/제조DX.자동보정.조립자동보정팀" userId="46c23904-ff79-42c9-9e41-2f57972a901c" providerId="ADAL" clId="{5A7E87DB-7E98-431D-B892-F6C5AA862EC5}" dt="2026-08-27T00:04:06.026" v="2169"/>
        <pc:sldMkLst>
          <pc:docMk/>
          <pc:sldMk cId="3501312549" sldId="380"/>
        </pc:sldMkLst>
        <pc:spChg chg="mod">
          <ac:chgData name="임인섭(INSUP LIM)[insup_lim]/선임/제조DX.자동보정.조립자동보정팀" userId="46c23904-ff79-42c9-9e41-2f57972a901c" providerId="ADAL" clId="{5A7E87DB-7E98-431D-B892-F6C5AA862EC5}" dt="2026-08-25T02:02:49.092" v="216" actId="20577"/>
          <ac:spMkLst>
            <pc:docMk/>
            <pc:sldMk cId="3501312549" sldId="380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5A7E87DB-7E98-431D-B892-F6C5AA862EC5}" dt="2026-08-27T00:04:06.026" v="2169"/>
          <ac:spMkLst>
            <pc:docMk/>
            <pc:sldMk cId="3501312549" sldId="380"/>
            <ac:spMk id="30" creationId="{0D42272B-7090-3E3D-C807-E7C5620E4BEA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5A7E87DB-7E98-431D-B892-F6C5AA862EC5}" dt="2026-08-25T02:02:54.606" v="218" actId="20577"/>
        <pc:sldMkLst>
          <pc:docMk/>
          <pc:sldMk cId="3908212712" sldId="413"/>
        </pc:sldMkLst>
        <pc:spChg chg="mod">
          <ac:chgData name="임인섭(INSUP LIM)[insup_lim]/선임/제조DX.자동보정.조립자동보정팀" userId="46c23904-ff79-42c9-9e41-2f57972a901c" providerId="ADAL" clId="{5A7E87DB-7E98-431D-B892-F6C5AA862EC5}" dt="2026-08-25T02:02:54.606" v="218" actId="20577"/>
          <ac:spMkLst>
            <pc:docMk/>
            <pc:sldMk cId="3908212712" sldId="413"/>
            <ac:spMk id="34" creationId="{0DBB8F14-223A-56DE-7946-DE15F19C0CCB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5A7E87DB-7E98-431D-B892-F6C5AA862EC5}" dt="2026-08-25T23:54:41.983" v="1783" actId="20577"/>
        <pc:sldMkLst>
          <pc:docMk/>
          <pc:sldMk cId="3526692955" sldId="432"/>
        </pc:sldMkLst>
        <pc:spChg chg="mod">
          <ac:chgData name="임인섭(INSUP LIM)[insup_lim]/선임/제조DX.자동보정.조립자동보정팀" userId="46c23904-ff79-42c9-9e41-2f57972a901c" providerId="ADAL" clId="{5A7E87DB-7E98-431D-B892-F6C5AA862EC5}" dt="2026-08-25T02:04:00.993" v="224" actId="20577"/>
          <ac:spMkLst>
            <pc:docMk/>
            <pc:sldMk cId="3526692955" sldId="432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5A7E87DB-7E98-431D-B892-F6C5AA862EC5}" dt="2026-08-25T23:54:41.983" v="1783" actId="20577"/>
          <ac:spMkLst>
            <pc:docMk/>
            <pc:sldMk cId="3526692955" sldId="432"/>
            <ac:spMk id="29" creationId="{CADE57B7-AFD5-377B-538A-D583A6DC70A2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5A7E87DB-7E98-431D-B892-F6C5AA862EC5}" dt="2026-08-25T01:12:13.637" v="4" actId="20577"/>
        <pc:sldMkLst>
          <pc:docMk/>
          <pc:sldMk cId="3901532967" sldId="2147481959"/>
        </pc:sldMkLst>
        <pc:spChg chg="mod">
          <ac:chgData name="임인섭(INSUP LIM)[insup_lim]/선임/제조DX.자동보정.조립자동보정팀" userId="46c23904-ff79-42c9-9e41-2f57972a901c" providerId="ADAL" clId="{5A7E87DB-7E98-431D-B892-F6C5AA862EC5}" dt="2026-08-25T01:12:10.732" v="3" actId="20577"/>
          <ac:spMkLst>
            <pc:docMk/>
            <pc:sldMk cId="3901532967" sldId="2147481959"/>
            <ac:spMk id="3" creationId="{36861DA2-A477-7234-84DA-E783F149B3FB}"/>
          </ac:spMkLst>
        </pc:spChg>
        <pc:spChg chg="mod">
          <ac:chgData name="임인섭(INSUP LIM)[insup_lim]/선임/제조DX.자동보정.조립자동보정팀" userId="46c23904-ff79-42c9-9e41-2f57972a901c" providerId="ADAL" clId="{5A7E87DB-7E98-431D-B892-F6C5AA862EC5}" dt="2026-08-25T01:12:13.637" v="4" actId="20577"/>
          <ac:spMkLst>
            <pc:docMk/>
            <pc:sldMk cId="3901532967" sldId="2147481959"/>
            <ac:spMk id="13" creationId="{6F04AF11-50D5-49B6-A265-556E9598BDBE}"/>
          </ac:spMkLst>
        </pc:spChg>
      </pc:sldChg>
    </pc:docChg>
  </pc:docChgLst>
  <pc:docChgLst>
    <pc:chgData name="조동현(DONGHYUN CHO)[donghyun.cho]/사원/제조DX.자동보정.자동보정선행개발팀" userId="4048f0f4-eb5f-46e7-a9ba-3ca26743ffb3" providerId="ADAL" clId="{5E70544C-125B-4344-A954-54882F1C2E29}"/>
    <pc:docChg chg="modSld">
      <pc:chgData name="조동현(DONGHYUN CHO)[donghyun.cho]/사원/제조DX.자동보정.자동보정선행개발팀" userId="4048f0f4-eb5f-46e7-a9ba-3ca26743ffb3" providerId="ADAL" clId="{5E70544C-125B-4344-A954-54882F1C2E29}" dt="2026-09-09T07:47:03.537" v="24" actId="20577"/>
      <pc:docMkLst>
        <pc:docMk/>
      </pc:docMkLst>
      <pc:sldChg chg="modSp mod">
        <pc:chgData name="조동현(DONGHYUN CHO)[donghyun.cho]/사원/제조DX.자동보정.자동보정선행개발팀" userId="4048f0f4-eb5f-46e7-a9ba-3ca26743ffb3" providerId="ADAL" clId="{5E70544C-125B-4344-A954-54882F1C2E29}" dt="2026-09-09T07:47:03.537" v="24" actId="20577"/>
        <pc:sldMkLst>
          <pc:docMk/>
          <pc:sldMk cId="913002350" sldId="2147483645"/>
        </pc:sldMkLst>
        <pc:spChg chg="mod">
          <ac:chgData name="조동현(DONGHYUN CHO)[donghyun.cho]/사원/제조DX.자동보정.자동보정선행개발팀" userId="4048f0f4-eb5f-46e7-a9ba-3ca26743ffb3" providerId="ADAL" clId="{5E70544C-125B-4344-A954-54882F1C2E29}" dt="2026-09-09T07:47:03.537" v="24" actId="20577"/>
          <ac:spMkLst>
            <pc:docMk/>
            <pc:sldMk cId="913002350" sldId="2147483645"/>
            <ac:spMk id="11" creationId="{72EE0B59-5A69-39CF-C375-4160042376A5}"/>
          </ac:spMkLst>
        </pc:spChg>
      </pc:sldChg>
    </pc:docChg>
  </pc:docChgLst>
  <pc:docChgLst>
    <pc:chgData name="임인섭(INSUP LIM)[insup_lim]/선임/제조DX.자동보정.조립자동보정팀" userId="46c23904-ff79-42c9-9e41-2f57972a901c" providerId="ADAL" clId="{11DD36F6-9473-4F3F-9EB9-DE128655DEA9}"/>
    <pc:docChg chg="undo custSel addSld delSld modSld modSection">
      <pc:chgData name="임인섭(INSUP LIM)[insup_lim]/선임/제조DX.자동보정.조립자동보정팀" userId="46c23904-ff79-42c9-9e41-2f57972a901c" providerId="ADAL" clId="{11DD36F6-9473-4F3F-9EB9-DE128655DEA9}" dt="2026-09-23T00:07:13.184" v="3398"/>
      <pc:docMkLst>
        <pc:docMk/>
      </pc:docMkLst>
      <pc:sldChg chg="modSp mod">
        <pc:chgData name="임인섭(INSUP LIM)[insup_lim]/선임/제조DX.자동보정.조립자동보정팀" userId="46c23904-ff79-42c9-9e41-2f57972a901c" providerId="ADAL" clId="{11DD36F6-9473-4F3F-9EB9-DE128655DEA9}" dt="2026-09-22T08:33:41.931" v="3238" actId="20577"/>
        <pc:sldMkLst>
          <pc:docMk/>
          <pc:sldMk cId="2772027129" sldId="260"/>
        </pc:sldMkLst>
        <pc:spChg chg="mod">
          <ac:chgData name="임인섭(INSUP LIM)[insup_lim]/선임/제조DX.자동보정.조립자동보정팀" userId="46c23904-ff79-42c9-9e41-2f57972a901c" providerId="ADAL" clId="{11DD36F6-9473-4F3F-9EB9-DE128655DEA9}" dt="2026-09-22T08:33:41.931" v="3238" actId="20577"/>
          <ac:spMkLst>
            <pc:docMk/>
            <pc:sldMk cId="2772027129" sldId="260"/>
            <ac:spMk id="8" creationId="{96604DF6-74CC-03F1-AF12-C27E99648785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6:41:41.548" v="13" actId="20577"/>
          <ac:spMkLst>
            <pc:docMk/>
            <pc:sldMk cId="2772027129" sldId="260"/>
            <ac:spMk id="13" creationId="{6F04AF11-50D5-49B6-A265-556E9598BDBE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11DD36F6-9473-4F3F-9EB9-DE128655DEA9}" dt="2026-09-22T08:33:24.702" v="3233" actId="20577"/>
        <pc:sldMkLst>
          <pc:docMk/>
          <pc:sldMk cId="1688006984" sldId="264"/>
        </pc:sldMkLst>
        <pc:spChg chg="mod">
          <ac:chgData name="임인섭(INSUP LIM)[insup_lim]/선임/제조DX.자동보정.조립자동보정팀" userId="46c23904-ff79-42c9-9e41-2f57972a901c" providerId="ADAL" clId="{11DD36F6-9473-4F3F-9EB9-DE128655DEA9}" dt="2026-09-22T08:33:24.702" v="3233" actId="20577"/>
          <ac:spMkLst>
            <pc:docMk/>
            <pc:sldMk cId="1688006984" sldId="264"/>
            <ac:spMk id="34" creationId="{0DBB8F14-223A-56DE-7946-DE15F19C0CCB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8:04:09.015" v="1787" actId="20577"/>
          <ac:spMkLst>
            <pc:docMk/>
            <pc:sldMk cId="1688006984" sldId="264"/>
            <ac:spMk id="37" creationId="{539CA26B-1B77-5B7B-ED7C-0CFDF3C41613}"/>
          </ac:spMkLst>
        </pc:spChg>
      </pc:sldChg>
      <pc:sldChg chg="addSp delSp modSp mod">
        <pc:chgData name="임인섭(INSUP LIM)[insup_lim]/선임/제조DX.자동보정.조립자동보정팀" userId="46c23904-ff79-42c9-9e41-2f57972a901c" providerId="ADAL" clId="{11DD36F6-9473-4F3F-9EB9-DE128655DEA9}" dt="2026-09-22T08:33:14.399" v="3232" actId="20577"/>
        <pc:sldMkLst>
          <pc:docMk/>
          <pc:sldMk cId="2538130918" sldId="272"/>
        </pc:sldMkLst>
        <pc:spChg chg="add del mod">
          <ac:chgData name="임인섭(INSUP LIM)[insup_lim]/선임/제조DX.자동보정.조립자동보정팀" userId="46c23904-ff79-42c9-9e41-2f57972a901c" providerId="ADAL" clId="{11DD36F6-9473-4F3F-9EB9-DE128655DEA9}" dt="2026-09-22T08:28:45.861" v="2453" actId="478"/>
          <ac:spMkLst>
            <pc:docMk/>
            <pc:sldMk cId="2538130918" sldId="272"/>
            <ac:spMk id="2" creationId="{C42175F7-A63C-46F3-A9C7-1ACE4319E680}"/>
          </ac:spMkLst>
        </pc:spChg>
        <pc:spChg chg="add del mod">
          <ac:chgData name="임인섭(INSUP LIM)[insup_lim]/선임/제조DX.자동보정.조립자동보정팀" userId="46c23904-ff79-42c9-9e41-2f57972a901c" providerId="ADAL" clId="{11DD36F6-9473-4F3F-9EB9-DE128655DEA9}" dt="2026-09-22T08:32:24.546" v="3214" actId="478"/>
          <ac:spMkLst>
            <pc:docMk/>
            <pc:sldMk cId="2538130918" sldId="272"/>
            <ac:spMk id="5" creationId="{139EB3EA-E613-7D2B-5A65-913DA9CA7FC8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8:33:14.399" v="3232" actId="20577"/>
          <ac:spMkLst>
            <pc:docMk/>
            <pc:sldMk cId="2538130918" sldId="272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8:32:17.340" v="3213" actId="20577"/>
          <ac:spMkLst>
            <pc:docMk/>
            <pc:sldMk cId="2538130918" sldId="272"/>
            <ac:spMk id="30" creationId="{0D42272B-7090-3E3D-C807-E7C5620E4BEA}"/>
          </ac:spMkLst>
        </pc:spChg>
        <pc:graphicFrameChg chg="add del mod">
          <ac:chgData name="임인섭(INSUP LIM)[insup_lim]/선임/제조DX.자동보정.조립자동보정팀" userId="46c23904-ff79-42c9-9e41-2f57972a901c" providerId="ADAL" clId="{11DD36F6-9473-4F3F-9EB9-DE128655DEA9}" dt="2026-09-22T08:28:45.861" v="2453" actId="478"/>
          <ac:graphicFrameMkLst>
            <pc:docMk/>
            <pc:sldMk cId="2538130918" sldId="272"/>
            <ac:graphicFrameMk id="3" creationId="{E608F921-FC6F-D3C5-A9DE-7456E7EB71D0}"/>
          </ac:graphicFrameMkLst>
        </pc:graphicFrameChg>
        <pc:graphicFrameChg chg="add del mod">
          <ac:chgData name="임인섭(INSUP LIM)[insup_lim]/선임/제조DX.자동보정.조립자동보정팀" userId="46c23904-ff79-42c9-9e41-2f57972a901c" providerId="ADAL" clId="{11DD36F6-9473-4F3F-9EB9-DE128655DEA9}" dt="2026-09-22T08:32:24.546" v="3214" actId="478"/>
          <ac:graphicFrameMkLst>
            <pc:docMk/>
            <pc:sldMk cId="2538130918" sldId="272"/>
            <ac:graphicFrameMk id="6" creationId="{4D34138E-E92B-88A9-75EB-A9F89C8797A2}"/>
          </ac:graphicFrameMkLst>
        </pc:graphicFrameChg>
      </pc:sldChg>
      <pc:sldChg chg="modSp mod">
        <pc:chgData name="임인섭(INSUP LIM)[insup_lim]/선임/제조DX.자동보정.조립자동보정팀" userId="46c23904-ff79-42c9-9e41-2f57972a901c" providerId="ADAL" clId="{11DD36F6-9473-4F3F-9EB9-DE128655DEA9}" dt="2026-09-22T08:32:59.891" v="3230" actId="20577"/>
        <pc:sldMkLst>
          <pc:docMk/>
          <pc:sldMk cId="1560782275" sldId="289"/>
        </pc:sldMkLst>
        <pc:spChg chg="mod">
          <ac:chgData name="임인섭(INSUP LIM)[insup_lim]/선임/제조DX.자동보정.조립자동보정팀" userId="46c23904-ff79-42c9-9e41-2f57972a901c" providerId="ADAL" clId="{11DD36F6-9473-4F3F-9EB9-DE128655DEA9}" dt="2026-09-22T08:32:59.891" v="3230" actId="20577"/>
          <ac:spMkLst>
            <pc:docMk/>
            <pc:sldMk cId="1560782275" sldId="289"/>
            <ac:spMk id="17" creationId="{3D171D3E-1985-8A6E-7869-31CB77FE3666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11DD36F6-9473-4F3F-9EB9-DE128655DEA9}" dt="2026-09-22T08:32:47.441" v="3228" actId="20577"/>
        <pc:sldMkLst>
          <pc:docMk/>
          <pc:sldMk cId="1690943200" sldId="298"/>
        </pc:sldMkLst>
        <pc:spChg chg="mod">
          <ac:chgData name="임인섭(INSUP LIM)[insup_lim]/선임/제조DX.자동보정.조립자동보정팀" userId="46c23904-ff79-42c9-9e41-2f57972a901c" providerId="ADAL" clId="{11DD36F6-9473-4F3F-9EB9-DE128655DEA9}" dt="2026-09-22T08:25:17.680" v="2150" actId="20577"/>
          <ac:spMkLst>
            <pc:docMk/>
            <pc:sldMk cId="1690943200" sldId="298"/>
            <ac:spMk id="8" creationId="{DBA1A072-B867-1210-4F9A-1B42B9C79662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8:32:47.441" v="3228" actId="20577"/>
          <ac:spMkLst>
            <pc:docMk/>
            <pc:sldMk cId="1690943200" sldId="298"/>
            <ac:spMk id="17" creationId="{3D171D3E-1985-8A6E-7869-31CB77FE3666}"/>
          </ac:spMkLst>
        </pc:spChg>
        <pc:picChg chg="mod">
          <ac:chgData name="임인섭(INSUP LIM)[insup_lim]/선임/제조DX.자동보정.조립자동보정팀" userId="46c23904-ff79-42c9-9e41-2f57972a901c" providerId="ADAL" clId="{11DD36F6-9473-4F3F-9EB9-DE128655DEA9}" dt="2026-09-22T08:25:05.988" v="2130" actId="1076"/>
          <ac:picMkLst>
            <pc:docMk/>
            <pc:sldMk cId="1690943200" sldId="298"/>
            <ac:picMk id="4" creationId="{B52BAA6C-B410-3468-6D33-530DAB10430B}"/>
          </ac:picMkLst>
        </pc:picChg>
      </pc:sldChg>
      <pc:sldChg chg="addSp delSp modSp mod">
        <pc:chgData name="임인섭(INSUP LIM)[insup_lim]/선임/제조DX.자동보정.조립자동보정팀" userId="46c23904-ff79-42c9-9e41-2f57972a901c" providerId="ADAL" clId="{11DD36F6-9473-4F3F-9EB9-DE128655DEA9}" dt="2026-09-22T08:33:34.067" v="3236" actId="20577"/>
        <pc:sldMkLst>
          <pc:docMk/>
          <pc:sldMk cId="3813480401" sldId="316"/>
        </pc:sldMkLst>
        <pc:spChg chg="mod">
          <ac:chgData name="임인섭(INSUP LIM)[insup_lim]/선임/제조DX.자동보정.조립자동보정팀" userId="46c23904-ff79-42c9-9e41-2f57972a901c" providerId="ADAL" clId="{11DD36F6-9473-4F3F-9EB9-DE128655DEA9}" dt="2026-09-22T07:16:16.938" v="250" actId="20577"/>
          <ac:spMkLst>
            <pc:docMk/>
            <pc:sldMk cId="3813480401" sldId="316"/>
            <ac:spMk id="4" creationId="{B10E5556-5BAD-31EB-A154-ADCEB23AC0CC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8:33:34.067" v="3236" actId="20577"/>
          <ac:spMkLst>
            <pc:docMk/>
            <pc:sldMk cId="3813480401" sldId="316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7:02:35.990" v="227" actId="20577"/>
          <ac:spMkLst>
            <pc:docMk/>
            <pc:sldMk cId="3813480401" sldId="316"/>
            <ac:spMk id="30" creationId="{0D42272B-7090-3E3D-C807-E7C5620E4BEA}"/>
          </ac:spMkLst>
        </pc:spChg>
        <pc:graphicFrameChg chg="add del">
          <ac:chgData name="임인섭(INSUP LIM)[insup_lim]/선임/제조DX.자동보정.조립자동보정팀" userId="46c23904-ff79-42c9-9e41-2f57972a901c" providerId="ADAL" clId="{11DD36F6-9473-4F3F-9EB9-DE128655DEA9}" dt="2026-09-22T06:48:06.834" v="23" actId="21"/>
          <ac:graphicFrameMkLst>
            <pc:docMk/>
            <pc:sldMk cId="3813480401" sldId="316"/>
            <ac:graphicFrameMk id="3" creationId="{8BBB575F-B930-6212-8183-78CFC64E2FC2}"/>
          </ac:graphicFrameMkLst>
        </pc:graphicFrameChg>
        <pc:graphicFrameChg chg="del">
          <ac:chgData name="임인섭(INSUP LIM)[insup_lim]/선임/제조DX.자동보정.조립자동보정팀" userId="46c23904-ff79-42c9-9e41-2f57972a901c" providerId="ADAL" clId="{11DD36F6-9473-4F3F-9EB9-DE128655DEA9}" dt="2026-09-22T07:16:19.556" v="251" actId="478"/>
          <ac:graphicFrameMkLst>
            <pc:docMk/>
            <pc:sldMk cId="3813480401" sldId="316"/>
            <ac:graphicFrameMk id="5" creationId="{91970867-4931-F1AA-D663-FB511E0A9C17}"/>
          </ac:graphicFrameMkLst>
        </pc:graphicFrameChg>
        <pc:graphicFrameChg chg="add del mod">
          <ac:chgData name="임인섭(INSUP LIM)[insup_lim]/선임/제조DX.자동보정.조립자동보정팀" userId="46c23904-ff79-42c9-9e41-2f57972a901c" providerId="ADAL" clId="{11DD36F6-9473-4F3F-9EB9-DE128655DEA9}" dt="2026-09-22T06:48:50.028" v="45" actId="478"/>
          <ac:graphicFrameMkLst>
            <pc:docMk/>
            <pc:sldMk cId="3813480401" sldId="316"/>
            <ac:graphicFrameMk id="6" creationId="{8BBB575F-B930-6212-8183-78CFC64E2FC2}"/>
          </ac:graphicFrameMkLst>
        </pc:graphicFrameChg>
        <pc:graphicFrameChg chg="mod modGraphic">
          <ac:chgData name="임인섭(INSUP LIM)[insup_lim]/선임/제조DX.자동보정.조립자동보정팀" userId="46c23904-ff79-42c9-9e41-2f57972a901c" providerId="ADAL" clId="{11DD36F6-9473-4F3F-9EB9-DE128655DEA9}" dt="2026-09-22T06:53:43.355" v="70" actId="20577"/>
          <ac:graphicFrameMkLst>
            <pc:docMk/>
            <pc:sldMk cId="3813480401" sldId="316"/>
            <ac:graphicFrameMk id="44" creationId="{5D775976-EE95-0DB1-8843-691F5760F185}"/>
          </ac:graphicFrameMkLst>
        </pc:graphicFrameChg>
      </pc:sldChg>
      <pc:sldChg chg="addSp delSp modSp add mod">
        <pc:chgData name="임인섭(INSUP LIM)[insup_lim]/선임/제조DX.자동보정.조립자동보정팀" userId="46c23904-ff79-42c9-9e41-2f57972a901c" providerId="ADAL" clId="{11DD36F6-9473-4F3F-9EB9-DE128655DEA9}" dt="2026-09-22T08:04:01.258" v="1785" actId="20577"/>
        <pc:sldMkLst>
          <pc:docMk/>
          <pc:sldMk cId="904493777" sldId="327"/>
        </pc:sldMkLst>
        <pc:spChg chg="del">
          <ac:chgData name="임인섭(INSUP LIM)[insup_lim]/선임/제조DX.자동보정.조립자동보정팀" userId="46c23904-ff79-42c9-9e41-2f57972a901c" providerId="ADAL" clId="{11DD36F6-9473-4F3F-9EB9-DE128655DEA9}" dt="2026-09-22T07:58:39.460" v="1000" actId="478"/>
          <ac:spMkLst>
            <pc:docMk/>
            <pc:sldMk cId="904493777" sldId="327"/>
            <ac:spMk id="16" creationId="{B8EC1990-2B81-2A8C-A864-7A5BC274E581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17" creationId="{79516AAC-521B-CE76-979C-E606A28F85F9}"/>
          </ac:spMkLst>
        </pc:spChg>
        <pc:spChg chg="del">
          <ac:chgData name="임인섭(INSUP LIM)[insup_lim]/선임/제조DX.자동보정.조립자동보정팀" userId="46c23904-ff79-42c9-9e41-2f57972a901c" providerId="ADAL" clId="{11DD36F6-9473-4F3F-9EB9-DE128655DEA9}" dt="2026-09-22T07:58:43.401" v="1002" actId="478"/>
          <ac:spMkLst>
            <pc:docMk/>
            <pc:sldMk cId="904493777" sldId="327"/>
            <ac:spMk id="23" creationId="{254A3B59-35D8-DC47-0310-A3F9AFDEB21A}"/>
          </ac:spMkLst>
        </pc:spChg>
        <pc:spChg chg="del">
          <ac:chgData name="임인섭(INSUP LIM)[insup_lim]/선임/제조DX.자동보정.조립자동보정팀" userId="46c23904-ff79-42c9-9e41-2f57972a901c" providerId="ADAL" clId="{11DD36F6-9473-4F3F-9EB9-DE128655DEA9}" dt="2026-09-22T07:58:43.401" v="1002" actId="478"/>
          <ac:spMkLst>
            <pc:docMk/>
            <pc:sldMk cId="904493777" sldId="327"/>
            <ac:spMk id="24" creationId="{5B6D31A5-DCA7-6C1A-DA79-0D9F58E09F91}"/>
          </ac:spMkLst>
        </pc:spChg>
        <pc:spChg chg="del">
          <ac:chgData name="임인섭(INSUP LIM)[insup_lim]/선임/제조DX.자동보정.조립자동보정팀" userId="46c23904-ff79-42c9-9e41-2f57972a901c" providerId="ADAL" clId="{11DD36F6-9473-4F3F-9EB9-DE128655DEA9}" dt="2026-09-22T07:58:40.272" v="1001" actId="478"/>
          <ac:spMkLst>
            <pc:docMk/>
            <pc:sldMk cId="904493777" sldId="327"/>
            <ac:spMk id="25" creationId="{BA0C8D75-7296-7AFB-1623-0FCA6F7D3621}"/>
          </ac:spMkLst>
        </pc:spChg>
        <pc:spChg chg="del">
          <ac:chgData name="임인섭(INSUP LIM)[insup_lim]/선임/제조DX.자동보정.조립자동보정팀" userId="46c23904-ff79-42c9-9e41-2f57972a901c" providerId="ADAL" clId="{11DD36F6-9473-4F3F-9EB9-DE128655DEA9}" dt="2026-09-22T07:58:43.401" v="1002" actId="478"/>
          <ac:spMkLst>
            <pc:docMk/>
            <pc:sldMk cId="904493777" sldId="327"/>
            <ac:spMk id="26" creationId="{22C2031F-D5C4-B74A-BD64-F8431DBCE436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8:01:46.257" v="1419" actId="20577"/>
          <ac:spMkLst>
            <pc:docMk/>
            <pc:sldMk cId="904493777" sldId="327"/>
            <ac:spMk id="33" creationId="{F703B24B-7F49-2FC3-CC69-4901B102D19E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8:04:01.258" v="1785" actId="20577"/>
          <ac:spMkLst>
            <pc:docMk/>
            <pc:sldMk cId="904493777" sldId="327"/>
            <ac:spMk id="35" creationId="{A5938A85-D233-547C-64D1-BD9DECE6E8F4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8:01:52.439" v="1423" actId="20577"/>
          <ac:spMkLst>
            <pc:docMk/>
            <pc:sldMk cId="904493777" sldId="327"/>
            <ac:spMk id="37" creationId="{539CA26B-1B77-5B7B-ED7C-0CFDF3C41613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55" creationId="{6F861C53-9681-6E7C-B5BB-FB8D505BFA2D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56" creationId="{7F1B5FE6-BB8B-44EA-499C-0545393F3582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57" creationId="{4630C32E-EED3-8C24-AC09-14565DE0582B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58" creationId="{BA545CA0-F4D0-22C1-6975-F087B3461FDC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59" creationId="{FEFA0CF6-2C91-7E73-B864-E0ADB705002E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60" creationId="{50B43139-360D-F022-62F1-3C4F288BEC06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61" creationId="{125A7384-9221-EE1E-56F3-0391A1B7DC1A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63" creationId="{73EFC48B-78B8-A3A7-5531-2BB3F1E167C7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65" creationId="{63809CFA-C04B-C6B3-7A00-B2464B5C77C4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66" creationId="{91713701-AE86-0224-D4A9-6943DEBE4833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72" creationId="{1BD36A50-73ED-16CA-0A84-DC7CAAF6BB44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76" creationId="{0CAB1155-1B7B-54D7-1BA3-2B95422B5B68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79" creationId="{E8CE4E57-7132-4271-2B52-8C216F8B5004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spMkLst>
            <pc:docMk/>
            <pc:sldMk cId="904493777" sldId="327"/>
            <ac:spMk id="82" creationId="{5FF09E04-D4C4-C008-F2A8-CFF34E726722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22.023" v="1018" actId="404"/>
          <ac:spMkLst>
            <pc:docMk/>
            <pc:sldMk cId="904493777" sldId="327"/>
            <ac:spMk id="85" creationId="{79516AAC-521B-CE76-979C-E606A28F85F9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2:59.194" v="1658" actId="242"/>
          <ac:spMkLst>
            <pc:docMk/>
            <pc:sldMk cId="904493777" sldId="327"/>
            <ac:spMk id="96" creationId="{6F861C53-9681-6E7C-B5BB-FB8D505BFA2D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2:59.194" v="1658" actId="242"/>
          <ac:spMkLst>
            <pc:docMk/>
            <pc:sldMk cId="904493777" sldId="327"/>
            <ac:spMk id="97" creationId="{7F1B5FE6-BB8B-44EA-499C-0545393F3582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2:59.194" v="1658" actId="242"/>
          <ac:spMkLst>
            <pc:docMk/>
            <pc:sldMk cId="904493777" sldId="327"/>
            <ac:spMk id="98" creationId="{4630C32E-EED3-8C24-AC09-14565DE0582B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2:59.194" v="1658" actId="242"/>
          <ac:spMkLst>
            <pc:docMk/>
            <pc:sldMk cId="904493777" sldId="327"/>
            <ac:spMk id="99" creationId="{BA545CA0-F4D0-22C1-6975-F087B3461FDC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2:59.194" v="1658" actId="242"/>
          <ac:spMkLst>
            <pc:docMk/>
            <pc:sldMk cId="904493777" sldId="327"/>
            <ac:spMk id="100" creationId="{FEFA0CF6-2C91-7E73-B864-E0ADB705002E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3:03.204" v="1659" actId="20577"/>
          <ac:spMkLst>
            <pc:docMk/>
            <pc:sldMk cId="904493777" sldId="327"/>
            <ac:spMk id="101" creationId="{50B43139-360D-F022-62F1-3C4F288BEC06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2:59.194" v="1658" actId="242"/>
          <ac:spMkLst>
            <pc:docMk/>
            <pc:sldMk cId="904493777" sldId="327"/>
            <ac:spMk id="102" creationId="{125A7384-9221-EE1E-56F3-0391A1B7DC1A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2:59.194" v="1658" actId="242"/>
          <ac:spMkLst>
            <pc:docMk/>
            <pc:sldMk cId="904493777" sldId="327"/>
            <ac:spMk id="104" creationId="{73EFC48B-78B8-A3A7-5531-2BB3F1E167C7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2:59.194" v="1658" actId="242"/>
          <ac:spMkLst>
            <pc:docMk/>
            <pc:sldMk cId="904493777" sldId="327"/>
            <ac:spMk id="106" creationId="{63809CFA-C04B-C6B3-7A00-B2464B5C77C4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2:59.194" v="1658" actId="242"/>
          <ac:spMkLst>
            <pc:docMk/>
            <pc:sldMk cId="904493777" sldId="327"/>
            <ac:spMk id="107" creationId="{91713701-AE86-0224-D4A9-6943DEBE4833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22.023" v="1018" actId="404"/>
          <ac:spMkLst>
            <pc:docMk/>
            <pc:sldMk cId="904493777" sldId="327"/>
            <ac:spMk id="113" creationId="{1BD36A50-73ED-16CA-0A84-DC7CAAF6BB44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22.023" v="1018" actId="404"/>
          <ac:spMkLst>
            <pc:docMk/>
            <pc:sldMk cId="904493777" sldId="327"/>
            <ac:spMk id="117" creationId="{0CAB1155-1B7B-54D7-1BA3-2B95422B5B68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22.023" v="1018" actId="404"/>
          <ac:spMkLst>
            <pc:docMk/>
            <pc:sldMk cId="904493777" sldId="327"/>
            <ac:spMk id="120" creationId="{E8CE4E57-7132-4271-2B52-8C216F8B5004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7:59:22.023" v="1018" actId="404"/>
          <ac:spMkLst>
            <pc:docMk/>
            <pc:sldMk cId="904493777" sldId="327"/>
            <ac:spMk id="123" creationId="{5FF09E04-D4C4-C008-F2A8-CFF34E726722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0:55.465" v="1333" actId="553"/>
          <ac:spMkLst>
            <pc:docMk/>
            <pc:sldMk cId="904493777" sldId="327"/>
            <ac:spMk id="124" creationId="{F5C6D3D1-4883-2124-B78B-F0EAAF4138A5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1:04.601" v="1342"/>
          <ac:spMkLst>
            <pc:docMk/>
            <pc:sldMk cId="904493777" sldId="327"/>
            <ac:spMk id="125" creationId="{2344DF82-B2BC-5A62-D309-553C7F5BC887}"/>
          </ac:spMkLst>
        </pc:spChg>
        <pc:spChg chg="add mod">
          <ac:chgData name="임인섭(INSUP LIM)[insup_lim]/선임/제조DX.자동보정.조립자동보정팀" userId="46c23904-ff79-42c9-9e41-2f57972a901c" providerId="ADAL" clId="{11DD36F6-9473-4F3F-9EB9-DE128655DEA9}" dt="2026-09-22T08:01:06.903" v="1351"/>
          <ac:spMkLst>
            <pc:docMk/>
            <pc:sldMk cId="904493777" sldId="327"/>
            <ac:spMk id="126" creationId="{8B557494-6906-0F5D-2BBF-EED46F5ECA3F}"/>
          </ac:spMkLst>
        </pc:spChg>
        <pc:gr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grpSpMkLst>
            <pc:docMk/>
            <pc:sldMk cId="904493777" sldId="327"/>
            <ac:grpSpMk id="2" creationId="{0C8D42E1-37EE-4148-BB8B-124809E2181F}"/>
          </ac:grpSpMkLst>
        </pc:grpChg>
        <pc:gr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grpSpMkLst>
            <pc:docMk/>
            <pc:sldMk cId="904493777" sldId="327"/>
            <ac:grpSpMk id="5" creationId="{8608DD04-4A9A-F84C-28A7-1C86A1E8FA27}"/>
          </ac:grpSpMkLst>
        </pc:grpChg>
        <pc:gr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grpSpMkLst>
            <pc:docMk/>
            <pc:sldMk cId="904493777" sldId="327"/>
            <ac:grpSpMk id="19" creationId="{1F25946A-AA04-56EB-9BA5-F95CFA8A1A98}"/>
          </ac:grpSpMkLst>
        </pc:grpChg>
        <pc:grpChg chg="del">
          <ac:chgData name="임인섭(INSUP LIM)[insup_lim]/선임/제조DX.자동보정.조립자동보정팀" userId="46c23904-ff79-42c9-9e41-2f57972a901c" providerId="ADAL" clId="{11DD36F6-9473-4F3F-9EB9-DE128655DEA9}" dt="2026-09-22T07:58:38.240" v="999" actId="478"/>
          <ac:grpSpMkLst>
            <pc:docMk/>
            <pc:sldMk cId="904493777" sldId="327"/>
            <ac:grpSpMk id="44" creationId="{36BF7F95-C5BD-7B52-BEEE-AD0E493E3C9D}"/>
          </ac:grpSpMkLst>
        </pc:grpChg>
        <pc:grp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grpSpMkLst>
            <pc:docMk/>
            <pc:sldMk cId="904493777" sldId="327"/>
            <ac:grpSpMk id="45" creationId="{86D2B404-09CB-72F6-8692-A3D284B19BE3}"/>
          </ac:grpSpMkLst>
        </pc:grpChg>
        <pc:grpChg chg="add mod">
          <ac:chgData name="임인섭(INSUP LIM)[insup_lim]/선임/제조DX.자동보정.조립자동보정팀" userId="46c23904-ff79-42c9-9e41-2f57972a901c" providerId="ADAL" clId="{11DD36F6-9473-4F3F-9EB9-DE128655DEA9}" dt="2026-09-22T08:00:44.376" v="1330" actId="1076"/>
          <ac:grpSpMkLst>
            <pc:docMk/>
            <pc:sldMk cId="904493777" sldId="327"/>
            <ac:grpSpMk id="83" creationId="{0C8D42E1-37EE-4148-BB8B-124809E2181F}"/>
          </ac:grpSpMkLst>
        </pc:grpChg>
        <pc:grp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grpSpMkLst>
            <pc:docMk/>
            <pc:sldMk cId="904493777" sldId="327"/>
            <ac:grpSpMk id="84" creationId="{8608DD04-4A9A-F84C-28A7-1C86A1E8FA27}"/>
          </ac:grpSpMkLst>
        </pc:grpChg>
        <pc:grp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grpSpMkLst>
            <pc:docMk/>
            <pc:sldMk cId="904493777" sldId="327"/>
            <ac:grpSpMk id="86" creationId="{1F25946A-AA04-56EB-9BA5-F95CFA8A1A98}"/>
          </ac:grpSpMkLst>
        </pc:grpChg>
        <pc:grp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grpSpMkLst>
            <pc:docMk/>
            <pc:sldMk cId="904493777" sldId="327"/>
            <ac:grpSpMk id="87" creationId="{86D2B404-09CB-72F6-8692-A3D284B19BE3}"/>
          </ac:grpSpMkLst>
        </pc:grpChg>
        <pc:graphicFrameChg chg="del">
          <ac:chgData name="임인섭(INSUP LIM)[insup_lim]/선임/제조DX.자동보정.조립자동보정팀" userId="46c23904-ff79-42c9-9e41-2f57972a901c" providerId="ADAL" clId="{11DD36F6-9473-4F3F-9EB9-DE128655DEA9}" dt="2026-09-22T07:58:45.175" v="1003" actId="478"/>
          <ac:graphicFrameMkLst>
            <pc:docMk/>
            <pc:sldMk cId="904493777" sldId="327"/>
            <ac:graphicFrameMk id="49" creationId="{3AE89AD6-711C-5765-4E33-6B4DD2AF3F72}"/>
          </ac:graphicFrameMkLst>
        </pc:graphicFrameChg>
        <pc:picChg chg="del">
          <ac:chgData name="임인섭(INSUP LIM)[insup_lim]/선임/제조DX.자동보정.조립자동보정팀" userId="46c23904-ff79-42c9-9e41-2f57972a901c" providerId="ADAL" clId="{11DD36F6-9473-4F3F-9EB9-DE128655DEA9}" dt="2026-09-22T07:58:45.175" v="1003" actId="478"/>
          <ac:picMkLst>
            <pc:docMk/>
            <pc:sldMk cId="904493777" sldId="327"/>
            <ac:picMk id="3" creationId="{2E97469D-5817-FF3F-D8BA-A7803E9DAC13}"/>
          </ac:picMkLst>
        </pc:picChg>
        <pc:picChg chg="del">
          <ac:chgData name="임인섭(INSUP LIM)[insup_lim]/선임/제조DX.자동보정.조립자동보정팀" userId="46c23904-ff79-42c9-9e41-2f57972a901c" providerId="ADAL" clId="{11DD36F6-9473-4F3F-9EB9-DE128655DEA9}" dt="2026-09-22T07:58:45.175" v="1003" actId="478"/>
          <ac:picMkLst>
            <pc:docMk/>
            <pc:sldMk cId="904493777" sldId="327"/>
            <ac:picMk id="15" creationId="{8D797176-BB1B-0C1D-C9EE-40A58E26153B}"/>
          </ac:picMkLst>
        </pc:picChg>
        <pc:pic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picMkLst>
            <pc:docMk/>
            <pc:sldMk cId="904493777" sldId="327"/>
            <ac:picMk id="46" creationId="{0D52D6AC-7C62-EE71-F7E7-F9C04A29F60B}"/>
          </ac:picMkLst>
        </pc:picChg>
        <pc:pic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picMkLst>
            <pc:docMk/>
            <pc:sldMk cId="904493777" sldId="327"/>
            <ac:picMk id="68" creationId="{42BB5E4C-3DD8-C960-2CD4-9F685B40D3EB}"/>
          </ac:picMkLst>
        </pc:picChg>
        <pc:pic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picMkLst>
            <pc:docMk/>
            <pc:sldMk cId="904493777" sldId="327"/>
            <ac:picMk id="88" creationId="{0D52D6AC-7C62-EE71-F7E7-F9C04A29F60B}"/>
          </ac:picMkLst>
        </pc:picChg>
        <pc:pic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picMkLst>
            <pc:docMk/>
            <pc:sldMk cId="904493777" sldId="327"/>
            <ac:picMk id="109" creationId="{42BB5E4C-3DD8-C960-2CD4-9F685B40D3EB}"/>
          </ac:picMkLst>
        </pc:picChg>
        <pc:cxnChg chg="del">
          <ac:chgData name="임인섭(INSUP LIM)[insup_lim]/선임/제조DX.자동보정.조립자동보정팀" userId="46c23904-ff79-42c9-9e41-2f57972a901c" providerId="ADAL" clId="{11DD36F6-9473-4F3F-9EB9-DE128655DEA9}" dt="2026-09-22T07:58:43.401" v="1002" actId="478"/>
          <ac:cxnSpMkLst>
            <pc:docMk/>
            <pc:sldMk cId="904493777" sldId="327"/>
            <ac:cxnSpMk id="6" creationId="{24BF82FC-F0EF-7E45-AF33-A05EB85BA729}"/>
          </ac:cxnSpMkLst>
        </pc:cxnChg>
        <pc:cxnChg chg="del">
          <ac:chgData name="임인섭(INSUP LIM)[insup_lim]/선임/제조DX.자동보정.조립자동보정팀" userId="46c23904-ff79-42c9-9e41-2f57972a901c" providerId="ADAL" clId="{11DD36F6-9473-4F3F-9EB9-DE128655DEA9}" dt="2026-09-22T07:58:43.401" v="1002" actId="478"/>
          <ac:cxnSpMkLst>
            <pc:docMk/>
            <pc:sldMk cId="904493777" sldId="327"/>
            <ac:cxnSpMk id="18" creationId="{6DA96696-AE3C-6DD9-A07A-B458BD5A4552}"/>
          </ac:cxnSpMkLst>
        </pc:cxnChg>
        <pc:cxnChg chg="del">
          <ac:chgData name="임인섭(INSUP LIM)[insup_lim]/선임/제조DX.자동보정.조립자동보정팀" userId="46c23904-ff79-42c9-9e41-2f57972a901c" providerId="ADAL" clId="{11DD36F6-9473-4F3F-9EB9-DE128655DEA9}" dt="2026-09-22T07:58:43.401" v="1002" actId="478"/>
          <ac:cxnSpMkLst>
            <pc:docMk/>
            <pc:sldMk cId="904493777" sldId="327"/>
            <ac:cxnSpMk id="20" creationId="{A8BD1CE4-D5D9-3476-5D41-7A29C23FC1F4}"/>
          </ac:cxnSpMkLst>
        </pc:cxnChg>
        <pc:cxnChg chg="del">
          <ac:chgData name="임인섭(INSUP LIM)[insup_lim]/선임/제조DX.자동보정.조립자동보정팀" userId="46c23904-ff79-42c9-9e41-2f57972a901c" providerId="ADAL" clId="{11DD36F6-9473-4F3F-9EB9-DE128655DEA9}" dt="2026-09-22T07:58:43.401" v="1002" actId="478"/>
          <ac:cxnSpMkLst>
            <pc:docMk/>
            <pc:sldMk cId="904493777" sldId="327"/>
            <ac:cxnSpMk id="21" creationId="{57C8BC85-7CE8-0C94-A78B-CAF64251AAA5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47" creationId="{F8BA6DA4-B53C-4068-E7D6-E5F3F81CF704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48" creationId="{ED9E6574-A990-C5AC-9D24-F7C6F8495B54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50" creationId="{B9F9B65D-64B1-FED5-8BA7-49CE3C5F8360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51" creationId="{8FCAE654-DBCE-1535-09DE-9C0B902CF4F2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52" creationId="{7FE74AB3-9285-8703-F016-83390DC809D6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53" creationId="{3166528A-9C5E-8795-A86D-249AB6B81314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54" creationId="{501AF13F-D237-1C8D-DA7B-BDF44F132309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62" creationId="{55E95344-F19B-736C-27E9-544114CFDE9A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64" creationId="{4DA0CEAA-9D14-75D7-25EB-CA2F82189D52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67" creationId="{AEA95F8D-18EC-CC0C-0E3F-CE5113DF04D2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69" creationId="{B8AB856B-4C41-A527-2F5F-243A95BB5D75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70" creationId="{B09D7377-DE14-C923-9FAB-80C228BB9C3F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71" creationId="{CFED1580-83EA-3055-1078-D795E19E3709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73" creationId="{E0CB4D8B-5D85-27A6-DC03-2FF4692EC123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74" creationId="{CFCE370C-60BD-B06A-F44F-C13D6375EA43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75" creationId="{3F16169F-EB70-E539-7CD4-D36AEB23076B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77" creationId="{731B91A5-477E-D474-550F-D3067C490187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78" creationId="{0F6D9F85-737D-77C7-6C46-53673AC00710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80" creationId="{40DAAEA4-A1E3-39DF-EF4F-C7272F8099C1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0.996" v="1005"/>
          <ac:cxnSpMkLst>
            <pc:docMk/>
            <pc:sldMk cId="904493777" sldId="327"/>
            <ac:cxnSpMk id="81" creationId="{B44ADDFD-6081-7CBE-AB56-C12DF9A5CDAB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89" creationId="{F8BA6DA4-B53C-4068-E7D6-E5F3F81CF704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8:02:56.387" v="1657" actId="14100"/>
          <ac:cxnSpMkLst>
            <pc:docMk/>
            <pc:sldMk cId="904493777" sldId="327"/>
            <ac:cxnSpMk id="90" creationId="{ED9E6574-A990-C5AC-9D24-F7C6F8495B54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91" creationId="{B9F9B65D-64B1-FED5-8BA7-49CE3C5F8360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92" creationId="{8FCAE654-DBCE-1535-09DE-9C0B902CF4F2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93" creationId="{7FE74AB3-9285-8703-F016-83390DC809D6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94" creationId="{3166528A-9C5E-8795-A86D-249AB6B81314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95" creationId="{501AF13F-D237-1C8D-DA7B-BDF44F132309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03" creationId="{55E95344-F19B-736C-27E9-544114CFDE9A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05" creationId="{4DA0CEAA-9D14-75D7-25EB-CA2F82189D52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08" creationId="{AEA95F8D-18EC-CC0C-0E3F-CE5113DF04D2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10" creationId="{B8AB856B-4C41-A527-2F5F-243A95BB5D75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11" creationId="{B09D7377-DE14-C923-9FAB-80C228BB9C3F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12" creationId="{CFED1580-83EA-3055-1078-D795E19E3709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14" creationId="{E0CB4D8B-5D85-27A6-DC03-2FF4692EC123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15" creationId="{CFCE370C-60BD-B06A-F44F-C13D6375EA43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16" creationId="{3F16169F-EB70-E539-7CD4-D36AEB23076B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18" creationId="{731B91A5-477E-D474-550F-D3067C490187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19" creationId="{0F6D9F85-737D-77C7-6C46-53673AC00710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21" creationId="{40DAAEA4-A1E3-39DF-EF4F-C7272F8099C1}"/>
          </ac:cxnSpMkLst>
        </pc:cxnChg>
        <pc:cxnChg chg="add mod">
          <ac:chgData name="임인섭(INSUP LIM)[insup_lim]/선임/제조DX.자동보정.조립자동보정팀" userId="46c23904-ff79-42c9-9e41-2f57972a901c" providerId="ADAL" clId="{11DD36F6-9473-4F3F-9EB9-DE128655DEA9}" dt="2026-09-22T07:59:02.225" v="1006"/>
          <ac:cxnSpMkLst>
            <pc:docMk/>
            <pc:sldMk cId="904493777" sldId="327"/>
            <ac:cxnSpMk id="122" creationId="{B44ADDFD-6081-7CBE-AB56-C12DF9A5CDAB}"/>
          </ac:cxnSpMkLst>
        </pc:cxnChg>
      </pc:sldChg>
      <pc:sldChg chg="del">
        <pc:chgData name="임인섭(INSUP LIM)[insup_lim]/선임/제조DX.자동보정.조립자동보정팀" userId="46c23904-ff79-42c9-9e41-2f57972a901c" providerId="ADAL" clId="{11DD36F6-9473-4F3F-9EB9-DE128655DEA9}" dt="2026-09-22T08:07:53.901" v="1790" actId="47"/>
        <pc:sldMkLst>
          <pc:docMk/>
          <pc:sldMk cId="73917702" sldId="331"/>
        </pc:sldMkLst>
      </pc:sldChg>
      <pc:sldChg chg="modSp mod">
        <pc:chgData name="임인섭(INSUP LIM)[insup_lim]/선임/제조DX.자동보정.조립자동보정팀" userId="46c23904-ff79-42c9-9e41-2f57972a901c" providerId="ADAL" clId="{11DD36F6-9473-4F3F-9EB9-DE128655DEA9}" dt="2026-09-22T08:04:06.409" v="1786" actId="20577"/>
        <pc:sldMkLst>
          <pc:docMk/>
          <pc:sldMk cId="3521588699" sldId="354"/>
        </pc:sldMkLst>
        <pc:spChg chg="mod">
          <ac:chgData name="임인섭(INSUP LIM)[insup_lim]/선임/제조DX.자동보정.조립자동보정팀" userId="46c23904-ff79-42c9-9e41-2f57972a901c" providerId="ADAL" clId="{11DD36F6-9473-4F3F-9EB9-DE128655DEA9}" dt="2026-09-22T08:04:06.409" v="1786" actId="20577"/>
          <ac:spMkLst>
            <pc:docMk/>
            <pc:sldMk cId="3521588699" sldId="354"/>
            <ac:spMk id="37" creationId="{539CA26B-1B77-5B7B-ED7C-0CFDF3C41613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11DD36F6-9473-4F3F-9EB9-DE128655DEA9}" dt="2026-09-23T00:07:13.184" v="3398"/>
        <pc:sldMkLst>
          <pc:docMk/>
          <pc:sldMk cId="3501312549" sldId="380"/>
        </pc:sldMkLst>
        <pc:spChg chg="mod">
          <ac:chgData name="임인섭(INSUP LIM)[insup_lim]/선임/제조DX.자동보정.조립자동보정팀" userId="46c23904-ff79-42c9-9e41-2f57972a901c" providerId="ADAL" clId="{11DD36F6-9473-4F3F-9EB9-DE128655DEA9}" dt="2026-09-22T08:33:30.977" v="3235" actId="20577"/>
          <ac:spMkLst>
            <pc:docMk/>
            <pc:sldMk cId="3501312549" sldId="380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8:04:13.240" v="1789" actId="20577"/>
          <ac:spMkLst>
            <pc:docMk/>
            <pc:sldMk cId="3501312549" sldId="380"/>
            <ac:spMk id="29" creationId="{CADE57B7-AFD5-377B-538A-D583A6DC70A2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3T00:07:13.184" v="3398"/>
          <ac:spMkLst>
            <pc:docMk/>
            <pc:sldMk cId="3501312549" sldId="380"/>
            <ac:spMk id="30" creationId="{0D42272B-7090-3E3D-C807-E7C5620E4BEA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11DD36F6-9473-4F3F-9EB9-DE128655DEA9}" dt="2026-09-22T08:33:28.241" v="3234" actId="20577"/>
        <pc:sldMkLst>
          <pc:docMk/>
          <pc:sldMk cId="3908212712" sldId="413"/>
        </pc:sldMkLst>
        <pc:spChg chg="mod">
          <ac:chgData name="임인섭(INSUP LIM)[insup_lim]/선임/제조DX.자동보정.조립자동보정팀" userId="46c23904-ff79-42c9-9e41-2f57972a901c" providerId="ADAL" clId="{11DD36F6-9473-4F3F-9EB9-DE128655DEA9}" dt="2026-09-22T08:33:28.241" v="3234" actId="20577"/>
          <ac:spMkLst>
            <pc:docMk/>
            <pc:sldMk cId="3908212712" sldId="413"/>
            <ac:spMk id="34" creationId="{0DBB8F14-223A-56DE-7946-DE15F19C0CCB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8:04:11.336" v="1788" actId="20577"/>
          <ac:spMkLst>
            <pc:docMk/>
            <pc:sldMk cId="3908212712" sldId="413"/>
            <ac:spMk id="37" creationId="{539CA26B-1B77-5B7B-ED7C-0CFDF3C41613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11DD36F6-9473-4F3F-9EB9-DE128655DEA9}" dt="2026-09-22T08:33:09.670" v="3231" actId="20577"/>
        <pc:sldMkLst>
          <pc:docMk/>
          <pc:sldMk cId="3526692955" sldId="432"/>
        </pc:sldMkLst>
        <pc:spChg chg="mod">
          <ac:chgData name="임인섭(INSUP LIM)[insup_lim]/선임/제조DX.자동보정.조립자동보정팀" userId="46c23904-ff79-42c9-9e41-2f57972a901c" providerId="ADAL" clId="{11DD36F6-9473-4F3F-9EB9-DE128655DEA9}" dt="2026-09-22T08:33:09.670" v="3231" actId="20577"/>
          <ac:spMkLst>
            <pc:docMk/>
            <pc:sldMk cId="3526692955" sldId="432"/>
            <ac:spMk id="17" creationId="{3D171D3E-1985-8A6E-7869-31CB77FE3666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11DD36F6-9473-4F3F-9EB9-DE128655DEA9}" dt="2026-09-22T08:33:39.339" v="3237" actId="20577"/>
        <pc:sldMkLst>
          <pc:docMk/>
          <pc:sldMk cId="3901532967" sldId="2147481959"/>
        </pc:sldMkLst>
        <pc:spChg chg="mod">
          <ac:chgData name="임인섭(INSUP LIM)[insup_lim]/선임/제조DX.자동보정.조립자동보정팀" userId="46c23904-ff79-42c9-9e41-2f57972a901c" providerId="ADAL" clId="{11DD36F6-9473-4F3F-9EB9-DE128655DEA9}" dt="2026-09-22T08:33:39.339" v="3237" actId="20577"/>
          <ac:spMkLst>
            <pc:docMk/>
            <pc:sldMk cId="3901532967" sldId="2147481959"/>
            <ac:spMk id="3" creationId="{36861DA2-A477-7234-84DA-E783F149B3FB}"/>
          </ac:spMkLst>
        </pc:spChg>
        <pc:spChg chg="mod">
          <ac:chgData name="임인섭(INSUP LIM)[insup_lim]/선임/제조DX.자동보정.조립자동보정팀" userId="46c23904-ff79-42c9-9e41-2f57972a901c" providerId="ADAL" clId="{11DD36F6-9473-4F3F-9EB9-DE128655DEA9}" dt="2026-09-22T06:41:33.819" v="7" actId="20577"/>
          <ac:spMkLst>
            <pc:docMk/>
            <pc:sldMk cId="3901532967" sldId="2147481959"/>
            <ac:spMk id="13" creationId="{6F04AF11-50D5-49B6-A265-556E9598BDBE}"/>
          </ac:spMkLst>
        </pc:spChg>
      </pc:sldChg>
    </pc:docChg>
  </pc:docChgLst>
  <pc:docChgLst>
    <pc:chgData name="윤숙영(SUK YEONG YUN)[yoonsy]/책임/제조DX.자동보정.MC자동보정팀" userId="60ce3903-3136-4d02-9370-523fa04b0d65" providerId="ADAL" clId="{432BECBC-A85E-476E-95B1-C2DCDF59C1BD}"/>
    <pc:docChg chg="undo custSel modSld">
      <pc:chgData name="윤숙영(SUK YEONG YUN)[yoonsy]/책임/제조DX.자동보정.MC자동보정팀" userId="60ce3903-3136-4d02-9370-523fa04b0d65" providerId="ADAL" clId="{432BECBC-A85E-476E-95B1-C2DCDF59C1BD}" dt="2026-09-15T17:32:08.021" v="2027" actId="20577"/>
      <pc:docMkLst>
        <pc:docMk/>
      </pc:docMkLst>
      <pc:sldChg chg="modSp mod">
        <pc:chgData name="윤숙영(SUK YEONG YUN)[yoonsy]/책임/제조DX.자동보정.MC자동보정팀" userId="60ce3903-3136-4d02-9370-523fa04b0d65" providerId="ADAL" clId="{432BECBC-A85E-476E-95B1-C2DCDF59C1BD}" dt="2026-09-15T17:28:44.548" v="1870" actId="207"/>
        <pc:sldMkLst>
          <pc:docMk/>
          <pc:sldMk cId="3743058706" sldId="302"/>
        </pc:sldMkLst>
        <pc:spChg chg="mod">
          <ac:chgData name="윤숙영(SUK YEONG YUN)[yoonsy]/책임/제조DX.자동보정.MC자동보정팀" userId="60ce3903-3136-4d02-9370-523fa04b0d65" providerId="ADAL" clId="{432BECBC-A85E-476E-95B1-C2DCDF59C1BD}" dt="2026-09-15T17:05:03.095" v="21" actId="1076"/>
          <ac:spMkLst>
            <pc:docMk/>
            <pc:sldMk cId="3743058706" sldId="302"/>
            <ac:spMk id="6" creationId="{72BBD197-F08B-54B1-60FA-22FDCCF94318}"/>
          </ac:spMkLst>
        </pc:spChg>
        <pc:spChg chg="mod">
          <ac:chgData name="윤숙영(SUK YEONG YUN)[yoonsy]/책임/제조DX.자동보정.MC자동보정팀" userId="60ce3903-3136-4d02-9370-523fa04b0d65" providerId="ADAL" clId="{432BECBC-A85E-476E-95B1-C2DCDF59C1BD}" dt="2026-09-15T17:28:44.548" v="1870" actId="207"/>
          <ac:spMkLst>
            <pc:docMk/>
            <pc:sldMk cId="3743058706" sldId="302"/>
            <ac:spMk id="7" creationId="{D12BE307-396F-F6AE-4841-CE7B441A23D9}"/>
          </ac:spMkLst>
        </pc:spChg>
        <pc:spChg chg="mod">
          <ac:chgData name="윤숙영(SUK YEONG YUN)[yoonsy]/책임/제조DX.자동보정.MC자동보정팀" userId="60ce3903-3136-4d02-9370-523fa04b0d65" providerId="ADAL" clId="{432BECBC-A85E-476E-95B1-C2DCDF59C1BD}" dt="2026-09-15T17:20:37.366" v="1596" actId="465"/>
          <ac:spMkLst>
            <pc:docMk/>
            <pc:sldMk cId="3743058706" sldId="302"/>
            <ac:spMk id="11" creationId="{119FFC0B-9D11-698D-BBD2-F42C088382A8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432BECBC-A85E-476E-95B1-C2DCDF59C1BD}" dt="2026-09-15T17:26:07.198" v="1782" actId="21"/>
        <pc:sldMkLst>
          <pc:docMk/>
          <pc:sldMk cId="3014893410" sldId="313"/>
        </pc:sldMkLst>
        <pc:spChg chg="add del mod">
          <ac:chgData name="윤숙영(SUK YEONG YUN)[yoonsy]/책임/제조DX.자동보정.MC자동보정팀" userId="60ce3903-3136-4d02-9370-523fa04b0d65" providerId="ADAL" clId="{432BECBC-A85E-476E-95B1-C2DCDF59C1BD}" dt="2026-09-15T17:26:07.198" v="1782" actId="21"/>
          <ac:spMkLst>
            <pc:docMk/>
            <pc:sldMk cId="3014893410" sldId="313"/>
            <ac:spMk id="2" creationId="{DF36F24B-8102-3FC1-13FF-2D3BFF0C1FFB}"/>
          </ac:spMkLst>
        </pc:spChg>
        <pc:spChg chg="mod">
          <ac:chgData name="윤숙영(SUK YEONG YUN)[yoonsy]/책임/제조DX.자동보정.MC자동보정팀" userId="60ce3903-3136-4d02-9370-523fa04b0d65" providerId="ADAL" clId="{432BECBC-A85E-476E-95B1-C2DCDF59C1BD}" dt="2026-09-15T17:25:45.496" v="1781" actId="20577"/>
          <ac:spMkLst>
            <pc:docMk/>
            <pc:sldMk cId="3014893410" sldId="313"/>
            <ac:spMk id="30" creationId="{82316C5F-CBE3-A95F-7CC8-EF8564695C5E}"/>
          </ac:spMkLst>
        </pc:spChg>
        <pc:spChg chg="mod">
          <ac:chgData name="윤숙영(SUK YEONG YUN)[yoonsy]/책임/제조DX.자동보정.MC자동보정팀" userId="60ce3903-3136-4d02-9370-523fa04b0d65" providerId="ADAL" clId="{432BECBC-A85E-476E-95B1-C2DCDF59C1BD}" dt="2026-09-15T17:22:39.434" v="1689" actId="20577"/>
          <ac:spMkLst>
            <pc:docMk/>
            <pc:sldMk cId="3014893410" sldId="313"/>
            <ac:spMk id="31" creationId="{E025DEA0-F7BF-32AC-2A75-B3B932292ECF}"/>
          </ac:spMkLst>
        </pc:spChg>
        <pc:graphicFrameChg chg="modGraphic">
          <ac:chgData name="윤숙영(SUK YEONG YUN)[yoonsy]/책임/제조DX.자동보정.MC자동보정팀" userId="60ce3903-3136-4d02-9370-523fa04b0d65" providerId="ADAL" clId="{432BECBC-A85E-476E-95B1-C2DCDF59C1BD}" dt="2026-09-15T17:23:42.076" v="1714" actId="207"/>
          <ac:graphicFrameMkLst>
            <pc:docMk/>
            <pc:sldMk cId="3014893410" sldId="313"/>
            <ac:graphicFrameMk id="24" creationId="{4F78F1EE-69E4-77EA-E8A6-1E2A05A47FAE}"/>
          </ac:graphicFrameMkLst>
        </pc:graphicFrameChg>
      </pc:sldChg>
      <pc:sldChg chg="modSp mod">
        <pc:chgData name="윤숙영(SUK YEONG YUN)[yoonsy]/책임/제조DX.자동보정.MC자동보정팀" userId="60ce3903-3136-4d02-9370-523fa04b0d65" providerId="ADAL" clId="{432BECBC-A85E-476E-95B1-C2DCDF59C1BD}" dt="2026-09-15T17:22:59.149" v="1705" actId="20577"/>
        <pc:sldMkLst>
          <pc:docMk/>
          <pc:sldMk cId="2162256837" sldId="317"/>
        </pc:sldMkLst>
        <pc:spChg chg="mod">
          <ac:chgData name="윤숙영(SUK YEONG YUN)[yoonsy]/책임/제조DX.자동보정.MC자동보정팀" userId="60ce3903-3136-4d02-9370-523fa04b0d65" providerId="ADAL" clId="{432BECBC-A85E-476E-95B1-C2DCDF59C1BD}" dt="2026-09-15T17:22:59.149" v="1705" actId="20577"/>
          <ac:spMkLst>
            <pc:docMk/>
            <pc:sldMk cId="2162256837" sldId="317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432BECBC-A85E-476E-95B1-C2DCDF59C1BD}" dt="2026-09-15T17:23:02.454" v="1709" actId="20577"/>
        <pc:sldMkLst>
          <pc:docMk/>
          <pc:sldMk cId="2808727165" sldId="336"/>
        </pc:sldMkLst>
        <pc:spChg chg="mod">
          <ac:chgData name="윤숙영(SUK YEONG YUN)[yoonsy]/책임/제조DX.자동보정.MC자동보정팀" userId="60ce3903-3136-4d02-9370-523fa04b0d65" providerId="ADAL" clId="{432BECBC-A85E-476E-95B1-C2DCDF59C1BD}" dt="2026-09-15T17:23:02.454" v="1709" actId="20577"/>
          <ac:spMkLst>
            <pc:docMk/>
            <pc:sldMk cId="2808727165" sldId="336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432BECBC-A85E-476E-95B1-C2DCDF59C1BD}" dt="2026-09-15T17:22:47.565" v="1693" actId="20577"/>
        <pc:sldMkLst>
          <pc:docMk/>
          <pc:sldMk cId="1343670778" sldId="338"/>
        </pc:sldMkLst>
        <pc:spChg chg="mod">
          <ac:chgData name="윤숙영(SUK YEONG YUN)[yoonsy]/책임/제조DX.자동보정.MC자동보정팀" userId="60ce3903-3136-4d02-9370-523fa04b0d65" providerId="ADAL" clId="{432BECBC-A85E-476E-95B1-C2DCDF59C1BD}" dt="2026-09-15T17:22:47.565" v="1693" actId="20577"/>
          <ac:spMkLst>
            <pc:docMk/>
            <pc:sldMk cId="1343670778" sldId="338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432BECBC-A85E-476E-95B1-C2DCDF59C1BD}" dt="2026-09-15T17:22:51.476" v="1697" actId="20577"/>
        <pc:sldMkLst>
          <pc:docMk/>
          <pc:sldMk cId="3070632168" sldId="377"/>
        </pc:sldMkLst>
        <pc:spChg chg="mod">
          <ac:chgData name="윤숙영(SUK YEONG YUN)[yoonsy]/책임/제조DX.자동보정.MC자동보정팀" userId="60ce3903-3136-4d02-9370-523fa04b0d65" providerId="ADAL" clId="{432BECBC-A85E-476E-95B1-C2DCDF59C1BD}" dt="2026-09-15T17:22:51.476" v="1697" actId="20577"/>
          <ac:spMkLst>
            <pc:docMk/>
            <pc:sldMk cId="3070632168" sldId="377"/>
            <ac:spMk id="34" creationId="{7217F62E-90E7-DED9-CE10-DEE308B82A56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432BECBC-A85E-476E-95B1-C2DCDF59C1BD}" dt="2026-09-15T17:32:08.021" v="2027" actId="20577"/>
        <pc:sldMkLst>
          <pc:docMk/>
          <pc:sldMk cId="3513457183" sldId="393"/>
        </pc:sldMkLst>
        <pc:spChg chg="add del mod">
          <ac:chgData name="윤숙영(SUK YEONG YUN)[yoonsy]/책임/제조DX.자동보정.MC자동보정팀" userId="60ce3903-3136-4d02-9370-523fa04b0d65" providerId="ADAL" clId="{432BECBC-A85E-476E-95B1-C2DCDF59C1BD}" dt="2026-09-15T17:31:51.851" v="2024" actId="478"/>
          <ac:spMkLst>
            <pc:docMk/>
            <pc:sldMk cId="3513457183" sldId="393"/>
            <ac:spMk id="4" creationId="{DF36F24B-8102-3FC1-13FF-2D3BFF0C1FFB}"/>
          </ac:spMkLst>
        </pc:spChg>
        <pc:spChg chg="mod">
          <ac:chgData name="윤숙영(SUK YEONG YUN)[yoonsy]/책임/제조DX.자동보정.MC자동보정팀" userId="60ce3903-3136-4d02-9370-523fa04b0d65" providerId="ADAL" clId="{432BECBC-A85E-476E-95B1-C2DCDF59C1BD}" dt="2026-09-15T17:22:55.814" v="1701" actId="20577"/>
          <ac:spMkLst>
            <pc:docMk/>
            <pc:sldMk cId="3513457183" sldId="393"/>
            <ac:spMk id="34" creationId="{7217F62E-90E7-DED9-CE10-DEE308B82A56}"/>
          </ac:spMkLst>
        </pc:spChg>
        <pc:spChg chg="mod">
          <ac:chgData name="윤숙영(SUK YEONG YUN)[yoonsy]/책임/제조DX.자동보정.MC자동보정팀" userId="60ce3903-3136-4d02-9370-523fa04b0d65" providerId="ADAL" clId="{432BECBC-A85E-476E-95B1-C2DCDF59C1BD}" dt="2026-09-15T17:32:08.021" v="2027" actId="20577"/>
          <ac:spMkLst>
            <pc:docMk/>
            <pc:sldMk cId="3513457183" sldId="393"/>
            <ac:spMk id="35" creationId="{491769FB-8F95-9F23-9FD4-56A08DF9C8BA}"/>
          </ac:spMkLst>
        </pc:spChg>
      </pc:sldChg>
    </pc:docChg>
  </pc:docChgLst>
  <pc:docChgLst>
    <pc:chgData name="박신아(SHINA PARK)[shina.p]/책임/제조DX.자동보정.MC자동보정팀" userId="54a067cc-2ef7-4970-a3f1-b2a185fa6bcc" providerId="ADAL" clId="{2FCA4508-5B9F-4C42-B99F-114628C23269}"/>
    <pc:docChg chg="custSel modSld">
      <pc:chgData name="박신아(SHINA PARK)[shina.p]/책임/제조DX.자동보정.MC자동보정팀" userId="54a067cc-2ef7-4970-a3f1-b2a185fa6bcc" providerId="ADAL" clId="{2FCA4508-5B9F-4C42-B99F-114628C23269}" dt="2026-08-12T09:24:20.655" v="1208" actId="2711"/>
      <pc:docMkLst>
        <pc:docMk/>
      </pc:docMkLst>
      <pc:sldChg chg="modSp mod">
        <pc:chgData name="박신아(SHINA PARK)[shina.p]/책임/제조DX.자동보정.MC자동보정팀" userId="54a067cc-2ef7-4970-a3f1-b2a185fa6bcc" providerId="ADAL" clId="{2FCA4508-5B9F-4C42-B99F-114628C23269}" dt="2026-08-12T09:21:39.254" v="860" actId="20577"/>
        <pc:sldMkLst>
          <pc:docMk/>
          <pc:sldMk cId="20157088" sldId="280"/>
        </pc:sldMkLst>
        <pc:spChg chg="mod">
          <ac:chgData name="박신아(SHINA PARK)[shina.p]/책임/제조DX.자동보정.MC자동보정팀" userId="54a067cc-2ef7-4970-a3f1-b2a185fa6bcc" providerId="ADAL" clId="{2FCA4508-5B9F-4C42-B99F-114628C23269}" dt="2026-08-12T09:21:22.841" v="854" actId="20577"/>
          <ac:spMkLst>
            <pc:docMk/>
            <pc:sldMk cId="20157088" sldId="280"/>
            <ac:spMk id="30" creationId="{82316C5F-CBE3-A95F-7CC8-EF8564695C5E}"/>
          </ac:spMkLst>
        </pc:spChg>
        <pc:spChg chg="mod">
          <ac:chgData name="박신아(SHINA PARK)[shina.p]/책임/제조DX.자동보정.MC자동보정팀" userId="54a067cc-2ef7-4970-a3f1-b2a185fa6bcc" providerId="ADAL" clId="{2FCA4508-5B9F-4C42-B99F-114628C23269}" dt="2026-08-12T09:21:39.254" v="860" actId="20577"/>
          <ac:spMkLst>
            <pc:docMk/>
            <pc:sldMk cId="20157088" sldId="280"/>
            <ac:spMk id="235" creationId="{F0809C5E-7541-A47D-9EB0-F5C95B7891AC}"/>
          </ac:spMkLst>
        </pc:spChg>
      </pc:sldChg>
      <pc:sldChg chg="modSp mod">
        <pc:chgData name="박신아(SHINA PARK)[shina.p]/책임/제조DX.자동보정.MC자동보정팀" userId="54a067cc-2ef7-4970-a3f1-b2a185fa6bcc" providerId="ADAL" clId="{2FCA4508-5B9F-4C42-B99F-114628C23269}" dt="2026-08-12T09:24:20.655" v="1208" actId="2711"/>
        <pc:sldMkLst>
          <pc:docMk/>
          <pc:sldMk cId="2306170091" sldId="325"/>
        </pc:sldMkLst>
        <pc:spChg chg="mod">
          <ac:chgData name="박신아(SHINA PARK)[shina.p]/책임/제조DX.자동보정.MC자동보정팀" userId="54a067cc-2ef7-4970-a3f1-b2a185fa6bcc" providerId="ADAL" clId="{2FCA4508-5B9F-4C42-B99F-114628C23269}" dt="2026-08-12T09:21:54.911" v="872" actId="20577"/>
          <ac:spMkLst>
            <pc:docMk/>
            <pc:sldMk cId="2306170091" sldId="325"/>
            <ac:spMk id="12" creationId="{59A7692E-132F-84DE-65A9-565713D24F53}"/>
          </ac:spMkLst>
        </pc:spChg>
        <pc:spChg chg="mod">
          <ac:chgData name="박신아(SHINA PARK)[shina.p]/책임/제조DX.자동보정.MC자동보정팀" userId="54a067cc-2ef7-4970-a3f1-b2a185fa6bcc" providerId="ADAL" clId="{2FCA4508-5B9F-4C42-B99F-114628C23269}" dt="2026-08-12T09:24:20.655" v="1208" actId="2711"/>
          <ac:spMkLst>
            <pc:docMk/>
            <pc:sldMk cId="2306170091" sldId="325"/>
            <ac:spMk id="35" creationId="{491769FB-8F95-9F23-9FD4-56A08DF9C8BA}"/>
          </ac:spMkLst>
        </pc:spChg>
      </pc:sldChg>
      <pc:sldChg chg="modSp mod">
        <pc:chgData name="박신아(SHINA PARK)[shina.p]/책임/제조DX.자동보정.MC자동보정팀" userId="54a067cc-2ef7-4970-a3f1-b2a185fa6bcc" providerId="ADAL" clId="{2FCA4508-5B9F-4C42-B99F-114628C23269}" dt="2026-08-12T09:18:39.623" v="427" actId="20577"/>
        <pc:sldMkLst>
          <pc:docMk/>
          <pc:sldMk cId="2800363497" sldId="343"/>
        </pc:sldMkLst>
      </pc:sldChg>
      <pc:sldChg chg="modSp mod">
        <pc:chgData name="박신아(SHINA PARK)[shina.p]/책임/제조DX.자동보정.MC자동보정팀" userId="54a067cc-2ef7-4970-a3f1-b2a185fa6bcc" providerId="ADAL" clId="{2FCA4508-5B9F-4C42-B99F-114628C23269}" dt="2026-08-12T09:21:48.737" v="866" actId="20577"/>
        <pc:sldMkLst>
          <pc:docMk/>
          <pc:sldMk cId="939909045" sldId="375"/>
        </pc:sldMkLst>
        <pc:spChg chg="mod">
          <ac:chgData name="박신아(SHINA PARK)[shina.p]/책임/제조DX.자동보정.MC자동보정팀" userId="54a067cc-2ef7-4970-a3f1-b2a185fa6bcc" providerId="ADAL" clId="{2FCA4508-5B9F-4C42-B99F-114628C23269}" dt="2026-08-12T09:21:48.737" v="866" actId="20577"/>
          <ac:spMkLst>
            <pc:docMk/>
            <pc:sldMk cId="939909045" sldId="375"/>
            <ac:spMk id="12" creationId="{59A7692E-132F-84DE-65A9-565713D24F53}"/>
          </ac:spMkLst>
        </pc:spChg>
      </pc:sldChg>
      <pc:sldChg chg="modSp mod">
        <pc:chgData name="박신아(SHINA PARK)[shina.p]/책임/제조DX.자동보정.MC자동보정팀" userId="54a067cc-2ef7-4970-a3f1-b2a185fa6bcc" providerId="ADAL" clId="{2FCA4508-5B9F-4C42-B99F-114628C23269}" dt="2026-08-12T09:22:29.985" v="879" actId="20577"/>
        <pc:sldMkLst>
          <pc:docMk/>
          <pc:sldMk cId="3040185142" sldId="420"/>
        </pc:sldMkLst>
        <pc:spChg chg="mod">
          <ac:chgData name="박신아(SHINA PARK)[shina.p]/책임/제조DX.자동보정.MC자동보정팀" userId="54a067cc-2ef7-4970-a3f1-b2a185fa6bcc" providerId="ADAL" clId="{2FCA4508-5B9F-4C42-B99F-114628C23269}" dt="2026-08-12T09:22:29.985" v="879" actId="20577"/>
          <ac:spMkLst>
            <pc:docMk/>
            <pc:sldMk cId="3040185142" sldId="420"/>
            <ac:spMk id="12" creationId="{EB0232BC-C8FE-7E7A-B0D6-CBAC46802505}"/>
          </ac:spMkLst>
        </pc:spChg>
      </pc:sldChg>
    </pc:docChg>
  </pc:docChgLst>
  <pc:docChgLst>
    <pc:chgData name="김태승(TAESEUNG KIM)[kim_ts]/사원/제조DX.자동보정.조립자동보정팀" userId="dcaa50d5-2a4b-4c24-8466-13e3b9f9beaf" providerId="ADAL" clId="{F610C6DB-5FA5-4FC9-A2DC-9697835C8A5D}"/>
    <pc:docChg chg="undo custSel modSld">
      <pc:chgData name="김태승(TAESEUNG KIM)[kim_ts]/사원/제조DX.자동보정.조립자동보정팀" userId="dcaa50d5-2a4b-4c24-8466-13e3b9f9beaf" providerId="ADAL" clId="{F610C6DB-5FA5-4FC9-A2DC-9697835C8A5D}" dt="2026-08-25T06:46:10.200" v="3019" actId="20577"/>
      <pc:docMkLst>
        <pc:docMk/>
      </pc:docMkLst>
      <pc:sldChg chg="addSp delSp modSp mod">
        <pc:chgData name="김태승(TAESEUNG KIM)[kim_ts]/사원/제조DX.자동보정.조립자동보정팀" userId="dcaa50d5-2a4b-4c24-8466-13e3b9f9beaf" providerId="ADAL" clId="{F610C6DB-5FA5-4FC9-A2DC-9697835C8A5D}" dt="2026-08-25T06:42:00.537" v="2987" actId="20577"/>
        <pc:sldMkLst>
          <pc:docMk/>
          <pc:sldMk cId="3801312616" sldId="358"/>
        </pc:sldMkLst>
        <pc:spChg chg="mod">
          <ac:chgData name="김태승(TAESEUNG KIM)[kim_ts]/사원/제조DX.자동보정.조립자동보정팀" userId="dcaa50d5-2a4b-4c24-8466-13e3b9f9beaf" providerId="ADAL" clId="{F610C6DB-5FA5-4FC9-A2DC-9697835C8A5D}" dt="2026-08-25T05:30:49.899" v="7" actId="20577"/>
          <ac:spMkLst>
            <pc:docMk/>
            <pc:sldMk cId="3801312616" sldId="358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F610C6DB-5FA5-4FC9-A2DC-9697835C8A5D}" dt="2026-08-25T06:40:42.540" v="2885" actId="20577"/>
          <ac:spMkLst>
            <pc:docMk/>
            <pc:sldMk cId="3801312616" sldId="358"/>
            <ac:spMk id="36" creationId="{00ED7720-6B6E-1AA6-BC90-E12E3D75CCFF}"/>
          </ac:spMkLst>
        </pc:spChg>
      </pc:sldChg>
      <pc:sldChg chg="addSp delSp modSp mod">
        <pc:chgData name="김태승(TAESEUNG KIM)[kim_ts]/사원/제조DX.자동보정.조립자동보정팀" userId="dcaa50d5-2a4b-4c24-8466-13e3b9f9beaf" providerId="ADAL" clId="{F610C6DB-5FA5-4FC9-A2DC-9697835C8A5D}" dt="2026-08-25T06:44:27.744" v="3011" actId="1076"/>
        <pc:sldMkLst>
          <pc:docMk/>
          <pc:sldMk cId="3658455393" sldId="437"/>
        </pc:sldMkLst>
        <pc:spChg chg="mod">
          <ac:chgData name="김태승(TAESEUNG KIM)[kim_ts]/사원/제조DX.자동보정.조립자동보정팀" userId="dcaa50d5-2a4b-4c24-8466-13e3b9f9beaf" providerId="ADAL" clId="{F610C6DB-5FA5-4FC9-A2DC-9697835C8A5D}" dt="2026-08-25T06:38:43.333" v="2867" actId="1035"/>
          <ac:spMkLst>
            <pc:docMk/>
            <pc:sldMk cId="3658455393" sldId="437"/>
            <ac:spMk id="4" creationId="{B723C6D5-F554-8B46-CF0B-3540C82590F1}"/>
          </ac:spMkLst>
        </pc:spChg>
        <pc:spChg chg="mod">
          <ac:chgData name="김태승(TAESEUNG KIM)[kim_ts]/사원/제조DX.자동보정.조립자동보정팀" userId="dcaa50d5-2a4b-4c24-8466-13e3b9f9beaf" providerId="ADAL" clId="{F610C6DB-5FA5-4FC9-A2DC-9697835C8A5D}" dt="2026-08-25T05:29:53.083" v="3" actId="20577"/>
          <ac:spMkLst>
            <pc:docMk/>
            <pc:sldMk cId="3658455393" sldId="437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F610C6DB-5FA5-4FC9-A2DC-9697835C8A5D}" dt="2026-08-25T05:35:13.742" v="236" actId="1037"/>
          <ac:spMkLst>
            <pc:docMk/>
            <pc:sldMk cId="3658455393" sldId="437"/>
            <ac:spMk id="11" creationId="{BD310DEB-78D8-A832-CA70-2151F84C4A96}"/>
          </ac:spMkLst>
        </pc:spChg>
        <pc:spChg chg="mod">
          <ac:chgData name="김태승(TAESEUNG KIM)[kim_ts]/사원/제조DX.자동보정.조립자동보정팀" userId="dcaa50d5-2a4b-4c24-8466-13e3b9f9beaf" providerId="ADAL" clId="{F610C6DB-5FA5-4FC9-A2DC-9697835C8A5D}" dt="2026-08-25T06:20:55.265" v="1578" actId="403"/>
          <ac:spMkLst>
            <pc:docMk/>
            <pc:sldMk cId="3658455393" sldId="437"/>
            <ac:spMk id="40" creationId="{6D83938E-EACF-6171-3002-446A6495CB39}"/>
          </ac:spMkLst>
        </pc:spChg>
      </pc:sldChg>
      <pc:sldChg chg="modSp mod">
        <pc:chgData name="김태승(TAESEUNG KIM)[kim_ts]/사원/제조DX.자동보정.조립자동보정팀" userId="dcaa50d5-2a4b-4c24-8466-13e3b9f9beaf" providerId="ADAL" clId="{F610C6DB-5FA5-4FC9-A2DC-9697835C8A5D}" dt="2026-08-25T06:46:10.200" v="3019" actId="20577"/>
        <pc:sldMkLst>
          <pc:docMk/>
          <pc:sldMk cId="4122308118" sldId="2147483617"/>
        </pc:sldMkLst>
        <pc:spChg chg="mod">
          <ac:chgData name="김태승(TAESEUNG KIM)[kim_ts]/사원/제조DX.자동보정.조립자동보정팀" userId="dcaa50d5-2a4b-4c24-8466-13e3b9f9beaf" providerId="ADAL" clId="{F610C6DB-5FA5-4FC9-A2DC-9697835C8A5D}" dt="2026-08-25T06:46:04.005" v="3013" actId="20577"/>
          <ac:spMkLst>
            <pc:docMk/>
            <pc:sldMk cId="4122308118" sldId="2147483617"/>
            <ac:spMk id="2" creationId="{88539A7A-691C-A91F-92D4-163C0AF1D559}"/>
          </ac:spMkLst>
        </pc:spChg>
        <pc:spChg chg="mod">
          <ac:chgData name="김태승(TAESEUNG KIM)[kim_ts]/사원/제조DX.자동보정.조립자동보정팀" userId="dcaa50d5-2a4b-4c24-8466-13e3b9f9beaf" providerId="ADAL" clId="{F610C6DB-5FA5-4FC9-A2DC-9697835C8A5D}" dt="2026-08-25T06:46:06.381" v="3015" actId="20577"/>
          <ac:spMkLst>
            <pc:docMk/>
            <pc:sldMk cId="4122308118" sldId="2147483617"/>
            <ac:spMk id="3" creationId="{400864A3-84C9-BF63-E78A-6234F7832030}"/>
          </ac:spMkLst>
        </pc:spChg>
        <pc:spChg chg="mod">
          <ac:chgData name="김태승(TAESEUNG KIM)[kim_ts]/사원/제조DX.자동보정.조립자동보정팀" userId="dcaa50d5-2a4b-4c24-8466-13e3b9f9beaf" providerId="ADAL" clId="{F610C6DB-5FA5-4FC9-A2DC-9697835C8A5D}" dt="2026-08-25T06:46:10.200" v="3019" actId="20577"/>
          <ac:spMkLst>
            <pc:docMk/>
            <pc:sldMk cId="4122308118" sldId="2147483617"/>
            <ac:spMk id="4" creationId="{BE104905-26D4-2B6E-B759-C2B6927D4EE8}"/>
          </ac:spMkLst>
        </pc:spChg>
      </pc:sldChg>
    </pc:docChg>
  </pc:docChgLst>
  <pc:docChgLst>
    <pc:chgData name="박지우(JIWOO PARK)[jiwoopark]/사원/제조DX.자동보정.자동보정선행개발팀" userId="S::jiwoopark@lgensol.com::229cdc99-e8cd-42bb-bb27-b85c36b4f142" providerId="AD" clId="Web-{00000000-0000-0000-0000-000000000000}"/>
    <pc:docChg chg="modSld">
      <pc:chgData name="박지우(JIWOO PARK)[jiwoopark]/사원/제조DX.자동보정.자동보정선행개발팀" userId="S::jiwoopark@lgensol.com::229cdc99-e8cd-42bb-bb27-b85c36b4f142" providerId="AD" clId="Web-{00000000-0000-0000-0000-000000000000}" dt="2026-08-25T06:47:23.471" v="142" actId="20577"/>
      <pc:docMkLst>
        <pc:docMk/>
      </pc:docMkLst>
      <pc:sldChg chg="modSp">
        <pc:chgData name="박지우(JIWOO PARK)[jiwoopark]/사원/제조DX.자동보정.자동보정선행개발팀" userId="S::jiwoopark@lgensol.com::229cdc99-e8cd-42bb-bb27-b85c36b4f142" providerId="AD" clId="Web-{00000000-0000-0000-0000-000000000000}" dt="2026-08-25T06:47:23.471" v="142" actId="20577"/>
        <pc:sldMkLst>
          <pc:docMk/>
          <pc:sldMk cId="4294123761" sldId="395"/>
        </pc:sldMkLst>
        <pc:spChg chg="mod">
          <ac:chgData name="박지우(JIWOO PARK)[jiwoopark]/사원/제조DX.자동보정.자동보정선행개발팀" userId="S::jiwoopark@lgensol.com::229cdc99-e8cd-42bb-bb27-b85c36b4f142" providerId="AD" clId="Web-{00000000-0000-0000-0000-000000000000}" dt="2026-08-25T06:47:23.471" v="142" actId="20577"/>
          <ac:spMkLst>
            <pc:docMk/>
            <pc:sldMk cId="4294123761" sldId="395"/>
            <ac:spMk id="8" creationId="{4799BF26-CF80-B206-848C-D522DA6762E1}"/>
          </ac:spMkLst>
        </pc:spChg>
      </pc:sldChg>
    </pc:docChg>
  </pc:docChgLst>
  <pc:docChgLst>
    <pc:chgData name="이상용(SANGYONG LEE)[lsy0500]/책임/제조DX.자동보정.RSND자동보정팀" userId="6e1e2dff-ff3a-45ae-b062-b7c6f0b8ce1b" providerId="ADAL" clId="{80EBC40E-6AD2-400A-8485-512F139B5D82}"/>
    <pc:docChg chg="undo custSel modSld">
      <pc:chgData name="이상용(SANGYONG LEE)[lsy0500]/책임/제조DX.자동보정.RSND자동보정팀" userId="6e1e2dff-ff3a-45ae-b062-b7c6f0b8ce1b" providerId="ADAL" clId="{80EBC40E-6AD2-400A-8485-512F139B5D82}" dt="2026-08-13T05:08:29.063" v="71"/>
      <pc:docMkLst>
        <pc:docMk/>
      </pc:docMkLst>
      <pc:sldChg chg="modSp mod">
        <pc:chgData name="이상용(SANGYONG LEE)[lsy0500]/책임/제조DX.자동보정.RSND자동보정팀" userId="6e1e2dff-ff3a-45ae-b062-b7c6f0b8ce1b" providerId="ADAL" clId="{80EBC40E-6AD2-400A-8485-512F139B5D82}" dt="2026-08-13T05:03:43.530" v="23" actId="20577"/>
        <pc:sldMkLst>
          <pc:docMk/>
          <pc:sldMk cId="318835780" sldId="348"/>
        </pc:sldMkLst>
        <pc:spChg chg="mod">
          <ac:chgData name="이상용(SANGYONG LEE)[lsy0500]/책임/제조DX.자동보정.RSND자동보정팀" userId="6e1e2dff-ff3a-45ae-b062-b7c6f0b8ce1b" providerId="ADAL" clId="{80EBC40E-6AD2-400A-8485-512F139B5D82}" dt="2026-08-13T05:03:30.538" v="9" actId="20577"/>
          <ac:spMkLst>
            <pc:docMk/>
            <pc:sldMk cId="318835780" sldId="348"/>
            <ac:spMk id="8" creationId="{044CCC0A-C677-A445-6A3F-26925CAD22F6}"/>
          </ac:spMkLst>
        </pc:spChg>
        <pc:spChg chg="ord">
          <ac:chgData name="이상용(SANGYONG LEE)[lsy0500]/책임/제조DX.자동보정.RSND자동보정팀" userId="6e1e2dff-ff3a-45ae-b062-b7c6f0b8ce1b" providerId="ADAL" clId="{80EBC40E-6AD2-400A-8485-512F139B5D82}" dt="2026-08-13T05:03:28.274" v="5" actId="167"/>
          <ac:spMkLst>
            <pc:docMk/>
            <pc:sldMk cId="318835780" sldId="348"/>
            <ac:spMk id="10" creationId="{FC3C06D9-7AB2-A591-890F-8A3CAC376784}"/>
          </ac:spMkLst>
        </pc:spChg>
        <pc:spChg chg="mod ord">
          <ac:chgData name="이상용(SANGYONG LEE)[lsy0500]/책임/제조DX.자동보정.RSND자동보정팀" userId="6e1e2dff-ff3a-45ae-b062-b7c6f0b8ce1b" providerId="ADAL" clId="{80EBC40E-6AD2-400A-8485-512F139B5D82}" dt="2026-08-13T05:03:43.530" v="23" actId="20577"/>
          <ac:spMkLst>
            <pc:docMk/>
            <pc:sldMk cId="318835780" sldId="348"/>
            <ac:spMk id="14" creationId="{2F54B4B4-594E-6A50-C481-1A791E885C7C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80EBC40E-6AD2-400A-8485-512F139B5D82}" dt="2026-08-13T05:03:54.767" v="26" actId="20577"/>
        <pc:sldMkLst>
          <pc:docMk/>
          <pc:sldMk cId="2137932498" sldId="355"/>
        </pc:sldMkLst>
        <pc:spChg chg="mod">
          <ac:chgData name="이상용(SANGYONG LEE)[lsy0500]/책임/제조DX.자동보정.RSND자동보정팀" userId="6e1e2dff-ff3a-45ae-b062-b7c6f0b8ce1b" providerId="ADAL" clId="{80EBC40E-6AD2-400A-8485-512F139B5D82}" dt="2026-08-13T05:03:54.767" v="26" actId="20577"/>
          <ac:spMkLst>
            <pc:docMk/>
            <pc:sldMk cId="2137932498" sldId="355"/>
            <ac:spMk id="2" creationId="{C369D80D-66B4-288D-797D-0F067C94E92F}"/>
          </ac:spMkLst>
        </pc:spChg>
        <pc:spChg chg="mod">
          <ac:chgData name="이상용(SANGYONG LEE)[lsy0500]/책임/제조DX.자동보정.RSND자동보정팀" userId="6e1e2dff-ff3a-45ae-b062-b7c6f0b8ce1b" providerId="ADAL" clId="{80EBC40E-6AD2-400A-8485-512F139B5D82}" dt="2026-08-13T05:03:08.931" v="3" actId="20577"/>
          <ac:spMkLst>
            <pc:docMk/>
            <pc:sldMk cId="2137932498" sldId="355"/>
            <ac:spMk id="4" creationId="{95E2093E-1E21-8AF8-88E2-C6BD5DB288BD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80EBC40E-6AD2-400A-8485-512F139B5D82}" dt="2026-08-13T05:05:37.272" v="60" actId="20577"/>
        <pc:sldMkLst>
          <pc:docMk/>
          <pc:sldMk cId="70802679" sldId="376"/>
        </pc:sldMkLst>
        <pc:spChg chg="mod">
          <ac:chgData name="이상용(SANGYONG LEE)[lsy0500]/책임/제조DX.자동보정.RSND자동보정팀" userId="6e1e2dff-ff3a-45ae-b062-b7c6f0b8ce1b" providerId="ADAL" clId="{80EBC40E-6AD2-400A-8485-512F139B5D82}" dt="2026-08-13T05:05:37.272" v="60" actId="20577"/>
          <ac:spMkLst>
            <pc:docMk/>
            <pc:sldMk cId="70802679" sldId="376"/>
            <ac:spMk id="19" creationId="{31E243ED-0DCD-3CC7-3BF6-185ECD776406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80EBC40E-6AD2-400A-8485-512F139B5D82}" dt="2026-08-13T05:08:29.063" v="71"/>
        <pc:sldMkLst>
          <pc:docMk/>
          <pc:sldMk cId="316323796" sldId="402"/>
        </pc:sldMkLst>
        <pc:spChg chg="mod">
          <ac:chgData name="이상용(SANGYONG LEE)[lsy0500]/책임/제조DX.자동보정.RSND자동보정팀" userId="6e1e2dff-ff3a-45ae-b062-b7c6f0b8ce1b" providerId="ADAL" clId="{80EBC40E-6AD2-400A-8485-512F139B5D82}" dt="2026-08-13T05:08:29.063" v="71"/>
          <ac:spMkLst>
            <pc:docMk/>
            <pc:sldMk cId="316323796" sldId="402"/>
            <ac:spMk id="139" creationId="{4001A99D-100E-C902-97DE-C29D4F766E97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80EBC40E-6AD2-400A-8485-512F139B5D82}" dt="2026-08-13T05:05:22.691" v="54" actId="20577"/>
        <pc:sldMkLst>
          <pc:docMk/>
          <pc:sldMk cId="3901856383" sldId="431"/>
        </pc:sldMkLst>
        <pc:spChg chg="mod">
          <ac:chgData name="이상용(SANGYONG LEE)[lsy0500]/책임/제조DX.자동보정.RSND자동보정팀" userId="6e1e2dff-ff3a-45ae-b062-b7c6f0b8ce1b" providerId="ADAL" clId="{80EBC40E-6AD2-400A-8485-512F139B5D82}" dt="2026-08-13T05:05:22.691" v="54" actId="20577"/>
          <ac:spMkLst>
            <pc:docMk/>
            <pc:sldMk cId="3901856383" sldId="431"/>
            <ac:spMk id="15" creationId="{465732E6-7EC6-799B-FDD4-0CF99EEE37FF}"/>
          </ac:spMkLst>
        </pc:spChg>
      </pc:sldChg>
    </pc:docChg>
  </pc:docChgLst>
  <pc:docChgLst>
    <pc:chgData name="조동현(DONGHYUN CHO)[donghyun.cho]/사원/제조DX.자동보정.자동보정선행개발팀" userId="S::donghyun.cho@lgensol.com::4048f0f4-eb5f-46e7-a9ba-3ca26743ffb3" providerId="AD" clId="Web-{4628FA5A-9B9A-4044-FB18-56F8EC309746}"/>
    <pc:docChg chg="modSld">
      <pc:chgData name="조동현(DONGHYUN CHO)[donghyun.cho]/사원/제조DX.자동보정.자동보정선행개발팀" userId="S::donghyun.cho@lgensol.com::4048f0f4-eb5f-46e7-a9ba-3ca26743ffb3" providerId="AD" clId="Web-{4628FA5A-9B9A-4044-FB18-56F8EC309746}" dt="2026-09-09T07:45:05.896" v="77" actId="20577"/>
      <pc:docMkLst>
        <pc:docMk/>
      </pc:docMkLst>
      <pc:sldChg chg="modSp">
        <pc:chgData name="조동현(DONGHYUN CHO)[donghyun.cho]/사원/제조DX.자동보정.자동보정선행개발팀" userId="S::donghyun.cho@lgensol.com::4048f0f4-eb5f-46e7-a9ba-3ca26743ffb3" providerId="AD" clId="Web-{4628FA5A-9B9A-4044-FB18-56F8EC309746}" dt="2026-09-09T07:43:25.531" v="70" actId="20577"/>
        <pc:sldMkLst>
          <pc:docMk/>
          <pc:sldMk cId="722830885" sldId="2147483567"/>
        </pc:sldMkLst>
        <pc:spChg chg="mod">
          <ac:chgData name="조동현(DONGHYUN CHO)[donghyun.cho]/사원/제조DX.자동보정.자동보정선행개발팀" userId="S::donghyun.cho@lgensol.com::4048f0f4-eb5f-46e7-a9ba-3ca26743ffb3" providerId="AD" clId="Web-{4628FA5A-9B9A-4044-FB18-56F8EC309746}" dt="2026-09-09T07:43:25.531" v="70" actId="20577"/>
          <ac:spMkLst>
            <pc:docMk/>
            <pc:sldMk cId="722830885" sldId="2147483567"/>
            <ac:spMk id="7" creationId="{90D73227-2465-8D42-90EB-CFFFC0A3FB76}"/>
          </ac:spMkLst>
        </pc:spChg>
      </pc:sldChg>
      <pc:sldChg chg="modSp">
        <pc:chgData name="조동현(DONGHYUN CHO)[donghyun.cho]/사원/제조DX.자동보정.자동보정선행개발팀" userId="S::donghyun.cho@lgensol.com::4048f0f4-eb5f-46e7-a9ba-3ca26743ffb3" providerId="AD" clId="Web-{4628FA5A-9B9A-4044-FB18-56F8EC309746}" dt="2026-09-09T07:45:05.896" v="77" actId="20577"/>
        <pc:sldMkLst>
          <pc:docMk/>
          <pc:sldMk cId="913002350" sldId="2147483645"/>
        </pc:sldMkLst>
        <pc:spChg chg="mod">
          <ac:chgData name="조동현(DONGHYUN CHO)[donghyun.cho]/사원/제조DX.자동보정.자동보정선행개발팀" userId="S::donghyun.cho@lgensol.com::4048f0f4-eb5f-46e7-a9ba-3ca26743ffb3" providerId="AD" clId="Web-{4628FA5A-9B9A-4044-FB18-56F8EC309746}" dt="2026-09-09T07:45:05.896" v="77" actId="20577"/>
          <ac:spMkLst>
            <pc:docMk/>
            <pc:sldMk cId="913002350" sldId="2147483645"/>
            <ac:spMk id="11" creationId="{72EE0B59-5A69-39CF-C375-4160042376A5}"/>
          </ac:spMkLst>
        </pc:spChg>
      </pc:sldChg>
    </pc:docChg>
  </pc:docChgLst>
  <pc:docChgLst>
    <pc:chgData name="박수종(SUJONG PARK)[sujong.park]/팀장/제조DX.자동보정.조립자동보정팀" userId="ab82824d-b00b-4730-b1d5-e6a89197d8e8" providerId="ADAL" clId="{C7EEFB4D-91EB-4A92-A7E2-61D022FF0AC0}"/>
    <pc:docChg chg="undo custSel modSld">
      <pc:chgData name="박수종(SUJONG PARK)[sujong.park]/팀장/제조DX.자동보정.조립자동보정팀" userId="ab82824d-b00b-4730-b1d5-e6a89197d8e8" providerId="ADAL" clId="{C7EEFB4D-91EB-4A92-A7E2-61D022FF0AC0}" dt="2026-09-17T07:41:58.226" v="287" actId="14100"/>
      <pc:docMkLst>
        <pc:docMk/>
      </pc:docMkLst>
      <pc:sldChg chg="modSp mod">
        <pc:chgData name="박수종(SUJONG PARK)[sujong.park]/팀장/제조DX.자동보정.조립자동보정팀" userId="ab82824d-b00b-4730-b1d5-e6a89197d8e8" providerId="ADAL" clId="{C7EEFB4D-91EB-4A92-A7E2-61D022FF0AC0}" dt="2026-09-17T04:12:48.503" v="53" actId="1076"/>
        <pc:sldMkLst>
          <pc:docMk/>
          <pc:sldMk cId="1560782275" sldId="289"/>
        </pc:sldMkLst>
        <pc:grpChg chg="mod">
          <ac:chgData name="박수종(SUJONG PARK)[sujong.park]/팀장/제조DX.자동보정.조립자동보정팀" userId="ab82824d-b00b-4730-b1d5-e6a89197d8e8" providerId="ADAL" clId="{C7EEFB4D-91EB-4A92-A7E2-61D022FF0AC0}" dt="2026-09-17T04:12:48.503" v="53" actId="1076"/>
          <ac:grpSpMkLst>
            <pc:docMk/>
            <pc:sldMk cId="1560782275" sldId="289"/>
            <ac:grpSpMk id="32" creationId="{33764A6A-2B0C-F19A-4E8F-70AED4853F0B}"/>
          </ac:grpSpMkLst>
        </pc:grpChg>
      </pc:sldChg>
      <pc:sldChg chg="addSp delSp modSp mod">
        <pc:chgData name="박수종(SUJONG PARK)[sujong.park]/팀장/제조DX.자동보정.조립자동보정팀" userId="ab82824d-b00b-4730-b1d5-e6a89197d8e8" providerId="ADAL" clId="{C7EEFB4D-91EB-4A92-A7E2-61D022FF0AC0}" dt="2026-09-17T07:40:14.539" v="186" actId="1037"/>
        <pc:sldMkLst>
          <pc:docMk/>
          <pc:sldMk cId="381790897" sldId="314"/>
        </pc:sldMkLst>
        <pc:spChg chg="mod">
          <ac:chgData name="박수종(SUJONG PARK)[sujong.park]/팀장/제조DX.자동보정.조립자동보정팀" userId="ab82824d-b00b-4730-b1d5-e6a89197d8e8" providerId="ADAL" clId="{C7EEFB4D-91EB-4A92-A7E2-61D022FF0AC0}" dt="2026-09-17T07:39:34.667" v="170" actId="6549"/>
          <ac:spMkLst>
            <pc:docMk/>
            <pc:sldMk cId="381790897" sldId="314"/>
            <ac:spMk id="18" creationId="{5B20E7F4-5EC3-322A-DD64-FA9CB7EBD060}"/>
          </ac:spMkLst>
        </pc:spChg>
        <pc:graphicFrameChg chg="add mod">
          <ac:chgData name="박수종(SUJONG PARK)[sujong.park]/팀장/제조DX.자동보정.조립자동보정팀" userId="ab82824d-b00b-4730-b1d5-e6a89197d8e8" providerId="ADAL" clId="{C7EEFB4D-91EB-4A92-A7E2-61D022FF0AC0}" dt="2026-09-17T07:38:01.754" v="60"/>
          <ac:graphicFrameMkLst>
            <pc:docMk/>
            <pc:sldMk cId="381790897" sldId="314"/>
            <ac:graphicFrameMk id="2" creationId="{DD67791B-2C1E-E604-B077-EA30E2E58AA7}"/>
          </ac:graphicFrameMkLst>
        </pc:graphicFrameChg>
        <pc:graphicFrameChg chg="add mod modGraphic">
          <ac:chgData name="박수종(SUJONG PARK)[sujong.park]/팀장/제조DX.자동보정.조립자동보정팀" userId="ab82824d-b00b-4730-b1d5-e6a89197d8e8" providerId="ADAL" clId="{C7EEFB4D-91EB-4A92-A7E2-61D022FF0AC0}" dt="2026-09-17T07:40:14.539" v="186" actId="1037"/>
          <ac:graphicFrameMkLst>
            <pc:docMk/>
            <pc:sldMk cId="381790897" sldId="314"/>
            <ac:graphicFrameMk id="3" creationId="{CCF41224-0A12-B78D-1D9F-847229C8E797}"/>
          </ac:graphicFrameMkLst>
        </pc:graphicFrameChg>
        <pc:graphicFrameChg chg="del mod modGraphic">
          <ac:chgData name="박수종(SUJONG PARK)[sujong.park]/팀장/제조DX.자동보정.조립자동보정팀" userId="ab82824d-b00b-4730-b1d5-e6a89197d8e8" providerId="ADAL" clId="{C7EEFB4D-91EB-4A92-A7E2-61D022FF0AC0}" dt="2026-09-17T07:38:00.768" v="59" actId="478"/>
          <ac:graphicFrameMkLst>
            <pc:docMk/>
            <pc:sldMk cId="381790897" sldId="314"/>
            <ac:graphicFrameMk id="7" creationId="{C12DA108-ED64-3A9F-E066-41155E14A518}"/>
          </ac:graphicFrameMkLst>
        </pc:graphicFrameChg>
        <pc:graphicFrameChg chg="del mod modGraphic">
          <ac:chgData name="박수종(SUJONG PARK)[sujong.park]/팀장/제조DX.자동보정.조립자동보정팀" userId="ab82824d-b00b-4730-b1d5-e6a89197d8e8" providerId="ADAL" clId="{C7EEFB4D-91EB-4A92-A7E2-61D022FF0AC0}" dt="2026-09-17T07:39:29.984" v="160" actId="478"/>
          <ac:graphicFrameMkLst>
            <pc:docMk/>
            <pc:sldMk cId="381790897" sldId="314"/>
            <ac:graphicFrameMk id="11" creationId="{60B84A9A-6E83-BDDA-77FD-96BD517AA0BE}"/>
          </ac:graphicFrameMkLst>
        </pc:graphicFrameChg>
      </pc:sldChg>
      <pc:sldChg chg="modSp mod">
        <pc:chgData name="박수종(SUJONG PARK)[sujong.park]/팀장/제조DX.자동보정.조립자동보정팀" userId="ab82824d-b00b-4730-b1d5-e6a89197d8e8" providerId="ADAL" clId="{C7EEFB4D-91EB-4A92-A7E2-61D022FF0AC0}" dt="2026-09-17T04:13:12.957" v="55" actId="1035"/>
        <pc:sldMkLst>
          <pc:docMk/>
          <pc:sldMk cId="3526692955" sldId="432"/>
        </pc:sldMkLst>
        <pc:grpChg chg="mod">
          <ac:chgData name="박수종(SUJONG PARK)[sujong.park]/팀장/제조DX.자동보정.조립자동보정팀" userId="ab82824d-b00b-4730-b1d5-e6a89197d8e8" providerId="ADAL" clId="{C7EEFB4D-91EB-4A92-A7E2-61D022FF0AC0}" dt="2026-09-17T04:13:12.957" v="55" actId="1035"/>
          <ac:grpSpMkLst>
            <pc:docMk/>
            <pc:sldMk cId="3526692955" sldId="432"/>
            <ac:grpSpMk id="11" creationId="{7E88BD66-9F64-3D4A-A9A0-0A66BBA6A04E}"/>
          </ac:grpSpMkLst>
        </pc:grpChg>
      </pc:sldChg>
      <pc:sldChg chg="addSp modSp mod">
        <pc:chgData name="박수종(SUJONG PARK)[sujong.park]/팀장/제조DX.자동보정.조립자동보정팀" userId="ab82824d-b00b-4730-b1d5-e6a89197d8e8" providerId="ADAL" clId="{C7EEFB4D-91EB-4A92-A7E2-61D022FF0AC0}" dt="2026-09-17T07:41:58.226" v="287" actId="14100"/>
        <pc:sldMkLst>
          <pc:docMk/>
          <pc:sldMk cId="3266697761" sldId="2278"/>
        </pc:sldMkLst>
        <pc:spChg chg="mod">
          <ac:chgData name="박수종(SUJONG PARK)[sujong.park]/팀장/제조DX.자동보정.조립자동보정팀" userId="ab82824d-b00b-4730-b1d5-e6a89197d8e8" providerId="ADAL" clId="{C7EEFB4D-91EB-4A92-A7E2-61D022FF0AC0}" dt="2026-09-16T08:56:27.773" v="16" actId="20577"/>
          <ac:spMkLst>
            <pc:docMk/>
            <pc:sldMk cId="3266697761" sldId="2278"/>
            <ac:spMk id="3" creationId="{FA989627-D337-A87A-296A-932B058907A6}"/>
          </ac:spMkLst>
        </pc:spChg>
        <pc:spChg chg="mod ord">
          <ac:chgData name="박수종(SUJONG PARK)[sujong.park]/팀장/제조DX.자동보정.조립자동보정팀" userId="ab82824d-b00b-4730-b1d5-e6a89197d8e8" providerId="ADAL" clId="{C7EEFB4D-91EB-4A92-A7E2-61D022FF0AC0}" dt="2026-09-16T08:56:24.211" v="14" actId="167"/>
          <ac:spMkLst>
            <pc:docMk/>
            <pc:sldMk cId="3266697761" sldId="2278"/>
            <ac:spMk id="4" creationId="{1D2DF48D-6186-506B-9435-4572500CC477}"/>
          </ac:spMkLst>
        </pc:spChg>
        <pc:spChg chg="mod">
          <ac:chgData name="박수종(SUJONG PARK)[sujong.park]/팀장/제조DX.자동보정.조립자동보정팀" userId="ab82824d-b00b-4730-b1d5-e6a89197d8e8" providerId="ADAL" clId="{C7EEFB4D-91EB-4A92-A7E2-61D022FF0AC0}" dt="2026-09-17T07:41:42.540" v="285" actId="20577"/>
          <ac:spMkLst>
            <pc:docMk/>
            <pc:sldMk cId="3266697761" sldId="2278"/>
            <ac:spMk id="6" creationId="{4FE47786-FD95-2330-26CD-D41C098892F7}"/>
          </ac:spMkLst>
        </pc:spChg>
        <pc:picChg chg="add mod">
          <ac:chgData name="박수종(SUJONG PARK)[sujong.park]/팀장/제조DX.자동보정.조립자동보정팀" userId="ab82824d-b00b-4730-b1d5-e6a89197d8e8" providerId="ADAL" clId="{C7EEFB4D-91EB-4A92-A7E2-61D022FF0AC0}" dt="2026-09-17T07:41:58.226" v="287" actId="14100"/>
          <ac:picMkLst>
            <pc:docMk/>
            <pc:sldMk cId="3266697761" sldId="2278"/>
            <ac:picMk id="5" creationId="{C3FC0D68-3336-A642-8AFD-E48334246F76}"/>
          </ac:picMkLst>
        </pc:picChg>
      </pc:sldChg>
      <pc:sldChg chg="modSp mod">
        <pc:chgData name="박수종(SUJONG PARK)[sujong.park]/팀장/제조DX.자동보정.조립자동보정팀" userId="ab82824d-b00b-4730-b1d5-e6a89197d8e8" providerId="ADAL" clId="{C7EEFB4D-91EB-4A92-A7E2-61D022FF0AC0}" dt="2026-09-16T08:57:47.303" v="51"/>
        <pc:sldMkLst>
          <pc:docMk/>
          <pc:sldMk cId="2440852975" sldId="2147481923"/>
        </pc:sldMkLst>
        <pc:spChg chg="mod">
          <ac:chgData name="박수종(SUJONG PARK)[sujong.park]/팀장/제조DX.자동보정.조립자동보정팀" userId="ab82824d-b00b-4730-b1d5-e6a89197d8e8" providerId="ADAL" clId="{C7EEFB4D-91EB-4A92-A7E2-61D022FF0AC0}" dt="2026-09-16T08:55:20.433" v="6" actId="20577"/>
          <ac:spMkLst>
            <pc:docMk/>
            <pc:sldMk cId="2440852975" sldId="2147481923"/>
            <ac:spMk id="6" creationId="{426D7752-9184-00D0-D165-3030B2D6CF10}"/>
          </ac:spMkLst>
        </pc:spChg>
        <pc:spChg chg="mod">
          <ac:chgData name="박수종(SUJONG PARK)[sujong.park]/팀장/제조DX.자동보정.조립자동보정팀" userId="ab82824d-b00b-4730-b1d5-e6a89197d8e8" providerId="ADAL" clId="{C7EEFB4D-91EB-4A92-A7E2-61D022FF0AC0}" dt="2026-09-16T08:57:37.787" v="24" actId="113"/>
          <ac:spMkLst>
            <pc:docMk/>
            <pc:sldMk cId="2440852975" sldId="2147481923"/>
            <ac:spMk id="8" creationId="{15F53CAF-F66B-F9C1-E491-3AA04B375EDD}"/>
          </ac:spMkLst>
        </pc:spChg>
        <pc:spChg chg="mod">
          <ac:chgData name="박수종(SUJONG PARK)[sujong.park]/팀장/제조DX.자동보정.조립자동보정팀" userId="ab82824d-b00b-4730-b1d5-e6a89197d8e8" providerId="ADAL" clId="{C7EEFB4D-91EB-4A92-A7E2-61D022FF0AC0}" dt="2026-09-16T08:57:47.303" v="51"/>
          <ac:spMkLst>
            <pc:docMk/>
            <pc:sldMk cId="2440852975" sldId="2147481923"/>
            <ac:spMk id="9" creationId="{A63E9F7E-1B5B-B8F9-EBCF-2481D865579F}"/>
          </ac:spMkLst>
        </pc:spChg>
      </pc:sldChg>
      <pc:sldChg chg="modSp mod">
        <pc:chgData name="박수종(SUJONG PARK)[sujong.park]/팀장/제조DX.자동보정.조립자동보정팀" userId="ab82824d-b00b-4730-b1d5-e6a89197d8e8" providerId="ADAL" clId="{C7EEFB4D-91EB-4A92-A7E2-61D022FF0AC0}" dt="2026-09-16T08:55:48.319" v="11" actId="20577"/>
        <pc:sldMkLst>
          <pc:docMk/>
          <pc:sldMk cId="2543445665" sldId="2147483561"/>
        </pc:sldMkLst>
        <pc:spChg chg="mod">
          <ac:chgData name="박수종(SUJONG PARK)[sujong.park]/팀장/제조DX.자동보정.조립자동보정팀" userId="ab82824d-b00b-4730-b1d5-e6a89197d8e8" providerId="ADAL" clId="{C7EEFB4D-91EB-4A92-A7E2-61D022FF0AC0}" dt="2026-09-16T08:55:48.319" v="11" actId="20577"/>
          <ac:spMkLst>
            <pc:docMk/>
            <pc:sldMk cId="2543445665" sldId="2147483561"/>
            <ac:spMk id="3" creationId="{D500E21D-3DDF-ECB7-263D-14F9679641C3}"/>
          </ac:spMkLst>
        </pc:spChg>
        <pc:spChg chg="mod ord">
          <ac:chgData name="박수종(SUJONG PARK)[sujong.park]/팀장/제조DX.자동보정.조립자동보정팀" userId="ab82824d-b00b-4730-b1d5-e6a89197d8e8" providerId="ADAL" clId="{C7EEFB4D-91EB-4A92-A7E2-61D022FF0AC0}" dt="2026-09-16T08:55:45.203" v="9" actId="167"/>
          <ac:spMkLst>
            <pc:docMk/>
            <pc:sldMk cId="2543445665" sldId="2147483561"/>
            <ac:spMk id="6" creationId="{3BEFC310-C8EE-90B9-2256-408A31439F7D}"/>
          </ac:spMkLst>
        </pc:spChg>
      </pc:sldChg>
    </pc:docChg>
  </pc:docChgLst>
  <pc:docChgLst>
    <pc:chgData name="강현웅(HYEONWOONG KANG)[khw330]/선임/제조DX.자동보정.조립자동보정팀" userId="2b3cec2e-b960-4340-96c3-4469e2643969" providerId="ADAL" clId="{97023956-B400-458C-BAFD-E8FB578212C5}"/>
    <pc:docChg chg="undo redo custSel modSld">
      <pc:chgData name="강현웅(HYEONWOONG KANG)[khw330]/선임/제조DX.자동보정.조립자동보정팀" userId="2b3cec2e-b960-4340-96c3-4469e2643969" providerId="ADAL" clId="{97023956-B400-458C-BAFD-E8FB578212C5}" dt="2026-08-12T07:59:11.867" v="4705" actId="20577"/>
      <pc:docMkLst>
        <pc:docMk/>
      </pc:docMkLst>
      <pc:sldChg chg="addSp delSp modSp mod">
        <pc:chgData name="강현웅(HYEONWOONG KANG)[khw330]/선임/제조DX.자동보정.조립자동보정팀" userId="2b3cec2e-b960-4340-96c3-4469e2643969" providerId="ADAL" clId="{97023956-B400-458C-BAFD-E8FB578212C5}" dt="2026-08-12T07:59:11.867" v="4705" actId="20577"/>
        <pc:sldMkLst>
          <pc:docMk/>
          <pc:sldMk cId="468470824" sldId="300"/>
        </pc:sldMkLst>
        <pc:spChg chg="mod">
          <ac:chgData name="강현웅(HYEONWOONG KANG)[khw330]/선임/제조DX.자동보정.조립자동보정팀" userId="2b3cec2e-b960-4340-96c3-4469e2643969" providerId="ADAL" clId="{97023956-B400-458C-BAFD-E8FB578212C5}" dt="2026-08-12T02:37:10.756" v="4265" actId="20577"/>
          <ac:spMkLst>
            <pc:docMk/>
            <pc:sldMk cId="468470824" sldId="300"/>
            <ac:spMk id="34" creationId="{5C479A47-4E16-BC7C-34EB-658918D13778}"/>
          </ac:spMkLst>
        </pc:spChg>
        <pc:spChg chg="mod">
          <ac:chgData name="강현웅(HYEONWOONG KANG)[khw330]/선임/제조DX.자동보정.조립자동보정팀" userId="2b3cec2e-b960-4340-96c3-4469e2643969" providerId="ADAL" clId="{97023956-B400-458C-BAFD-E8FB578212C5}" dt="2026-08-12T07:59:11.867" v="4705" actId="20577"/>
          <ac:spMkLst>
            <pc:docMk/>
            <pc:sldMk cId="468470824" sldId="300"/>
            <ac:spMk id="35" creationId="{EBCD70C6-1B01-75ED-E0B9-C4F66A746D05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97023956-B400-458C-BAFD-E8FB578212C5}" dt="2026-08-12T02:37:15.206" v="4267" actId="20577"/>
        <pc:sldMkLst>
          <pc:docMk/>
          <pc:sldMk cId="1685038010" sldId="349"/>
        </pc:sldMkLst>
        <pc:spChg chg="mod">
          <ac:chgData name="강현웅(HYEONWOONG KANG)[khw330]/선임/제조DX.자동보정.조립자동보정팀" userId="2b3cec2e-b960-4340-96c3-4469e2643969" providerId="ADAL" clId="{97023956-B400-458C-BAFD-E8FB578212C5}" dt="2026-08-12T02:36:46.691" v="4261" actId="20577"/>
          <ac:spMkLst>
            <pc:docMk/>
            <pc:sldMk cId="1685038010" sldId="349"/>
            <ac:spMk id="22" creationId="{39007AA6-9C76-CC35-9003-766D6E57C2F2}"/>
          </ac:spMkLst>
        </pc:spChg>
        <pc:spChg chg="mod">
          <ac:chgData name="강현웅(HYEONWOONG KANG)[khw330]/선임/제조DX.자동보정.조립자동보정팀" userId="2b3cec2e-b960-4340-96c3-4469e2643969" providerId="ADAL" clId="{97023956-B400-458C-BAFD-E8FB578212C5}" dt="2026-08-12T02:37:15.206" v="4267" actId="20577"/>
          <ac:spMkLst>
            <pc:docMk/>
            <pc:sldMk cId="1685038010" sldId="349"/>
            <ac:spMk id="34" creationId="{5C479A47-4E16-BC7C-34EB-658918D13778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97023956-B400-458C-BAFD-E8FB578212C5}" dt="2026-08-12T00:42:36.205" v="2000" actId="20577"/>
        <pc:sldMkLst>
          <pc:docMk/>
          <pc:sldMk cId="302398732" sldId="350"/>
        </pc:sldMkLst>
        <pc:spChg chg="mod">
          <ac:chgData name="강현웅(HYEONWOONG KANG)[khw330]/선임/제조DX.자동보정.조립자동보정팀" userId="2b3cec2e-b960-4340-96c3-4469e2643969" providerId="ADAL" clId="{97023956-B400-458C-BAFD-E8FB578212C5}" dt="2026-08-11T08:08:30.667" v="90" actId="20577"/>
          <ac:spMkLst>
            <pc:docMk/>
            <pc:sldMk cId="302398732" sldId="350"/>
            <ac:spMk id="7" creationId="{76597178-0C46-359F-C512-80C28D96C117}"/>
          </ac:spMkLst>
        </pc:spChg>
        <pc:spChg chg="mod">
          <ac:chgData name="강현웅(HYEONWOONG KANG)[khw330]/선임/제조DX.자동보정.조립자동보정팀" userId="2b3cec2e-b960-4340-96c3-4469e2643969" providerId="ADAL" clId="{97023956-B400-458C-BAFD-E8FB578212C5}" dt="2026-08-12T00:42:36.205" v="2000" actId="20577"/>
          <ac:spMkLst>
            <pc:docMk/>
            <pc:sldMk cId="302398732" sldId="350"/>
            <ac:spMk id="21" creationId="{D79119F6-A51B-078B-B1CF-0E4C415E152A}"/>
          </ac:spMkLst>
        </pc:spChg>
      </pc:sldChg>
      <pc:sldChg chg="mod modShow">
        <pc:chgData name="강현웅(HYEONWOONG KANG)[khw330]/선임/제조DX.자동보정.조립자동보정팀" userId="2b3cec2e-b960-4340-96c3-4469e2643969" providerId="ADAL" clId="{97023956-B400-458C-BAFD-E8FB578212C5}" dt="2026-08-12T01:24:45.536" v="3646" actId="729"/>
        <pc:sldMkLst>
          <pc:docMk/>
          <pc:sldMk cId="1077623371" sldId="353"/>
        </pc:sldMkLst>
      </pc:sldChg>
      <pc:sldChg chg="modSp mod">
        <pc:chgData name="강현웅(HYEONWOONG KANG)[khw330]/선임/제조DX.자동보정.조립자동보정팀" userId="2b3cec2e-b960-4340-96c3-4469e2643969" providerId="ADAL" clId="{97023956-B400-458C-BAFD-E8FB578212C5}" dt="2026-08-12T00:51:47.792" v="3645" actId="20577"/>
        <pc:sldMkLst>
          <pc:docMk/>
          <pc:sldMk cId="1545050450" sldId="373"/>
        </pc:sldMkLst>
        <pc:spChg chg="mod">
          <ac:chgData name="강현웅(HYEONWOONG KANG)[khw330]/선임/제조DX.자동보정.조립자동보정팀" userId="2b3cec2e-b960-4340-96c3-4469e2643969" providerId="ADAL" clId="{97023956-B400-458C-BAFD-E8FB578212C5}" dt="2026-08-12T00:51:47.792" v="3645" actId="20577"/>
          <ac:spMkLst>
            <pc:docMk/>
            <pc:sldMk cId="1545050450" sldId="373"/>
            <ac:spMk id="21" creationId="{1EF7B0D7-123E-D341-771B-5B8C9DC6E96C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97023956-B400-458C-BAFD-E8FB578212C5}" dt="2026-08-12T00:47:14.920" v="3373" actId="20577"/>
        <pc:sldMkLst>
          <pc:docMk/>
          <pc:sldMk cId="3572401588" sldId="384"/>
        </pc:sldMkLst>
        <pc:spChg chg="mod">
          <ac:chgData name="강현웅(HYEONWOONG KANG)[khw330]/선임/제조DX.자동보정.조립자동보정팀" userId="2b3cec2e-b960-4340-96c3-4469e2643969" providerId="ADAL" clId="{97023956-B400-458C-BAFD-E8FB578212C5}" dt="2026-08-11T08:09:01.073" v="104" actId="20577"/>
          <ac:spMkLst>
            <pc:docMk/>
            <pc:sldMk cId="3572401588" sldId="384"/>
            <ac:spMk id="7" creationId="{F8C488E4-45A5-19F5-41CE-0C6C7FDB6C5D}"/>
          </ac:spMkLst>
        </pc:spChg>
        <pc:spChg chg="mod">
          <ac:chgData name="강현웅(HYEONWOONG KANG)[khw330]/선임/제조DX.자동보정.조립자동보정팀" userId="2b3cec2e-b960-4340-96c3-4469e2643969" providerId="ADAL" clId="{97023956-B400-458C-BAFD-E8FB578212C5}" dt="2026-08-12T00:47:14.920" v="3373" actId="20577"/>
          <ac:spMkLst>
            <pc:docMk/>
            <pc:sldMk cId="3572401588" sldId="384"/>
            <ac:spMk id="20" creationId="{FF36B9CE-C4B6-E9B1-6EDB-42B8AC281614}"/>
          </ac:spMkLst>
        </pc:spChg>
      </pc:sldChg>
      <pc:sldChg chg="addSp delSp modSp mod">
        <pc:chgData name="강현웅(HYEONWOONG KANG)[khw330]/선임/제조DX.자동보정.조립자동보정팀" userId="2b3cec2e-b960-4340-96c3-4469e2643969" providerId="ADAL" clId="{97023956-B400-458C-BAFD-E8FB578212C5}" dt="2026-08-12T02:46:42.520" v="4315" actId="20577"/>
        <pc:sldMkLst>
          <pc:docMk/>
          <pc:sldMk cId="2833016045" sldId="439"/>
        </pc:sldMkLst>
        <pc:spChg chg="add mod">
          <ac:chgData name="강현웅(HYEONWOONG KANG)[khw330]/선임/제조DX.자동보정.조립자동보정팀" userId="2b3cec2e-b960-4340-96c3-4469e2643969" providerId="ADAL" clId="{97023956-B400-458C-BAFD-E8FB578212C5}" dt="2026-08-12T02:46:26.368" v="4303" actId="2711"/>
          <ac:spMkLst>
            <pc:docMk/>
            <pc:sldMk cId="2833016045" sldId="439"/>
            <ac:spMk id="2" creationId="{A3C4E862-4021-B67E-ADA5-3ABC35D7103D}"/>
          </ac:spMkLst>
        </pc:spChg>
        <pc:spChg chg="add del mod">
          <ac:chgData name="강현웅(HYEONWOONG KANG)[khw330]/선임/제조DX.자동보정.조립자동보정팀" userId="2b3cec2e-b960-4340-96c3-4469e2643969" providerId="ADAL" clId="{97023956-B400-458C-BAFD-E8FB578212C5}" dt="2026-08-12T02:46:40.214" v="4313" actId="20577"/>
          <ac:spMkLst>
            <pc:docMk/>
            <pc:sldMk cId="2833016045" sldId="439"/>
            <ac:spMk id="3" creationId="{1A531C77-48A8-52AB-0196-C575318AD2F2}"/>
          </ac:spMkLst>
        </pc:spChg>
        <pc:spChg chg="mod">
          <ac:chgData name="강현웅(HYEONWOONG KANG)[khw330]/선임/제조DX.자동보정.조립자동보정팀" userId="2b3cec2e-b960-4340-96c3-4469e2643969" providerId="ADAL" clId="{97023956-B400-458C-BAFD-E8FB578212C5}" dt="2026-08-11T08:08:58.834" v="102" actId="20577"/>
          <ac:spMkLst>
            <pc:docMk/>
            <pc:sldMk cId="2833016045" sldId="439"/>
            <ac:spMk id="7" creationId="{F8C488E4-45A5-19F5-41CE-0C6C7FDB6C5D}"/>
          </ac:spMkLst>
        </pc:spChg>
        <pc:spChg chg="add mod">
          <ac:chgData name="강현웅(HYEONWOONG KANG)[khw330]/선임/제조DX.자동보정.조립자동보정팀" userId="2b3cec2e-b960-4340-96c3-4469e2643969" providerId="ADAL" clId="{97023956-B400-458C-BAFD-E8FB578212C5}" dt="2026-08-12T02:46:42.520" v="4315" actId="20577"/>
          <ac:spMkLst>
            <pc:docMk/>
            <pc:sldMk cId="2833016045" sldId="439"/>
            <ac:spMk id="8" creationId="{DB7140B6-A787-851E-F3F3-4D770EE51D55}"/>
          </ac:spMkLst>
        </pc:spChg>
        <pc:spChg chg="mod">
          <ac:chgData name="강현웅(HYEONWOONG KANG)[khw330]/선임/제조DX.자동보정.조립자동보정팀" userId="2b3cec2e-b960-4340-96c3-4469e2643969" providerId="ADAL" clId="{97023956-B400-458C-BAFD-E8FB578212C5}" dt="2026-08-12T01:30:20.915" v="3648" actId="20577"/>
          <ac:spMkLst>
            <pc:docMk/>
            <pc:sldMk cId="2833016045" sldId="439"/>
            <ac:spMk id="12" creationId="{A6ED018C-877A-7B2E-4456-CC392C31B01A}"/>
          </ac:spMkLst>
        </pc:spChg>
      </pc:sldChg>
    </pc:docChg>
  </pc:docChgLst>
  <pc:docChgLst>
    <pc:chgData name="이기홍(GEEHONG LEE)[gihong]/선임/제조DX.자동보정.조립자동보정팀" userId="7eb4d326-2995-407e-9ec7-bafd98231306" providerId="ADAL" clId="{3AFBC127-6FC9-4E50-9F9E-6BC5D530C243}"/>
    <pc:docChg chg="modSld">
      <pc:chgData name="이기홍(GEEHONG LEE)[gihong]/선임/제조DX.자동보정.조립자동보정팀" userId="7eb4d326-2995-407e-9ec7-bafd98231306" providerId="ADAL" clId="{3AFBC127-6FC9-4E50-9F9E-6BC5D530C243}" dt="2026-09-01T06:41:22.429" v="9" actId="20577"/>
      <pc:docMkLst>
        <pc:docMk/>
      </pc:docMkLst>
      <pc:sldChg chg="modSp mod">
        <pc:chgData name="이기홍(GEEHONG LEE)[gihong]/선임/제조DX.자동보정.조립자동보정팀" userId="7eb4d326-2995-407e-9ec7-bafd98231306" providerId="ADAL" clId="{3AFBC127-6FC9-4E50-9F9E-6BC5D530C243}" dt="2026-09-01T06:41:22.429" v="9" actId="20577"/>
        <pc:sldMkLst>
          <pc:docMk/>
          <pc:sldMk cId="2571904315" sldId="290"/>
        </pc:sldMkLst>
        <pc:spChg chg="mod">
          <ac:chgData name="이기홍(GEEHONG LEE)[gihong]/선임/제조DX.자동보정.조립자동보정팀" userId="7eb4d326-2995-407e-9ec7-bafd98231306" providerId="ADAL" clId="{3AFBC127-6FC9-4E50-9F9E-6BC5D530C243}" dt="2026-09-01T06:41:22.429" v="9" actId="20577"/>
          <ac:spMkLst>
            <pc:docMk/>
            <pc:sldMk cId="2571904315" sldId="290"/>
            <ac:spMk id="58" creationId="{1A14E2F3-1D19-45A5-DC7A-6661315C09C3}"/>
          </ac:spMkLst>
        </pc:spChg>
        <pc:spChg chg="mod">
          <ac:chgData name="이기홍(GEEHONG LEE)[gihong]/선임/제조DX.자동보정.조립자동보정팀" userId="7eb4d326-2995-407e-9ec7-bafd98231306" providerId="ADAL" clId="{3AFBC127-6FC9-4E50-9F9E-6BC5D530C243}" dt="2026-09-01T06:41:12.004" v="1" actId="20577"/>
          <ac:spMkLst>
            <pc:docMk/>
            <pc:sldMk cId="2571904315" sldId="290"/>
            <ac:spMk id="59" creationId="{3EF71191-E2B1-E9EB-309A-60849C6D06F8}"/>
          </ac:spMkLst>
        </pc:spChg>
      </pc:sldChg>
    </pc:docChg>
  </pc:docChgLst>
  <pc:docChgLst>
    <pc:chgData name="박신아(SHINA PARK)[shina.p]/책임/제조DX.자동보정.MC자동보정팀" userId="54a067cc-2ef7-4970-a3f1-b2a185fa6bcc" providerId="ADAL" clId="{8BD8F914-F58D-40FF-A611-F8ABA3E8669A}"/>
    <pc:docChg chg="undo custSel modSld">
      <pc:chgData name="박신아(SHINA PARK)[shina.p]/책임/제조DX.자동보정.MC자동보정팀" userId="54a067cc-2ef7-4970-a3f1-b2a185fa6bcc" providerId="ADAL" clId="{8BD8F914-F58D-40FF-A611-F8ABA3E8669A}" dt="2026-09-09T06:53:50.974" v="3036" actId="6549"/>
      <pc:docMkLst>
        <pc:docMk/>
      </pc:docMkLst>
      <pc:sldChg chg="modSp mod">
        <pc:chgData name="박신아(SHINA PARK)[shina.p]/책임/제조DX.자동보정.MC자동보정팀" userId="54a067cc-2ef7-4970-a3f1-b2a185fa6bcc" providerId="ADAL" clId="{8BD8F914-F58D-40FF-A611-F8ABA3E8669A}" dt="2026-09-09T04:08:56.875" v="3015" actId="20577"/>
        <pc:sldMkLst>
          <pc:docMk/>
          <pc:sldMk cId="20157088" sldId="280"/>
        </pc:sldMkLst>
        <pc:spChg chg="mod">
          <ac:chgData name="박신아(SHINA PARK)[shina.p]/책임/제조DX.자동보정.MC자동보정팀" userId="54a067cc-2ef7-4970-a3f1-b2a185fa6bcc" providerId="ADAL" clId="{8BD8F914-F58D-40FF-A611-F8ABA3E8669A}" dt="2026-09-09T02:38:56.400" v="1695" actId="20577"/>
          <ac:spMkLst>
            <pc:docMk/>
            <pc:sldMk cId="20157088" sldId="280"/>
            <ac:spMk id="30" creationId="{82316C5F-CBE3-A95F-7CC8-EF8564695C5E}"/>
          </ac:spMkLst>
        </pc:spChg>
        <pc:spChg chg="mod">
          <ac:chgData name="박신아(SHINA PARK)[shina.p]/책임/제조DX.자동보정.MC자동보정팀" userId="54a067cc-2ef7-4970-a3f1-b2a185fa6bcc" providerId="ADAL" clId="{8BD8F914-F58D-40FF-A611-F8ABA3E8669A}" dt="2026-09-09T04:08:56.875" v="3015" actId="20577"/>
          <ac:spMkLst>
            <pc:docMk/>
            <pc:sldMk cId="20157088" sldId="280"/>
            <ac:spMk id="235" creationId="{F0809C5E-7541-A47D-9EB0-F5C95B7891AC}"/>
          </ac:spMkLst>
        </pc:spChg>
      </pc:sldChg>
      <pc:sldChg chg="delSp modSp mod">
        <pc:chgData name="박신아(SHINA PARK)[shina.p]/책임/제조DX.자동보정.MC자동보정팀" userId="54a067cc-2ef7-4970-a3f1-b2a185fa6bcc" providerId="ADAL" clId="{8BD8F914-F58D-40FF-A611-F8ABA3E8669A}" dt="2026-09-09T06:53:50.974" v="3036" actId="6549"/>
        <pc:sldMkLst>
          <pc:docMk/>
          <pc:sldMk cId="2306170091" sldId="325"/>
        </pc:sldMkLst>
        <pc:spChg chg="mod">
          <ac:chgData name="박신아(SHINA PARK)[shina.p]/책임/제조DX.자동보정.MC자동보정팀" userId="54a067cc-2ef7-4970-a3f1-b2a185fa6bcc" providerId="ADAL" clId="{8BD8F914-F58D-40FF-A611-F8ABA3E8669A}" dt="2026-09-09T04:08:41.522" v="3005" actId="20577"/>
          <ac:spMkLst>
            <pc:docMk/>
            <pc:sldMk cId="2306170091" sldId="325"/>
            <ac:spMk id="12" creationId="{59A7692E-132F-84DE-65A9-565713D24F53}"/>
          </ac:spMkLst>
        </pc:spChg>
        <pc:spChg chg="mod">
          <ac:chgData name="박신아(SHINA PARK)[shina.p]/책임/제조DX.자동보정.MC자동보정팀" userId="54a067cc-2ef7-4970-a3f1-b2a185fa6bcc" providerId="ADAL" clId="{8BD8F914-F58D-40FF-A611-F8ABA3E8669A}" dt="2026-09-09T06:53:50.974" v="3036" actId="6549"/>
          <ac:spMkLst>
            <pc:docMk/>
            <pc:sldMk cId="2306170091" sldId="325"/>
            <ac:spMk id="35" creationId="{491769FB-8F95-9F23-9FD4-56A08DF9C8BA}"/>
          </ac:spMkLst>
        </pc:spChg>
        <pc:graphicFrameChg chg="del">
          <ac:chgData name="박신아(SHINA PARK)[shina.p]/책임/제조DX.자동보정.MC자동보정팀" userId="54a067cc-2ef7-4970-a3f1-b2a185fa6bcc" providerId="ADAL" clId="{8BD8F914-F58D-40FF-A611-F8ABA3E8669A}" dt="2026-09-09T02:39:17.885" v="1696" actId="478"/>
          <ac:graphicFrameMkLst>
            <pc:docMk/>
            <pc:sldMk cId="2306170091" sldId="325"/>
            <ac:graphicFrameMk id="3" creationId="{D27A3800-330F-01E8-4210-40B3BA6CA7D9}"/>
          </ac:graphicFrameMkLst>
        </pc:graphicFrameChg>
        <pc:graphicFrameChg chg="del">
          <ac:chgData name="박신아(SHINA PARK)[shina.p]/책임/제조DX.자동보정.MC자동보정팀" userId="54a067cc-2ef7-4970-a3f1-b2a185fa6bcc" providerId="ADAL" clId="{8BD8F914-F58D-40FF-A611-F8ABA3E8669A}" dt="2026-09-09T02:39:18.883" v="1697" actId="478"/>
          <ac:graphicFrameMkLst>
            <pc:docMk/>
            <pc:sldMk cId="2306170091" sldId="325"/>
            <ac:graphicFrameMk id="4" creationId="{7B6C8E34-F1C8-F454-B3A4-66F9E02728FD}"/>
          </ac:graphicFrameMkLst>
        </pc:graphicFrameChg>
      </pc:sldChg>
      <pc:sldChg chg="modSp mod">
        <pc:chgData name="박신아(SHINA PARK)[shina.p]/책임/제조DX.자동보정.MC자동보정팀" userId="54a067cc-2ef7-4970-a3f1-b2a185fa6bcc" providerId="ADAL" clId="{8BD8F914-F58D-40FF-A611-F8ABA3E8669A}" dt="2026-09-09T02:02:08.911" v="903" actId="1036"/>
        <pc:sldMkLst>
          <pc:docMk/>
          <pc:sldMk cId="2800363497" sldId="343"/>
        </pc:sldMkLst>
        <pc:spChg chg="mod">
          <ac:chgData name="박신아(SHINA PARK)[shina.p]/책임/제조DX.자동보정.MC자동보정팀" userId="54a067cc-2ef7-4970-a3f1-b2a185fa6bcc" providerId="ADAL" clId="{8BD8F914-F58D-40FF-A611-F8ABA3E8669A}" dt="2026-09-09T02:01:55.741" v="896" actId="1036"/>
          <ac:spMkLst>
            <pc:docMk/>
            <pc:sldMk cId="2800363497" sldId="343"/>
            <ac:spMk id="5" creationId="{FA18EFED-D2D3-DCFD-2B36-B46F0150F6F9}"/>
          </ac:spMkLst>
        </pc:spChg>
        <pc:spChg chg="mod">
          <ac:chgData name="박신아(SHINA PARK)[shina.p]/책임/제조DX.자동보정.MC자동보정팀" userId="54a067cc-2ef7-4970-a3f1-b2a185fa6bcc" providerId="ADAL" clId="{8BD8F914-F58D-40FF-A611-F8ABA3E8669A}" dt="2026-09-09T02:02:08.911" v="903" actId="1036"/>
          <ac:spMkLst>
            <pc:docMk/>
            <pc:sldMk cId="2800363497" sldId="343"/>
            <ac:spMk id="6" creationId="{72BBD197-F08B-54B1-60FA-22FDCCF94318}"/>
          </ac:spMkLst>
        </pc:spChg>
        <pc:spChg chg="mod">
          <ac:chgData name="박신아(SHINA PARK)[shina.p]/책임/제조DX.자동보정.MC자동보정팀" userId="54a067cc-2ef7-4970-a3f1-b2a185fa6bcc" providerId="ADAL" clId="{8BD8F914-F58D-40FF-A611-F8ABA3E8669A}" dt="2026-09-09T02:00:41.537" v="806" actId="1035"/>
          <ac:spMkLst>
            <pc:docMk/>
            <pc:sldMk cId="2800363497" sldId="343"/>
            <ac:spMk id="8" creationId="{D04A2B30-B139-5899-FEC7-238E395E8514}"/>
          </ac:spMkLst>
        </pc:spChg>
        <pc:spChg chg="mod">
          <ac:chgData name="박신아(SHINA PARK)[shina.p]/책임/제조DX.자동보정.MC자동보정팀" userId="54a067cc-2ef7-4970-a3f1-b2a185fa6bcc" providerId="ADAL" clId="{8BD8F914-F58D-40FF-A611-F8ABA3E8669A}" dt="2026-09-09T02:02:05.004" v="900" actId="1036"/>
          <ac:spMkLst>
            <pc:docMk/>
            <pc:sldMk cId="2800363497" sldId="343"/>
            <ac:spMk id="11" creationId="{119FFC0B-9D11-698D-BBD2-F42C088382A8}"/>
          </ac:spMkLst>
        </pc:spChg>
        <pc:grpChg chg="mod">
          <ac:chgData name="박신아(SHINA PARK)[shina.p]/책임/제조DX.자동보정.MC자동보정팀" userId="54a067cc-2ef7-4970-a3f1-b2a185fa6bcc" providerId="ADAL" clId="{8BD8F914-F58D-40FF-A611-F8ABA3E8669A}" dt="2026-09-09T02:01:58.567" v="898" actId="1035"/>
          <ac:grpSpMkLst>
            <pc:docMk/>
            <pc:sldMk cId="2800363497" sldId="343"/>
            <ac:grpSpMk id="12" creationId="{AB9F36CD-F9F4-992D-B682-B288C8BDDF51}"/>
          </ac:grpSpMkLst>
        </pc:grpChg>
      </pc:sldChg>
      <pc:sldChg chg="modSp mod">
        <pc:chgData name="박신아(SHINA PARK)[shina.p]/책임/제조DX.자동보정.MC자동보정팀" userId="54a067cc-2ef7-4970-a3f1-b2a185fa6bcc" providerId="ADAL" clId="{8BD8F914-F58D-40FF-A611-F8ABA3E8669A}" dt="2026-09-09T04:08:52.869" v="3013" actId="20577"/>
        <pc:sldMkLst>
          <pc:docMk/>
          <pc:sldMk cId="939909045" sldId="375"/>
        </pc:sldMkLst>
        <pc:spChg chg="mod">
          <ac:chgData name="박신아(SHINA PARK)[shina.p]/책임/제조DX.자동보정.MC자동보정팀" userId="54a067cc-2ef7-4970-a3f1-b2a185fa6bcc" providerId="ADAL" clId="{8BD8F914-F58D-40FF-A611-F8ABA3E8669A}" dt="2026-09-09T04:08:52.869" v="3013" actId="20577"/>
          <ac:spMkLst>
            <pc:docMk/>
            <pc:sldMk cId="939909045" sldId="375"/>
            <ac:spMk id="12" creationId="{59A7692E-132F-84DE-65A9-565713D24F53}"/>
          </ac:spMkLst>
        </pc:spChg>
      </pc:sldChg>
      <pc:sldChg chg="modSp mod">
        <pc:chgData name="박신아(SHINA PARK)[shina.p]/책임/제조DX.자동보정.MC자동보정팀" userId="54a067cc-2ef7-4970-a3f1-b2a185fa6bcc" providerId="ADAL" clId="{8BD8F914-F58D-40FF-A611-F8ABA3E8669A}" dt="2026-09-09T04:08:47.088" v="3009" actId="20577"/>
        <pc:sldMkLst>
          <pc:docMk/>
          <pc:sldMk cId="3040185142" sldId="420"/>
        </pc:sldMkLst>
        <pc:spChg chg="mod">
          <ac:chgData name="박신아(SHINA PARK)[shina.p]/책임/제조DX.자동보정.MC자동보정팀" userId="54a067cc-2ef7-4970-a3f1-b2a185fa6bcc" providerId="ADAL" clId="{8BD8F914-F58D-40FF-A611-F8ABA3E8669A}" dt="2026-09-09T04:08:47.088" v="3009" actId="20577"/>
          <ac:spMkLst>
            <pc:docMk/>
            <pc:sldMk cId="3040185142" sldId="420"/>
            <ac:spMk id="12" creationId="{EB0232BC-C8FE-7E7A-B0D6-CBAC46802505}"/>
          </ac:spMkLst>
        </pc:spChg>
      </pc:sldChg>
    </pc:docChg>
  </pc:docChgLst>
  <pc:docChgLst>
    <pc:chgData name="최문석(MOON SEOK CHOI)[mschoi19]/책임/제조DX.자동보정.자동보정선행개발팀" userId="b461c574-904d-49dd-b4c4-a0a522fe5e7c" providerId="ADAL" clId="{5777774D-3A2B-4FF7-BC51-CEAF80EDE233}"/>
    <pc:docChg chg="undo custSel delSld modSld delMainMaster modSection">
      <pc:chgData name="최문석(MOON SEOK CHOI)[mschoi19]/책임/제조DX.자동보정.자동보정선행개발팀" userId="b461c574-904d-49dd-b4c4-a0a522fe5e7c" providerId="ADAL" clId="{5777774D-3A2B-4FF7-BC51-CEAF80EDE233}" dt="2026-09-02T04:55:17.456" v="1962" actId="1036"/>
      <pc:docMkLst>
        <pc:docMk/>
      </pc:docMkLst>
      <pc:sldChg chg="modSp mod">
        <pc:chgData name="최문석(MOON SEOK CHOI)[mschoi19]/책임/제조DX.자동보정.자동보정선행개발팀" userId="b461c574-904d-49dd-b4c4-a0a522fe5e7c" providerId="ADAL" clId="{5777774D-3A2B-4FF7-BC51-CEAF80EDE233}" dt="2026-09-01T08:30:00.475" v="10" actId="20577"/>
        <pc:sldMkLst>
          <pc:docMk/>
          <pc:sldMk cId="1329909849" sldId="261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0:00.475" v="10" actId="20577"/>
          <ac:spMkLst>
            <pc:docMk/>
            <pc:sldMk cId="1329909849" sldId="261"/>
            <ac:spMk id="7" creationId="{C19DCC39-960B-65E7-46B8-BF0210E803F4}"/>
          </ac:spMkLst>
        </pc:spChg>
      </pc:sldChg>
      <pc:sldChg chg="delSp modSp mod">
        <pc:chgData name="최문석(MOON SEOK CHOI)[mschoi19]/책임/제조DX.자동보정.자동보정선행개발팀" userId="b461c574-904d-49dd-b4c4-a0a522fe5e7c" providerId="ADAL" clId="{5777774D-3A2B-4FF7-BC51-CEAF80EDE233}" dt="2026-09-01T08:30:41.923" v="17"/>
        <pc:sldMkLst>
          <pc:docMk/>
          <pc:sldMk cId="928751940" sldId="266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0:41.923" v="17"/>
          <ac:spMkLst>
            <pc:docMk/>
            <pc:sldMk cId="928751940" sldId="266"/>
            <ac:spMk id="16" creationId="{F49D00FE-AF2E-74AA-4922-481FEC90E68B}"/>
          </ac:spMkLst>
        </pc:spChg>
        <pc:spChg chg="mod topLvl">
          <ac:chgData name="최문석(MOON SEOK CHOI)[mschoi19]/책임/제조DX.자동보정.자동보정선행개발팀" userId="b461c574-904d-49dd-b4c4-a0a522fe5e7c" providerId="ADAL" clId="{5777774D-3A2B-4FF7-BC51-CEAF80EDE233}" dt="2026-09-01T05:22:17.741" v="4" actId="165"/>
          <ac:spMkLst>
            <pc:docMk/>
            <pc:sldMk cId="928751940" sldId="266"/>
            <ac:spMk id="18" creationId="{7404FF60-2AE8-0BA4-3E6E-386942D887D5}"/>
          </ac:spMkLst>
        </pc:spChg>
        <pc:spChg chg="mod topLvl">
          <ac:chgData name="최문석(MOON SEOK CHOI)[mschoi19]/책임/제조DX.자동보정.자동보정선행개발팀" userId="b461c574-904d-49dd-b4c4-a0a522fe5e7c" providerId="ADAL" clId="{5777774D-3A2B-4FF7-BC51-CEAF80EDE233}" dt="2026-09-01T05:22:17.741" v="4" actId="165"/>
          <ac:spMkLst>
            <pc:docMk/>
            <pc:sldMk cId="928751940" sldId="266"/>
            <ac:spMk id="22" creationId="{228E3368-3915-A216-113E-C3908B218792}"/>
          </ac:spMkLst>
        </pc:spChg>
        <pc:spChg chg="mod topLvl">
          <ac:chgData name="최문석(MOON SEOK CHOI)[mschoi19]/책임/제조DX.자동보정.자동보정선행개발팀" userId="b461c574-904d-49dd-b4c4-a0a522fe5e7c" providerId="ADAL" clId="{5777774D-3A2B-4FF7-BC51-CEAF80EDE233}" dt="2026-09-01T05:22:17.741" v="4" actId="165"/>
          <ac:spMkLst>
            <pc:docMk/>
            <pc:sldMk cId="928751940" sldId="266"/>
            <ac:spMk id="25" creationId="{E25A5B4E-EAB2-2D08-8346-9EFFBDC74586}"/>
          </ac:spMkLst>
        </pc:spChg>
        <pc:spChg chg="mod topLvl">
          <ac:chgData name="최문석(MOON SEOK CHOI)[mschoi19]/책임/제조DX.자동보정.자동보정선행개발팀" userId="b461c574-904d-49dd-b4c4-a0a522fe5e7c" providerId="ADAL" clId="{5777774D-3A2B-4FF7-BC51-CEAF80EDE233}" dt="2026-09-01T05:22:17.741" v="4" actId="165"/>
          <ac:spMkLst>
            <pc:docMk/>
            <pc:sldMk cId="928751940" sldId="266"/>
            <ac:spMk id="27" creationId="{45BF7C3A-8871-DCB7-E84C-9C9152792648}"/>
          </ac:spMkLst>
        </pc:spChg>
        <pc:spChg chg="mod topLvl">
          <ac:chgData name="최문석(MOON SEOK CHOI)[mschoi19]/책임/제조DX.자동보정.자동보정선행개발팀" userId="b461c574-904d-49dd-b4c4-a0a522fe5e7c" providerId="ADAL" clId="{5777774D-3A2B-4FF7-BC51-CEAF80EDE233}" dt="2026-09-01T05:22:17.741" v="4" actId="165"/>
          <ac:spMkLst>
            <pc:docMk/>
            <pc:sldMk cId="928751940" sldId="266"/>
            <ac:spMk id="31" creationId="{9D6C01FB-18F3-11E7-6412-67E064A9933E}"/>
          </ac:spMkLst>
        </pc:spChg>
        <pc:spChg chg="mod topLvl">
          <ac:chgData name="최문석(MOON SEOK CHOI)[mschoi19]/책임/제조DX.자동보정.자동보정선행개발팀" userId="b461c574-904d-49dd-b4c4-a0a522fe5e7c" providerId="ADAL" clId="{5777774D-3A2B-4FF7-BC51-CEAF80EDE233}" dt="2026-09-01T05:22:17.741" v="4" actId="165"/>
          <ac:spMkLst>
            <pc:docMk/>
            <pc:sldMk cId="928751940" sldId="266"/>
            <ac:spMk id="33" creationId="{0D407D25-9ACB-B6C6-1936-F2B7B46CB604}"/>
          </ac:spMkLst>
        </pc:spChg>
        <pc:picChg chg="mod topLvl">
          <ac:chgData name="최문석(MOON SEOK CHOI)[mschoi19]/책임/제조DX.자동보정.자동보정선행개발팀" userId="b461c574-904d-49dd-b4c4-a0a522fe5e7c" providerId="ADAL" clId="{5777774D-3A2B-4FF7-BC51-CEAF80EDE233}" dt="2026-09-01T05:22:17.741" v="4" actId="165"/>
          <ac:picMkLst>
            <pc:docMk/>
            <pc:sldMk cId="928751940" sldId="266"/>
            <ac:picMk id="9" creationId="{29D88D36-1EFB-B159-F717-57C668BAB7B0}"/>
          </ac:picMkLst>
        </pc:picChg>
        <pc:picChg chg="mod topLvl">
          <ac:chgData name="최문석(MOON SEOK CHOI)[mschoi19]/책임/제조DX.자동보정.자동보정선행개발팀" userId="b461c574-904d-49dd-b4c4-a0a522fe5e7c" providerId="ADAL" clId="{5777774D-3A2B-4FF7-BC51-CEAF80EDE233}" dt="2026-09-01T05:22:17.741" v="4" actId="165"/>
          <ac:picMkLst>
            <pc:docMk/>
            <pc:sldMk cId="928751940" sldId="266"/>
            <ac:picMk id="13" creationId="{440D7BC1-B515-65ED-22DA-A295133C3C36}"/>
          </ac:picMkLst>
        </pc:picChg>
        <pc:cxnChg chg="mod topLvl">
          <ac:chgData name="최문석(MOON SEOK CHOI)[mschoi19]/책임/제조DX.자동보정.자동보정선행개발팀" userId="b461c574-904d-49dd-b4c4-a0a522fe5e7c" providerId="ADAL" clId="{5777774D-3A2B-4FF7-BC51-CEAF80EDE233}" dt="2026-09-01T05:22:17.741" v="4" actId="165"/>
          <ac:cxnSpMkLst>
            <pc:docMk/>
            <pc:sldMk cId="928751940" sldId="266"/>
            <ac:cxnSpMk id="29" creationId="{54EE0CD9-333A-F0E9-9525-CDFF01295662}"/>
          </ac:cxnSpMkLst>
        </pc:cxnChg>
      </pc:sldChg>
      <pc:sldChg chg="modSp mod">
        <pc:chgData name="최문석(MOON SEOK CHOI)[mschoi19]/책임/제조DX.자동보정.자동보정선행개발팀" userId="b461c574-904d-49dd-b4c4-a0a522fe5e7c" providerId="ADAL" clId="{5777774D-3A2B-4FF7-BC51-CEAF80EDE233}" dt="2026-09-02T01:17:46.654" v="1715" actId="207"/>
        <pc:sldMkLst>
          <pc:docMk/>
          <pc:sldMk cId="4009032242" sldId="271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2T01:17:46.654" v="1715" actId="207"/>
          <ac:spMkLst>
            <pc:docMk/>
            <pc:sldMk cId="4009032242" sldId="271"/>
            <ac:spMk id="8" creationId="{DA3D18A2-7C82-8530-AC9E-4A17033BD0C2}"/>
          </ac:spMkLst>
        </pc:spChg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0:49.780" v="18"/>
          <ac:spMkLst>
            <pc:docMk/>
            <pc:sldMk cId="4009032242" sldId="271"/>
            <ac:spMk id="16" creationId="{58C0F4AB-DBC0-D0E4-E983-8BE073494085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5777774D-3A2B-4FF7-BC51-CEAF80EDE233}" dt="2026-09-01T08:30:53.528" v="19"/>
        <pc:sldMkLst>
          <pc:docMk/>
          <pc:sldMk cId="648264874" sldId="279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0:53.528" v="19"/>
          <ac:spMkLst>
            <pc:docMk/>
            <pc:sldMk cId="648264874" sldId="279"/>
            <ac:spMk id="16" creationId="{58C0F4AB-DBC0-D0E4-E983-8BE073494085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5777774D-3A2B-4FF7-BC51-CEAF80EDE233}" dt="2026-09-01T08:32:59.505" v="74" actId="20577"/>
        <pc:sldMkLst>
          <pc:docMk/>
          <pc:sldMk cId="2114474638" sldId="312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0:36.303" v="16"/>
          <ac:spMkLst>
            <pc:docMk/>
            <pc:sldMk cId="2114474638" sldId="312"/>
            <ac:spMk id="7" creationId="{C19DCC39-960B-65E7-46B8-BF0210E803F4}"/>
          </ac:spMkLst>
        </pc:spChg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2:59.505" v="74" actId="20577"/>
          <ac:spMkLst>
            <pc:docMk/>
            <pc:sldMk cId="2114474638" sldId="312"/>
            <ac:spMk id="19" creationId="{1988D2CF-F024-5909-FDED-6AB4B56B22DE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5777774D-3A2B-4FF7-BC51-CEAF80EDE233}" dt="2026-09-01T08:30:16.696" v="13"/>
        <pc:sldMkLst>
          <pc:docMk/>
          <pc:sldMk cId="1767993320" sldId="324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0:16.696" v="13"/>
          <ac:spMkLst>
            <pc:docMk/>
            <pc:sldMk cId="1767993320" sldId="324"/>
            <ac:spMk id="16" creationId="{F49D00FE-AF2E-74AA-4922-481FEC90E68B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5777774D-3A2B-4FF7-BC51-CEAF80EDE233}" dt="2026-09-02T01:52:31.058" v="1858"/>
        <pc:sldMkLst>
          <pc:docMk/>
          <pc:sldMk cId="679677941" sldId="339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0:24.680" v="14"/>
          <ac:spMkLst>
            <pc:docMk/>
            <pc:sldMk cId="679677941" sldId="339"/>
            <ac:spMk id="7" creationId="{C19DCC39-960B-65E7-46B8-BF0210E803F4}"/>
          </ac:spMkLst>
        </pc:spChg>
        <pc:spChg chg="mod">
          <ac:chgData name="최문석(MOON SEOK CHOI)[mschoi19]/책임/제조DX.자동보정.자동보정선행개발팀" userId="b461c574-904d-49dd-b4c4-a0a522fe5e7c" providerId="ADAL" clId="{5777774D-3A2B-4FF7-BC51-CEAF80EDE233}" dt="2026-09-02T01:52:31.058" v="1858"/>
          <ac:spMkLst>
            <pc:docMk/>
            <pc:sldMk cId="679677941" sldId="339"/>
            <ac:spMk id="19" creationId="{1988D2CF-F024-5909-FDED-6AB4B56B22DE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5777774D-3A2B-4FF7-BC51-CEAF80EDE233}" dt="2026-09-02T01:52:13.513" v="1857" actId="207"/>
        <pc:sldMkLst>
          <pc:docMk/>
          <pc:sldMk cId="907841183" sldId="396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2T01:52:13.513" v="1857" actId="207"/>
          <ac:spMkLst>
            <pc:docMk/>
            <pc:sldMk cId="907841183" sldId="396"/>
            <ac:spMk id="8" creationId="{4D7CA610-EF36-A835-C1D0-D7653D39AA4E}"/>
          </ac:spMkLst>
        </pc:spChg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0:30.336" v="15"/>
          <ac:spMkLst>
            <pc:docMk/>
            <pc:sldMk cId="907841183" sldId="396"/>
            <ac:spMk id="16" creationId="{F49D00FE-AF2E-74AA-4922-481FEC90E68B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5777774D-3A2B-4FF7-BC51-CEAF80EDE233}" dt="2026-09-01T08:30:10.918" v="12"/>
        <pc:sldMkLst>
          <pc:docMk/>
          <pc:sldMk cId="2867748510" sldId="408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0:10.918" v="12"/>
          <ac:spMkLst>
            <pc:docMk/>
            <pc:sldMk cId="2867748510" sldId="408"/>
            <ac:spMk id="16" creationId="{432BB680-BBED-2F2B-C789-5B3A61E89253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5777774D-3A2B-4FF7-BC51-CEAF80EDE233}" dt="2026-09-01T08:30:06.828" v="11"/>
        <pc:sldMkLst>
          <pc:docMk/>
          <pc:sldMk cId="215568041" sldId="430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1T08:30:06.828" v="11"/>
          <ac:spMkLst>
            <pc:docMk/>
            <pc:sldMk cId="215568041" sldId="430"/>
            <ac:spMk id="16" creationId="{432BB680-BBED-2F2B-C789-5B3A61E89253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5777774D-3A2B-4FF7-BC51-CEAF80EDE233}" dt="2026-09-02T01:00:55.987" v="318" actId="1036"/>
        <pc:sldMkLst>
          <pc:docMk/>
          <pc:sldMk cId="722830885" sldId="2147483567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2T01:00:51.887" v="306" actId="207"/>
          <ac:spMkLst>
            <pc:docMk/>
            <pc:sldMk cId="722830885" sldId="2147483567"/>
            <ac:spMk id="21" creationId="{8C51B5C4-0AF8-7836-BF28-C6127F7FCD60}"/>
          </ac:spMkLst>
        </pc:spChg>
        <pc:picChg chg="mod">
          <ac:chgData name="최문석(MOON SEOK CHOI)[mschoi19]/책임/제조DX.자동보정.자동보정선행개발팀" userId="b461c574-904d-49dd-b4c4-a0a522fe5e7c" providerId="ADAL" clId="{5777774D-3A2B-4FF7-BC51-CEAF80EDE233}" dt="2026-09-02T01:00:55.987" v="318" actId="1036"/>
          <ac:picMkLst>
            <pc:docMk/>
            <pc:sldMk cId="722830885" sldId="2147483567"/>
            <ac:picMk id="4" creationId="{76A1347D-DF26-0E3A-1547-42B27F6A7CBC}"/>
          </ac:picMkLst>
        </pc:picChg>
      </pc:sldChg>
      <pc:sldChg chg="modSp mod">
        <pc:chgData name="최문석(MOON SEOK CHOI)[mschoi19]/책임/제조DX.자동보정.자동보정선행개발팀" userId="b461c574-904d-49dd-b4c4-a0a522fe5e7c" providerId="ADAL" clId="{5777774D-3A2B-4FF7-BC51-CEAF80EDE233}" dt="2026-09-02T04:55:17.456" v="1962" actId="1036"/>
        <pc:sldMkLst>
          <pc:docMk/>
          <pc:sldMk cId="2078861670" sldId="2147483568"/>
        </pc:sldMkLst>
        <pc:spChg chg="mod">
          <ac:chgData name="최문석(MOON SEOK CHOI)[mschoi19]/책임/제조DX.자동보정.자동보정선행개발팀" userId="b461c574-904d-49dd-b4c4-a0a522fe5e7c" providerId="ADAL" clId="{5777774D-3A2B-4FF7-BC51-CEAF80EDE233}" dt="2026-09-02T04:55:13.581" v="1959" actId="20577"/>
          <ac:spMkLst>
            <pc:docMk/>
            <pc:sldMk cId="2078861670" sldId="2147483568"/>
            <ac:spMk id="9" creationId="{712FCA2F-1491-36CA-ABF7-9884A2969555}"/>
          </ac:spMkLst>
        </pc:spChg>
        <pc:spChg chg="mod">
          <ac:chgData name="최문석(MOON SEOK CHOI)[mschoi19]/책임/제조DX.자동보정.자동보정선행개발팀" userId="b461c574-904d-49dd-b4c4-a0a522fe5e7c" providerId="ADAL" clId="{5777774D-3A2B-4FF7-BC51-CEAF80EDE233}" dt="2026-09-02T04:55:17.456" v="1962" actId="1036"/>
          <ac:spMkLst>
            <pc:docMk/>
            <pc:sldMk cId="2078861670" sldId="2147483568"/>
            <ac:spMk id="11" creationId="{9343EBA5-E928-3C62-EB7D-E97447A45ACA}"/>
          </ac:spMkLst>
        </pc:spChg>
        <pc:spChg chg="mod">
          <ac:chgData name="최문석(MOON SEOK CHOI)[mschoi19]/책임/제조DX.자동보정.자동보정선행개발팀" userId="b461c574-904d-49dd-b4c4-a0a522fe5e7c" providerId="ADAL" clId="{5777774D-3A2B-4FF7-BC51-CEAF80EDE233}" dt="2026-09-02T04:55:17.456" v="1962" actId="1036"/>
          <ac:spMkLst>
            <pc:docMk/>
            <pc:sldMk cId="2078861670" sldId="2147483568"/>
            <ac:spMk id="14" creationId="{4EABB971-7377-9AD5-50FB-0B1A44A59A43}"/>
          </ac:spMkLst>
        </pc:spChg>
      </pc:sldChg>
    </pc:docChg>
  </pc:docChgLst>
  <pc:docChgLst>
    <pc:chgData name="임인섭(INSUP LIM)[insup_lim]/선임/제조DX.자동보정.조립자동보정팀" userId="46c23904-ff79-42c9-9e41-2f57972a901c" providerId="ADAL" clId="{A4BD3207-BF22-469D-9FD7-8A6238C86417}"/>
    <pc:docChg chg="undo custSel modSld">
      <pc:chgData name="임인섭(INSUP LIM)[insup_lim]/선임/제조DX.자동보정.조립자동보정팀" userId="46c23904-ff79-42c9-9e41-2f57972a901c" providerId="ADAL" clId="{A4BD3207-BF22-469D-9FD7-8A6238C86417}" dt="2026-09-09T08:44:34.183" v="5176" actId="20577"/>
      <pc:docMkLst>
        <pc:docMk/>
      </pc:docMkLst>
      <pc:sldChg chg="modSp mod">
        <pc:chgData name="임인섭(INSUP LIM)[insup_lim]/선임/제조DX.자동보정.조립자동보정팀" userId="46c23904-ff79-42c9-9e41-2f57972a901c" providerId="ADAL" clId="{A4BD3207-BF22-469D-9FD7-8A6238C86417}" dt="2026-09-08T00:24:43.494" v="4" actId="20577"/>
        <pc:sldMkLst>
          <pc:docMk/>
          <pc:sldMk cId="2772027129" sldId="260"/>
        </pc:sldMkLst>
        <pc:spChg chg="mod">
          <ac:chgData name="임인섭(INSUP LIM)[insup_lim]/선임/제조DX.자동보정.조립자동보정팀" userId="46c23904-ff79-42c9-9e41-2f57972a901c" providerId="ADAL" clId="{A4BD3207-BF22-469D-9FD7-8A6238C86417}" dt="2026-09-08T00:24:37.398" v="3" actId="20577"/>
          <ac:spMkLst>
            <pc:docMk/>
            <pc:sldMk cId="2772027129" sldId="260"/>
            <ac:spMk id="8" creationId="{96604DF6-74CC-03F1-AF12-C27E99648785}"/>
          </ac:spMkLst>
        </pc:spChg>
        <pc:spChg chg="mod">
          <ac:chgData name="임인섭(INSUP LIM)[insup_lim]/선임/제조DX.자동보정.조립자동보정팀" userId="46c23904-ff79-42c9-9e41-2f57972a901c" providerId="ADAL" clId="{A4BD3207-BF22-469D-9FD7-8A6238C86417}" dt="2026-09-08T00:24:43.494" v="4" actId="20577"/>
          <ac:spMkLst>
            <pc:docMk/>
            <pc:sldMk cId="2772027129" sldId="260"/>
            <ac:spMk id="13" creationId="{6F04AF11-50D5-49B6-A265-556E9598BDBE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A4BD3207-BF22-469D-9FD7-8A6238C86417}" dt="2026-09-08T02:34:44.229" v="1979" actId="207"/>
        <pc:sldMkLst>
          <pc:docMk/>
          <pc:sldMk cId="1688006984" sldId="264"/>
        </pc:sldMkLst>
        <pc:spChg chg="mod">
          <ac:chgData name="임인섭(INSUP LIM)[insup_lim]/선임/제조DX.자동보정.조립자동보정팀" userId="46c23904-ff79-42c9-9e41-2f57972a901c" providerId="ADAL" clId="{A4BD3207-BF22-469D-9FD7-8A6238C86417}" dt="2026-09-08T02:32:09.814" v="1861" actId="20577"/>
          <ac:spMkLst>
            <pc:docMk/>
            <pc:sldMk cId="1688006984" sldId="264"/>
            <ac:spMk id="34" creationId="{0DBB8F14-223A-56DE-7946-DE15F19C0CCB}"/>
          </ac:spMkLst>
        </pc:spChg>
        <pc:spChg chg="mod">
          <ac:chgData name="임인섭(INSUP LIM)[insup_lim]/선임/제조DX.자동보정.조립자동보정팀" userId="46c23904-ff79-42c9-9e41-2f57972a901c" providerId="ADAL" clId="{A4BD3207-BF22-469D-9FD7-8A6238C86417}" dt="2026-09-08T02:34:44.229" v="1979" actId="207"/>
          <ac:spMkLst>
            <pc:docMk/>
            <pc:sldMk cId="1688006984" sldId="264"/>
            <ac:spMk id="35" creationId="{A5938A85-D233-547C-64D1-BD9DECE6E8F4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A4BD3207-BF22-469D-9FD7-8A6238C86417}" dt="2026-09-09T00:18:49.675" v="4570" actId="20577"/>
        <pc:sldMkLst>
          <pc:docMk/>
          <pc:sldMk cId="2538130918" sldId="272"/>
        </pc:sldMkLst>
        <pc:spChg chg="mod">
          <ac:chgData name="임인섭(INSUP LIM)[insup_lim]/선임/제조DX.자동보정.조립자동보정팀" userId="46c23904-ff79-42c9-9e41-2f57972a901c" providerId="ADAL" clId="{A4BD3207-BF22-469D-9FD7-8A6238C86417}" dt="2026-09-08T03:11:27.798" v="2746" actId="20577"/>
          <ac:spMkLst>
            <pc:docMk/>
            <pc:sldMk cId="2538130918" sldId="272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A4BD3207-BF22-469D-9FD7-8A6238C86417}" dt="2026-09-09T00:18:49.675" v="4570" actId="20577"/>
          <ac:spMkLst>
            <pc:docMk/>
            <pc:sldMk cId="2538130918" sldId="272"/>
            <ac:spMk id="30" creationId="{0D42272B-7090-3E3D-C807-E7C5620E4BEA}"/>
          </ac:spMkLst>
        </pc:spChg>
      </pc:sldChg>
      <pc:sldChg chg="addSp delSp modSp mod">
        <pc:chgData name="임인섭(INSUP LIM)[insup_lim]/선임/제조DX.자동보정.조립자동보정팀" userId="46c23904-ff79-42c9-9e41-2f57972a901c" providerId="ADAL" clId="{A4BD3207-BF22-469D-9FD7-8A6238C86417}" dt="2026-09-08T03:21:58.722" v="3159"/>
        <pc:sldMkLst>
          <pc:docMk/>
          <pc:sldMk cId="1560782275" sldId="289"/>
        </pc:sldMkLst>
        <pc:spChg chg="add del mod">
          <ac:chgData name="임인섭(INSUP LIM)[insup_lim]/선임/제조DX.자동보정.조립자동보정팀" userId="46c23904-ff79-42c9-9e41-2f57972a901c" providerId="ADAL" clId="{A4BD3207-BF22-469D-9FD7-8A6238C86417}" dt="2026-09-08T03:17:20.331" v="2759" actId="478"/>
          <ac:spMkLst>
            <pc:docMk/>
            <pc:sldMk cId="1560782275" sldId="289"/>
            <ac:spMk id="3" creationId="{CD0A5252-C014-B49C-5837-6424F487A774}"/>
          </ac:spMkLst>
        </pc:spChg>
        <pc:spChg chg="mod">
          <ac:chgData name="임인섭(INSUP LIM)[insup_lim]/선임/제조DX.자동보정.조립자동보정팀" userId="46c23904-ff79-42c9-9e41-2f57972a901c" providerId="ADAL" clId="{A4BD3207-BF22-469D-9FD7-8A6238C86417}" dt="2026-09-08T03:21:58.722" v="3159"/>
          <ac:spMkLst>
            <pc:docMk/>
            <pc:sldMk cId="1560782275" sldId="289"/>
            <ac:spMk id="25" creationId="{2161B97F-6726-D36D-8217-01518733FF4A}"/>
          </ac:spMkLst>
        </pc:spChg>
        <pc:grpChg chg="mod">
          <ac:chgData name="임인섭(INSUP LIM)[insup_lim]/선임/제조DX.자동보정.조립자동보정팀" userId="46c23904-ff79-42c9-9e41-2f57972a901c" providerId="ADAL" clId="{A4BD3207-BF22-469D-9FD7-8A6238C86417}" dt="2026-09-08T03:20:25.823" v="2846" actId="1076"/>
          <ac:grpSpMkLst>
            <pc:docMk/>
            <pc:sldMk cId="1560782275" sldId="289"/>
            <ac:grpSpMk id="36" creationId="{FA50B8EB-1BE2-8ADE-1207-66AB1C8BFC1C}"/>
          </ac:grpSpMkLst>
        </pc:grpChg>
        <pc:graphicFrameChg chg="add mod modGraphic">
          <ac:chgData name="임인섭(INSUP LIM)[insup_lim]/선임/제조DX.자동보정.조립자동보정팀" userId="46c23904-ff79-42c9-9e41-2f57972a901c" providerId="ADAL" clId="{A4BD3207-BF22-469D-9FD7-8A6238C86417}" dt="2026-09-08T03:20:53.950" v="2928" actId="1076"/>
          <ac:graphicFrameMkLst>
            <pc:docMk/>
            <pc:sldMk cId="1560782275" sldId="289"/>
            <ac:graphicFrameMk id="7" creationId="{CA6A99C8-00B6-A3C4-AD03-9E4FE51DE9A6}"/>
          </ac:graphicFrameMkLst>
        </pc:graphicFrameChg>
      </pc:sldChg>
      <pc:sldChg chg="modSp mod">
        <pc:chgData name="임인섭(INSUP LIM)[insup_lim]/선임/제조DX.자동보정.조립자동보정팀" userId="46c23904-ff79-42c9-9e41-2f57972a901c" providerId="ADAL" clId="{A4BD3207-BF22-469D-9FD7-8A6238C86417}" dt="2026-09-08T02:28:55.181" v="1535" actId="20577"/>
        <pc:sldMkLst>
          <pc:docMk/>
          <pc:sldMk cId="3813480401" sldId="316"/>
        </pc:sldMkLst>
        <pc:spChg chg="mod">
          <ac:chgData name="임인섭(INSUP LIM)[insup_lim]/선임/제조DX.자동보정.조립자동보정팀" userId="46c23904-ff79-42c9-9e41-2f57972a901c" providerId="ADAL" clId="{A4BD3207-BF22-469D-9FD7-8A6238C86417}" dt="2026-09-08T02:26:25.445" v="1349" actId="20577"/>
          <ac:spMkLst>
            <pc:docMk/>
            <pc:sldMk cId="3813480401" sldId="316"/>
            <ac:spMk id="3" creationId="{BC12CF42-B292-785C-5AC5-93D2EAC44425}"/>
          </ac:spMkLst>
        </pc:spChg>
        <pc:spChg chg="mod">
          <ac:chgData name="임인섭(INSUP LIM)[insup_lim]/선임/제조DX.자동보정.조립자동보정팀" userId="46c23904-ff79-42c9-9e41-2f57972a901c" providerId="ADAL" clId="{A4BD3207-BF22-469D-9FD7-8A6238C86417}" dt="2026-09-08T02:28:55.181" v="1535" actId="20577"/>
          <ac:spMkLst>
            <pc:docMk/>
            <pc:sldMk cId="3813480401" sldId="316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A4BD3207-BF22-469D-9FD7-8A6238C86417}" dt="2026-09-08T02:28:49.626" v="1534" actId="1035"/>
          <ac:spMkLst>
            <pc:docMk/>
            <pc:sldMk cId="3813480401" sldId="316"/>
            <ac:spMk id="30" creationId="{0D42272B-7090-3E3D-C807-E7C5620E4BEA}"/>
          </ac:spMkLst>
        </pc:spChg>
        <pc:graphicFrameChg chg="mod modGraphic">
          <ac:chgData name="임인섭(INSUP LIM)[insup_lim]/선임/제조DX.자동보정.조립자동보정팀" userId="46c23904-ff79-42c9-9e41-2f57972a901c" providerId="ADAL" clId="{A4BD3207-BF22-469D-9FD7-8A6238C86417}" dt="2026-09-08T02:27:48.234" v="1360" actId="20577"/>
          <ac:graphicFrameMkLst>
            <pc:docMk/>
            <pc:sldMk cId="3813480401" sldId="316"/>
            <ac:graphicFrameMk id="44" creationId="{5D775976-EE95-0DB1-8843-691F5760F185}"/>
          </ac:graphicFrameMkLst>
        </pc:graphicFrameChg>
      </pc:sldChg>
      <pc:sldChg chg="modSp mod">
        <pc:chgData name="임인섭(INSUP LIM)[insup_lim]/선임/제조DX.자동보정.조립자동보정팀" userId="46c23904-ff79-42c9-9e41-2f57972a901c" providerId="ADAL" clId="{A4BD3207-BF22-469D-9FD7-8A6238C86417}" dt="2026-09-08T02:31:57.644" v="1858" actId="207"/>
        <pc:sldMkLst>
          <pc:docMk/>
          <pc:sldMk cId="3521588699" sldId="354"/>
        </pc:sldMkLst>
        <pc:spChg chg="mod">
          <ac:chgData name="임인섭(INSUP LIM)[insup_lim]/선임/제조DX.자동보정.조립자동보정팀" userId="46c23904-ff79-42c9-9e41-2f57972a901c" providerId="ADAL" clId="{A4BD3207-BF22-469D-9FD7-8A6238C86417}" dt="2026-09-08T02:31:57.644" v="1858" actId="207"/>
          <ac:spMkLst>
            <pc:docMk/>
            <pc:sldMk cId="3521588699" sldId="354"/>
            <ac:spMk id="35" creationId="{A5938A85-D233-547C-64D1-BD9DECE6E8F4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A4BD3207-BF22-469D-9FD7-8A6238C86417}" dt="2026-09-09T00:15:54.751" v="3992" actId="6549"/>
        <pc:sldMkLst>
          <pc:docMk/>
          <pc:sldMk cId="3501312549" sldId="380"/>
        </pc:sldMkLst>
        <pc:spChg chg="mod">
          <ac:chgData name="임인섭(INSUP LIM)[insup_lim]/선임/제조DX.자동보정.조립자동보정팀" userId="46c23904-ff79-42c9-9e41-2f57972a901c" providerId="ADAL" clId="{A4BD3207-BF22-469D-9FD7-8A6238C86417}" dt="2026-09-08T02:31:05.744" v="1853" actId="20577"/>
          <ac:spMkLst>
            <pc:docMk/>
            <pc:sldMk cId="3501312549" sldId="380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A4BD3207-BF22-469D-9FD7-8A6238C86417}" dt="2026-09-09T00:15:54.751" v="3992" actId="6549"/>
          <ac:spMkLst>
            <pc:docMk/>
            <pc:sldMk cId="3501312549" sldId="380"/>
            <ac:spMk id="30" creationId="{0D42272B-7090-3E3D-C807-E7C5620E4BEA}"/>
          </ac:spMkLst>
        </pc:spChg>
      </pc:sldChg>
      <pc:sldChg chg="addSp delSp modSp mod">
        <pc:chgData name="임인섭(INSUP LIM)[insup_lim]/선임/제조DX.자동보정.조립자동보정팀" userId="46c23904-ff79-42c9-9e41-2f57972a901c" providerId="ADAL" clId="{A4BD3207-BF22-469D-9FD7-8A6238C86417}" dt="2026-09-09T08:44:34.183" v="5176" actId="20577"/>
        <pc:sldMkLst>
          <pc:docMk/>
          <pc:sldMk cId="3908212712" sldId="413"/>
        </pc:sldMkLst>
        <pc:spChg chg="add mod">
          <ac:chgData name="임인섭(INSUP LIM)[insup_lim]/선임/제조DX.자동보정.조립자동보정팀" userId="46c23904-ff79-42c9-9e41-2f57972a901c" providerId="ADAL" clId="{A4BD3207-BF22-469D-9FD7-8A6238C86417}" dt="2026-09-09T08:41:18.219" v="4718" actId="1076"/>
          <ac:spMkLst>
            <pc:docMk/>
            <pc:sldMk cId="3908212712" sldId="413"/>
            <ac:spMk id="14" creationId="{F50146E2-879B-EA79-BCA3-5DA3C1FE7A02}"/>
          </ac:spMkLst>
        </pc:spChg>
        <pc:spChg chg="add mod">
          <ac:chgData name="임인섭(INSUP LIM)[insup_lim]/선임/제조DX.자동보정.조립자동보정팀" userId="46c23904-ff79-42c9-9e41-2f57972a901c" providerId="ADAL" clId="{A4BD3207-BF22-469D-9FD7-8A6238C86417}" dt="2026-09-09T08:44:34.183" v="5176" actId="20577"/>
          <ac:spMkLst>
            <pc:docMk/>
            <pc:sldMk cId="3908212712" sldId="413"/>
            <ac:spMk id="15" creationId="{56DD8AD0-23EA-4414-064E-19B0096E1CED}"/>
          </ac:spMkLst>
        </pc:spChg>
        <pc:spChg chg="add mod">
          <ac:chgData name="임인섭(INSUP LIM)[insup_lim]/선임/제조DX.자동보정.조립자동보정팀" userId="46c23904-ff79-42c9-9e41-2f57972a901c" providerId="ADAL" clId="{A4BD3207-BF22-469D-9FD7-8A6238C86417}" dt="2026-09-09T08:40:55.174" v="4713" actId="1035"/>
          <ac:spMkLst>
            <pc:docMk/>
            <pc:sldMk cId="3908212712" sldId="413"/>
            <ac:spMk id="18" creationId="{EFD406EB-4812-65AE-53A7-3CCA8A55E912}"/>
          </ac:spMkLst>
        </pc:spChg>
        <pc:spChg chg="add mod">
          <ac:chgData name="임인섭(INSUP LIM)[insup_lim]/선임/제조DX.자동보정.조립자동보정팀" userId="46c23904-ff79-42c9-9e41-2f57972a901c" providerId="ADAL" clId="{A4BD3207-BF22-469D-9FD7-8A6238C86417}" dt="2026-09-09T08:44:22.616" v="5154" actId="14100"/>
          <ac:spMkLst>
            <pc:docMk/>
            <pc:sldMk cId="3908212712" sldId="413"/>
            <ac:spMk id="25" creationId="{6A33E785-9838-DEDE-4A1A-58B2F65315A0}"/>
          </ac:spMkLst>
        </pc:spChg>
        <pc:spChg chg="mod">
          <ac:chgData name="임인섭(INSUP LIM)[insup_lim]/선임/제조DX.자동보정.조립자동보정팀" userId="46c23904-ff79-42c9-9e41-2f57972a901c" providerId="ADAL" clId="{A4BD3207-BF22-469D-9FD7-8A6238C86417}" dt="2026-09-08T02:31:28.271" v="1855" actId="20577"/>
          <ac:spMkLst>
            <pc:docMk/>
            <pc:sldMk cId="3908212712" sldId="413"/>
            <ac:spMk id="34" creationId="{0DBB8F14-223A-56DE-7946-DE15F19C0CCB}"/>
          </ac:spMkLst>
        </pc:spChg>
        <pc:spChg chg="mod">
          <ac:chgData name="임인섭(INSUP LIM)[insup_lim]/선임/제조DX.자동보정.조립자동보정팀" userId="46c23904-ff79-42c9-9e41-2f57972a901c" providerId="ADAL" clId="{A4BD3207-BF22-469D-9FD7-8A6238C86417}" dt="2026-09-08T02:31:23.874" v="1854" actId="207"/>
          <ac:spMkLst>
            <pc:docMk/>
            <pc:sldMk cId="3908212712" sldId="413"/>
            <ac:spMk id="35" creationId="{A5938A85-D233-547C-64D1-BD9DECE6E8F4}"/>
          </ac:spMkLst>
        </pc:spChg>
        <pc:picChg chg="add mod">
          <ac:chgData name="임인섭(INSUP LIM)[insup_lim]/선임/제조DX.자동보정.조립자동보정팀" userId="46c23904-ff79-42c9-9e41-2f57972a901c" providerId="ADAL" clId="{A4BD3207-BF22-469D-9FD7-8A6238C86417}" dt="2026-09-09T08:40:03.011" v="4683" actId="1076"/>
          <ac:picMkLst>
            <pc:docMk/>
            <pc:sldMk cId="3908212712" sldId="413"/>
            <ac:picMk id="3" creationId="{BD281F1B-6254-E6F4-C28C-4751A65CEFAE}"/>
          </ac:picMkLst>
        </pc:picChg>
        <pc:cxnChg chg="add mod">
          <ac:chgData name="임인섭(INSUP LIM)[insup_lim]/선임/제조DX.자동보정.조립자동보정팀" userId="46c23904-ff79-42c9-9e41-2f57972a901c" providerId="ADAL" clId="{A4BD3207-BF22-469D-9FD7-8A6238C86417}" dt="2026-09-09T08:40:03.011" v="4683" actId="1076"/>
          <ac:cxnSpMkLst>
            <pc:docMk/>
            <pc:sldMk cId="3908212712" sldId="413"/>
            <ac:cxnSpMk id="7" creationId="{4D0E71AF-F9DA-1A4B-8D29-1DC10AAFE6FA}"/>
          </ac:cxnSpMkLst>
        </pc:cxnChg>
        <pc:cxnChg chg="add mod">
          <ac:chgData name="임인섭(INSUP LIM)[insup_lim]/선임/제조DX.자동보정.조립자동보정팀" userId="46c23904-ff79-42c9-9e41-2f57972a901c" providerId="ADAL" clId="{A4BD3207-BF22-469D-9FD7-8A6238C86417}" dt="2026-09-09T08:40:03.011" v="4683" actId="1076"/>
          <ac:cxnSpMkLst>
            <pc:docMk/>
            <pc:sldMk cId="3908212712" sldId="413"/>
            <ac:cxnSpMk id="11" creationId="{28D3EAB7-AF04-9009-9750-C437622E11DE}"/>
          </ac:cxnSpMkLst>
        </pc:cxnChg>
        <pc:cxnChg chg="add mod">
          <ac:chgData name="임인섭(INSUP LIM)[insup_lim]/선임/제조DX.자동보정.조립자동보정팀" userId="46c23904-ff79-42c9-9e41-2f57972a901c" providerId="ADAL" clId="{A4BD3207-BF22-469D-9FD7-8A6238C86417}" dt="2026-09-09T08:40:15.584" v="4689" actId="1037"/>
          <ac:cxnSpMkLst>
            <pc:docMk/>
            <pc:sldMk cId="3908212712" sldId="413"/>
            <ac:cxnSpMk id="13" creationId="{3750EF7D-7341-6406-E26D-AE81608E0CF2}"/>
          </ac:cxnSpMkLst>
        </pc:cxnChg>
        <pc:cxnChg chg="add del">
          <ac:chgData name="임인섭(INSUP LIM)[insup_lim]/선임/제조DX.자동보정.조립자동보정팀" userId="46c23904-ff79-42c9-9e41-2f57972a901c" providerId="ADAL" clId="{A4BD3207-BF22-469D-9FD7-8A6238C86417}" dt="2026-09-09T08:40:26.149" v="4691" actId="478"/>
          <ac:cxnSpMkLst>
            <pc:docMk/>
            <pc:sldMk cId="3908212712" sldId="413"/>
            <ac:cxnSpMk id="17" creationId="{2F75F6DA-4D5D-9256-80AF-FE9063842B19}"/>
          </ac:cxnSpMkLst>
        </pc:cxnChg>
        <pc:cxnChg chg="add mod">
          <ac:chgData name="임인섭(INSUP LIM)[insup_lim]/선임/제조DX.자동보정.조립자동보정팀" userId="46c23904-ff79-42c9-9e41-2f57972a901c" providerId="ADAL" clId="{A4BD3207-BF22-469D-9FD7-8A6238C86417}" dt="2026-09-09T08:41:06.425" v="4715" actId="1076"/>
          <ac:cxnSpMkLst>
            <pc:docMk/>
            <pc:sldMk cId="3908212712" sldId="413"/>
            <ac:cxnSpMk id="20" creationId="{4AF33CF6-81D7-FDF3-746A-D42A6BF29927}"/>
          </ac:cxnSpMkLst>
        </pc:cxnChg>
        <pc:cxnChg chg="add">
          <ac:chgData name="임인섭(INSUP LIM)[insup_lim]/선임/제조DX.자동보정.조립자동보정팀" userId="46c23904-ff79-42c9-9e41-2f57972a901c" providerId="ADAL" clId="{A4BD3207-BF22-469D-9FD7-8A6238C86417}" dt="2026-09-09T08:41:25.317" v="4719" actId="11529"/>
          <ac:cxnSpMkLst>
            <pc:docMk/>
            <pc:sldMk cId="3908212712" sldId="413"/>
            <ac:cxnSpMk id="22" creationId="{83327017-BF05-0769-4EED-DA83C8921ECF}"/>
          </ac:cxnSpMkLst>
        </pc:cxnChg>
        <pc:cxnChg chg="add">
          <ac:chgData name="임인섭(INSUP LIM)[insup_lim]/선임/제조DX.자동보정.조립자동보정팀" userId="46c23904-ff79-42c9-9e41-2f57972a901c" providerId="ADAL" clId="{A4BD3207-BF22-469D-9FD7-8A6238C86417}" dt="2026-09-09T08:41:31.353" v="4720" actId="11529"/>
          <ac:cxnSpMkLst>
            <pc:docMk/>
            <pc:sldMk cId="3908212712" sldId="413"/>
            <ac:cxnSpMk id="24" creationId="{A365B733-44A2-275F-3289-D62DFA561FCA}"/>
          </ac:cxnSpMkLst>
        </pc:cxnChg>
      </pc:sldChg>
      <pc:sldChg chg="modSp mod">
        <pc:chgData name="임인섭(INSUP LIM)[insup_lim]/선임/제조DX.자동보정.조립자동보정팀" userId="46c23904-ff79-42c9-9e41-2f57972a901c" providerId="ADAL" clId="{A4BD3207-BF22-469D-9FD7-8A6238C86417}" dt="2026-09-08T00:24:45.894" v="5" actId="20577"/>
        <pc:sldMkLst>
          <pc:docMk/>
          <pc:sldMk cId="3901532967" sldId="2147481959"/>
        </pc:sldMkLst>
        <pc:spChg chg="mod">
          <ac:chgData name="임인섭(INSUP LIM)[insup_lim]/선임/제조DX.자동보정.조립자동보정팀" userId="46c23904-ff79-42c9-9e41-2f57972a901c" providerId="ADAL" clId="{A4BD3207-BF22-469D-9FD7-8A6238C86417}" dt="2026-09-08T00:24:33.871" v="1" actId="20577"/>
          <ac:spMkLst>
            <pc:docMk/>
            <pc:sldMk cId="3901532967" sldId="2147481959"/>
            <ac:spMk id="3" creationId="{36861DA2-A477-7234-84DA-E783F149B3FB}"/>
          </ac:spMkLst>
        </pc:spChg>
        <pc:spChg chg="mod">
          <ac:chgData name="임인섭(INSUP LIM)[insup_lim]/선임/제조DX.자동보정.조립자동보정팀" userId="46c23904-ff79-42c9-9e41-2f57972a901c" providerId="ADAL" clId="{A4BD3207-BF22-469D-9FD7-8A6238C86417}" dt="2026-09-08T00:24:45.894" v="5" actId="20577"/>
          <ac:spMkLst>
            <pc:docMk/>
            <pc:sldMk cId="3901532967" sldId="2147481959"/>
            <ac:spMk id="13" creationId="{6F04AF11-50D5-49B6-A265-556E9598BDBE}"/>
          </ac:spMkLst>
        </pc:spChg>
      </pc:sldChg>
    </pc:docChg>
  </pc:docChgLst>
  <pc:docChgLst>
    <pc:chgData name="임인섭(INSUP LIM)[insup_lim]/선임/제조DX.자동보정.조립자동보정팀" userId="46c23904-ff79-42c9-9e41-2f57972a901c" providerId="ADAL" clId="{D6047DE3-DC3D-4FB2-B431-4126DAC2DC22}"/>
    <pc:docChg chg="undo redo custSel addSld modSld">
      <pc:chgData name="임인섭(INSUP LIM)[insup_lim]/선임/제조DX.자동보정.조립자동보정팀" userId="46c23904-ff79-42c9-9e41-2f57972a901c" providerId="ADAL" clId="{D6047DE3-DC3D-4FB2-B431-4126DAC2DC22}" dt="2026-09-01T08:30:41.829" v="5369" actId="1076"/>
      <pc:docMkLst>
        <pc:docMk/>
      </pc:docMkLst>
      <pc:sldChg chg="modSp mod">
        <pc:chgData name="임인섭(INSUP LIM)[insup_lim]/선임/제조DX.자동보정.조립자동보정팀" userId="46c23904-ff79-42c9-9e41-2f57972a901c" providerId="ADAL" clId="{D6047DE3-DC3D-4FB2-B431-4126DAC2DC22}" dt="2026-09-01T02:30:45.777" v="19" actId="20577"/>
        <pc:sldMkLst>
          <pc:docMk/>
          <pc:sldMk cId="2772027129" sldId="260"/>
        </pc:sldMkLst>
        <pc:spChg chg="mod">
          <ac:chgData name="임인섭(INSUP LIM)[insup_lim]/선임/제조DX.자동보정.조립자동보정팀" userId="46c23904-ff79-42c9-9e41-2f57972a901c" providerId="ADAL" clId="{D6047DE3-DC3D-4FB2-B431-4126DAC2DC22}" dt="2026-09-01T02:30:42.802" v="17" actId="20577"/>
          <ac:spMkLst>
            <pc:docMk/>
            <pc:sldMk cId="2772027129" sldId="260"/>
            <ac:spMk id="8" creationId="{96604DF6-74CC-03F1-AF12-C27E99648785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2:30:45.777" v="19" actId="20577"/>
          <ac:spMkLst>
            <pc:docMk/>
            <pc:sldMk cId="2772027129" sldId="260"/>
            <ac:spMk id="13" creationId="{6F04AF11-50D5-49B6-A265-556E9598BDBE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D6047DE3-DC3D-4FB2-B431-4126DAC2DC22}" dt="2026-09-01T08:00:10.960" v="4229" actId="6549"/>
        <pc:sldMkLst>
          <pc:docMk/>
          <pc:sldMk cId="2538130918" sldId="272"/>
        </pc:sldMkLst>
        <pc:spChg chg="mod">
          <ac:chgData name="임인섭(INSUP LIM)[insup_lim]/선임/제조DX.자동보정.조립자동보정팀" userId="46c23904-ff79-42c9-9e41-2f57972a901c" providerId="ADAL" clId="{D6047DE3-DC3D-4FB2-B431-4126DAC2DC22}" dt="2026-09-01T06:38:13.664" v="2523" actId="6549"/>
          <ac:spMkLst>
            <pc:docMk/>
            <pc:sldMk cId="2538130918" sldId="272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8:00:10.960" v="4229" actId="6549"/>
          <ac:spMkLst>
            <pc:docMk/>
            <pc:sldMk cId="2538130918" sldId="272"/>
            <ac:spMk id="30" creationId="{0D42272B-7090-3E3D-C807-E7C5620E4BEA}"/>
          </ac:spMkLst>
        </pc:spChg>
      </pc:sldChg>
      <pc:sldChg chg="addSp delSp modSp add mod">
        <pc:chgData name="임인섭(INSUP LIM)[insup_lim]/선임/제조DX.자동보정.조립자동보정팀" userId="46c23904-ff79-42c9-9e41-2f57972a901c" providerId="ADAL" clId="{D6047DE3-DC3D-4FB2-B431-4126DAC2DC22}" dt="2026-09-01T07:54:25.285" v="4003" actId="20577"/>
        <pc:sldMkLst>
          <pc:docMk/>
          <pc:sldMk cId="1560782275" sldId="289"/>
        </pc:sldMkLst>
        <pc:spChg chg="add mod topLvl">
          <ac:chgData name="임인섭(INSUP LIM)[insup_lim]/선임/제조DX.자동보정.조립자동보정팀" userId="46c23904-ff79-42c9-9e41-2f57972a901c" providerId="ADAL" clId="{D6047DE3-DC3D-4FB2-B431-4126DAC2DC22}" dt="2026-09-01T07:12:21.172" v="3542" actId="164"/>
          <ac:spMkLst>
            <pc:docMk/>
            <pc:sldMk cId="1560782275" sldId="289"/>
            <ac:spMk id="4" creationId="{0DB4D9C3-6622-FBA8-C697-48B2F7A72C9D}"/>
          </ac:spMkLst>
        </pc:spChg>
        <pc:spChg chg="add mod topLvl">
          <ac:chgData name="임인섭(INSUP LIM)[insup_lim]/선임/제조DX.자동보정.조립자동보정팀" userId="46c23904-ff79-42c9-9e41-2f57972a901c" providerId="ADAL" clId="{D6047DE3-DC3D-4FB2-B431-4126DAC2DC22}" dt="2026-09-01T07:12:21.172" v="3542" actId="164"/>
          <ac:spMkLst>
            <pc:docMk/>
            <pc:sldMk cId="1560782275" sldId="289"/>
            <ac:spMk id="5" creationId="{E072299E-EE5A-D32E-0148-18463301E4FD}"/>
          </ac:spMkLst>
        </pc:spChg>
        <pc:spChg chg="mod topLvl">
          <ac:chgData name="임인섭(INSUP LIM)[insup_lim]/선임/제조DX.자동보정.조립자동보정팀" userId="46c23904-ff79-42c9-9e41-2f57972a901c" providerId="ADAL" clId="{D6047DE3-DC3D-4FB2-B431-4126DAC2DC22}" dt="2026-09-01T07:12:17.489" v="3541" actId="165"/>
          <ac:spMkLst>
            <pc:docMk/>
            <pc:sldMk cId="1560782275" sldId="289"/>
            <ac:spMk id="6" creationId="{5995C568-1FBE-86DF-318A-685D64C63CBC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7:54:25.285" v="4003" actId="20577"/>
          <ac:spMkLst>
            <pc:docMk/>
            <pc:sldMk cId="1560782275" sldId="289"/>
            <ac:spMk id="17" creationId="{3D171D3E-1985-8A6E-7869-31CB77FE3666}"/>
          </ac:spMkLst>
        </pc:spChg>
        <pc:spChg chg="add mod topLvl">
          <ac:chgData name="임인섭(INSUP LIM)[insup_lim]/선임/제조DX.자동보정.조립자동보정팀" userId="46c23904-ff79-42c9-9e41-2f57972a901c" providerId="ADAL" clId="{D6047DE3-DC3D-4FB2-B431-4126DAC2DC22}" dt="2026-09-01T07:12:21.172" v="3542" actId="164"/>
          <ac:spMkLst>
            <pc:docMk/>
            <pc:sldMk cId="1560782275" sldId="289"/>
            <ac:spMk id="20" creationId="{DD6835C5-6026-71A6-B6C2-A10A0FCED154}"/>
          </ac:spMkLst>
        </pc:spChg>
        <pc:spChg chg="add mod topLvl">
          <ac:chgData name="임인섭(INSUP LIM)[insup_lim]/선임/제조DX.자동보정.조립자동보정팀" userId="46c23904-ff79-42c9-9e41-2f57972a901c" providerId="ADAL" clId="{D6047DE3-DC3D-4FB2-B431-4126DAC2DC22}" dt="2026-09-01T07:12:21.172" v="3542" actId="164"/>
          <ac:spMkLst>
            <pc:docMk/>
            <pc:sldMk cId="1560782275" sldId="289"/>
            <ac:spMk id="22" creationId="{E8E3F33B-ED17-59AA-9718-61A848D0CBE8}"/>
          </ac:spMkLst>
        </pc:spChg>
        <pc:spChg chg="add mod topLvl">
          <ac:chgData name="임인섭(INSUP LIM)[insup_lim]/선임/제조DX.자동보정.조립자동보정팀" userId="46c23904-ff79-42c9-9e41-2f57972a901c" providerId="ADAL" clId="{D6047DE3-DC3D-4FB2-B431-4126DAC2DC22}" dt="2026-09-01T07:12:21.172" v="3542" actId="164"/>
          <ac:spMkLst>
            <pc:docMk/>
            <pc:sldMk cId="1560782275" sldId="289"/>
            <ac:spMk id="23" creationId="{43CCB03D-A9F5-1EE2-653C-C7160E0953A5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7:12:05.863" v="3539" actId="207"/>
          <ac:spMkLst>
            <pc:docMk/>
            <pc:sldMk cId="1560782275" sldId="289"/>
            <ac:spMk id="25" creationId="{2161B97F-6726-D36D-8217-01518733FF4A}"/>
          </ac:spMkLst>
        </pc:spChg>
        <pc:spChg chg="add mod topLvl">
          <ac:chgData name="임인섭(INSUP LIM)[insup_lim]/선임/제조DX.자동보정.조립자동보정팀" userId="46c23904-ff79-42c9-9e41-2f57972a901c" providerId="ADAL" clId="{D6047DE3-DC3D-4FB2-B431-4126DAC2DC22}" dt="2026-09-01T07:12:21.172" v="3542" actId="164"/>
          <ac:spMkLst>
            <pc:docMk/>
            <pc:sldMk cId="1560782275" sldId="289"/>
            <ac:spMk id="27" creationId="{C849AEE3-7051-5917-DDC0-BCA04C475266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7:48:04.539" v="3802" actId="207"/>
          <ac:spMkLst>
            <pc:docMk/>
            <pc:sldMk cId="1560782275" sldId="289"/>
            <ac:spMk id="65" creationId="{7A165BA9-9F2A-8E7E-7837-34CCCFD768D7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7:51:37.847" v="3806" actId="1076"/>
          <ac:spMkLst>
            <pc:docMk/>
            <pc:sldMk cId="1560782275" sldId="289"/>
            <ac:spMk id="66" creationId="{E7B1593D-7232-99B4-73A8-E9FD828C2295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7:29:45.126" v="3771" actId="1076"/>
          <ac:spMkLst>
            <pc:docMk/>
            <pc:sldMk cId="1560782275" sldId="289"/>
            <ac:spMk id="67" creationId="{458DDCF9-377C-55CC-2A23-A4D34BC4925E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7:29:45.126" v="3771" actId="1076"/>
          <ac:spMkLst>
            <pc:docMk/>
            <pc:sldMk cId="1560782275" sldId="289"/>
            <ac:spMk id="68" creationId="{77791769-F510-A7DE-409F-B5547A7550E8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7:29:45.126" v="3771" actId="1076"/>
          <ac:spMkLst>
            <pc:docMk/>
            <pc:sldMk cId="1560782275" sldId="289"/>
            <ac:spMk id="69" creationId="{49E7853C-89B1-A601-EDE0-6BA31DBAFA42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7:29:45.126" v="3771" actId="1076"/>
          <ac:spMkLst>
            <pc:docMk/>
            <pc:sldMk cId="1560782275" sldId="289"/>
            <ac:spMk id="70" creationId="{7E8E2B6D-475B-ADB0-6DD4-ACCFD76DA5C0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7:52:41.806" v="3997" actId="1076"/>
          <ac:spMkLst>
            <pc:docMk/>
            <pc:sldMk cId="1560782275" sldId="289"/>
            <ac:spMk id="86" creationId="{E9B2788A-F2FC-FD2B-4DA5-B3ADA9A002F2}"/>
          </ac:spMkLst>
        </pc:spChg>
        <pc:grpChg chg="add mod">
          <ac:chgData name="임인섭(INSUP LIM)[insup_lim]/선임/제조DX.자동보정.조립자동보정팀" userId="46c23904-ff79-42c9-9e41-2f57972a901c" providerId="ADAL" clId="{D6047DE3-DC3D-4FB2-B431-4126DAC2DC22}" dt="2026-09-01T07:26:57.935" v="3602" actId="1036"/>
          <ac:grpSpMkLst>
            <pc:docMk/>
            <pc:sldMk cId="1560782275" sldId="289"/>
            <ac:grpSpMk id="36" creationId="{FA50B8EB-1BE2-8ADE-1207-66AB1C8BFC1C}"/>
          </ac:grpSpMkLst>
        </pc:grpChg>
        <pc:graphicFrameChg chg="add mod modGraphic">
          <ac:chgData name="임인섭(INSUP LIM)[insup_lim]/선임/제조DX.자동보정.조립자동보정팀" userId="46c23904-ff79-42c9-9e41-2f57972a901c" providerId="ADAL" clId="{D6047DE3-DC3D-4FB2-B431-4126DAC2DC22}" dt="2026-09-01T07:28:39.412" v="3619" actId="1076"/>
          <ac:graphicFrameMkLst>
            <pc:docMk/>
            <pc:sldMk cId="1560782275" sldId="289"/>
            <ac:graphicFrameMk id="38" creationId="{8FECA08A-3AC2-744C-46A5-C4EBD179B3A9}"/>
          </ac:graphicFrameMkLst>
        </pc:graphicFrameChg>
        <pc:picChg chg="add mod topLvl">
          <ac:chgData name="임인섭(INSUP LIM)[insup_lim]/선임/제조DX.자동보정.조립자동보정팀" userId="46c23904-ff79-42c9-9e41-2f57972a901c" providerId="ADAL" clId="{D6047DE3-DC3D-4FB2-B431-4126DAC2DC22}" dt="2026-09-01T07:12:21.172" v="3542" actId="164"/>
          <ac:picMkLst>
            <pc:docMk/>
            <pc:sldMk cId="1560782275" sldId="289"/>
            <ac:picMk id="8" creationId="{A06B8E20-2106-90F0-7960-481DFC91B1F5}"/>
          </ac:picMkLst>
        </pc:picChg>
        <pc:picChg chg="add mod topLvl modCrop">
          <ac:chgData name="임인섭(INSUP LIM)[insup_lim]/선임/제조DX.자동보정.조립자동보정팀" userId="46c23904-ff79-42c9-9e41-2f57972a901c" providerId="ADAL" clId="{D6047DE3-DC3D-4FB2-B431-4126DAC2DC22}" dt="2026-09-01T07:27:10.512" v="3603" actId="732"/>
          <ac:picMkLst>
            <pc:docMk/>
            <pc:sldMk cId="1560782275" sldId="289"/>
            <ac:picMk id="9" creationId="{F5C8F875-4A47-411D-B83A-3EB5E76479C0}"/>
          </ac:picMkLst>
        </pc:picChg>
        <pc:picChg chg="add mod topLvl">
          <ac:chgData name="임인섭(INSUP LIM)[insup_lim]/선임/제조DX.자동보정.조립자동보정팀" userId="46c23904-ff79-42c9-9e41-2f57972a901c" providerId="ADAL" clId="{D6047DE3-DC3D-4FB2-B431-4126DAC2DC22}" dt="2026-09-01T07:12:21.172" v="3542" actId="164"/>
          <ac:picMkLst>
            <pc:docMk/>
            <pc:sldMk cId="1560782275" sldId="289"/>
            <ac:picMk id="11" creationId="{867BCC78-BC03-5057-3306-8CAC2AFEB6FF}"/>
          </ac:picMkLst>
        </pc:picChg>
        <pc:cxnChg chg="add mod topLvl">
          <ac:chgData name="임인섭(INSUP LIM)[insup_lim]/선임/제조DX.자동보정.조립자동보정팀" userId="46c23904-ff79-42c9-9e41-2f57972a901c" providerId="ADAL" clId="{D6047DE3-DC3D-4FB2-B431-4126DAC2DC22}" dt="2026-09-01T07:12:21.172" v="3542" actId="164"/>
          <ac:cxnSpMkLst>
            <pc:docMk/>
            <pc:sldMk cId="1560782275" sldId="289"/>
            <ac:cxnSpMk id="30" creationId="{2F0A6B1A-0D86-840D-D9A0-D945AD2453EC}"/>
          </ac:cxnSpMkLst>
        </pc:cxnChg>
        <pc:cxnChg chg="add mod ord">
          <ac:chgData name="임인섭(INSUP LIM)[insup_lim]/선임/제조DX.자동보정.조립자동보정팀" userId="46c23904-ff79-42c9-9e41-2f57972a901c" providerId="ADAL" clId="{D6047DE3-DC3D-4FB2-B431-4126DAC2DC22}" dt="2026-09-01T07:48:09.284" v="3803" actId="167"/>
          <ac:cxnSpMkLst>
            <pc:docMk/>
            <pc:sldMk cId="1560782275" sldId="289"/>
            <ac:cxnSpMk id="84" creationId="{E562AEB8-2410-45DB-2746-6C2E40060E62}"/>
          </ac:cxnSpMkLst>
        </pc:cxnChg>
        <pc:cxnChg chg="add mod ord">
          <ac:chgData name="임인섭(INSUP LIM)[insup_lim]/선임/제조DX.자동보정.조립자동보정팀" userId="46c23904-ff79-42c9-9e41-2f57972a901c" providerId="ADAL" clId="{D6047DE3-DC3D-4FB2-B431-4126DAC2DC22}" dt="2026-09-01T07:48:09.284" v="3803" actId="167"/>
          <ac:cxnSpMkLst>
            <pc:docMk/>
            <pc:sldMk cId="1560782275" sldId="289"/>
            <ac:cxnSpMk id="85" creationId="{F0BD9191-4AA5-F061-FB2D-8B5A70C69AC4}"/>
          </ac:cxnSpMkLst>
        </pc:cxnChg>
      </pc:sldChg>
      <pc:sldChg chg="addSp delSp modSp mod">
        <pc:chgData name="임인섭(INSUP LIM)[insup_lim]/선임/제조DX.자동보정.조립자동보정팀" userId="46c23904-ff79-42c9-9e41-2f57972a901c" providerId="ADAL" clId="{D6047DE3-DC3D-4FB2-B431-4126DAC2DC22}" dt="2026-09-01T06:49:27.408" v="2572" actId="21"/>
        <pc:sldMkLst>
          <pc:docMk/>
          <pc:sldMk cId="1690943200" sldId="298"/>
        </pc:sldMkLst>
        <pc:spChg chg="mod">
          <ac:chgData name="임인섭(INSUP LIM)[insup_lim]/선임/제조DX.자동보정.조립자동보정팀" userId="46c23904-ff79-42c9-9e41-2f57972a901c" providerId="ADAL" clId="{D6047DE3-DC3D-4FB2-B431-4126DAC2DC22}" dt="2026-09-01T06:38:34.417" v="2560" actId="1036"/>
          <ac:spMkLst>
            <pc:docMk/>
            <pc:sldMk cId="1690943200" sldId="298"/>
            <ac:spMk id="8" creationId="{DBA1A072-B867-1210-4F9A-1B42B9C79662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D6047DE3-DC3D-4FB2-B431-4126DAC2DC22}" dt="2026-09-01T04:40:24.371" v="923" actId="20577"/>
        <pc:sldMkLst>
          <pc:docMk/>
          <pc:sldMk cId="3813480401" sldId="316"/>
        </pc:sldMkLst>
        <pc:spChg chg="mod">
          <ac:chgData name="임인섭(INSUP LIM)[insup_lim]/선임/제조DX.자동보정.조립자동보정팀" userId="46c23904-ff79-42c9-9e41-2f57972a901c" providerId="ADAL" clId="{D6047DE3-DC3D-4FB2-B431-4126DAC2DC22}" dt="2026-09-01T04:32:15.305" v="811" actId="20577"/>
          <ac:spMkLst>
            <pc:docMk/>
            <pc:sldMk cId="3813480401" sldId="316"/>
            <ac:spMk id="3" creationId="{BC12CF42-B292-785C-5AC5-93D2EAC44425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4:32:37.759" v="812" actId="20577"/>
          <ac:spMkLst>
            <pc:docMk/>
            <pc:sldMk cId="3813480401" sldId="316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4:40:24.371" v="923" actId="20577"/>
          <ac:spMkLst>
            <pc:docMk/>
            <pc:sldMk cId="3813480401" sldId="316"/>
            <ac:spMk id="30" creationId="{0D42272B-7090-3E3D-C807-E7C5620E4BEA}"/>
          </ac:spMkLst>
        </pc:spChg>
        <pc:graphicFrameChg chg="mod modGraphic">
          <ac:chgData name="임인섭(INSUP LIM)[insup_lim]/선임/제조DX.자동보정.조립자동보정팀" userId="46c23904-ff79-42c9-9e41-2f57972a901c" providerId="ADAL" clId="{D6047DE3-DC3D-4FB2-B431-4126DAC2DC22}" dt="2026-09-01T03:09:23.420" v="53" actId="20577"/>
          <ac:graphicFrameMkLst>
            <pc:docMk/>
            <pc:sldMk cId="3813480401" sldId="316"/>
            <ac:graphicFrameMk id="44" creationId="{5D775976-EE95-0DB1-8843-691F5760F185}"/>
          </ac:graphicFrameMkLst>
        </pc:graphicFrameChg>
      </pc:sldChg>
      <pc:sldChg chg="modSp mod">
        <pc:chgData name="임인섭(INSUP LIM)[insup_lim]/선임/제조DX.자동보정.조립자동보정팀" userId="46c23904-ff79-42c9-9e41-2f57972a901c" providerId="ADAL" clId="{D6047DE3-DC3D-4FB2-B431-4126DAC2DC22}" dt="2026-09-01T04:32:44.897" v="813" actId="242"/>
        <pc:sldMkLst>
          <pc:docMk/>
          <pc:sldMk cId="4093150624" sldId="371"/>
        </pc:sldMkLst>
        <pc:spChg chg="mod">
          <ac:chgData name="임인섭(INSUP LIM)[insup_lim]/선임/제조DX.자동보정.조립자동보정팀" userId="46c23904-ff79-42c9-9e41-2f57972a901c" providerId="ADAL" clId="{D6047DE3-DC3D-4FB2-B431-4126DAC2DC22}" dt="2026-09-01T04:32:44.897" v="813" actId="242"/>
          <ac:spMkLst>
            <pc:docMk/>
            <pc:sldMk cId="4093150624" sldId="371"/>
            <ac:spMk id="30" creationId="{0D42272B-7090-3E3D-C807-E7C5620E4BEA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D6047DE3-DC3D-4FB2-B431-4126DAC2DC22}" dt="2026-09-01T07:55:31.937" v="4204" actId="6549"/>
        <pc:sldMkLst>
          <pc:docMk/>
          <pc:sldMk cId="3501312549" sldId="380"/>
        </pc:sldMkLst>
        <pc:spChg chg="mod">
          <ac:chgData name="임인섭(INSUP LIM)[insup_lim]/선임/제조DX.자동보정.조립자동보정팀" userId="46c23904-ff79-42c9-9e41-2f57972a901c" providerId="ADAL" clId="{D6047DE3-DC3D-4FB2-B431-4126DAC2DC22}" dt="2026-09-01T05:13:28.913" v="1817" actId="20577"/>
          <ac:spMkLst>
            <pc:docMk/>
            <pc:sldMk cId="3501312549" sldId="380"/>
            <ac:spMk id="13" creationId="{B1F6AF25-0D3A-5DEF-1701-94ABFC49567D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5:13:35.595" v="1820" actId="20577"/>
          <ac:spMkLst>
            <pc:docMk/>
            <pc:sldMk cId="3501312549" sldId="380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7:55:31.937" v="4204" actId="6549"/>
          <ac:spMkLst>
            <pc:docMk/>
            <pc:sldMk cId="3501312549" sldId="380"/>
            <ac:spMk id="30" creationId="{0D42272B-7090-3E3D-C807-E7C5620E4BEA}"/>
          </ac:spMkLst>
        </pc:spChg>
      </pc:sldChg>
      <pc:sldChg chg="addSp delSp modSp mod">
        <pc:chgData name="임인섭(INSUP LIM)[insup_lim]/선임/제조DX.자동보정.조립자동보정팀" userId="46c23904-ff79-42c9-9e41-2f57972a901c" providerId="ADAL" clId="{D6047DE3-DC3D-4FB2-B431-4126DAC2DC22}" dt="2026-09-01T08:30:41.829" v="5369" actId="1076"/>
        <pc:sldMkLst>
          <pc:docMk/>
          <pc:sldMk cId="3908212712" sldId="413"/>
        </pc:sldMkLst>
        <pc:spChg chg="add mod">
          <ac:chgData name="임인섭(INSUP LIM)[insup_lim]/선임/제조DX.자동보정.조립자동보정팀" userId="46c23904-ff79-42c9-9e41-2f57972a901c" providerId="ADAL" clId="{D6047DE3-DC3D-4FB2-B431-4126DAC2DC22}" dt="2026-09-01T08:27:38.923" v="5091" actId="1076"/>
          <ac:spMkLst>
            <pc:docMk/>
            <pc:sldMk cId="3908212712" sldId="413"/>
            <ac:spMk id="6" creationId="{12595F69-BED1-FFB6-B94C-2A7E7D14FE52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8:30:41.829" v="5369" actId="1076"/>
          <ac:spMkLst>
            <pc:docMk/>
            <pc:sldMk cId="3908212712" sldId="413"/>
            <ac:spMk id="8" creationId="{C1671C73-FA1E-AE17-B679-A10A395DA8C6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8:30:41.829" v="5369" actId="1076"/>
          <ac:spMkLst>
            <pc:docMk/>
            <pc:sldMk cId="3908212712" sldId="413"/>
            <ac:spMk id="9" creationId="{CE883EE2-B9B5-7CE1-B72D-06797440C508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8:30:41.829" v="5369" actId="1076"/>
          <ac:spMkLst>
            <pc:docMk/>
            <pc:sldMk cId="3908212712" sldId="413"/>
            <ac:spMk id="10" creationId="{1AF313CC-CE97-98AE-2BEC-D540BD2A6C39}"/>
          </ac:spMkLst>
        </pc:spChg>
        <pc:spChg chg="add mod">
          <ac:chgData name="임인섭(INSUP LIM)[insup_lim]/선임/제조DX.자동보정.조립자동보정팀" userId="46c23904-ff79-42c9-9e41-2f57972a901c" providerId="ADAL" clId="{D6047DE3-DC3D-4FB2-B431-4126DAC2DC22}" dt="2026-09-01T08:30:41.829" v="5369" actId="1076"/>
          <ac:spMkLst>
            <pc:docMk/>
            <pc:sldMk cId="3908212712" sldId="413"/>
            <ac:spMk id="12" creationId="{D0E25209-369A-157E-B4E3-A85E275E8552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5:13:23.307" v="1816" actId="20577"/>
          <ac:spMkLst>
            <pc:docMk/>
            <pc:sldMk cId="3908212712" sldId="413"/>
            <ac:spMk id="30" creationId="{7673F75A-473D-96CE-E0D3-994F08DCA38E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5:13:20.383" v="1815" actId="20577"/>
          <ac:spMkLst>
            <pc:docMk/>
            <pc:sldMk cId="3908212712" sldId="413"/>
            <ac:spMk id="34" creationId="{0DBB8F14-223A-56DE-7946-DE15F19C0CCB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8:27:46.334" v="5104" actId="20577"/>
          <ac:spMkLst>
            <pc:docMk/>
            <pc:sldMk cId="3908212712" sldId="413"/>
            <ac:spMk id="35" creationId="{A5938A85-D233-547C-64D1-BD9DECE6E8F4}"/>
          </ac:spMkLst>
        </pc:spChg>
        <pc:graphicFrameChg chg="add mod">
          <ac:chgData name="임인섭(INSUP LIM)[insup_lim]/선임/제조DX.자동보정.조립자동보정팀" userId="46c23904-ff79-42c9-9e41-2f57972a901c" providerId="ADAL" clId="{D6047DE3-DC3D-4FB2-B431-4126DAC2DC22}" dt="2026-09-01T08:30:41.829" v="5369" actId="1076"/>
          <ac:graphicFrameMkLst>
            <pc:docMk/>
            <pc:sldMk cId="3908212712" sldId="413"/>
            <ac:graphicFrameMk id="2" creationId="{14371AD6-7FCB-90B4-EDB7-B376184A3168}"/>
          </ac:graphicFrameMkLst>
        </pc:graphicFrameChg>
      </pc:sldChg>
      <pc:sldChg chg="modSp mod">
        <pc:chgData name="임인섭(INSUP LIM)[insup_lim]/선임/제조DX.자동보정.조립자동보정팀" userId="46c23904-ff79-42c9-9e41-2f57972a901c" providerId="ADAL" clId="{D6047DE3-DC3D-4FB2-B431-4126DAC2DC22}" dt="2026-09-01T08:01:09.674" v="4232" actId="20577"/>
        <pc:sldMkLst>
          <pc:docMk/>
          <pc:sldMk cId="3526692955" sldId="432"/>
        </pc:sldMkLst>
        <pc:spChg chg="mod">
          <ac:chgData name="임인섭(INSUP LIM)[insup_lim]/선임/제조DX.자동보정.조립자동보정팀" userId="46c23904-ff79-42c9-9e41-2f57972a901c" providerId="ADAL" clId="{D6047DE3-DC3D-4FB2-B431-4126DAC2DC22}" dt="2026-09-01T08:01:09.674" v="4232" actId="20577"/>
          <ac:spMkLst>
            <pc:docMk/>
            <pc:sldMk cId="3526692955" sldId="432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6:38:25.976" v="2524" actId="207"/>
          <ac:spMkLst>
            <pc:docMk/>
            <pc:sldMk cId="3526692955" sldId="432"/>
            <ac:spMk id="25" creationId="{2161B97F-6726-D36D-8217-01518733FF4A}"/>
          </ac:spMkLst>
        </pc:spChg>
        <pc:graphicFrameChg chg="mod">
          <ac:chgData name="임인섭(INSUP LIM)[insup_lim]/선임/제조DX.자동보정.조립자동보정팀" userId="46c23904-ff79-42c9-9e41-2f57972a901c" providerId="ADAL" clId="{D6047DE3-DC3D-4FB2-B431-4126DAC2DC22}" dt="2026-09-01T07:27:42.149" v="3608"/>
          <ac:graphicFrameMkLst>
            <pc:docMk/>
            <pc:sldMk cId="3526692955" sldId="432"/>
            <ac:graphicFrameMk id="41" creationId="{9F0BEA0E-3500-3D1A-4F16-C10D753FC8AC}"/>
          </ac:graphicFrameMkLst>
        </pc:graphicFrameChg>
      </pc:sldChg>
      <pc:sldChg chg="modSp mod">
        <pc:chgData name="임인섭(INSUP LIM)[insup_lim]/선임/제조DX.자동보정.조립자동보정팀" userId="46c23904-ff79-42c9-9e41-2f57972a901c" providerId="ADAL" clId="{D6047DE3-DC3D-4FB2-B431-4126DAC2DC22}" dt="2026-09-01T02:30:37.500" v="11" actId="20577"/>
        <pc:sldMkLst>
          <pc:docMk/>
          <pc:sldMk cId="3901532967" sldId="2147481959"/>
        </pc:sldMkLst>
        <pc:spChg chg="mod">
          <ac:chgData name="임인섭(INSUP LIM)[insup_lim]/선임/제조DX.자동보정.조립자동보정팀" userId="46c23904-ff79-42c9-9e41-2f57972a901c" providerId="ADAL" clId="{D6047DE3-DC3D-4FB2-B431-4126DAC2DC22}" dt="2026-09-01T02:30:33.819" v="9" actId="20577"/>
          <ac:spMkLst>
            <pc:docMk/>
            <pc:sldMk cId="3901532967" sldId="2147481959"/>
            <ac:spMk id="3" creationId="{36861DA2-A477-7234-84DA-E783F149B3FB}"/>
          </ac:spMkLst>
        </pc:spChg>
        <pc:spChg chg="mod">
          <ac:chgData name="임인섭(INSUP LIM)[insup_lim]/선임/제조DX.자동보정.조립자동보정팀" userId="46c23904-ff79-42c9-9e41-2f57972a901c" providerId="ADAL" clId="{D6047DE3-DC3D-4FB2-B431-4126DAC2DC22}" dt="2026-09-01T02:30:37.500" v="11" actId="20577"/>
          <ac:spMkLst>
            <pc:docMk/>
            <pc:sldMk cId="3901532967" sldId="2147481959"/>
            <ac:spMk id="13" creationId="{6F04AF11-50D5-49B6-A265-556E9598BDBE}"/>
          </ac:spMkLst>
        </pc:spChg>
      </pc:sldChg>
    </pc:docChg>
  </pc:docChgLst>
  <pc:docChgLst>
    <pc:chgData name="김태욱(TAEWOOK KIM)[twkiii]/선임/제조DX.자동보정.자동보정선행개발팀" userId="7550169e-81b5-4b23-9cda-68528cfbbc51" providerId="ADAL" clId="{9F0E09DC-E181-4C4C-B8D4-64E44641F22B}"/>
    <pc:docChg chg="undo custSel delSld modSld sldOrd modSection">
      <pc:chgData name="김태욱(TAEWOOK KIM)[twkiii]/선임/제조DX.자동보정.자동보정선행개발팀" userId="7550169e-81b5-4b23-9cda-68528cfbbc51" providerId="ADAL" clId="{9F0E09DC-E181-4C4C-B8D4-64E44641F22B}" dt="2026-08-19T02:01:14.969" v="4173" actId="20577"/>
      <pc:docMkLst>
        <pc:docMk/>
      </pc:docMkLst>
      <pc:sldChg chg="modSp mod">
        <pc:chgData name="김태욱(TAEWOOK KIM)[twkiii]/선임/제조DX.자동보정.자동보정선행개발팀" userId="7550169e-81b5-4b23-9cda-68528cfbbc51" providerId="ADAL" clId="{9F0E09DC-E181-4C4C-B8D4-64E44641F22B}" dt="2026-08-19T00:52:41.321" v="1957" actId="207"/>
        <pc:sldMkLst>
          <pc:docMk/>
          <pc:sldMk cId="928751940" sldId="266"/>
        </pc:sldMkLst>
        <pc:spChg chg="mod">
          <ac:chgData name="김태욱(TAEWOOK KIM)[twkiii]/선임/제조DX.자동보정.자동보정선행개발팀" userId="7550169e-81b5-4b23-9cda-68528cfbbc51" providerId="ADAL" clId="{9F0E09DC-E181-4C4C-B8D4-64E44641F22B}" dt="2026-08-19T00:52:41.321" v="1957" actId="207"/>
          <ac:spMkLst>
            <pc:docMk/>
            <pc:sldMk cId="928751940" sldId="266"/>
            <ac:spMk id="8" creationId="{4D7CA610-EF36-A835-C1D0-D7653D39AA4E}"/>
          </ac:spMkLst>
        </pc:spChg>
        <pc:spChg chg="mod">
          <ac:chgData name="김태욱(TAEWOOK KIM)[twkiii]/선임/제조DX.자동보정.자동보정선행개발팀" userId="7550169e-81b5-4b23-9cda-68528cfbbc51" providerId="ADAL" clId="{9F0E09DC-E181-4C4C-B8D4-64E44641F22B}" dt="2026-08-19T00:26:25.996" v="4" actId="20577"/>
          <ac:spMkLst>
            <pc:docMk/>
            <pc:sldMk cId="928751940" sldId="266"/>
            <ac:spMk id="12" creationId="{2C44B013-7464-515C-3EC8-FB53B06147BF}"/>
          </ac:spMkLst>
        </pc:spChg>
        <pc:spChg chg="mod">
          <ac:chgData name="김태욱(TAEWOOK KIM)[twkiii]/선임/제조DX.자동보정.자동보정선행개발팀" userId="7550169e-81b5-4b23-9cda-68528cfbbc51" providerId="ADAL" clId="{9F0E09DC-E181-4C4C-B8D4-64E44641F22B}" dt="2026-08-19T00:25:07.999" v="0" actId="1076"/>
          <ac:spMkLst>
            <pc:docMk/>
            <pc:sldMk cId="928751940" sldId="266"/>
            <ac:spMk id="41" creationId="{7EBE8EFA-291D-14CC-5B87-D2CB868FABE2}"/>
          </ac:spMkLst>
        </pc:spChg>
        <pc:spChg chg="mod">
          <ac:chgData name="김태욱(TAEWOOK KIM)[twkiii]/선임/제조DX.자동보정.자동보정선행개발팀" userId="7550169e-81b5-4b23-9cda-68528cfbbc51" providerId="ADAL" clId="{9F0E09DC-E181-4C4C-B8D4-64E44641F22B}" dt="2026-08-19T00:52:35.575" v="1956" actId="1076"/>
          <ac:spMkLst>
            <pc:docMk/>
            <pc:sldMk cId="928751940" sldId="266"/>
            <ac:spMk id="42" creationId="{AA3672A2-42CB-EE1B-850A-343D0BDE6493}"/>
          </ac:spMkLst>
        </pc:spChg>
        <pc:grpChg chg="mod">
          <ac:chgData name="김태욱(TAEWOOK KIM)[twkiii]/선임/제조DX.자동보정.자동보정선행개발팀" userId="7550169e-81b5-4b23-9cda-68528cfbbc51" providerId="ADAL" clId="{9F0E09DC-E181-4C4C-B8D4-64E44641F22B}" dt="2026-08-19T00:52:35.575" v="1956" actId="1076"/>
          <ac:grpSpMkLst>
            <pc:docMk/>
            <pc:sldMk cId="928751940" sldId="266"/>
            <ac:grpSpMk id="2" creationId="{150040B8-F83A-81F6-FB2B-4A06325C8617}"/>
          </ac:grpSpMkLst>
        </pc:grpChg>
      </pc:sldChg>
      <pc:sldChg chg="addSp delSp modSp mod modNotesTx">
        <pc:chgData name="김태욱(TAEWOOK KIM)[twkiii]/선임/제조DX.자동보정.자동보정선행개발팀" userId="7550169e-81b5-4b23-9cda-68528cfbbc51" providerId="ADAL" clId="{9F0E09DC-E181-4C4C-B8D4-64E44641F22B}" dt="2026-08-19T02:01:14.969" v="4173" actId="20577"/>
        <pc:sldMkLst>
          <pc:docMk/>
          <pc:sldMk cId="4009032242" sldId="271"/>
        </pc:sldMkLst>
        <pc:spChg chg="mod">
          <ac:chgData name="김태욱(TAEWOOK KIM)[twkiii]/선임/제조DX.자동보정.자동보정선행개발팀" userId="7550169e-81b5-4b23-9cda-68528cfbbc51" providerId="ADAL" clId="{9F0E09DC-E181-4C4C-B8D4-64E44641F22B}" dt="2026-08-19T02:01:14.969" v="4173" actId="20577"/>
          <ac:spMkLst>
            <pc:docMk/>
            <pc:sldMk cId="4009032242" sldId="271"/>
            <ac:spMk id="8" creationId="{DA3D18A2-7C82-8530-AC9E-4A17033BD0C2}"/>
          </ac:spMkLst>
        </pc:spChg>
        <pc:spChg chg="mod">
          <ac:chgData name="김태욱(TAEWOOK KIM)[twkiii]/선임/제조DX.자동보정.자동보정선행개발팀" userId="7550169e-81b5-4b23-9cda-68528cfbbc51" providerId="ADAL" clId="{9F0E09DC-E181-4C4C-B8D4-64E44641F22B}" dt="2026-08-19T00:26:29.709" v="7" actId="20577"/>
          <ac:spMkLst>
            <pc:docMk/>
            <pc:sldMk cId="4009032242" sldId="271"/>
            <ac:spMk id="12" creationId="{AE430EAB-F45E-73AB-D9A8-E8780E70F2AE}"/>
          </ac:spMkLst>
        </pc:spChg>
        <pc:spChg chg="mod">
          <ac:chgData name="김태욱(TAEWOOK KIM)[twkiii]/선임/제조DX.자동보정.자동보정선행개발팀" userId="7550169e-81b5-4b23-9cda-68528cfbbc51" providerId="ADAL" clId="{9F0E09DC-E181-4C4C-B8D4-64E44641F22B}" dt="2026-08-19T00:46:14.891" v="1846" actId="20577"/>
          <ac:spMkLst>
            <pc:docMk/>
            <pc:sldMk cId="4009032242" sldId="271"/>
            <ac:spMk id="16" creationId="{58C0F4AB-DBC0-D0E4-E983-8BE073494085}"/>
          </ac:spMkLst>
        </pc:spChg>
        <pc:picChg chg="add mod">
          <ac:chgData name="김태욱(TAEWOOK KIM)[twkiii]/선임/제조DX.자동보정.자동보정선행개발팀" userId="7550169e-81b5-4b23-9cda-68528cfbbc51" providerId="ADAL" clId="{9F0E09DC-E181-4C4C-B8D4-64E44641F22B}" dt="2026-08-19T01:08:46.401" v="2550" actId="1076"/>
          <ac:picMkLst>
            <pc:docMk/>
            <pc:sldMk cId="4009032242" sldId="271"/>
            <ac:picMk id="2" creationId="{05C761BF-4B38-7C4C-4326-61C7FC5AC447}"/>
          </ac:picMkLst>
        </pc:picChg>
      </pc:sldChg>
      <pc:sldChg chg="ord">
        <pc:chgData name="김태욱(TAEWOOK KIM)[twkiii]/선임/제조DX.자동보정.자동보정선행개발팀" userId="7550169e-81b5-4b23-9cda-68528cfbbc51" providerId="ADAL" clId="{9F0E09DC-E181-4C4C-B8D4-64E44641F22B}" dt="2026-08-19T01:47:13.148" v="2957"/>
        <pc:sldMkLst>
          <pc:docMk/>
          <pc:sldMk cId="2078861670" sldId="2147483568"/>
        </pc:sldMkLst>
      </pc:sldChg>
    </pc:docChg>
  </pc:docChgLst>
  <pc:docChgLst>
    <pc:chgData name="김종환(JONGHWAN KIM)[jhkim1750]/책임/제조DX.자동보정.MC자동보정팀" userId="85eb5721-10b6-43e6-be8d-61a2287bb1b3" providerId="ADAL" clId="{02ED640F-38E0-416B-9960-58A8D16C904F}"/>
    <pc:docChg chg="undo redo custSel addSld modSld">
      <pc:chgData name="김종환(JONGHWAN KIM)[jhkim1750]/책임/제조DX.자동보정.MC자동보정팀" userId="85eb5721-10b6-43e6-be8d-61a2287bb1b3" providerId="ADAL" clId="{02ED640F-38E0-416B-9960-58A8D16C904F}" dt="2026-09-09T01:41:30.491" v="4485" actId="207"/>
      <pc:docMkLst>
        <pc:docMk/>
      </pc:docMkLst>
      <pc:sldChg chg="addSp delSp modSp mod">
        <pc:chgData name="김종환(JONGHWAN KIM)[jhkim1750]/책임/제조DX.자동보정.MC자동보정팀" userId="85eb5721-10b6-43e6-be8d-61a2287bb1b3" providerId="ADAL" clId="{02ED640F-38E0-416B-9960-58A8D16C904F}" dt="2026-09-09T01:37:25.363" v="3831"/>
        <pc:sldMkLst>
          <pc:docMk/>
          <pc:sldMk cId="3548227425" sldId="322"/>
        </pc:sldMkLst>
        <pc:spChg chg="add mod">
          <ac:chgData name="김종환(JONGHWAN KIM)[jhkim1750]/책임/제조DX.자동보정.MC자동보정팀" userId="85eb5721-10b6-43e6-be8d-61a2287bb1b3" providerId="ADAL" clId="{02ED640F-38E0-416B-9960-58A8D16C904F}" dt="2026-09-09T00:43:59.011" v="362" actId="20577"/>
          <ac:spMkLst>
            <pc:docMk/>
            <pc:sldMk cId="3548227425" sldId="322"/>
            <ac:spMk id="5" creationId="{B2038253-DF8C-80A1-D607-BEAFC48BD648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0:38:59.408" v="19" actId="20577"/>
          <ac:spMkLst>
            <pc:docMk/>
            <pc:sldMk cId="3548227425" sldId="322"/>
            <ac:spMk id="7" creationId="{8F89D843-D256-6012-EF95-2DF1105019B5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37:25.363" v="3831"/>
          <ac:spMkLst>
            <pc:docMk/>
            <pc:sldMk cId="3548227425" sldId="322"/>
            <ac:spMk id="11" creationId="{537FC6C8-6619-2204-B1C9-C07CB552BC29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0:39:50.427" v="52" actId="20577"/>
          <ac:spMkLst>
            <pc:docMk/>
            <pc:sldMk cId="3548227425" sldId="322"/>
            <ac:spMk id="16" creationId="{49D11CB8-95A8-B015-28AB-038F3116BA5B}"/>
          </ac:spMkLst>
        </pc:spChg>
        <pc:spChg chg="del">
          <ac:chgData name="김종환(JONGHWAN KIM)[jhkim1750]/책임/제조DX.자동보정.MC자동보정팀" userId="85eb5721-10b6-43e6-be8d-61a2287bb1b3" providerId="ADAL" clId="{02ED640F-38E0-416B-9960-58A8D16C904F}" dt="2026-09-09T00:43:54.230" v="348" actId="478"/>
          <ac:spMkLst>
            <pc:docMk/>
            <pc:sldMk cId="3548227425" sldId="322"/>
            <ac:spMk id="26" creationId="{243C30F9-00AF-E034-1D14-A950E676E7B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0:50:55.342" v="1026" actId="20577"/>
          <ac:spMkLst>
            <pc:docMk/>
            <pc:sldMk cId="3548227425" sldId="322"/>
            <ac:spMk id="27" creationId="{DEF9D4D7-8CFF-D874-A4F8-1DB0B52F705A}"/>
          </ac:spMkLst>
        </pc:spChg>
      </pc:sldChg>
      <pc:sldChg chg="addSp delSp modSp add mod">
        <pc:chgData name="김종환(JONGHWAN KIM)[jhkim1750]/책임/제조DX.자동보정.MC자동보정팀" userId="85eb5721-10b6-43e6-be8d-61a2287bb1b3" providerId="ADAL" clId="{02ED640F-38E0-416B-9960-58A8D16C904F}" dt="2026-09-09T01:37:33.268" v="3850"/>
        <pc:sldMkLst>
          <pc:docMk/>
          <pc:sldMk cId="1642726127" sldId="344"/>
        </pc:sldMkLst>
        <pc:spChg chg="mod">
          <ac:chgData name="김종환(JONGHWAN KIM)[jhkim1750]/책임/제조DX.자동보정.MC자동보정팀" userId="85eb5721-10b6-43e6-be8d-61a2287bb1b3" providerId="ADAL" clId="{02ED640F-38E0-416B-9960-58A8D16C904F}" dt="2026-09-09T00:39:22.222" v="39"/>
          <ac:spMkLst>
            <pc:docMk/>
            <pc:sldMk cId="1642726127" sldId="344"/>
            <ac:spMk id="2" creationId="{64C42B0E-366D-4FA9-E791-9879755AF763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0:39:29.050" v="46" actId="20577"/>
          <ac:spMkLst>
            <pc:docMk/>
            <pc:sldMk cId="1642726127" sldId="344"/>
            <ac:spMk id="3" creationId="{FEE52821-67E5-94BA-1A39-4060CBDED7BC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0:43:27.404" v="332" actId="20577"/>
          <ac:spMkLst>
            <pc:docMk/>
            <pc:sldMk cId="1642726127" sldId="344"/>
            <ac:spMk id="5" creationId="{6EBE551D-D9E5-D606-B9A0-1AECC5165AA9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0:38:52.393" v="15"/>
          <ac:spMkLst>
            <pc:docMk/>
            <pc:sldMk cId="1642726127" sldId="344"/>
            <ac:spMk id="6" creationId="{B1E47A3E-554D-2D13-34BA-0835A5EC5A49}"/>
          </ac:spMkLst>
        </pc:spChg>
        <pc:spChg chg="del">
          <ac:chgData name="김종환(JONGHWAN KIM)[jhkim1750]/책임/제조DX.자동보정.MC자동보정팀" userId="85eb5721-10b6-43e6-be8d-61a2287bb1b3" providerId="ADAL" clId="{02ED640F-38E0-416B-9960-58A8D16C904F}" dt="2026-09-09T00:39:06.319" v="20" actId="478"/>
          <ac:spMkLst>
            <pc:docMk/>
            <pc:sldMk cId="1642726127" sldId="344"/>
            <ac:spMk id="7" creationId="{8B848689-A50B-F47A-B634-18C946DF3DFE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0:43:36.202" v="333"/>
          <ac:spMkLst>
            <pc:docMk/>
            <pc:sldMk cId="1642726127" sldId="344"/>
            <ac:spMk id="8" creationId="{97C05488-ABA7-1469-DCC5-FF8118846496}"/>
          </ac:spMkLst>
        </pc:spChg>
        <pc:spChg chg="del">
          <ac:chgData name="김종환(JONGHWAN KIM)[jhkim1750]/책임/제조DX.자동보정.MC자동보정팀" userId="85eb5721-10b6-43e6-be8d-61a2287bb1b3" providerId="ADAL" clId="{02ED640F-38E0-416B-9960-58A8D16C904F}" dt="2026-09-09T00:43:44.642" v="335" actId="478"/>
          <ac:spMkLst>
            <pc:docMk/>
            <pc:sldMk cId="1642726127" sldId="344"/>
            <ac:spMk id="9" creationId="{F0E7A0B4-76BC-763E-673B-8AE7721891DD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37:33.268" v="3850"/>
          <ac:spMkLst>
            <pc:docMk/>
            <pc:sldMk cId="1642726127" sldId="344"/>
            <ac:spMk id="10" creationId="{32AE87DE-04A4-BD4B-927A-7899052DF654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0:39:15.368" v="38"/>
          <ac:spMkLst>
            <pc:docMk/>
            <pc:sldMk cId="1642726127" sldId="344"/>
            <ac:spMk id="13" creationId="{B0F42EEC-6055-A2E3-220F-C6CA8D97AB6E}"/>
          </ac:spMkLst>
        </pc:spChg>
        <pc:spChg chg="del">
          <ac:chgData name="김종환(JONGHWAN KIM)[jhkim1750]/책임/제조DX.자동보정.MC자동보정팀" userId="85eb5721-10b6-43e6-be8d-61a2287bb1b3" providerId="ADAL" clId="{02ED640F-38E0-416B-9960-58A8D16C904F}" dt="2026-09-09T00:43:37.436" v="334" actId="478"/>
          <ac:spMkLst>
            <pc:docMk/>
            <pc:sldMk cId="1642726127" sldId="344"/>
            <ac:spMk id="14" creationId="{460F220D-48E3-3493-60F4-415A75267F16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0:39:07.501" v="22"/>
          <ac:spMkLst>
            <pc:docMk/>
            <pc:sldMk cId="1642726127" sldId="344"/>
            <ac:spMk id="15" creationId="{9D811855-6EFA-BA86-49BF-23761A2F3AA6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0:43:48.588" v="347" actId="20577"/>
          <ac:spMkLst>
            <pc:docMk/>
            <pc:sldMk cId="1642726127" sldId="344"/>
            <ac:spMk id="17" creationId="{FD7F42D5-4367-6706-394F-C395E5D4ADE7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0:43:45.708" v="337"/>
          <ac:spMkLst>
            <pc:docMk/>
            <pc:sldMk cId="1642726127" sldId="344"/>
            <ac:spMk id="18" creationId="{05D46425-7971-4573-CEB7-B0D89FFE4D4B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9" creationId="{3F06A724-DC55-1C1D-BAD3-A293E7C84F68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20" creationId="{62650592-5AAE-9A4D-3EDD-C1BD1D2CB38C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21" creationId="{D03CB4A1-78F7-70B5-366A-21A8E53FB096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22" creationId="{0E9CCD60-7F2D-AC2A-90FD-47637EB87FB1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23" creationId="{DA0C1F6A-C2AD-22CD-9962-1A546586DC29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24" creationId="{D4173FFE-A184-1BA2-AD9F-904F41E154C6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25" creationId="{22C8B570-99DE-B5B3-394F-57A4B6C215ED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26" creationId="{0C84FBB0-31A3-32EB-6157-7D5EB6901376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27" creationId="{D373D084-1311-5E2F-08B9-8B7DB963E9CB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28" creationId="{4E845DAB-E1F1-C7BF-6447-446483D3D7E3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29" creationId="{9548184A-9F29-8116-807C-17112B1EE630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30" creationId="{CD89976C-1CA0-114A-877D-8F68C1F155E3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31" creationId="{3321B060-2E7E-C31C-E23D-A78D253DD244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32" creationId="{254AC263-1AE0-7F21-2B8C-07F195341043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33" creationId="{FD468D2B-1370-4A5A-4BE4-809E4D92ACFA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34" creationId="{BEC91E79-D85F-8DF6-F982-E00FEC4C7DAE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35" creationId="{ACD204C6-B494-04EF-9571-DA84C62A09A6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36" creationId="{89DDF29B-E6FA-8CDF-53FC-FA510B7CECD5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37" creationId="{0E2954B5-AAC2-9470-72DA-13CAD4B0B817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38" creationId="{3A7E4015-3E1B-0C5B-8677-4E6B3D9FFAA4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39" creationId="{0044415D-0CC4-B2AE-61CD-824454BEBA15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41" creationId="{8A4D7DE1-A256-FAC7-DCAC-19E6099C872D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42" creationId="{33EA5F74-E162-B246-FDA3-2141B18B2C75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43" creationId="{3F26322A-39F9-D098-C3EE-B25C20A21CE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44" creationId="{C3B6FC3B-ABBE-CEBD-AB0D-BFF45B7AC8D1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45" creationId="{4D0DC1C7-797D-A30E-9AC0-12C4A3CF3559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46" creationId="{795E7CC4-08EC-A815-8A6A-BB2813D7EF07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47" creationId="{2689C519-9868-0CAC-F208-D14878FB695A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48" creationId="{9C0E8B84-64CA-A9E6-56AA-912B076C12B0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49" creationId="{DBEAC011-B81B-8334-3F1E-3A44EE368561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50" creationId="{F27DBDA7-B1E3-CFCB-D4F6-CBB028EFFD5C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51" creationId="{1BC50A19-0ECA-1E37-79DA-B9253E5D47DF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52" creationId="{EE3776C3-E2B0-8F92-A999-34A10624AE1C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53" creationId="{5AAEC318-B402-1C07-FB7A-000485433C92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54" creationId="{1204F00C-E14A-B706-0840-4C8B90659DA8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55" creationId="{7A0332D4-897A-5565-BC60-C1B458F2C0C3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56" creationId="{CEECE7A1-52BF-11A6-46B2-0A36FDFD92BF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57" creationId="{C4B046C9-7056-343E-633E-1DE77C96183E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58" creationId="{61F89B63-BB84-B2FC-7BB9-46A8B5D643C4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59" creationId="{3A53583A-BF06-0ADB-A636-A86109B4E74D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60" creationId="{078635F4-D6AC-D0D3-7324-58CD64C10A99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61" creationId="{E5C1B8D4-A24D-E4B8-390E-F4B4B4CA3DC7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62" creationId="{C1BC6778-710C-528C-7C00-0B32BF9327F8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63" creationId="{DC314A98-20AF-CCEE-48F2-20E22E44BC4E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64" creationId="{65E39A42-2B23-89EB-DAB5-F263D402E2F1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65" creationId="{1092434E-6C2B-8508-8594-CFDF92D1759F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66" creationId="{9A17444C-54B0-74A0-AE0D-FD570A3FA816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67" creationId="{BC046219-AB51-1E9C-1E71-0465A9941672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68" creationId="{C69C13D5-0531-23D9-9579-FC773D940534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69" creationId="{23C2C7C8-7613-0A72-83D2-4600E36B8309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70" creationId="{5D9352A8-97FE-3982-7864-DE5D997DD0E7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71" creationId="{D9492D32-FC90-1B9F-BE9C-44A9533C4481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72" creationId="{30DD94CB-D282-0B38-F45F-B5025239C8FF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73" creationId="{362515C0-C2EC-0A2D-9415-5C4BD8DF2C69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74" creationId="{67DB77D3-0C13-D641-F3D4-68D71BF06535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75" creationId="{AEE193C1-2748-91B7-24A7-733D2B8B7CA5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76" creationId="{D675872D-46CA-F6D4-07E8-AB28B8CC5A8F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77" creationId="{61D776C9-6FD8-7213-E739-DA2C91C9BA78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78" creationId="{408D55BD-767C-30BF-DB89-21D6918BA9C3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79" creationId="{A53E6D70-764A-4B72-15C4-5EFF8878FD4A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80" creationId="{046AA892-1AB6-C522-9AC9-AF3399D34A5A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81" creationId="{09AA719D-4F4F-2B9C-D386-4BF203BB6032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82" creationId="{78884A49-49E7-76BA-6D4E-3A275750D8AC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83" creationId="{8CE1783E-FC88-7F32-1E52-BC9D242EEE5C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84" creationId="{B299C9E4-F186-DC25-D92F-0B60A6C8C37D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85" creationId="{D5809B2F-F9C8-1D8B-20DD-392E343696A6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86" creationId="{D9A2E679-3324-0A0A-F90B-A6DE7812308B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87" creationId="{8A326984-B8CF-565A-E6DF-4108D778F99B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88" creationId="{5596EB06-C503-2F9E-1F5C-7884551AB10D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89" creationId="{C60D6B86-D4CE-9648-A5BE-62B190D79AC4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90" creationId="{5EC37A4D-2B71-1F42-0E24-D08DFD3175A5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91" creationId="{26315524-544D-4F01-B9B8-BBDEE585300C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92" creationId="{E0F9CA4D-18C9-73D7-CE89-F3C0251DB2AF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93" creationId="{2F30F428-B75A-E554-03AD-44CE3016BEC1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94" creationId="{7899FC0E-1810-9E6F-BBD9-BF0D93ABC5EC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95" creationId="{AD9AE834-E6CA-228F-F328-05E67A021087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96" creationId="{A19C0A0D-4063-1AF3-5534-6980A45D39EB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97" creationId="{92303E5A-DB96-EDE4-6CC0-0AE4D8DBF597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98" creationId="{9A8374F3-FCAB-2D62-493D-E8F6573F966C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99" creationId="{7000C9C1-EBEA-12F6-2F02-3FDCC825ACB5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00" creationId="{3278EE01-0FE3-ADBA-B8E6-17768597DC2E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01" creationId="{17282823-DC31-1CFE-A9E5-3D1A1EC1EE38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02" creationId="{C3BE9210-A176-1472-FC6D-D4715604F894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04" creationId="{8E31D116-F06E-D612-B972-4E9606C09B1D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05" creationId="{3FD6D2D0-E0DE-B89D-910D-FD4D39D2CD26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06" creationId="{383C5829-362A-F905-6601-F8192C3E34FC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07" creationId="{84189316-0A0F-1C6F-F2CF-414BEA2960CA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08" creationId="{DD3C1CB2-B445-EA7E-19A0-F1CC4AD1AE39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09" creationId="{1EAB71A3-548B-2217-B471-59AFA2425286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10" creationId="{5A4AD589-EBAD-9F99-28C0-87A4C8F6DE9E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11" creationId="{81DB8642-B9C3-F371-30F4-95795B423EC6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12" creationId="{CFACFD6E-60F0-1731-409F-85C409041CF4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13" creationId="{F500CA78-AB15-DC3E-5486-4383478F38F6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16" creationId="{287B9631-8F56-DBD1-40D3-0AD8FB8CF1E9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17" creationId="{C38838EE-E795-AB6B-BC48-1996CDE9605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19" creationId="{F427BE44-3900-AEFC-A218-8B2DF27F686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21" creationId="{63066064-A687-B8F6-3AF5-F43C53A4725B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22" creationId="{38617592-93F6-4912-BF73-48AD8452E6AF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23" creationId="{66F12428-27EF-D82A-4D48-7B90F9B4A793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24" creationId="{1F65B456-3B33-99D8-7632-F5293C5E5A5D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25" creationId="{E6D8A16B-B640-0417-29DC-08626870EDA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26" creationId="{67A763DC-F6CE-E3B6-7FC1-634B32E088CF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27" creationId="{EB54C22E-D02F-675D-F669-6E30D4F218F8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28" creationId="{FA0BB175-6336-2A05-4C70-AFF745FC66E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29" creationId="{A9F01669-5F84-6C6D-BBA5-6327C0989B9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30" creationId="{DC82AA8D-C843-F8C2-CE68-9BA4237430A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31" creationId="{6381BDEC-B489-AD85-0472-57870CF88365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32" creationId="{00DC8AFF-EBAF-B971-BBE0-68D185F1553D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34" creationId="{369C042A-6B83-2146-7B3D-688F15AAAEF1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37" creationId="{FB9EA0DF-1ABB-31BA-3FB7-99FFA381C03B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38" creationId="{4A0BE7EB-FA1E-2046-F00F-2CE240BCB5DB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39" creationId="{15A876A3-846F-8A34-BC4E-2383A03B8D11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40" creationId="{43703458-7A28-7B8E-A799-F2E091A640DD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41" creationId="{912977E6-3E75-72C2-CD7C-12C1249C78FD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42" creationId="{FBFCEDAC-C57A-9774-EE9B-E93572E27A4D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43" creationId="{1FDFC5AE-AD90-04CA-BC3D-E8DC7254DE1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44" creationId="{79E1844B-F002-1CF1-6754-0C68B095843B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45" creationId="{B59A52E4-2A3D-F0A6-261E-A546A2C664AC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46" creationId="{598725EE-0381-9304-D94D-A55297AD0AB8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47" creationId="{43BD344A-E703-2B07-1569-68356BC6AF21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48" creationId="{561D23AA-FE4F-F579-EBB0-A9FED3F44059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49" creationId="{01BC67E2-9B40-6DE1-BA23-146FA67EA143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50" creationId="{9D3162B1-5D46-A87F-EFF9-B04DF9EB6517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51" creationId="{2571BC21-1BD4-FCBE-D3FB-D8EB37E629F0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52" creationId="{CD0A6187-DFA3-1C3C-9B4E-0B52DE755134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53" creationId="{6904DE99-ED74-9A40-C86B-F28EA1115DEE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54" creationId="{11075A5E-975F-9FA5-5B1C-304BF130EB9A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55" creationId="{D9180685-DC87-8649-4E06-D0459FB7E4F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56" creationId="{424B10F5-43D4-60E7-B797-26FAA1269281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57" creationId="{6EA35FA7-F699-B115-4C79-87435C841219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58" creationId="{8E9C8D6E-A12A-462E-EF4F-6FCA4147BA13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59" creationId="{01D01470-2342-A088-0055-FD5369CCBF03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60" creationId="{3B362B71-8438-2C86-153A-C40CEE542C99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61" creationId="{00575F28-58BD-FBEB-1585-32AB597E0181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62" creationId="{76696381-AB5F-4724-86BF-DC903CF45670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63" creationId="{2586D4D9-3218-B8E0-25C2-189E64ACFB4A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64" creationId="{050B1A18-6E9F-F1B8-5778-90AFED184031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65" creationId="{867A7A08-E6FF-3C94-8E21-AF127F60D3DE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66" creationId="{F1498065-A3D9-EE7C-B19F-F23264B1C2D9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68" creationId="{6E5BCE93-1E11-566B-8AD2-4572436F33F6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69" creationId="{C065D8A3-922D-11F5-1934-8761DAD41351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70" creationId="{9A39C7F8-D6B1-A744-0AE9-1263372DCC75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71" creationId="{735DDC58-C31C-C308-F7A8-D9A47C1D68FA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72" creationId="{1E956785-4D86-B43E-24E5-4FFE9FCF36C6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73" creationId="{9FE85507-6D32-3AE9-2EB6-6DC7D3A9A8EA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74" creationId="{E4D63637-5A7F-64E2-4A1E-0B0D4F5419B4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75" creationId="{B1E77EB1-40FC-2C4C-0320-2EBBDA8AAD61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76" creationId="{5D1EB2C5-19FE-DF4C-022F-163D59BEAE22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77" creationId="{3FFBE01D-B620-F8D1-C71A-54F8731FFB98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78" creationId="{66AFB98C-F746-B853-F30C-DA4A206251C6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79" creationId="{676D002A-9489-0346-A53A-420DA9E7BA5E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80" creationId="{56A76697-8957-B048-BDED-E9CDC65B1033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81" creationId="{5D969A6E-12C0-4ABC-26FD-266B1F7589CD}"/>
          </ac:spMkLst>
        </pc:spChg>
        <pc:s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82" creationId="{000B96B0-7283-503D-759F-6A8BE965502C}"/>
          </ac:spMkLst>
        </pc:spChg>
        <pc:spChg chg="add del mod">
          <ac:chgData name="김종환(JONGHWAN KIM)[jhkim1750]/책임/제조DX.자동보정.MC자동보정팀" userId="85eb5721-10b6-43e6-be8d-61a2287bb1b3" providerId="ADAL" clId="{02ED640F-38E0-416B-9960-58A8D16C904F}" dt="2026-09-09T00:59:53.022" v="1813" actId="478"/>
          <ac:spMkLst>
            <pc:docMk/>
            <pc:sldMk cId="1642726127" sldId="344"/>
            <ac:spMk id="183" creationId="{61D256CD-0EE5-BB44-2342-E026571C2272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84" creationId="{356F5F62-CD4B-6394-1643-2D2A7CFBD603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00:04.623" v="1816"/>
          <ac:spMkLst>
            <pc:docMk/>
            <pc:sldMk cId="1642726127" sldId="344"/>
            <ac:spMk id="185" creationId="{BABA86D9-9B66-B68B-3B78-2C3EB17A5579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86" creationId="{630E1A55-9F94-62D2-9EB7-2AF22F42370A}"/>
          </ac:spMkLst>
        </pc:spChg>
        <pc:spChg chg="add del mod">
          <ac:chgData name="김종환(JONGHWAN KIM)[jhkim1750]/책임/제조DX.자동보정.MC자동보정팀" userId="85eb5721-10b6-43e6-be8d-61a2287bb1b3" providerId="ADAL" clId="{02ED640F-38E0-416B-9960-58A8D16C904F}" dt="2026-09-09T01:33:09.696" v="3812" actId="21"/>
          <ac:spMkLst>
            <pc:docMk/>
            <pc:sldMk cId="1642726127" sldId="344"/>
            <ac:spMk id="187" creationId="{0D825AC6-2460-FCD1-C737-CFE5706E1082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08:40.976" v="2574"/>
          <ac:spMkLst>
            <pc:docMk/>
            <pc:sldMk cId="1642726127" sldId="344"/>
            <ac:spMk id="189" creationId="{E2A16FA7-3728-C4CB-2301-61A3FB08C8C8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08:40.976" v="2574"/>
          <ac:spMkLst>
            <pc:docMk/>
            <pc:sldMk cId="1642726127" sldId="344"/>
            <ac:spMk id="190" creationId="{841074A1-31CF-9620-8ED0-3BDC7E4E15F8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91" creationId="{59B8E9C7-8CA8-92A5-6AF3-6A3B0C582663}"/>
          </ac:spMkLst>
        </pc:spChg>
        <pc:s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spMkLst>
            <pc:docMk/>
            <pc:sldMk cId="1642726127" sldId="344"/>
            <ac:spMk id="192" creationId="{CB9938F4-72F8-6FD1-9C43-080473F82C89}"/>
          </ac:spMkLst>
        </pc:spChg>
        <pc:spChg chg="add del mod">
          <ac:chgData name="김종환(JONGHWAN KIM)[jhkim1750]/책임/제조DX.자동보정.MC자동보정팀" userId="85eb5721-10b6-43e6-be8d-61a2287bb1b3" providerId="ADAL" clId="{02ED640F-38E0-416B-9960-58A8D16C904F}" dt="2026-09-09T01:33:09.696" v="3812" actId="21"/>
          <ac:spMkLst>
            <pc:docMk/>
            <pc:sldMk cId="1642726127" sldId="344"/>
            <ac:spMk id="194" creationId="{983468A0-4E57-49C4-F00F-D8F049F0F36B}"/>
          </ac:spMkLst>
        </pc:spChg>
        <pc:spChg chg="add del mod">
          <ac:chgData name="김종환(JONGHWAN KIM)[jhkim1750]/책임/제조DX.자동보정.MC자동보정팀" userId="85eb5721-10b6-43e6-be8d-61a2287bb1b3" providerId="ADAL" clId="{02ED640F-38E0-416B-9960-58A8D16C904F}" dt="2026-09-09T01:31:12.304" v="3802" actId="478"/>
          <ac:spMkLst>
            <pc:docMk/>
            <pc:sldMk cId="1642726127" sldId="344"/>
            <ac:spMk id="195" creationId="{87791D61-02C2-DA7B-9188-9A4F83726470}"/>
          </ac:spMkLst>
        </pc:spChg>
        <pc:spChg chg="add del mod">
          <ac:chgData name="김종환(JONGHWAN KIM)[jhkim1750]/책임/제조DX.자동보정.MC자동보정팀" userId="85eb5721-10b6-43e6-be8d-61a2287bb1b3" providerId="ADAL" clId="{02ED640F-38E0-416B-9960-58A8D16C904F}" dt="2026-09-09T01:33:09.696" v="3812" actId="21"/>
          <ac:spMkLst>
            <pc:docMk/>
            <pc:sldMk cId="1642726127" sldId="344"/>
            <ac:spMk id="196" creationId="{BF2E1527-13B2-A2CB-3DE8-C5E6A0553174}"/>
          </ac:spMkLst>
        </pc:spChg>
        <pc:gr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grpSpMkLst>
            <pc:docMk/>
            <pc:sldMk cId="1642726127" sldId="344"/>
            <ac:grpSpMk id="40" creationId="{74380083-D9B1-F519-EB00-0A9B939D6FEC}"/>
          </ac:grpSpMkLst>
        </pc:grpChg>
        <pc:grpChg chg="add 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grpSpMkLst>
            <pc:docMk/>
            <pc:sldMk cId="1642726127" sldId="344"/>
            <ac:grpSpMk id="103" creationId="{EB1F5D7E-C394-716D-734F-7003FDE169AB}"/>
          </ac:grpSpMkLst>
        </pc:grpChg>
        <pc:gr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grpSpMkLst>
            <pc:docMk/>
            <pc:sldMk cId="1642726127" sldId="344"/>
            <ac:grpSpMk id="114" creationId="{C7415972-361B-1217-AFE5-B29AC665F751}"/>
          </ac:grpSpMkLst>
        </pc:grpChg>
        <pc:gr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grpSpMkLst>
            <pc:docMk/>
            <pc:sldMk cId="1642726127" sldId="344"/>
            <ac:grpSpMk id="115" creationId="{26117B01-0B2B-E1D6-214A-CE7EA11A880F}"/>
          </ac:grpSpMkLst>
        </pc:grpChg>
        <pc:gr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grpSpMkLst>
            <pc:docMk/>
            <pc:sldMk cId="1642726127" sldId="344"/>
            <ac:grpSpMk id="118" creationId="{68280684-7EBE-9B4C-94EE-705CA1550F63}"/>
          </ac:grpSpMkLst>
        </pc:grpChg>
        <pc:gr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grpSpMkLst>
            <pc:docMk/>
            <pc:sldMk cId="1642726127" sldId="344"/>
            <ac:grpSpMk id="120" creationId="{99A182B3-4A32-3678-5998-86B1D9DFB780}"/>
          </ac:grpSpMkLst>
        </pc:grpChg>
        <pc:gr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grpSpMkLst>
            <pc:docMk/>
            <pc:sldMk cId="1642726127" sldId="344"/>
            <ac:grpSpMk id="133" creationId="{7A6E2360-795E-7E56-3441-011600CC6B95}"/>
          </ac:grpSpMkLst>
        </pc:grpChg>
        <pc:gr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grpSpMkLst>
            <pc:docMk/>
            <pc:sldMk cId="1642726127" sldId="344"/>
            <ac:grpSpMk id="135" creationId="{2CE99AD8-100F-AB23-8819-D4457420F538}"/>
          </ac:grpSpMkLst>
        </pc:grpChg>
        <pc:gr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grpSpMkLst>
            <pc:docMk/>
            <pc:sldMk cId="1642726127" sldId="344"/>
            <ac:grpSpMk id="136" creationId="{AEFFE9DA-69D0-8249-B556-98B78A837F3B}"/>
          </ac:grpSpMkLst>
        </pc:grpChg>
        <pc:grpChg chg="mod">
          <ac:chgData name="김종환(JONGHWAN KIM)[jhkim1750]/책임/제조DX.자동보정.MC자동보정팀" userId="85eb5721-10b6-43e6-be8d-61a2287bb1b3" providerId="ADAL" clId="{02ED640F-38E0-416B-9960-58A8D16C904F}" dt="2026-09-09T01:26:01.092" v="3287" actId="1036"/>
          <ac:grpSpMkLst>
            <pc:docMk/>
            <pc:sldMk cId="1642726127" sldId="344"/>
            <ac:grpSpMk id="167" creationId="{CEA43B5E-724F-74DA-C799-3EE86632BE4E}"/>
          </ac:grpSpMkLst>
        </pc:grpChg>
        <pc:grpChg chg="add del mod">
          <ac:chgData name="김종환(JONGHWAN KIM)[jhkim1750]/책임/제조DX.자동보정.MC자동보정팀" userId="85eb5721-10b6-43e6-be8d-61a2287bb1b3" providerId="ADAL" clId="{02ED640F-38E0-416B-9960-58A8D16C904F}" dt="2026-09-09T01:33:09.696" v="3812" actId="21"/>
          <ac:grpSpMkLst>
            <pc:docMk/>
            <pc:sldMk cId="1642726127" sldId="344"/>
            <ac:grpSpMk id="193" creationId="{17E13983-9AA5-AE8D-FA79-F3C963D1C365}"/>
          </ac:grpSpMkLst>
        </pc:grpChg>
        <pc:graphicFrameChg chg="add del mod modGraphic">
          <ac:chgData name="김종환(JONGHWAN KIM)[jhkim1750]/책임/제조DX.자동보정.MC자동보정팀" userId="85eb5721-10b6-43e6-be8d-61a2287bb1b3" providerId="ADAL" clId="{02ED640F-38E0-416B-9960-58A8D16C904F}" dt="2026-09-09T01:33:09.696" v="3812" actId="21"/>
          <ac:graphicFrameMkLst>
            <pc:docMk/>
            <pc:sldMk cId="1642726127" sldId="344"/>
            <ac:graphicFrameMk id="188" creationId="{C9249A51-283D-40DF-83D5-5EBCFE0FABD1}"/>
          </ac:graphicFrameMkLst>
        </pc:graphicFrameChg>
      </pc:sldChg>
      <pc:sldChg chg="modSp mod">
        <pc:chgData name="김종환(JONGHWAN KIM)[jhkim1750]/책임/제조DX.자동보정.MC자동보정팀" userId="85eb5721-10b6-43e6-be8d-61a2287bb1b3" providerId="ADAL" clId="{02ED640F-38E0-416B-9960-58A8D16C904F}" dt="2026-09-09T01:41:30.491" v="4485" actId="207"/>
        <pc:sldMkLst>
          <pc:docMk/>
          <pc:sldMk cId="3231850307" sldId="411"/>
        </pc:sldMkLst>
        <pc:spChg chg="mod">
          <ac:chgData name="김종환(JONGHWAN KIM)[jhkim1750]/책임/제조DX.자동보정.MC자동보정팀" userId="85eb5721-10b6-43e6-be8d-61a2287bb1b3" providerId="ADAL" clId="{02ED640F-38E0-416B-9960-58A8D16C904F}" dt="2026-09-09T01:41:30.491" v="4485" actId="207"/>
          <ac:spMkLst>
            <pc:docMk/>
            <pc:sldMk cId="3231850307" sldId="411"/>
            <ac:spMk id="10" creationId="{AEA47A33-7D52-0506-3AB1-ED368AE87514}"/>
          </ac:spMkLst>
        </pc:spChg>
      </pc:sldChg>
    </pc:docChg>
  </pc:docChgLst>
  <pc:docChgLst>
    <pc:chgData name="원종래(JONG LAE WON)[jlwon]/책임/제조DX.자동보정.조립자동보정팀" userId="b47432fc-6904-4550-9f81-749fde7e3ec4" providerId="ADAL" clId="{9482449B-F9D2-4D69-8173-F46D9DEE6EDE}"/>
    <pc:docChg chg="modSld">
      <pc:chgData name="원종래(JONG LAE WON)[jlwon]/책임/제조DX.자동보정.조립자동보정팀" userId="b47432fc-6904-4550-9f81-749fde7e3ec4" providerId="ADAL" clId="{9482449B-F9D2-4D69-8173-F46D9DEE6EDE}" dt="2026-09-22T23:59:48.396" v="50" actId="20577"/>
      <pc:docMkLst>
        <pc:docMk/>
      </pc:docMkLst>
      <pc:sldChg chg="modSp mod">
        <pc:chgData name="원종래(JONG LAE WON)[jlwon]/책임/제조DX.자동보정.조립자동보정팀" userId="b47432fc-6904-4550-9f81-749fde7e3ec4" providerId="ADAL" clId="{9482449B-F9D2-4D69-8173-F46D9DEE6EDE}" dt="2026-09-22T23:59:48.396" v="50" actId="20577"/>
        <pc:sldMkLst>
          <pc:docMk/>
          <pc:sldMk cId="1690943200" sldId="298"/>
        </pc:sldMkLst>
        <pc:spChg chg="mod">
          <ac:chgData name="원종래(JONG LAE WON)[jlwon]/책임/제조DX.자동보정.조립자동보정팀" userId="b47432fc-6904-4550-9f81-749fde7e3ec4" providerId="ADAL" clId="{9482449B-F9D2-4D69-8173-F46D9DEE6EDE}" dt="2026-09-22T23:59:48.396" v="50" actId="20577"/>
          <ac:spMkLst>
            <pc:docMk/>
            <pc:sldMk cId="1690943200" sldId="298"/>
            <ac:spMk id="8" creationId="{DBA1A072-B867-1210-4F9A-1B42B9C79662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9482449B-F9D2-4D69-8173-F46D9DEE6EDE}" dt="2026-09-22T23:32:05.451" v="4" actId="20577"/>
        <pc:sldMkLst>
          <pc:docMk/>
          <pc:sldMk cId="302398732" sldId="350"/>
        </pc:sldMkLst>
        <pc:spChg chg="mod">
          <ac:chgData name="원종래(JONG LAE WON)[jlwon]/책임/제조DX.자동보정.조립자동보정팀" userId="b47432fc-6904-4550-9f81-749fde7e3ec4" providerId="ADAL" clId="{9482449B-F9D2-4D69-8173-F46D9DEE6EDE}" dt="2026-09-22T23:32:05.451" v="4" actId="20577"/>
          <ac:spMkLst>
            <pc:docMk/>
            <pc:sldMk cId="302398732" sldId="350"/>
            <ac:spMk id="21" creationId="{D79119F6-A51B-078B-B1CF-0E4C415E152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9482449B-F9D2-4D69-8173-F46D9DEE6EDE}" dt="2026-09-22T23:31:34.873" v="1" actId="20577"/>
        <pc:sldMkLst>
          <pc:docMk/>
          <pc:sldMk cId="3515206283" sldId="368"/>
        </pc:sldMkLst>
        <pc:spChg chg="mod">
          <ac:chgData name="원종래(JONG LAE WON)[jlwon]/책임/제조DX.자동보정.조립자동보정팀" userId="b47432fc-6904-4550-9f81-749fde7e3ec4" providerId="ADAL" clId="{9482449B-F9D2-4D69-8173-F46D9DEE6EDE}" dt="2026-09-22T23:31:34.873" v="1" actId="20577"/>
          <ac:spMkLst>
            <pc:docMk/>
            <pc:sldMk cId="3515206283" sldId="368"/>
            <ac:spMk id="115" creationId="{9AB0CFA3-6992-FB78-C56A-76216688921E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9482449B-F9D2-4D69-8173-F46D9DEE6EDE}" dt="2026-09-22T23:54:54.439" v="32" actId="6549"/>
        <pc:sldMkLst>
          <pc:docMk/>
          <pc:sldMk cId="3501312549" sldId="380"/>
        </pc:sldMkLst>
        <pc:spChg chg="mod">
          <ac:chgData name="원종래(JONG LAE WON)[jlwon]/책임/제조DX.자동보정.조립자동보정팀" userId="b47432fc-6904-4550-9f81-749fde7e3ec4" providerId="ADAL" clId="{9482449B-F9D2-4D69-8173-F46D9DEE6EDE}" dt="2026-09-22T23:54:54.439" v="32" actId="6549"/>
          <ac:spMkLst>
            <pc:docMk/>
            <pc:sldMk cId="3501312549" sldId="380"/>
            <ac:spMk id="30" creationId="{0D42272B-7090-3E3D-C807-E7C5620E4BEA}"/>
          </ac:spMkLst>
        </pc:spChg>
      </pc:sldChg>
    </pc:docChg>
  </pc:docChgLst>
  <pc:docChgLst>
    <pc:chgData name="박지우(JIWOO PARK)[jiwoopark]/사원/제조DX.자동보정.자동보정선행개발팀" userId="S::jiwoopark@lgensol.com::229cdc99-e8cd-42bb-bb27-b85c36b4f142" providerId="AD" clId="Web-{0909C145-0942-4F10-858F-FF9B629B2326}"/>
    <pc:docChg chg="modSld">
      <pc:chgData name="박지우(JIWOO PARK)[jiwoopark]/사원/제조DX.자동보정.자동보정선행개발팀" userId="S::jiwoopark@lgensol.com::229cdc99-e8cd-42bb-bb27-b85c36b4f142" providerId="AD" clId="Web-{0909C145-0942-4F10-858F-FF9B629B2326}" dt="2026-08-25T06:15:50.232" v="54" actId="20577"/>
      <pc:docMkLst>
        <pc:docMk/>
      </pc:docMkLst>
      <pc:sldChg chg="modSp">
        <pc:chgData name="박지우(JIWOO PARK)[jiwoopark]/사원/제조DX.자동보정.자동보정선행개발팀" userId="S::jiwoopark@lgensol.com::229cdc99-e8cd-42bb-bb27-b85c36b4f142" providerId="AD" clId="Web-{0909C145-0942-4F10-858F-FF9B629B2326}" dt="2026-08-25T06:15:50.232" v="54" actId="20577"/>
        <pc:sldMkLst>
          <pc:docMk/>
          <pc:sldMk cId="4294123761" sldId="395"/>
        </pc:sldMkLst>
        <pc:spChg chg="mod">
          <ac:chgData name="박지우(JIWOO PARK)[jiwoopark]/사원/제조DX.자동보정.자동보정선행개발팀" userId="S::jiwoopark@lgensol.com::229cdc99-e8cd-42bb-bb27-b85c36b4f142" providerId="AD" clId="Web-{0909C145-0942-4F10-858F-FF9B629B2326}" dt="2026-08-25T06:15:50.232" v="54" actId="20577"/>
          <ac:spMkLst>
            <pc:docMk/>
            <pc:sldMk cId="4294123761" sldId="395"/>
            <ac:spMk id="8" creationId="{4799BF26-CF80-B206-848C-D522DA6762E1}"/>
          </ac:spMkLst>
        </pc:spChg>
      </pc:sldChg>
    </pc:docChg>
  </pc:docChgLst>
  <pc:docChgLst>
    <pc:chgData name="박연탁(YEONTARK PARK)[parkyt]/책임/제조DX.자동보정.자동보정선행개발팀" userId="S::parkyt@lgensol.com::ed32861b-bebc-4d6e-be9d-42a82b4a008b" providerId="AD" clId="Web-{C1579438-BBB9-AAA3-9749-32E987A2B843}"/>
    <pc:docChg chg="modSld">
      <pc:chgData name="박연탁(YEONTARK PARK)[parkyt]/책임/제조DX.자동보정.자동보정선행개발팀" userId="S::parkyt@lgensol.com::ed32861b-bebc-4d6e-be9d-42a82b4a008b" providerId="AD" clId="Web-{C1579438-BBB9-AAA3-9749-32E987A2B843}" dt="2026-08-27T02:21:22.520" v="40" actId="20577"/>
      <pc:docMkLst>
        <pc:docMk/>
      </pc:docMkLst>
      <pc:sldChg chg="modSp">
        <pc:chgData name="박연탁(YEONTARK PARK)[parkyt]/책임/제조DX.자동보정.자동보정선행개발팀" userId="S::parkyt@lgensol.com::ed32861b-bebc-4d6e-be9d-42a82b4a008b" providerId="AD" clId="Web-{C1579438-BBB9-AAA3-9749-32E987A2B843}" dt="2026-08-27T02:21:22.520" v="40" actId="20577"/>
        <pc:sldMkLst>
          <pc:docMk/>
          <pc:sldMk cId="1770964036" sldId="258"/>
        </pc:sldMkLst>
        <pc:spChg chg="mod">
          <ac:chgData name="박연탁(YEONTARK PARK)[parkyt]/책임/제조DX.자동보정.자동보정선행개발팀" userId="S::parkyt@lgensol.com::ed32861b-bebc-4d6e-be9d-42a82b4a008b" providerId="AD" clId="Web-{C1579438-BBB9-AAA3-9749-32E987A2B843}" dt="2026-08-27T02:21:22.520" v="40" actId="20577"/>
          <ac:spMkLst>
            <pc:docMk/>
            <pc:sldMk cId="1770964036" sldId="258"/>
            <ac:spMk id="7" creationId="{AB3C64F9-9A9C-58C3-0E5C-7AA382004820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C1579438-BBB9-AAA3-9749-32E987A2B843}" dt="2026-08-27T01:49:35.612" v="36" actId="20577"/>
          <ac:spMkLst>
            <pc:docMk/>
            <pc:sldMk cId="1770964036" sldId="258"/>
            <ac:spMk id="17" creationId="{2B8DB565-1F9F-0BA9-BC00-00A940B01B0E}"/>
          </ac:spMkLst>
        </pc:spChg>
      </pc:sldChg>
    </pc:docChg>
  </pc:docChgLst>
  <pc:docChgLst>
    <pc:chgData name="강호종(HOJONG KANG)[hojong.kang]/책임/제조DX.자동보정.MC자동보정팀" userId="bc22bbe6-6c82-4228-8cf3-ea75f80faae5" providerId="ADAL" clId="{5081BC44-A6E9-4472-8E57-4248D2608401}"/>
    <pc:docChg chg="custSel modSld">
      <pc:chgData name="강호종(HOJONG KANG)[hojong.kang]/책임/제조DX.자동보정.MC자동보정팀" userId="bc22bbe6-6c82-4228-8cf3-ea75f80faae5" providerId="ADAL" clId="{5081BC44-A6E9-4472-8E57-4248D2608401}" dt="2026-09-07T06:27:43.248" v="258"/>
      <pc:docMkLst>
        <pc:docMk/>
      </pc:docMkLst>
      <pc:sldChg chg="modSp mod">
        <pc:chgData name="강호종(HOJONG KANG)[hojong.kang]/책임/제조DX.자동보정.MC자동보정팀" userId="bc22bbe6-6c82-4228-8cf3-ea75f80faae5" providerId="ADAL" clId="{5081BC44-A6E9-4472-8E57-4248D2608401}" dt="2026-09-07T06:27:43.248" v="258"/>
        <pc:sldMkLst>
          <pc:docMk/>
          <pc:sldMk cId="2316929721" sldId="277"/>
        </pc:sldMkLst>
        <pc:spChg chg="mod">
          <ac:chgData name="강호종(HOJONG KANG)[hojong.kang]/책임/제조DX.자동보정.MC자동보정팀" userId="bc22bbe6-6c82-4228-8cf3-ea75f80faae5" providerId="ADAL" clId="{5081BC44-A6E9-4472-8E57-4248D2608401}" dt="2026-09-07T01:08:24.656" v="51"/>
          <ac:spMkLst>
            <pc:docMk/>
            <pc:sldMk cId="2316929721" sldId="277"/>
            <ac:spMk id="18" creationId="{F688FD03-6D08-9B73-8011-25ED415FE508}"/>
          </ac:spMkLst>
        </pc:spChg>
        <pc:spChg chg="mod">
          <ac:chgData name="강호종(HOJONG KANG)[hojong.kang]/책임/제조DX.자동보정.MC자동보정팀" userId="bc22bbe6-6c82-4228-8cf3-ea75f80faae5" providerId="ADAL" clId="{5081BC44-A6E9-4472-8E57-4248D2608401}" dt="2026-09-07T06:27:43.248" v="258"/>
          <ac:spMkLst>
            <pc:docMk/>
            <pc:sldMk cId="2316929721" sldId="277"/>
            <ac:spMk id="19" creationId="{3EFC02BB-EDAB-B584-B2E0-9AFACE447E71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5081BC44-A6E9-4472-8E57-4248D2608401}" dt="2026-09-07T01:08:33.184" v="53"/>
        <pc:sldMkLst>
          <pc:docMk/>
          <pc:sldMk cId="2205649748" sldId="291"/>
        </pc:sldMkLst>
        <pc:spChg chg="mod">
          <ac:chgData name="강호종(HOJONG KANG)[hojong.kang]/책임/제조DX.자동보정.MC자동보정팀" userId="bc22bbe6-6c82-4228-8cf3-ea75f80faae5" providerId="ADAL" clId="{5081BC44-A6E9-4472-8E57-4248D2608401}" dt="2026-09-07T01:08:33.184" v="53"/>
          <ac:spMkLst>
            <pc:docMk/>
            <pc:sldMk cId="2205649748" sldId="291"/>
            <ac:spMk id="18" creationId="{F688FD03-6D08-9B73-8011-25ED415FE508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5081BC44-A6E9-4472-8E57-4248D2608401}" dt="2026-09-07T01:08:29.177" v="52"/>
        <pc:sldMkLst>
          <pc:docMk/>
          <pc:sldMk cId="1312155356" sldId="295"/>
        </pc:sldMkLst>
        <pc:spChg chg="mod">
          <ac:chgData name="강호종(HOJONG KANG)[hojong.kang]/책임/제조DX.자동보정.MC자동보정팀" userId="bc22bbe6-6c82-4228-8cf3-ea75f80faae5" providerId="ADAL" clId="{5081BC44-A6E9-4472-8E57-4248D2608401}" dt="2026-09-07T01:08:29.177" v="52"/>
          <ac:spMkLst>
            <pc:docMk/>
            <pc:sldMk cId="1312155356" sldId="295"/>
            <ac:spMk id="18" creationId="{F688FD03-6D08-9B73-8011-25ED415FE508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5081BC44-A6E9-4472-8E57-4248D2608401}" dt="2026-09-07T01:05:53.645" v="33" actId="20577"/>
        <pc:sldMkLst>
          <pc:docMk/>
          <pc:sldMk cId="2391201169" sldId="301"/>
        </pc:sldMkLst>
        <pc:spChg chg="mod">
          <ac:chgData name="강호종(HOJONG KANG)[hojong.kang]/책임/제조DX.자동보정.MC자동보정팀" userId="bc22bbe6-6c82-4228-8cf3-ea75f80faae5" providerId="ADAL" clId="{5081BC44-A6E9-4472-8E57-4248D2608401}" dt="2026-09-07T01:05:53.645" v="33" actId="20577"/>
          <ac:spMkLst>
            <pc:docMk/>
            <pc:sldMk cId="2391201169" sldId="301"/>
            <ac:spMk id="17" creationId="{24078160-BD87-7DDB-35FF-AC266021525D}"/>
          </ac:spMkLst>
        </pc:spChg>
        <pc:spChg chg="mod">
          <ac:chgData name="강호종(HOJONG KANG)[hojong.kang]/책임/제조DX.자동보정.MC자동보정팀" userId="bc22bbe6-6c82-4228-8cf3-ea75f80faae5" providerId="ADAL" clId="{5081BC44-A6E9-4472-8E57-4248D2608401}" dt="2026-09-07T01:05:45.860" v="27" actId="20577"/>
          <ac:spMkLst>
            <pc:docMk/>
            <pc:sldMk cId="2391201169" sldId="301"/>
            <ac:spMk id="30" creationId="{5A93FBA8-E3C4-0943-75E5-74D25EF1452D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5081BC44-A6E9-4472-8E57-4248D2608401}" dt="2026-09-07T06:16:56.759" v="140" actId="207"/>
        <pc:sldMkLst>
          <pc:docMk/>
          <pc:sldMk cId="634019489" sldId="321"/>
        </pc:sldMkLst>
        <pc:spChg chg="mod">
          <ac:chgData name="강호종(HOJONG KANG)[hojong.kang]/책임/제조DX.자동보정.MC자동보정팀" userId="bc22bbe6-6c82-4228-8cf3-ea75f80faae5" providerId="ADAL" clId="{5081BC44-A6E9-4472-8E57-4248D2608401}" dt="2026-09-07T06:16:44.211" v="139" actId="20577"/>
          <ac:spMkLst>
            <pc:docMk/>
            <pc:sldMk cId="634019489" sldId="321"/>
            <ac:spMk id="5" creationId="{77B34011-1F67-38F5-CDBA-55AA234ECBCD}"/>
          </ac:spMkLst>
        </pc:spChg>
        <pc:spChg chg="mod">
          <ac:chgData name="강호종(HOJONG KANG)[hojong.kang]/책임/제조DX.자동보정.MC자동보정팀" userId="bc22bbe6-6c82-4228-8cf3-ea75f80faae5" providerId="ADAL" clId="{5081BC44-A6E9-4472-8E57-4248D2608401}" dt="2026-09-07T01:08:37.796" v="54"/>
          <ac:spMkLst>
            <pc:docMk/>
            <pc:sldMk cId="634019489" sldId="321"/>
            <ac:spMk id="34" creationId="{D8B60436-CB69-037E-0252-E096A9F06E49}"/>
          </ac:spMkLst>
        </pc:spChg>
        <pc:graphicFrameChg chg="modGraphic">
          <ac:chgData name="강호종(HOJONG KANG)[hojong.kang]/책임/제조DX.자동보정.MC자동보정팀" userId="bc22bbe6-6c82-4228-8cf3-ea75f80faae5" providerId="ADAL" clId="{5081BC44-A6E9-4472-8E57-4248D2608401}" dt="2026-09-07T06:16:56.759" v="140" actId="207"/>
          <ac:graphicFrameMkLst>
            <pc:docMk/>
            <pc:sldMk cId="634019489" sldId="321"/>
            <ac:graphicFrameMk id="12" creationId="{057C43E9-6C25-BCA0-0FB7-09763A0EF9F2}"/>
          </ac:graphicFrameMkLst>
        </pc:graphicFrameChg>
      </pc:sldChg>
      <pc:sldChg chg="modSp mod">
        <pc:chgData name="강호종(HOJONG KANG)[hojong.kang]/책임/제조DX.자동보정.MC자동보정팀" userId="bc22bbe6-6c82-4228-8cf3-ea75f80faae5" providerId="ADAL" clId="{5081BC44-A6E9-4472-8E57-4248D2608401}" dt="2026-09-07T01:06:26.176" v="37" actId="207"/>
        <pc:sldMkLst>
          <pc:docMk/>
          <pc:sldMk cId="1971500730" sldId="333"/>
        </pc:sldMkLst>
        <pc:spChg chg="mod">
          <ac:chgData name="강호종(HOJONG KANG)[hojong.kang]/책임/제조DX.자동보정.MC자동보정팀" userId="bc22bbe6-6c82-4228-8cf3-ea75f80faae5" providerId="ADAL" clId="{5081BC44-A6E9-4472-8E57-4248D2608401}" dt="2026-09-07T01:06:09.736" v="34"/>
          <ac:spMkLst>
            <pc:docMk/>
            <pc:sldMk cId="1971500730" sldId="333"/>
            <ac:spMk id="18" creationId="{7EF05392-A902-0609-C73A-057F6C72F700}"/>
          </ac:spMkLst>
        </pc:spChg>
        <pc:spChg chg="mod">
          <ac:chgData name="강호종(HOJONG KANG)[hojong.kang]/책임/제조DX.자동보정.MC자동보정팀" userId="bc22bbe6-6c82-4228-8cf3-ea75f80faae5" providerId="ADAL" clId="{5081BC44-A6E9-4472-8E57-4248D2608401}" dt="2026-09-07T01:06:21.106" v="36" actId="207"/>
          <ac:spMkLst>
            <pc:docMk/>
            <pc:sldMk cId="1971500730" sldId="333"/>
            <ac:spMk id="19" creationId="{F9171EF0-5806-3F08-4D17-10AB3CA02CFA}"/>
          </ac:spMkLst>
        </pc:spChg>
        <pc:graphicFrameChg chg="modGraphic">
          <ac:chgData name="강호종(HOJONG KANG)[hojong.kang]/책임/제조DX.자동보정.MC자동보정팀" userId="bc22bbe6-6c82-4228-8cf3-ea75f80faae5" providerId="ADAL" clId="{5081BC44-A6E9-4472-8E57-4248D2608401}" dt="2026-09-07T01:06:26.176" v="37" actId="207"/>
          <ac:graphicFrameMkLst>
            <pc:docMk/>
            <pc:sldMk cId="1971500730" sldId="333"/>
            <ac:graphicFrameMk id="2" creationId="{4BEA7D05-E8E3-D57B-36ED-BE6511FF6191}"/>
          </ac:graphicFrameMkLst>
        </pc:graphicFrameChg>
      </pc:sldChg>
    </pc:docChg>
  </pc:docChgLst>
  <pc:docChgLst>
    <pc:chgData name="김태승(TAESEUNG KIM)[kim_ts]/사원/제조DX.자동보정.조립자동보정팀" userId="dcaa50d5-2a4b-4c24-8466-13e3b9f9beaf" providerId="ADAL" clId="{2AF2F751-D258-4A9A-BE19-3D3001F5ECAD}"/>
    <pc:docChg chg="undo custSel modSld">
      <pc:chgData name="김태승(TAESEUNG KIM)[kim_ts]/사원/제조DX.자동보정.조립자동보정팀" userId="dcaa50d5-2a4b-4c24-8466-13e3b9f9beaf" providerId="ADAL" clId="{2AF2F751-D258-4A9A-BE19-3D3001F5ECAD}" dt="2026-09-22T08:55:12.118" v="4017"/>
      <pc:docMkLst>
        <pc:docMk/>
      </pc:docMkLst>
      <pc:sldChg chg="addSp delSp modSp mod">
        <pc:chgData name="김태승(TAESEUNG KIM)[kim_ts]/사원/제조DX.자동보정.조립자동보정팀" userId="dcaa50d5-2a4b-4c24-8466-13e3b9f9beaf" providerId="ADAL" clId="{2AF2F751-D258-4A9A-BE19-3D3001F5ECAD}" dt="2026-09-22T08:55:12.118" v="4017"/>
        <pc:sldMkLst>
          <pc:docMk/>
          <pc:sldMk cId="3801312616" sldId="358"/>
        </pc:sldMkLst>
        <pc:spChg chg="add del mod">
          <ac:chgData name="김태승(TAESEUNG KIM)[kim_ts]/사원/제조DX.자동보정.조립자동보정팀" userId="dcaa50d5-2a4b-4c24-8466-13e3b9f9beaf" providerId="ADAL" clId="{2AF2F751-D258-4A9A-BE19-3D3001F5ECAD}" dt="2026-09-22T08:55:11.529" v="4016" actId="478"/>
          <ac:spMkLst>
            <pc:docMk/>
            <pc:sldMk cId="3801312616" sldId="358"/>
            <ac:spMk id="2" creationId="{6E881A03-6A68-D384-80C1-8A297D9A0A31}"/>
          </ac:spMkLst>
        </pc:spChg>
        <pc:spChg chg="del">
          <ac:chgData name="김태승(TAESEUNG KIM)[kim_ts]/사원/제조DX.자동보정.조립자동보정팀" userId="dcaa50d5-2a4b-4c24-8466-13e3b9f9beaf" providerId="ADAL" clId="{2AF2F751-D258-4A9A-BE19-3D3001F5ECAD}" dt="2026-09-22T05:49:00.440" v="302" actId="478"/>
          <ac:spMkLst>
            <pc:docMk/>
            <pc:sldMk cId="3801312616" sldId="358"/>
            <ac:spMk id="2" creationId="{C9557575-8521-2E00-594A-6F9728EC0A43}"/>
          </ac:spMkLst>
        </pc:spChg>
        <pc:spChg chg="add mod">
          <ac:chgData name="김태승(TAESEUNG KIM)[kim_ts]/사원/제조DX.자동보정.조립자동보정팀" userId="dcaa50d5-2a4b-4c24-8466-13e3b9f9beaf" providerId="ADAL" clId="{2AF2F751-D258-4A9A-BE19-3D3001F5ECAD}" dt="2026-09-22T08:55:12.118" v="4017"/>
          <ac:spMkLst>
            <pc:docMk/>
            <pc:sldMk cId="3801312616" sldId="358"/>
            <ac:spMk id="3" creationId="{8DE1BBBA-C24E-FD65-C460-62D54B10920F}"/>
          </ac:spMkLst>
        </pc:spChg>
        <pc:spChg chg="mod">
          <ac:chgData name="김태승(TAESEUNG KIM)[kim_ts]/사원/제조DX.자동보정.조립자동보정팀" userId="dcaa50d5-2a4b-4c24-8466-13e3b9f9beaf" providerId="ADAL" clId="{2AF2F751-D258-4A9A-BE19-3D3001F5ECAD}" dt="2026-09-22T05:44:56.816" v="7" actId="20577"/>
          <ac:spMkLst>
            <pc:docMk/>
            <pc:sldMk cId="3801312616" sldId="358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2AF2F751-D258-4A9A-BE19-3D3001F5ECAD}" dt="2026-09-22T07:11:13.430" v="3585" actId="1036"/>
          <ac:spMkLst>
            <pc:docMk/>
            <pc:sldMk cId="3801312616" sldId="358"/>
            <ac:spMk id="20" creationId="{2B3B1A3F-CCF1-3A22-91C2-DD514C8BE5B6}"/>
          </ac:spMkLst>
        </pc:spChg>
        <pc:spChg chg="del mod">
          <ac:chgData name="김태승(TAESEUNG KIM)[kim_ts]/사원/제조DX.자동보정.조립자동보정팀" userId="dcaa50d5-2a4b-4c24-8466-13e3b9f9beaf" providerId="ADAL" clId="{2AF2F751-D258-4A9A-BE19-3D3001F5ECAD}" dt="2026-09-22T08:53:36.034" v="4012" actId="478"/>
          <ac:spMkLst>
            <pc:docMk/>
            <pc:sldMk cId="3801312616" sldId="358"/>
            <ac:spMk id="21" creationId="{9CACD237-74E9-302A-A5FD-5C1B27B83A6A}"/>
          </ac:spMkLst>
        </pc:spChg>
        <pc:spChg chg="mod">
          <ac:chgData name="김태승(TAESEUNG KIM)[kim_ts]/사원/제조DX.자동보정.조립자동보정팀" userId="dcaa50d5-2a4b-4c24-8466-13e3b9f9beaf" providerId="ADAL" clId="{2AF2F751-D258-4A9A-BE19-3D3001F5ECAD}" dt="2026-09-22T07:15:24.945" v="3602" actId="20577"/>
          <ac:spMkLst>
            <pc:docMk/>
            <pc:sldMk cId="3801312616" sldId="358"/>
            <ac:spMk id="36" creationId="{00ED7720-6B6E-1AA6-BC90-E12E3D75CCFF}"/>
          </ac:spMkLst>
        </pc:spChg>
        <pc:graphicFrameChg chg="del">
          <ac:chgData name="김태승(TAESEUNG KIM)[kim_ts]/사원/제조DX.자동보정.조립자동보정팀" userId="dcaa50d5-2a4b-4c24-8466-13e3b9f9beaf" providerId="ADAL" clId="{2AF2F751-D258-4A9A-BE19-3D3001F5ECAD}" dt="2026-09-22T05:46:29.536" v="136" actId="478"/>
          <ac:graphicFrameMkLst>
            <pc:docMk/>
            <pc:sldMk cId="3801312616" sldId="358"/>
            <ac:graphicFrameMk id="3" creationId="{37BFD323-F151-D9EB-8C8E-A1FC8239862F}"/>
          </ac:graphicFrameMkLst>
        </pc:graphicFrameChg>
        <pc:graphicFrameChg chg="add mod modGraphic">
          <ac:chgData name="김태승(TAESEUNG KIM)[kim_ts]/사원/제조DX.자동보정.조립자동보정팀" userId="dcaa50d5-2a4b-4c24-8466-13e3b9f9beaf" providerId="ADAL" clId="{2AF2F751-D258-4A9A-BE19-3D3001F5ECAD}" dt="2026-09-22T07:13:35.505" v="3590" actId="207"/>
          <ac:graphicFrameMkLst>
            <pc:docMk/>
            <pc:sldMk cId="3801312616" sldId="358"/>
            <ac:graphicFrameMk id="11" creationId="{B2165ADF-E0D6-4D95-28AA-9C8E59DD47D8}"/>
          </ac:graphicFrameMkLst>
        </pc:graphicFrameChg>
        <pc:graphicFrameChg chg="mod">
          <ac:chgData name="김태승(TAESEUNG KIM)[kim_ts]/사원/제조DX.자동보정.조립자동보정팀" userId="dcaa50d5-2a4b-4c24-8466-13e3b9f9beaf" providerId="ADAL" clId="{2AF2F751-D258-4A9A-BE19-3D3001F5ECAD}" dt="2026-09-22T07:11:13.430" v="3585" actId="1036"/>
          <ac:graphicFrameMkLst>
            <pc:docMk/>
            <pc:sldMk cId="3801312616" sldId="358"/>
            <ac:graphicFrameMk id="15" creationId="{93A9065D-008B-A1A6-DE20-42F5EF47BB22}"/>
          </ac:graphicFrameMkLst>
        </pc:graphicFrameChg>
        <pc:picChg chg="add del">
          <ac:chgData name="김태승(TAESEUNG KIM)[kim_ts]/사원/제조DX.자동보정.조립자동보정팀" userId="dcaa50d5-2a4b-4c24-8466-13e3b9f9beaf" providerId="ADAL" clId="{2AF2F751-D258-4A9A-BE19-3D3001F5ECAD}" dt="2026-09-22T05:45:31.633" v="9" actId="478"/>
          <ac:picMkLst>
            <pc:docMk/>
            <pc:sldMk cId="3801312616" sldId="358"/>
            <ac:picMk id="8" creationId="{01361815-078E-864A-A529-A4A56F2B2428}"/>
          </ac:picMkLst>
        </pc:picChg>
      </pc:sldChg>
      <pc:sldChg chg="addSp delSp modSp mod">
        <pc:chgData name="김태승(TAESEUNG KIM)[kim_ts]/사원/제조DX.자동보정.조립자동보정팀" userId="dcaa50d5-2a4b-4c24-8466-13e3b9f9beaf" providerId="ADAL" clId="{2AF2F751-D258-4A9A-BE19-3D3001F5ECAD}" dt="2026-09-22T08:54:33.735" v="4015" actId="1035"/>
        <pc:sldMkLst>
          <pc:docMk/>
          <pc:sldMk cId="3658455393" sldId="437"/>
        </pc:sldMkLst>
        <pc:spChg chg="mod">
          <ac:chgData name="김태승(TAESEUNG KIM)[kim_ts]/사원/제조DX.자동보정.조립자동보정팀" userId="dcaa50d5-2a4b-4c24-8466-13e3b9f9beaf" providerId="ADAL" clId="{2AF2F751-D258-4A9A-BE19-3D3001F5ECAD}" dt="2026-09-22T08:54:33.735" v="4015" actId="1035"/>
          <ac:spMkLst>
            <pc:docMk/>
            <pc:sldMk cId="3658455393" sldId="437"/>
            <ac:spMk id="4" creationId="{B723C6D5-F554-8B46-CF0B-3540C82590F1}"/>
          </ac:spMkLst>
        </pc:spChg>
        <pc:spChg chg="mod">
          <ac:chgData name="김태승(TAESEUNG KIM)[kim_ts]/사원/제조DX.자동보정.조립자동보정팀" userId="dcaa50d5-2a4b-4c24-8466-13e3b9f9beaf" providerId="ADAL" clId="{2AF2F751-D258-4A9A-BE19-3D3001F5ECAD}" dt="2026-09-22T05:44:50.992" v="3" actId="20577"/>
          <ac:spMkLst>
            <pc:docMk/>
            <pc:sldMk cId="3658455393" sldId="437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2AF2F751-D258-4A9A-BE19-3D3001F5ECAD}" dt="2026-09-22T08:45:31.575" v="3988" actId="20577"/>
          <ac:spMkLst>
            <pc:docMk/>
            <pc:sldMk cId="3658455393" sldId="437"/>
            <ac:spMk id="40" creationId="{6D83938E-EACF-6171-3002-446A6495CB39}"/>
          </ac:spMkLst>
        </pc:spChg>
        <pc:graphicFrameChg chg="add mod">
          <ac:chgData name="김태승(TAESEUNG KIM)[kim_ts]/사원/제조DX.자동보정.조립자동보정팀" userId="dcaa50d5-2a4b-4c24-8466-13e3b9f9beaf" providerId="ADAL" clId="{2AF2F751-D258-4A9A-BE19-3D3001F5ECAD}" dt="2026-09-22T08:41:35.281" v="3808" actId="1035"/>
          <ac:graphicFrameMkLst>
            <pc:docMk/>
            <pc:sldMk cId="3658455393" sldId="437"/>
            <ac:graphicFrameMk id="12" creationId="{DCC5889A-6CF3-B57F-F75C-BD27BE1DEFCA}"/>
          </ac:graphicFrameMkLst>
        </pc:graphicFrameChg>
        <pc:graphicFrameChg chg="del">
          <ac:chgData name="김태승(TAESEUNG KIM)[kim_ts]/사원/제조DX.자동보정.조립자동보정팀" userId="dcaa50d5-2a4b-4c24-8466-13e3b9f9beaf" providerId="ADAL" clId="{2AF2F751-D258-4A9A-BE19-3D3001F5ECAD}" dt="2026-09-22T05:45:42.472" v="11" actId="478"/>
          <ac:graphicFrameMkLst>
            <pc:docMk/>
            <pc:sldMk cId="3658455393" sldId="437"/>
            <ac:graphicFrameMk id="15" creationId="{82737A26-8E40-A8DA-67A4-A7DDE6E62E70}"/>
          </ac:graphicFrameMkLst>
        </pc:graphicFrameChg>
      </pc:sldChg>
      <pc:sldChg chg="modSp mod">
        <pc:chgData name="김태승(TAESEUNG KIM)[kim_ts]/사원/제조DX.자동보정.조립자동보정팀" userId="dcaa50d5-2a4b-4c24-8466-13e3b9f9beaf" providerId="ADAL" clId="{2AF2F751-D258-4A9A-BE19-3D3001F5ECAD}" dt="2026-09-22T07:20:26.235" v="3677" actId="20577"/>
        <pc:sldMkLst>
          <pc:docMk/>
          <pc:sldMk cId="4122308118" sldId="2147483617"/>
        </pc:sldMkLst>
        <pc:spChg chg="mod">
          <ac:chgData name="김태승(TAESEUNG KIM)[kim_ts]/사원/제조DX.자동보정.조립자동보정팀" userId="dcaa50d5-2a4b-4c24-8466-13e3b9f9beaf" providerId="ADAL" clId="{2AF2F751-D258-4A9A-BE19-3D3001F5ECAD}" dt="2026-09-22T07:17:24.280" v="3610" actId="20577"/>
          <ac:spMkLst>
            <pc:docMk/>
            <pc:sldMk cId="4122308118" sldId="2147483617"/>
            <ac:spMk id="2" creationId="{88539A7A-691C-A91F-92D4-163C0AF1D559}"/>
          </ac:spMkLst>
        </pc:spChg>
        <pc:spChg chg="mod">
          <ac:chgData name="김태승(TAESEUNG KIM)[kim_ts]/사원/제조DX.자동보정.조립자동보정팀" userId="dcaa50d5-2a4b-4c24-8466-13e3b9f9beaf" providerId="ADAL" clId="{2AF2F751-D258-4A9A-BE19-3D3001F5ECAD}" dt="2026-09-22T07:17:19.340" v="3608" actId="20577"/>
          <ac:spMkLst>
            <pc:docMk/>
            <pc:sldMk cId="4122308118" sldId="2147483617"/>
            <ac:spMk id="3" creationId="{400864A3-84C9-BF63-E78A-6234F7832030}"/>
          </ac:spMkLst>
        </pc:spChg>
        <pc:spChg chg="mod">
          <ac:chgData name="김태승(TAESEUNG KIM)[kim_ts]/사원/제조DX.자동보정.조립자동보정팀" userId="dcaa50d5-2a4b-4c24-8466-13e3b9f9beaf" providerId="ADAL" clId="{2AF2F751-D258-4A9A-BE19-3D3001F5ECAD}" dt="2026-09-22T07:17:29.387" v="3614" actId="20577"/>
          <ac:spMkLst>
            <pc:docMk/>
            <pc:sldMk cId="4122308118" sldId="2147483617"/>
            <ac:spMk id="4" creationId="{BE104905-26D4-2B6E-B759-C2B6927D4EE8}"/>
          </ac:spMkLst>
        </pc:spChg>
        <pc:spChg chg="mod">
          <ac:chgData name="김태승(TAESEUNG KIM)[kim_ts]/사원/제조DX.자동보정.조립자동보정팀" userId="dcaa50d5-2a4b-4c24-8466-13e3b9f9beaf" providerId="ADAL" clId="{2AF2F751-D258-4A9A-BE19-3D3001F5ECAD}" dt="2026-09-22T07:17:33.937" v="3620" actId="20577"/>
          <ac:spMkLst>
            <pc:docMk/>
            <pc:sldMk cId="4122308118" sldId="2147483617"/>
            <ac:spMk id="42" creationId="{51BF0D86-1DF9-4CDD-9ADF-D9D78254A144}"/>
          </ac:spMkLst>
        </pc:spChg>
        <pc:graphicFrameChg chg="mod modGraphic">
          <ac:chgData name="김태승(TAESEUNG KIM)[kim_ts]/사원/제조DX.자동보정.조립자동보정팀" userId="dcaa50d5-2a4b-4c24-8466-13e3b9f9beaf" providerId="ADAL" clId="{2AF2F751-D258-4A9A-BE19-3D3001F5ECAD}" dt="2026-09-22T07:20:26.235" v="3677" actId="20577"/>
          <ac:graphicFrameMkLst>
            <pc:docMk/>
            <pc:sldMk cId="4122308118" sldId="2147483617"/>
            <ac:graphicFrameMk id="9" creationId="{BB054EC1-1123-65FC-CE1F-0946B478AB40}"/>
          </ac:graphicFrameMkLst>
        </pc:graphicFrameChg>
      </pc:sldChg>
    </pc:docChg>
  </pc:docChgLst>
  <pc:docChgLst>
    <pc:chgData name="김치완(CHIWAN KIM)[kimchiwan04]/책임/제조DX.자동보정.RSND자동보정팀" userId="S::kimchiwan04@lgensol.com::022829bc-3ea1-441b-b8a3-451705c4a94d" providerId="AD" clId="Web-{738BBBCE-6DA9-452B-A1BA-F6D374CFF34D}"/>
    <pc:docChg chg="addSld modSection">
      <pc:chgData name="김치완(CHIWAN KIM)[kimchiwan04]/책임/제조DX.자동보정.RSND자동보정팀" userId="S::kimchiwan04@lgensol.com::022829bc-3ea1-441b-b8a3-451705c4a94d" providerId="AD" clId="Web-{738BBBCE-6DA9-452B-A1BA-F6D374CFF34D}" dt="2026-08-23T23:24:38.092" v="0"/>
      <pc:docMkLst>
        <pc:docMk/>
      </pc:docMkLst>
    </pc:docChg>
  </pc:docChgLst>
  <pc:docChgLst>
    <pc:chgData name="차영은(YEONGEUN CHA)[yeongeun.cha]/선임/제조DX.자동보정.RSND자동보정팀" userId="e4ba232c-cf2d-4452-bd1b-f0a465a6692d" providerId="ADAL" clId="{FC951AE1-9F7E-4D28-8999-2A6E8BC4175C}"/>
    <pc:docChg chg="delSld modSld modMainMaster modSection">
      <pc:chgData name="차영은(YEONGEUN CHA)[yeongeun.cha]/선임/제조DX.자동보정.RSND자동보정팀" userId="e4ba232c-cf2d-4452-bd1b-f0a465a6692d" providerId="ADAL" clId="{FC951AE1-9F7E-4D28-8999-2A6E8BC4175C}" dt="2026-08-13T05:05:59.143" v="477" actId="20577"/>
      <pc:docMkLst>
        <pc:docMk/>
      </pc:docMkLst>
      <pc:sldChg chg="modSp mod">
        <pc:chgData name="차영은(YEONGEUN CHA)[yeongeun.cha]/선임/제조DX.자동보정.RSND자동보정팀" userId="e4ba232c-cf2d-4452-bd1b-f0a465a6692d" providerId="ADAL" clId="{FC951AE1-9F7E-4D28-8999-2A6E8BC4175C}" dt="2026-08-13T04:53:31.251" v="450" actId="20577"/>
        <pc:sldMkLst>
          <pc:docMk/>
          <pc:sldMk cId="1770964036" sldId="258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3:31.251" v="450" actId="20577"/>
          <ac:spMkLst>
            <pc:docMk/>
            <pc:sldMk cId="1770964036" sldId="258"/>
            <ac:spMk id="16" creationId="{769F82A6-8E4D-553A-903B-600E937C469F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2:35.688" v="410" actId="20577"/>
        <pc:sldMkLst>
          <pc:docMk/>
          <pc:sldMk cId="1329909849" sldId="261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2:35.688" v="410" actId="20577"/>
          <ac:spMkLst>
            <pc:docMk/>
            <pc:sldMk cId="1329909849" sldId="261"/>
            <ac:spMk id="7" creationId="{C19DCC39-960B-65E7-46B8-BF0210E803F4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3:18.172" v="442" actId="20577"/>
        <pc:sldMkLst>
          <pc:docMk/>
          <pc:sldMk cId="1869027073" sldId="292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3:18.172" v="442" actId="20577"/>
          <ac:spMkLst>
            <pc:docMk/>
            <pc:sldMk cId="1869027073" sldId="292"/>
            <ac:spMk id="17" creationId="{DD8A8BFB-82B0-7CA3-F563-3B89FFC8544A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2T00:01:55.148" v="60" actId="20577"/>
        <pc:sldMkLst>
          <pc:docMk/>
          <pc:sldMk cId="1554108962" sldId="305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1T23:57:46.322" v="31" actId="20577"/>
          <ac:spMkLst>
            <pc:docMk/>
            <pc:sldMk cId="1554108962" sldId="305"/>
            <ac:spMk id="44" creationId="{6F3BC2FF-E945-9DC3-7A0D-1FE966BFB24D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6:40.693" v="462" actId="20577"/>
        <pc:sldMkLst>
          <pc:docMk/>
          <pc:sldMk cId="4130363636" sldId="315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6:40.693" v="462" actId="20577"/>
          <ac:spMkLst>
            <pc:docMk/>
            <pc:sldMk cId="4130363636" sldId="315"/>
            <ac:spMk id="34" creationId="{7217F62E-90E7-DED9-CE10-DEE308B82A56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2:48.994" v="422" actId="20577"/>
        <pc:sldMkLst>
          <pc:docMk/>
          <pc:sldMk cId="1767993320" sldId="324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2:48.994" v="422" actId="20577"/>
          <ac:spMkLst>
            <pc:docMk/>
            <pc:sldMk cId="1767993320" sldId="324"/>
            <ac:spMk id="16" creationId="{F49D00FE-AF2E-74AA-4922-481FEC90E68B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2:55.667" v="426" actId="20577"/>
        <pc:sldMkLst>
          <pc:docMk/>
          <pc:sldMk cId="679677941" sldId="339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2:55.667" v="426" actId="20577"/>
          <ac:spMkLst>
            <pc:docMk/>
            <pc:sldMk cId="679677941" sldId="339"/>
            <ac:spMk id="7" creationId="{C19DCC39-960B-65E7-46B8-BF0210E803F4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7:29.092" v="470" actId="20577"/>
        <pc:sldMkLst>
          <pc:docMk/>
          <pc:sldMk cId="302398732" sldId="350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7:29.092" v="470" actId="20577"/>
          <ac:spMkLst>
            <pc:docMk/>
            <pc:sldMk cId="302398732" sldId="350"/>
            <ac:spMk id="17" creationId="{05156B74-DBA0-193F-AAE2-377FD903BEEB}"/>
          </ac:spMkLst>
        </pc:spChg>
        <pc:graphicFrameChg chg="modGraphic">
          <ac:chgData name="차영은(YEONGEUN CHA)[yeongeun.cha]/선임/제조DX.자동보정.RSND자동보정팀" userId="e4ba232c-cf2d-4452-bd1b-f0a465a6692d" providerId="ADAL" clId="{FC951AE1-9F7E-4D28-8999-2A6E8BC4175C}" dt="2026-08-13T04:57:24.764" v="468" actId="20577"/>
          <ac:graphicFrameMkLst>
            <pc:docMk/>
            <pc:sldMk cId="302398732" sldId="350"/>
            <ac:graphicFrameMk id="23" creationId="{50F47115-DA06-AF12-182F-F6F614EAC07D}"/>
          </ac:graphicFrameMkLst>
        </pc:graphicFrame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6:44.452" v="466" actId="20577"/>
        <pc:sldMkLst>
          <pc:docMk/>
          <pc:sldMk cId="3515206283" sldId="368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6:44.452" v="466" actId="20577"/>
          <ac:spMkLst>
            <pc:docMk/>
            <pc:sldMk cId="3515206283" sldId="368"/>
            <ac:spMk id="115" creationId="{9AB0CFA3-6992-FB78-C56A-76216688921E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5:05:54.086" v="475" actId="20577"/>
        <pc:sldMkLst>
          <pc:docMk/>
          <pc:sldMk cId="3501312549" sldId="380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5:05:54.086" v="475" actId="20577"/>
          <ac:spMkLst>
            <pc:docMk/>
            <pc:sldMk cId="3501312549" sldId="380"/>
            <ac:spMk id="13" creationId="{B1F6AF25-0D3A-5DEF-1701-94ABFC49567D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3:15.113" v="440" actId="20577"/>
        <pc:sldMkLst>
          <pc:docMk/>
          <pc:sldMk cId="4294123761" sldId="395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3:15.113" v="440" actId="20577"/>
          <ac:spMkLst>
            <pc:docMk/>
            <pc:sldMk cId="4294123761" sldId="395"/>
            <ac:spMk id="18" creationId="{C7962FBE-3804-8B3F-2079-18AC5693C20D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2:59.450" v="430" actId="20577"/>
        <pc:sldMkLst>
          <pc:docMk/>
          <pc:sldMk cId="907841183" sldId="396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2:59.450" v="430" actId="20577"/>
          <ac:spMkLst>
            <pc:docMk/>
            <pc:sldMk cId="907841183" sldId="396"/>
            <ac:spMk id="16" creationId="{F49D00FE-AF2E-74AA-4922-481FEC90E68B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3:34.626" v="454" actId="20577"/>
        <pc:sldMkLst>
          <pc:docMk/>
          <pc:sldMk cId="2964207914" sldId="399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3:34.626" v="454" actId="20577"/>
          <ac:spMkLst>
            <pc:docMk/>
            <pc:sldMk cId="2964207914" sldId="399"/>
            <ac:spMk id="16" creationId="{769F82A6-8E4D-553A-903B-600E937C469F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2T00:03:11.296" v="398" actId="207"/>
        <pc:sldMkLst>
          <pc:docMk/>
          <pc:sldMk cId="4050359468" sldId="400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1T23:57:34.884" v="27" actId="20577"/>
          <ac:spMkLst>
            <pc:docMk/>
            <pc:sldMk cId="4050359468" sldId="400"/>
            <ac:spMk id="6" creationId="{8434DB26-0989-42D9-FE33-922D5D878913}"/>
          </ac:spMkLst>
        </pc:spChg>
        <pc:spChg chg="mod">
          <ac:chgData name="차영은(YEONGEUN CHA)[yeongeun.cha]/선임/제조DX.자동보정.RSND자동보정팀" userId="e4ba232c-cf2d-4452-bd1b-f0a465a6692d" providerId="ADAL" clId="{FC951AE1-9F7E-4D28-8999-2A6E8BC4175C}" dt="2026-08-12T00:00:48.660" v="40" actId="20577"/>
          <ac:spMkLst>
            <pc:docMk/>
            <pc:sldMk cId="4050359468" sldId="400"/>
            <ac:spMk id="79" creationId="{6A48F3AD-C54E-4294-1198-C0F435D563BC}"/>
          </ac:spMkLst>
        </pc:spChg>
        <pc:spChg chg="mod">
          <ac:chgData name="차영은(YEONGEUN CHA)[yeongeun.cha]/선임/제조DX.자동보정.RSND자동보정팀" userId="e4ba232c-cf2d-4452-bd1b-f0a465a6692d" providerId="ADAL" clId="{FC951AE1-9F7E-4D28-8999-2A6E8BC4175C}" dt="2026-08-12T00:03:11.296" v="398" actId="207"/>
          <ac:spMkLst>
            <pc:docMk/>
            <pc:sldMk cId="4050359468" sldId="400"/>
            <ac:spMk id="105" creationId="{2771C1D7-2247-F8F9-F1AA-79933194FFF0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2:44.817" v="418" actId="20577"/>
        <pc:sldMkLst>
          <pc:docMk/>
          <pc:sldMk cId="2867748510" sldId="408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2:44.817" v="418" actId="20577"/>
          <ac:spMkLst>
            <pc:docMk/>
            <pc:sldMk cId="2867748510" sldId="408"/>
            <ac:spMk id="16" creationId="{432BB680-BBED-2F2B-C789-5B3A61E89253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5:05:59.143" v="477" actId="20577"/>
        <pc:sldMkLst>
          <pc:docMk/>
          <pc:sldMk cId="3908212712" sldId="413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5:05:59.143" v="477" actId="20577"/>
          <ac:spMkLst>
            <pc:docMk/>
            <pc:sldMk cId="3908212712" sldId="413"/>
            <ac:spMk id="30" creationId="{7673F75A-473D-96CE-E0D3-994F08DCA38E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2:41.025" v="414" actId="20577"/>
        <pc:sldMkLst>
          <pc:docMk/>
          <pc:sldMk cId="215568041" sldId="430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2:41.025" v="414" actId="20577"/>
          <ac:spMkLst>
            <pc:docMk/>
            <pc:sldMk cId="215568041" sldId="430"/>
            <ac:spMk id="16" creationId="{432BB680-BBED-2F2B-C789-5B3A61E89253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7:32.609" v="472" actId="20577"/>
        <pc:sldMkLst>
          <pc:docMk/>
          <pc:sldMk cId="2833016045" sldId="439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7:32.609" v="472" actId="20577"/>
          <ac:spMkLst>
            <pc:docMk/>
            <pc:sldMk cId="2833016045" sldId="439"/>
            <ac:spMk id="17" creationId="{7848A371-948A-02A2-68F8-759D5B9F87B0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0T09:18:00.151" v="23" actId="20577"/>
        <pc:sldMkLst>
          <pc:docMk/>
          <pc:sldMk cId="2751367990" sldId="746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0T09:18:00.151" v="23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2:19.946" v="402" actId="20577"/>
        <pc:sldMkLst>
          <pc:docMk/>
          <pc:sldMk cId="722830885" sldId="2147483567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2:19.946" v="402" actId="20577"/>
          <ac:spMkLst>
            <pc:docMk/>
            <pc:sldMk cId="722830885" sldId="2147483567"/>
            <ac:spMk id="3" creationId="{CF7DF637-B763-9B8A-71B0-2646E19C7B8C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FC951AE1-9F7E-4D28-8999-2A6E8BC4175C}" dt="2026-08-13T04:52:23.938" v="406" actId="20577"/>
        <pc:sldMkLst>
          <pc:docMk/>
          <pc:sldMk cId="2078861670" sldId="2147483568"/>
        </pc:sldMkLst>
        <pc:spChg chg="mod">
          <ac:chgData name="차영은(YEONGEUN CHA)[yeongeun.cha]/선임/제조DX.자동보정.RSND자동보정팀" userId="e4ba232c-cf2d-4452-bd1b-f0a465a6692d" providerId="ADAL" clId="{FC951AE1-9F7E-4D28-8999-2A6E8BC4175C}" dt="2026-08-13T04:52:23.938" v="406" actId="20577"/>
          <ac:spMkLst>
            <pc:docMk/>
            <pc:sldMk cId="2078861670" sldId="2147483568"/>
            <ac:spMk id="4" creationId="{9D656C96-D651-9EA6-9AEA-D6D5526F51A2}"/>
          </ac:spMkLst>
        </pc:spChg>
      </pc:sldChg>
      <pc:sldMasterChg chg="modSldLayout">
        <pc:chgData name="차영은(YEONGEUN CHA)[yeongeun.cha]/선임/제조DX.자동보정.RSND자동보정팀" userId="e4ba232c-cf2d-4452-bd1b-f0a465a6692d" providerId="ADAL" clId="{FC951AE1-9F7E-4D28-8999-2A6E8BC4175C}" dt="2026-08-10T09:17:30.782" v="13" actId="20577"/>
        <pc:sldMasterMkLst>
          <pc:docMk/>
          <pc:sldMasterMk cId="2856474258" sldId="2147483926"/>
        </pc:sldMasterMkLst>
        <pc:sldLayoutChg chg="modSp mod">
          <pc:chgData name="차영은(YEONGEUN CHA)[yeongeun.cha]/선임/제조DX.자동보정.RSND자동보정팀" userId="e4ba232c-cf2d-4452-bd1b-f0a465a6692d" providerId="ADAL" clId="{FC951AE1-9F7E-4D28-8999-2A6E8BC4175C}" dt="2026-08-10T09:17:25.733" v="11" actId="20577"/>
          <pc:sldLayoutMkLst>
            <pc:docMk/>
            <pc:sldMasterMk cId="2856474258" sldId="2147483926"/>
            <pc:sldLayoutMk cId="1399280870" sldId="2147483927"/>
          </pc:sldLayoutMkLst>
          <pc:graphicFrameChg chg="modGraphic">
            <ac:chgData name="차영은(YEONGEUN CHA)[yeongeun.cha]/선임/제조DX.자동보정.RSND자동보정팀" userId="e4ba232c-cf2d-4452-bd1b-f0a465a6692d" providerId="ADAL" clId="{FC951AE1-9F7E-4D28-8999-2A6E8BC4175C}" dt="2026-08-10T09:17:23.221" v="9" actId="20577"/>
            <ac:graphicFrameMkLst>
              <pc:docMk/>
              <pc:sldMasterMk cId="2856474258" sldId="2147483926"/>
              <pc:sldLayoutMk cId="1399280870" sldId="2147483927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FC951AE1-9F7E-4D28-8999-2A6E8BC4175C}" dt="2026-08-10T09:17:25.733" v="11" actId="20577"/>
            <ac:graphicFrameMkLst>
              <pc:docMk/>
              <pc:sldMasterMk cId="2856474258" sldId="2147483926"/>
              <pc:sldLayoutMk cId="1399280870" sldId="2147483927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FC951AE1-9F7E-4D28-8999-2A6E8BC4175C}" dt="2026-08-10T09:17:30.782" v="13" actId="20577"/>
          <pc:sldLayoutMkLst>
            <pc:docMk/>
            <pc:sldMasterMk cId="2856474258" sldId="2147483926"/>
            <pc:sldLayoutMk cId="383816557" sldId="2147483928"/>
          </pc:sldLayoutMkLst>
          <pc:graphicFrameChg chg="modGraphic">
            <ac:chgData name="차영은(YEONGEUN CHA)[yeongeun.cha]/선임/제조DX.자동보정.RSND자동보정팀" userId="e4ba232c-cf2d-4452-bd1b-f0a465a6692d" providerId="ADAL" clId="{FC951AE1-9F7E-4D28-8999-2A6E8BC4175C}" dt="2026-08-10T09:17:30.782" v="13" actId="20577"/>
            <ac:graphicFrameMkLst>
              <pc:docMk/>
              <pc:sldMasterMk cId="2856474258" sldId="2147483926"/>
              <pc:sldLayoutMk cId="383816557" sldId="2147483928"/>
              <ac:graphicFrameMk id="3" creationId="{8100811F-687F-3281-8CE1-309FC13722E0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FC951AE1-9F7E-4D28-8999-2A6E8BC4175C}" dt="2026-08-10T09:17:17.828" v="7" actId="20577"/>
          <pc:sldLayoutMkLst>
            <pc:docMk/>
            <pc:sldMasterMk cId="2856474258" sldId="2147483926"/>
            <pc:sldLayoutMk cId="431942297" sldId="2147483956"/>
          </pc:sldLayoutMkLst>
          <pc:graphicFrameChg chg="modGraphic">
            <ac:chgData name="차영은(YEONGEUN CHA)[yeongeun.cha]/선임/제조DX.자동보정.RSND자동보정팀" userId="e4ba232c-cf2d-4452-bd1b-f0a465a6692d" providerId="ADAL" clId="{FC951AE1-9F7E-4D28-8999-2A6E8BC4175C}" dt="2026-08-10T09:17:15.127" v="5" actId="20577"/>
            <ac:graphicFrameMkLst>
              <pc:docMk/>
              <pc:sldMasterMk cId="2856474258" sldId="2147483926"/>
              <pc:sldLayoutMk cId="431942297" sldId="2147483956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FC951AE1-9F7E-4D28-8999-2A6E8BC4175C}" dt="2026-08-10T09:17:17.828" v="7" actId="20577"/>
            <ac:graphicFrameMkLst>
              <pc:docMk/>
              <pc:sldMasterMk cId="2856474258" sldId="2147483926"/>
              <pc:sldLayoutMk cId="431942297" sldId="2147483956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FC951AE1-9F7E-4D28-8999-2A6E8BC4175C}" dt="2026-08-10T09:17:07.407" v="3" actId="20577"/>
          <pc:sldLayoutMkLst>
            <pc:docMk/>
            <pc:sldMasterMk cId="2856474258" sldId="2147483926"/>
            <pc:sldLayoutMk cId="431942297" sldId="2147483962"/>
          </pc:sldLayoutMkLst>
          <pc:graphicFrameChg chg="modGraphic">
            <ac:chgData name="차영은(YEONGEUN CHA)[yeongeun.cha]/선임/제조DX.자동보정.RSND자동보정팀" userId="e4ba232c-cf2d-4452-bd1b-f0a465a6692d" providerId="ADAL" clId="{FC951AE1-9F7E-4D28-8999-2A6E8BC4175C}" dt="2026-08-10T09:17:04.606" v="1" actId="20577"/>
            <ac:graphicFrameMkLst>
              <pc:docMk/>
              <pc:sldMasterMk cId="2856474258" sldId="2147483926"/>
              <pc:sldLayoutMk cId="431942297" sldId="2147483962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FC951AE1-9F7E-4D28-8999-2A6E8BC4175C}" dt="2026-08-10T09:17:07.407" v="3" actId="20577"/>
            <ac:graphicFrameMkLst>
              <pc:docMk/>
              <pc:sldMasterMk cId="2856474258" sldId="2147483926"/>
              <pc:sldLayoutMk cId="431942297" sldId="2147483962"/>
              <ac:graphicFrameMk id="33" creationId="{3833E550-6C35-B912-9D04-3025DA16CA8C}"/>
            </ac:graphicFrameMkLst>
          </pc:graphicFrameChg>
        </pc:sldLayoutChg>
      </pc:sldMasterChg>
      <pc:sldMasterChg chg="modSldLayout">
        <pc:chgData name="차영은(YEONGEUN CHA)[yeongeun.cha]/선임/제조DX.자동보정.RSND자동보정팀" userId="e4ba232c-cf2d-4452-bd1b-f0a465a6692d" providerId="ADAL" clId="{FC951AE1-9F7E-4D28-8999-2A6E8BC4175C}" dt="2026-08-10T09:17:47.900" v="19" actId="20577"/>
        <pc:sldMasterMkLst>
          <pc:docMk/>
          <pc:sldMasterMk cId="3554001616" sldId="2147483943"/>
        </pc:sldMasterMkLst>
        <pc:sldLayoutChg chg="modSp mod">
          <pc:chgData name="차영은(YEONGEUN CHA)[yeongeun.cha]/선임/제조DX.자동보정.RSND자동보정팀" userId="e4ba232c-cf2d-4452-bd1b-f0a465a6692d" providerId="ADAL" clId="{FC951AE1-9F7E-4D28-8999-2A6E8BC4175C}" dt="2026-08-10T09:17:43.533" v="17" actId="20577"/>
          <pc:sldLayoutMkLst>
            <pc:docMk/>
            <pc:sldMasterMk cId="3554001616" sldId="2147483943"/>
            <pc:sldLayoutMk cId="1070217101" sldId="2147483945"/>
          </pc:sldLayoutMkLst>
          <pc:graphicFrameChg chg="modGraphic">
            <ac:chgData name="차영은(YEONGEUN CHA)[yeongeun.cha]/선임/제조DX.자동보정.RSND자동보정팀" userId="e4ba232c-cf2d-4452-bd1b-f0a465a6692d" providerId="ADAL" clId="{FC951AE1-9F7E-4D28-8999-2A6E8BC4175C}" dt="2026-08-10T09:17:41.182" v="15" actId="20577"/>
            <ac:graphicFrameMkLst>
              <pc:docMk/>
              <pc:sldMasterMk cId="3554001616" sldId="2147483943"/>
              <pc:sldLayoutMk cId="1070217101" sldId="2147483945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FC951AE1-9F7E-4D28-8999-2A6E8BC4175C}" dt="2026-08-10T09:17:43.533" v="17" actId="20577"/>
            <ac:graphicFrameMkLst>
              <pc:docMk/>
              <pc:sldMasterMk cId="3554001616" sldId="2147483943"/>
              <pc:sldLayoutMk cId="1070217101" sldId="2147483945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FC951AE1-9F7E-4D28-8999-2A6E8BC4175C}" dt="2026-08-10T09:17:47.900" v="19" actId="20577"/>
          <pc:sldLayoutMkLst>
            <pc:docMk/>
            <pc:sldMasterMk cId="3554001616" sldId="2147483943"/>
            <pc:sldLayoutMk cId="4071920373" sldId="2147483946"/>
          </pc:sldLayoutMkLst>
          <pc:graphicFrameChg chg="modGraphic">
            <ac:chgData name="차영은(YEONGEUN CHA)[yeongeun.cha]/선임/제조DX.자동보정.RSND자동보정팀" userId="e4ba232c-cf2d-4452-bd1b-f0a465a6692d" providerId="ADAL" clId="{FC951AE1-9F7E-4D28-8999-2A6E8BC4175C}" dt="2026-08-10T09:17:47.900" v="19" actId="20577"/>
            <ac:graphicFrameMkLst>
              <pc:docMk/>
              <pc:sldMasterMk cId="3554001616" sldId="2147483943"/>
              <pc:sldLayoutMk cId="4071920373" sldId="2147483946"/>
              <ac:graphicFrameMk id="3" creationId="{8100811F-687F-3281-8CE1-309FC13722E0}"/>
            </ac:graphicFrameMkLst>
          </pc:graphicFrameChg>
        </pc:sldLayoutChg>
      </pc:sldMasterChg>
    </pc:docChg>
  </pc:docChgLst>
  <pc:docChgLst>
    <pc:chgData name="임성현(SUNGHYEUN LIM)[limsh0]/선임/제조DX.자동보정.MC자동보정팀" userId="98668b4a-da00-402d-a6a4-d7a97d064261" providerId="ADAL" clId="{92F81890-A803-44A4-A3AE-57C74254F598}"/>
    <pc:docChg chg="undo custSel modSld">
      <pc:chgData name="임성현(SUNGHYEUN LIM)[limsh0]/선임/제조DX.자동보정.MC자동보정팀" userId="98668b4a-da00-402d-a6a4-d7a97d064261" providerId="ADAL" clId="{92F81890-A803-44A4-A3AE-57C74254F598}" dt="2026-09-07T17:57:05.092" v="325" actId="20577"/>
      <pc:docMkLst>
        <pc:docMk/>
      </pc:docMkLst>
      <pc:sldChg chg="modSp mod">
        <pc:chgData name="임성현(SUNGHYEUN LIM)[limsh0]/선임/제조DX.자동보정.MC자동보정팀" userId="98668b4a-da00-402d-a6a4-d7a97d064261" providerId="ADAL" clId="{92F81890-A803-44A4-A3AE-57C74254F598}" dt="2026-09-07T17:50:35.405" v="0" actId="207"/>
        <pc:sldMkLst>
          <pc:docMk/>
          <pc:sldMk cId="1123662655" sldId="267"/>
        </pc:sldMkLst>
        <pc:spChg chg="mod">
          <ac:chgData name="임성현(SUNGHYEUN LIM)[limsh0]/선임/제조DX.자동보정.MC자동보정팀" userId="98668b4a-da00-402d-a6a4-d7a97d064261" providerId="ADAL" clId="{92F81890-A803-44A4-A3AE-57C74254F598}" dt="2026-09-07T17:50:35.405" v="0" actId="207"/>
          <ac:spMkLst>
            <pc:docMk/>
            <pc:sldMk cId="1123662655" sldId="267"/>
            <ac:spMk id="15" creationId="{60D418AC-87D1-1361-F382-54580D486581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92F81890-A803-44A4-A3AE-57C74254F598}" dt="2026-09-07T17:57:05.092" v="325" actId="20577"/>
        <pc:sldMkLst>
          <pc:docMk/>
          <pc:sldMk cId="4187601064" sldId="345"/>
        </pc:sldMkLst>
        <pc:spChg chg="mod">
          <ac:chgData name="임성현(SUNGHYEUN LIM)[limsh0]/선임/제조DX.자동보정.MC자동보정팀" userId="98668b4a-da00-402d-a6a4-d7a97d064261" providerId="ADAL" clId="{92F81890-A803-44A4-A3AE-57C74254F598}" dt="2026-09-07T17:57:05.092" v="325" actId="20577"/>
          <ac:spMkLst>
            <pc:docMk/>
            <pc:sldMk cId="4187601064" sldId="345"/>
            <ac:spMk id="2" creationId="{EFFD9222-750B-0C33-61D4-1841F0B4A5AA}"/>
          </ac:spMkLst>
        </pc:spChg>
        <pc:spChg chg="mod">
          <ac:chgData name="임성현(SUNGHYEUN LIM)[limsh0]/선임/제조DX.자동보정.MC자동보정팀" userId="98668b4a-da00-402d-a6a4-d7a97d064261" providerId="ADAL" clId="{92F81890-A803-44A4-A3AE-57C74254F598}" dt="2026-09-07T17:55:45.053" v="45" actId="20577"/>
          <ac:spMkLst>
            <pc:docMk/>
            <pc:sldMk cId="4187601064" sldId="345"/>
            <ac:spMk id="34" creationId="{D8B60436-CB69-037E-0252-E096A9F06E49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92F81890-A803-44A4-A3AE-57C74254F598}" dt="2026-09-07T17:56:10.192" v="104"/>
        <pc:sldMkLst>
          <pc:docMk/>
          <pc:sldMk cId="1274175196" sldId="363"/>
        </pc:sldMkLst>
        <pc:spChg chg="mod">
          <ac:chgData name="임성현(SUNGHYEUN LIM)[limsh0]/선임/제조DX.자동보정.MC자동보정팀" userId="98668b4a-da00-402d-a6a4-d7a97d064261" providerId="ADAL" clId="{92F81890-A803-44A4-A3AE-57C74254F598}" dt="2026-09-07T17:55:39.474" v="43" actId="20577"/>
          <ac:spMkLst>
            <pc:docMk/>
            <pc:sldMk cId="1274175196" sldId="363"/>
            <ac:spMk id="15" creationId="{63581BCC-B406-BB6D-92B5-712858506435}"/>
          </ac:spMkLst>
        </pc:spChg>
        <pc:graphicFrameChg chg="mod modGraphic">
          <ac:chgData name="임성현(SUNGHYEUN LIM)[limsh0]/선임/제조DX.자동보정.MC자동보정팀" userId="98668b4a-da00-402d-a6a4-d7a97d064261" providerId="ADAL" clId="{92F81890-A803-44A4-A3AE-57C74254F598}" dt="2026-09-07T17:56:10.192" v="104"/>
          <ac:graphicFrameMkLst>
            <pc:docMk/>
            <pc:sldMk cId="1274175196" sldId="363"/>
            <ac:graphicFrameMk id="11" creationId="{CF43CAF0-18FC-16A9-D98D-0BAADCCBFE5B}"/>
          </ac:graphicFrameMkLst>
        </pc:graphicFrameChg>
      </pc:sldChg>
    </pc:docChg>
  </pc:docChgLst>
  <pc:docChgLst>
    <pc:chgData name="이상용(SANGYONG LEE)[lsy0500]/책임/제조DX.자동보정.RSND자동보정팀" userId="S::lsy0500@lgensol.com::6e1e2dff-ff3a-45ae-b062-b7c6f0b8ce1b" providerId="AD" clId="Web-{9F1ECD3F-52EC-14B9-0D53-0F44C0A2B872}"/>
    <pc:docChg chg="modSld">
      <pc:chgData name="이상용(SANGYONG LEE)[lsy0500]/책임/제조DX.자동보정.RSND자동보정팀" userId="S::lsy0500@lgensol.com::6e1e2dff-ff3a-45ae-b062-b7c6f0b8ce1b" providerId="AD" clId="Web-{9F1ECD3F-52EC-14B9-0D53-0F44C0A2B872}" dt="2026-08-11T23:56:38.034" v="7" actId="20577"/>
      <pc:docMkLst>
        <pc:docMk/>
      </pc:docMkLst>
      <pc:sldChg chg="modSp">
        <pc:chgData name="이상용(SANGYONG LEE)[lsy0500]/책임/제조DX.자동보정.RSND자동보정팀" userId="S::lsy0500@lgensol.com::6e1e2dff-ff3a-45ae-b062-b7c6f0b8ce1b" providerId="AD" clId="Web-{9F1ECD3F-52EC-14B9-0D53-0F44C0A2B872}" dt="2026-08-11T23:54:48.624" v="0" actId="20577"/>
        <pc:sldMkLst>
          <pc:docMk/>
          <pc:sldMk cId="3355297601" sldId="278"/>
        </pc:sldMkLst>
        <pc:spChg chg="mod">
          <ac:chgData name="이상용(SANGYONG LEE)[lsy0500]/책임/제조DX.자동보정.RSND자동보정팀" userId="S::lsy0500@lgensol.com::6e1e2dff-ff3a-45ae-b062-b7c6f0b8ce1b" providerId="AD" clId="Web-{9F1ECD3F-52EC-14B9-0D53-0F44C0A2B872}" dt="2026-08-11T23:54:48.624" v="0" actId="20577"/>
          <ac:spMkLst>
            <pc:docMk/>
            <pc:sldMk cId="3355297601" sldId="278"/>
            <ac:spMk id="7" creationId="{5F6DCF5A-C812-C79A-3E4D-3B5DB39B7269}"/>
          </ac:spMkLst>
        </pc:spChg>
      </pc:sldChg>
      <pc:sldChg chg="modSp">
        <pc:chgData name="이상용(SANGYONG LEE)[lsy0500]/책임/제조DX.자동보정.RSND자동보정팀" userId="S::lsy0500@lgensol.com::6e1e2dff-ff3a-45ae-b062-b7c6f0b8ce1b" providerId="AD" clId="Web-{9F1ECD3F-52EC-14B9-0D53-0F44C0A2B872}" dt="2026-08-11T23:56:38.034" v="7" actId="20577"/>
        <pc:sldMkLst>
          <pc:docMk/>
          <pc:sldMk cId="556584264" sldId="440"/>
        </pc:sldMkLst>
        <pc:spChg chg="mod">
          <ac:chgData name="이상용(SANGYONG LEE)[lsy0500]/책임/제조DX.자동보정.RSND자동보정팀" userId="S::lsy0500@lgensol.com::6e1e2dff-ff3a-45ae-b062-b7c6f0b8ce1b" providerId="AD" clId="Web-{9F1ECD3F-52EC-14B9-0D53-0F44C0A2B872}" dt="2026-08-11T23:56:38.034" v="7" actId="20577"/>
          <ac:spMkLst>
            <pc:docMk/>
            <pc:sldMk cId="556584264" sldId="440"/>
            <ac:spMk id="7" creationId="{5F6DCF5A-C812-C79A-3E4D-3B5DB39B7269}"/>
          </ac:spMkLst>
        </pc:spChg>
      </pc:sldChg>
      <pc:sldChg chg="modSp">
        <pc:chgData name="이상용(SANGYONG LEE)[lsy0500]/책임/제조DX.자동보정.RSND자동보정팀" userId="S::lsy0500@lgensol.com::6e1e2dff-ff3a-45ae-b062-b7c6f0b8ce1b" providerId="AD" clId="Web-{9F1ECD3F-52EC-14B9-0D53-0F44C0A2B872}" dt="2026-08-11T23:55:25.782" v="4" actId="20577"/>
        <pc:sldMkLst>
          <pc:docMk/>
          <pc:sldMk cId="1671109175" sldId="2147483647"/>
        </pc:sldMkLst>
        <pc:spChg chg="mod">
          <ac:chgData name="이상용(SANGYONG LEE)[lsy0500]/책임/제조DX.자동보정.RSND자동보정팀" userId="S::lsy0500@lgensol.com::6e1e2dff-ff3a-45ae-b062-b7c6f0b8ce1b" providerId="AD" clId="Web-{9F1ECD3F-52EC-14B9-0D53-0F44C0A2B872}" dt="2026-08-11T23:55:25.782" v="4" actId="20577"/>
          <ac:spMkLst>
            <pc:docMk/>
            <pc:sldMk cId="1671109175" sldId="2147483647"/>
            <ac:spMk id="7" creationId="{5F6DCF5A-C812-C79A-3E4D-3B5DB39B7269}"/>
          </ac:spMkLst>
        </pc:spChg>
      </pc:sldChg>
    </pc:docChg>
  </pc:docChgLst>
  <pc:docChgLst>
    <pc:chgData name="김종환(JONGHWAN KIM)[jhkim1750]/책임/제조DX.자동보정.MC자동보정팀" userId="85eb5721-10b6-43e6-be8d-61a2287bb1b3" providerId="ADAL" clId="{7BD580E4-639F-4F6C-A704-19D91EB7ADF8}"/>
    <pc:docChg chg="undo custSel modSld">
      <pc:chgData name="김종환(JONGHWAN KIM)[jhkim1750]/책임/제조DX.자동보정.MC자동보정팀" userId="85eb5721-10b6-43e6-be8d-61a2287bb1b3" providerId="ADAL" clId="{7BD580E4-639F-4F6C-A704-19D91EB7ADF8}" dt="2026-08-26T05:28:23.500" v="3413"/>
      <pc:docMkLst>
        <pc:docMk/>
      </pc:docMkLst>
      <pc:sldChg chg="modSp mod">
        <pc:chgData name="김종환(JONGHWAN KIM)[jhkim1750]/책임/제조DX.자동보정.MC자동보정팀" userId="85eb5721-10b6-43e6-be8d-61a2287bb1b3" providerId="ADAL" clId="{7BD580E4-639F-4F6C-A704-19D91EB7ADF8}" dt="2026-08-26T05:28:23.500" v="3413"/>
        <pc:sldMkLst>
          <pc:docMk/>
          <pc:sldMk cId="3548227425" sldId="322"/>
        </pc:sldMkLst>
        <pc:spChg chg="mod">
          <ac:chgData name="김종환(JONGHWAN KIM)[jhkim1750]/책임/제조DX.자동보정.MC자동보정팀" userId="85eb5721-10b6-43e6-be8d-61a2287bb1b3" providerId="ADAL" clId="{7BD580E4-639F-4F6C-A704-19D91EB7ADF8}" dt="2026-08-26T00:48:18.737" v="11" actId="207"/>
          <ac:spMkLst>
            <pc:docMk/>
            <pc:sldMk cId="3548227425" sldId="322"/>
            <ac:spMk id="2" creationId="{0B2B2FC3-31E8-51F6-AA60-FC2E8B2A4AE6}"/>
          </ac:spMkLst>
        </pc:spChg>
        <pc:spChg chg="mod">
          <ac:chgData name="김종환(JONGHWAN KIM)[jhkim1750]/책임/제조DX.자동보정.MC자동보정팀" userId="85eb5721-10b6-43e6-be8d-61a2287bb1b3" providerId="ADAL" clId="{7BD580E4-639F-4F6C-A704-19D91EB7ADF8}" dt="2026-08-26T00:48:18.737" v="11" actId="207"/>
          <ac:spMkLst>
            <pc:docMk/>
            <pc:sldMk cId="3548227425" sldId="322"/>
            <ac:spMk id="3" creationId="{9840ECEE-38D0-EA5E-DB36-9DDEF015825A}"/>
          </ac:spMkLst>
        </pc:spChg>
        <pc:spChg chg="mod">
          <ac:chgData name="김종환(JONGHWAN KIM)[jhkim1750]/책임/제조DX.자동보정.MC자동보정팀" userId="85eb5721-10b6-43e6-be8d-61a2287bb1b3" providerId="ADAL" clId="{7BD580E4-639F-4F6C-A704-19D91EB7ADF8}" dt="2026-08-26T00:48:18.737" v="11" actId="207"/>
          <ac:spMkLst>
            <pc:docMk/>
            <pc:sldMk cId="3548227425" sldId="322"/>
            <ac:spMk id="7" creationId="{8F89D843-D256-6012-EF95-2DF1105019B5}"/>
          </ac:spMkLst>
        </pc:spChg>
        <pc:spChg chg="mod">
          <ac:chgData name="김종환(JONGHWAN KIM)[jhkim1750]/책임/제조DX.자동보정.MC자동보정팀" userId="85eb5721-10b6-43e6-be8d-61a2287bb1b3" providerId="ADAL" clId="{7BD580E4-639F-4F6C-A704-19D91EB7ADF8}" dt="2026-08-26T05:28:23.500" v="3413"/>
          <ac:spMkLst>
            <pc:docMk/>
            <pc:sldMk cId="3548227425" sldId="322"/>
            <ac:spMk id="11" creationId="{537FC6C8-6619-2204-B1C9-C07CB552BC29}"/>
          </ac:spMkLst>
        </pc:spChg>
        <pc:spChg chg="mod">
          <ac:chgData name="김종환(JONGHWAN KIM)[jhkim1750]/책임/제조DX.자동보정.MC자동보정팀" userId="85eb5721-10b6-43e6-be8d-61a2287bb1b3" providerId="ADAL" clId="{7BD580E4-639F-4F6C-A704-19D91EB7ADF8}" dt="2026-08-26T00:48:18.737" v="11" actId="207"/>
          <ac:spMkLst>
            <pc:docMk/>
            <pc:sldMk cId="3548227425" sldId="322"/>
            <ac:spMk id="16" creationId="{49D11CB8-95A8-B015-28AB-038F3116BA5B}"/>
          </ac:spMkLst>
        </pc:spChg>
        <pc:spChg chg="mod">
          <ac:chgData name="김종환(JONGHWAN KIM)[jhkim1750]/책임/제조DX.자동보정.MC자동보정팀" userId="85eb5721-10b6-43e6-be8d-61a2287bb1b3" providerId="ADAL" clId="{7BD580E4-639F-4F6C-A704-19D91EB7ADF8}" dt="2026-08-26T00:48:18.737" v="11" actId="207"/>
          <ac:spMkLst>
            <pc:docMk/>
            <pc:sldMk cId="3548227425" sldId="322"/>
            <ac:spMk id="25" creationId="{3FB8B0D0-ED40-AD75-7435-AF76AC403B5A}"/>
          </ac:spMkLst>
        </pc:spChg>
        <pc:spChg chg="mod">
          <ac:chgData name="김종환(JONGHWAN KIM)[jhkim1750]/책임/제조DX.자동보정.MC자동보정팀" userId="85eb5721-10b6-43e6-be8d-61a2287bb1b3" providerId="ADAL" clId="{7BD580E4-639F-4F6C-A704-19D91EB7ADF8}" dt="2026-08-26T00:48:18.737" v="11" actId="207"/>
          <ac:spMkLst>
            <pc:docMk/>
            <pc:sldMk cId="3548227425" sldId="322"/>
            <ac:spMk id="26" creationId="{243C30F9-00AF-E034-1D14-A950E676E7B2}"/>
          </ac:spMkLst>
        </pc:spChg>
        <pc:spChg chg="mod">
          <ac:chgData name="김종환(JONGHWAN KIM)[jhkim1750]/책임/제조DX.자동보정.MC자동보정팀" userId="85eb5721-10b6-43e6-be8d-61a2287bb1b3" providerId="ADAL" clId="{7BD580E4-639F-4F6C-A704-19D91EB7ADF8}" dt="2026-08-26T05:20:49.622" v="2412" actId="20578"/>
          <ac:spMkLst>
            <pc:docMk/>
            <pc:sldMk cId="3548227425" sldId="322"/>
            <ac:spMk id="27" creationId="{DEF9D4D7-8CFF-D874-A4F8-1DB0B52F705A}"/>
          </ac:spMkLst>
        </pc:spChg>
        <pc:spChg chg="mod">
          <ac:chgData name="김종환(JONGHWAN KIM)[jhkim1750]/책임/제조DX.자동보정.MC자동보정팀" userId="85eb5721-10b6-43e6-be8d-61a2287bb1b3" providerId="ADAL" clId="{7BD580E4-639F-4F6C-A704-19D91EB7ADF8}" dt="2026-08-26T00:48:18.737" v="11" actId="207"/>
          <ac:spMkLst>
            <pc:docMk/>
            <pc:sldMk cId="3548227425" sldId="322"/>
            <ac:spMk id="28" creationId="{10E38D9C-723F-8E51-D425-FD01D2546E5F}"/>
          </ac:spMkLst>
        </pc:spChg>
        <pc:spChg chg="mod">
          <ac:chgData name="김종환(JONGHWAN KIM)[jhkim1750]/책임/제조DX.자동보정.MC자동보정팀" userId="85eb5721-10b6-43e6-be8d-61a2287bb1b3" providerId="ADAL" clId="{7BD580E4-639F-4F6C-A704-19D91EB7ADF8}" dt="2026-08-26T00:48:18.737" v="11" actId="207"/>
          <ac:spMkLst>
            <pc:docMk/>
            <pc:sldMk cId="3548227425" sldId="322"/>
            <ac:spMk id="29" creationId="{606BEBE5-9350-71AB-A74E-8CA9CFEA2020}"/>
          </ac:spMkLst>
        </pc:spChg>
        <pc:spChg chg="mod">
          <ac:chgData name="김종환(JONGHWAN KIM)[jhkim1750]/책임/제조DX.자동보정.MC자동보정팀" userId="85eb5721-10b6-43e6-be8d-61a2287bb1b3" providerId="ADAL" clId="{7BD580E4-639F-4F6C-A704-19D91EB7ADF8}" dt="2026-08-26T00:48:18.737" v="11" actId="207"/>
          <ac:spMkLst>
            <pc:docMk/>
            <pc:sldMk cId="3548227425" sldId="322"/>
            <ac:spMk id="30" creationId="{133F4864-3B3E-E4DD-16AA-D0445C401521}"/>
          </ac:spMkLst>
        </pc:spChg>
      </pc:sldChg>
      <pc:sldChg chg="modSp mod">
        <pc:chgData name="김종환(JONGHWAN KIM)[jhkim1750]/책임/제조DX.자동보정.MC자동보정팀" userId="85eb5721-10b6-43e6-be8d-61a2287bb1b3" providerId="ADAL" clId="{7BD580E4-639F-4F6C-A704-19D91EB7ADF8}" dt="2026-08-26T05:27:51.453" v="3389" actId="20577"/>
        <pc:sldMkLst>
          <pc:docMk/>
          <pc:sldMk cId="3231850307" sldId="411"/>
        </pc:sldMkLst>
        <pc:spChg chg="mod">
          <ac:chgData name="김종환(JONGHWAN KIM)[jhkim1750]/책임/제조DX.자동보정.MC자동보정팀" userId="85eb5721-10b6-43e6-be8d-61a2287bb1b3" providerId="ADAL" clId="{7BD580E4-639F-4F6C-A704-19D91EB7ADF8}" dt="2026-08-26T05:27:51.453" v="3389" actId="20577"/>
          <ac:spMkLst>
            <pc:docMk/>
            <pc:sldMk cId="3231850307" sldId="411"/>
            <ac:spMk id="10" creationId="{AEA47A33-7D52-0506-3AB1-ED368AE87514}"/>
          </ac:spMkLst>
        </pc:spChg>
      </pc:sldChg>
    </pc:docChg>
  </pc:docChgLst>
  <pc:docChgLst>
    <pc:chgData name="심은찬(EUNCHAN SIM)[sec1021]/선임/제조DX.자동보정.조립자동보정팀" userId="9090956e-ab5b-49d1-9c87-2078b7755aae" providerId="ADAL" clId="{07F95671-26E9-45B8-B877-5C2C8D658282}"/>
    <pc:docChg chg="undo custSel modSld">
      <pc:chgData name="심은찬(EUNCHAN SIM)[sec1021]/선임/제조DX.자동보정.조립자동보정팀" userId="9090956e-ab5b-49d1-9c87-2078b7755aae" providerId="ADAL" clId="{07F95671-26E9-45B8-B877-5C2C8D658282}" dt="2026-09-01T04:12:19.555" v="670" actId="6549"/>
      <pc:docMkLst>
        <pc:docMk/>
      </pc:docMkLst>
      <pc:sldChg chg="modSp mod">
        <pc:chgData name="심은찬(EUNCHAN SIM)[sec1021]/선임/제조DX.자동보정.조립자동보정팀" userId="9090956e-ab5b-49d1-9c87-2078b7755aae" providerId="ADAL" clId="{07F95671-26E9-45B8-B877-5C2C8D658282}" dt="2026-09-01T04:12:19.555" v="670" actId="6549"/>
        <pc:sldMkLst>
          <pc:docMk/>
          <pc:sldMk cId="3932546465" sldId="275"/>
        </pc:sldMkLst>
        <pc:spChg chg="mod">
          <ac:chgData name="심은찬(EUNCHAN SIM)[sec1021]/선임/제조DX.자동보정.조립자동보정팀" userId="9090956e-ab5b-49d1-9c87-2078b7755aae" providerId="ADAL" clId="{07F95671-26E9-45B8-B877-5C2C8D658282}" dt="2026-09-01T04:12:16.743" v="668" actId="21"/>
          <ac:spMkLst>
            <pc:docMk/>
            <pc:sldMk cId="3932546465" sldId="275"/>
            <ac:spMk id="2" creationId="{5748F319-FE8D-4ECF-AFB9-B7E0916A513F}"/>
          </ac:spMkLst>
        </pc:spChg>
        <pc:spChg chg="mod">
          <ac:chgData name="심은찬(EUNCHAN SIM)[sec1021]/선임/제조DX.자동보정.조립자동보정팀" userId="9090956e-ab5b-49d1-9c87-2078b7755aae" providerId="ADAL" clId="{07F95671-26E9-45B8-B877-5C2C8D658282}" dt="2026-09-01T04:12:19.555" v="670" actId="6549"/>
          <ac:spMkLst>
            <pc:docMk/>
            <pc:sldMk cId="3932546465" sldId="275"/>
            <ac:spMk id="5" creationId="{1615D8B7-2F76-467E-B74D-9F119B978A4C}"/>
          </ac:spMkLst>
        </pc:spChg>
        <pc:spChg chg="mod">
          <ac:chgData name="심은찬(EUNCHAN SIM)[sec1021]/선임/제조DX.자동보정.조립자동보정팀" userId="9090956e-ab5b-49d1-9c87-2078b7755aae" providerId="ADAL" clId="{07F95671-26E9-45B8-B877-5C2C8D658282}" dt="2026-09-01T04:10:10.440" v="630" actId="20577"/>
          <ac:spMkLst>
            <pc:docMk/>
            <pc:sldMk cId="3932546465" sldId="275"/>
            <ac:spMk id="10" creationId="{BDADEB63-FA2A-413A-90C3-F27F4D564C57}"/>
          </ac:spMkLst>
        </pc:spChg>
        <pc:graphicFrameChg chg="mod modGraphic">
          <ac:chgData name="심은찬(EUNCHAN SIM)[sec1021]/선임/제조DX.자동보정.조립자동보정팀" userId="9090956e-ab5b-49d1-9c87-2078b7755aae" providerId="ADAL" clId="{07F95671-26E9-45B8-B877-5C2C8D658282}" dt="2026-09-01T04:07:51.256" v="588" actId="20577"/>
          <ac:graphicFrameMkLst>
            <pc:docMk/>
            <pc:sldMk cId="3932546465" sldId="275"/>
            <ac:graphicFrameMk id="4" creationId="{FA3240C7-2182-41B1-AE1F-AC51AA1BB276}"/>
          </ac:graphicFrameMkLst>
        </pc:graphicFrameChg>
      </pc:sldChg>
      <pc:sldChg chg="modSp mod">
        <pc:chgData name="심은찬(EUNCHAN SIM)[sec1021]/선임/제조DX.자동보정.조립자동보정팀" userId="9090956e-ab5b-49d1-9c87-2078b7755aae" providerId="ADAL" clId="{07F95671-26E9-45B8-B877-5C2C8D658282}" dt="2026-09-01T04:09:59.999" v="628" actId="20577"/>
        <pc:sldMkLst>
          <pc:docMk/>
          <pc:sldMk cId="191980343" sldId="302"/>
        </pc:sldMkLst>
        <pc:spChg chg="mod">
          <ac:chgData name="심은찬(EUNCHAN SIM)[sec1021]/선임/제조DX.자동보정.조립자동보정팀" userId="9090956e-ab5b-49d1-9c87-2078b7755aae" providerId="ADAL" clId="{07F95671-26E9-45B8-B877-5C2C8D658282}" dt="2026-09-01T04:09:59.999" v="628" actId="20577"/>
          <ac:spMkLst>
            <pc:docMk/>
            <pc:sldMk cId="191980343" sldId="302"/>
            <ac:spMk id="17" creationId="{69C4D000-39BF-F434-5699-02CDBE60AB91}"/>
          </ac:spMkLst>
        </pc:spChg>
        <pc:spChg chg="mod">
          <ac:chgData name="심은찬(EUNCHAN SIM)[sec1021]/선임/제조DX.자동보정.조립자동보정팀" userId="9090956e-ab5b-49d1-9c87-2078b7755aae" providerId="ADAL" clId="{07F95671-26E9-45B8-B877-5C2C8D658282}" dt="2026-09-01T04:08:59.539" v="621" actId="207"/>
          <ac:spMkLst>
            <pc:docMk/>
            <pc:sldMk cId="191980343" sldId="302"/>
            <ac:spMk id="18" creationId="{EF31AF93-9899-C65C-FC2A-475D708FE2C5}"/>
          </ac:spMkLst>
        </pc:spChg>
        <pc:spChg chg="mod">
          <ac:chgData name="심은찬(EUNCHAN SIM)[sec1021]/선임/제조DX.자동보정.조립자동보정팀" userId="9090956e-ab5b-49d1-9c87-2078b7755aae" providerId="ADAL" clId="{07F95671-26E9-45B8-B877-5C2C8D658282}" dt="2026-09-01T04:08:53.973" v="620" actId="20577"/>
          <ac:spMkLst>
            <pc:docMk/>
            <pc:sldMk cId="191980343" sldId="302"/>
            <ac:spMk id="30" creationId="{1EF02FE7-E9EF-C025-10DD-96C4194491C9}"/>
          </ac:spMkLst>
        </pc:spChg>
      </pc:sldChg>
    </pc:docChg>
  </pc:docChgLst>
  <pc:docChgLst>
    <pc:chgData name="박세용(SEYONG PARK)[seyong89]/책임/제조DX.자동보정.RSND자동보정팀" userId="9a53a9cf-4d05-4e8b-b6f4-51c057f191bb" providerId="ADAL" clId="{9B24D7E6-A607-4049-876C-00A27C080E1F}"/>
    <pc:docChg chg="modSld">
      <pc:chgData name="박세용(SEYONG PARK)[seyong89]/책임/제조DX.자동보정.RSND자동보정팀" userId="9a53a9cf-4d05-4e8b-b6f4-51c057f191bb" providerId="ADAL" clId="{9B24D7E6-A607-4049-876C-00A27C080E1F}" dt="2026-08-25T07:31:21.478" v="911" actId="20577"/>
      <pc:docMkLst>
        <pc:docMk/>
      </pc:docMkLst>
      <pc:sldChg chg="modSp mod">
        <pc:chgData name="박세용(SEYONG PARK)[seyong89]/책임/제조DX.자동보정.RSND자동보정팀" userId="9a53a9cf-4d05-4e8b-b6f4-51c057f191bb" providerId="ADAL" clId="{9B24D7E6-A607-4049-876C-00A27C080E1F}" dt="2026-08-25T07:31:21.478" v="911" actId="20577"/>
        <pc:sldMkLst>
          <pc:docMk/>
          <pc:sldMk cId="2459543331" sldId="310"/>
        </pc:sldMkLst>
        <pc:spChg chg="mod">
          <ac:chgData name="박세용(SEYONG PARK)[seyong89]/책임/제조DX.자동보정.RSND자동보정팀" userId="9a53a9cf-4d05-4e8b-b6f4-51c057f191bb" providerId="ADAL" clId="{9B24D7E6-A607-4049-876C-00A27C080E1F}" dt="2026-08-25T07:29:26.108" v="452" actId="20577"/>
          <ac:spMkLst>
            <pc:docMk/>
            <pc:sldMk cId="2459543331" sldId="310"/>
            <ac:spMk id="17" creationId="{DFF829FD-B8D1-4074-06A7-36016FC9492B}"/>
          </ac:spMkLst>
        </pc:spChg>
        <pc:spChg chg="mod">
          <ac:chgData name="박세용(SEYONG PARK)[seyong89]/책임/제조DX.자동보정.RSND자동보정팀" userId="9a53a9cf-4d05-4e8b-b6f4-51c057f191bb" providerId="ADAL" clId="{9B24D7E6-A607-4049-876C-00A27C080E1F}" dt="2026-08-25T07:31:21.478" v="911" actId="20577"/>
          <ac:spMkLst>
            <pc:docMk/>
            <pc:sldMk cId="2459543331" sldId="310"/>
            <ac:spMk id="21" creationId="{DA4F4403-020E-B0F7-038A-FE2D4618C3CA}"/>
          </ac:spMkLst>
        </pc:spChg>
      </pc:sldChg>
      <pc:sldChg chg="modSp mod">
        <pc:chgData name="박세용(SEYONG PARK)[seyong89]/책임/제조DX.자동보정.RSND자동보정팀" userId="9a53a9cf-4d05-4e8b-b6f4-51c057f191bb" providerId="ADAL" clId="{9B24D7E6-A607-4049-876C-00A27C080E1F}" dt="2026-08-25T07:27:52.455" v="311" actId="207"/>
        <pc:sldMkLst>
          <pc:docMk/>
          <pc:sldMk cId="2043269716" sldId="319"/>
        </pc:sldMkLst>
        <pc:spChg chg="mod">
          <ac:chgData name="박세용(SEYONG PARK)[seyong89]/책임/제조DX.자동보정.RSND자동보정팀" userId="9a53a9cf-4d05-4e8b-b6f4-51c057f191bb" providerId="ADAL" clId="{9B24D7E6-A607-4049-876C-00A27C080E1F}" dt="2026-08-25T07:27:52.455" v="311" actId="207"/>
          <ac:spMkLst>
            <pc:docMk/>
            <pc:sldMk cId="2043269716" sldId="319"/>
            <ac:spMk id="8" creationId="{4E4C90C9-A019-5679-6ED0-4DA8526529E6}"/>
          </ac:spMkLst>
        </pc:spChg>
        <pc:spChg chg="mod">
          <ac:chgData name="박세용(SEYONG PARK)[seyong89]/책임/제조DX.자동보정.RSND자동보정팀" userId="9a53a9cf-4d05-4e8b-b6f4-51c057f191bb" providerId="ADAL" clId="{9B24D7E6-A607-4049-876C-00A27C080E1F}" dt="2026-08-25T07:26:08.625" v="190" actId="20577"/>
          <ac:spMkLst>
            <pc:docMk/>
            <pc:sldMk cId="2043269716" sldId="319"/>
            <ac:spMk id="16" creationId="{0A8513CF-8D68-D321-D10C-6D4A43E1A14E}"/>
          </ac:spMkLst>
        </pc:spChg>
      </pc:sldChg>
      <pc:sldChg chg="modSp mod">
        <pc:chgData name="박세용(SEYONG PARK)[seyong89]/책임/제조DX.자동보정.RSND자동보정팀" userId="9a53a9cf-4d05-4e8b-b6f4-51c057f191bb" providerId="ADAL" clId="{9B24D7E6-A607-4049-876C-00A27C080E1F}" dt="2026-08-25T07:28:54.746" v="450" actId="20577"/>
        <pc:sldMkLst>
          <pc:docMk/>
          <pc:sldMk cId="2102800239" sldId="359"/>
        </pc:sldMkLst>
        <pc:spChg chg="mod">
          <ac:chgData name="박세용(SEYONG PARK)[seyong89]/책임/제조DX.자동보정.RSND자동보정팀" userId="9a53a9cf-4d05-4e8b-b6f4-51c057f191bb" providerId="ADAL" clId="{9B24D7E6-A607-4049-876C-00A27C080E1F}" dt="2026-08-25T07:28:54.746" v="450" actId="20577"/>
          <ac:spMkLst>
            <pc:docMk/>
            <pc:sldMk cId="2102800239" sldId="359"/>
            <ac:spMk id="16" creationId="{0A8513CF-8D68-D321-D10C-6D4A43E1A14E}"/>
          </ac:spMkLst>
        </pc:spChg>
      </pc:sldChg>
    </pc:docChg>
  </pc:docChgLst>
  <pc:docChgLst>
    <pc:chgData name="박연탁(YEONTARK PARK)[parkyt]/책임/제조DX.자동보정.자동보정선행개발팀" userId="ed32861b-bebc-4d6e-be9d-42a82b4a008b" providerId="ADAL" clId="{69734AAE-7356-4B3E-BFDE-E8B4A9EEFEB5}"/>
    <pc:docChg chg="custSel addSld delSld modSld modSection">
      <pc:chgData name="박연탁(YEONTARK PARK)[parkyt]/책임/제조DX.자동보정.자동보정선행개발팀" userId="ed32861b-bebc-4d6e-be9d-42a82b4a008b" providerId="ADAL" clId="{69734AAE-7356-4B3E-BFDE-E8B4A9EEFEB5}" dt="2026-09-09T07:34:16.331" v="583" actId="207"/>
      <pc:docMkLst>
        <pc:docMk/>
      </pc:docMkLst>
      <pc:sldChg chg="delSp modSp mod">
        <pc:chgData name="박연탁(YEONTARK PARK)[parkyt]/책임/제조DX.자동보정.자동보정선행개발팀" userId="ed32861b-bebc-4d6e-be9d-42a82b4a008b" providerId="ADAL" clId="{69734AAE-7356-4B3E-BFDE-E8B4A9EEFEB5}" dt="2026-09-09T05:30:13.916" v="462" actId="207"/>
        <pc:sldMkLst>
          <pc:docMk/>
          <pc:sldMk cId="1770964036" sldId="258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24:33.907" v="95" actId="207"/>
          <ac:spMkLst>
            <pc:docMk/>
            <pc:sldMk cId="1770964036" sldId="258"/>
            <ac:spMk id="7" creationId="{AB3C64F9-9A9C-58C3-0E5C-7AA382004820}"/>
          </ac:spMkLst>
        </pc:spChg>
        <pc:spChg chg="mod">
          <ac:chgData name="박연탁(YEONTARK PARK)[parkyt]/책임/제조DX.자동보정.자동보정선행개발팀" userId="ed32861b-bebc-4d6e-be9d-42a82b4a008b" providerId="ADAL" clId="{69734AAE-7356-4B3E-BFDE-E8B4A9EEFEB5}" dt="2026-09-09T05:27:10.664" v="458"/>
          <ac:spMkLst>
            <pc:docMk/>
            <pc:sldMk cId="1770964036" sldId="258"/>
            <ac:spMk id="9" creationId="{F8731133-4A75-27D0-2C14-D05840358326}"/>
          </ac:spMkLst>
        </pc:spChg>
        <pc:spChg chg="mod">
          <ac:chgData name="박연탁(YEONTARK PARK)[parkyt]/책임/제조DX.자동보정.자동보정선행개발팀" userId="ed32861b-bebc-4d6e-be9d-42a82b4a008b" providerId="ADAL" clId="{69734AAE-7356-4B3E-BFDE-E8B4A9EEFEB5}" dt="2026-09-09T05:24:37.750" v="97" actId="20577"/>
          <ac:spMkLst>
            <pc:docMk/>
            <pc:sldMk cId="1770964036" sldId="258"/>
            <ac:spMk id="16" creationId="{769F82A6-8E4D-553A-903B-600E937C469F}"/>
          </ac:spMkLst>
        </pc:spChg>
        <pc:spChg chg="mod">
          <ac:chgData name="박연탁(YEONTARK PARK)[parkyt]/책임/제조DX.자동보정.자동보정선행개발팀" userId="ed32861b-bebc-4d6e-be9d-42a82b4a008b" providerId="ADAL" clId="{69734AAE-7356-4B3E-BFDE-E8B4A9EEFEB5}" dt="2026-09-09T05:30:13.916" v="462" actId="207"/>
          <ac:spMkLst>
            <pc:docMk/>
            <pc:sldMk cId="1770964036" sldId="258"/>
            <ac:spMk id="17" creationId="{2B8DB565-1F9F-0BA9-BC00-00A940B01B0E}"/>
          </ac:spMkLst>
        </pc:spChg>
        <pc:graphicFrameChg chg="del">
          <ac:chgData name="박연탁(YEONTARK PARK)[parkyt]/책임/제조DX.자동보정.자동보정선행개발팀" userId="ed32861b-bebc-4d6e-be9d-42a82b4a008b" providerId="ADAL" clId="{69734AAE-7356-4B3E-BFDE-E8B4A9EEFEB5}" dt="2026-09-09T05:30:09.122" v="461" actId="478"/>
          <ac:graphicFrameMkLst>
            <pc:docMk/>
            <pc:sldMk cId="1770964036" sldId="258"/>
            <ac:graphicFrameMk id="10" creationId="{CEDDADE1-190E-DA03-EB11-B0F113FB97F9}"/>
          </ac:graphicFrameMkLst>
        </pc:graphicFrameChg>
      </pc:sldChg>
      <pc:sldChg chg="modSp mod">
        <pc:chgData name="박연탁(YEONTARK PARK)[parkyt]/책임/제조DX.자동보정.자동보정선행개발팀" userId="ed32861b-bebc-4d6e-be9d-42a82b4a008b" providerId="ADAL" clId="{69734AAE-7356-4B3E-BFDE-E8B4A9EEFEB5}" dt="2026-09-09T05:31:50.005" v="474" actId="20577"/>
        <pc:sldMkLst>
          <pc:docMk/>
          <pc:sldMk cId="745550584" sldId="274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1:50.005" v="474" actId="20577"/>
          <ac:spMkLst>
            <pc:docMk/>
            <pc:sldMk cId="745550584" sldId="274"/>
            <ac:spMk id="16" creationId="{CA14BD47-DFA1-853E-ADCF-D39F25AEACF8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69734AAE-7356-4B3E-BFDE-E8B4A9EEFEB5}" dt="2026-09-09T05:31:31.115" v="471" actId="20577"/>
        <pc:sldMkLst>
          <pc:docMk/>
          <pc:sldMk cId="2456550573" sldId="276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1:31.115" v="471" actId="20577"/>
          <ac:spMkLst>
            <pc:docMk/>
            <pc:sldMk cId="2456550573" sldId="276"/>
            <ac:spMk id="16" creationId="{7C7AB55B-45A4-E533-7823-AAA977943996}"/>
          </ac:spMkLst>
        </pc:spChg>
      </pc:sldChg>
      <pc:sldChg chg="del">
        <pc:chgData name="박연탁(YEONTARK PARK)[parkyt]/책임/제조DX.자동보정.자동보정선행개발팀" userId="ed32861b-bebc-4d6e-be9d-42a82b4a008b" providerId="ADAL" clId="{69734AAE-7356-4B3E-BFDE-E8B4A9EEFEB5}" dt="2026-09-09T05:29:59.334" v="460" actId="47"/>
        <pc:sldMkLst>
          <pc:docMk/>
          <pc:sldMk cId="238784436" sldId="307"/>
        </pc:sldMkLst>
      </pc:sldChg>
      <pc:sldChg chg="modSp add mod">
        <pc:chgData name="박연탁(YEONTARK PARK)[parkyt]/책임/제조DX.자동보정.자동보정선행개발팀" userId="ed32861b-bebc-4d6e-be9d-42a82b4a008b" providerId="ADAL" clId="{69734AAE-7356-4B3E-BFDE-E8B4A9EEFEB5}" dt="2026-09-09T05:34:23.549" v="478" actId="27636"/>
        <pc:sldMkLst>
          <pc:docMk/>
          <pc:sldMk cId="2606430368" sldId="307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4:23.549" v="478" actId="27636"/>
          <ac:spMkLst>
            <pc:docMk/>
            <pc:sldMk cId="2606430368" sldId="307"/>
            <ac:spMk id="26" creationId="{B99926B5-3F8D-4EE4-40B0-689363FFE915}"/>
          </ac:spMkLst>
        </pc:spChg>
      </pc:sldChg>
      <pc:sldChg chg="del">
        <pc:chgData name="박연탁(YEONTARK PARK)[parkyt]/책임/제조DX.자동보정.자동보정선행개발팀" userId="ed32861b-bebc-4d6e-be9d-42a82b4a008b" providerId="ADAL" clId="{69734AAE-7356-4B3E-BFDE-E8B4A9EEFEB5}" dt="2026-09-09T05:30:20.992" v="463" actId="47"/>
        <pc:sldMkLst>
          <pc:docMk/>
          <pc:sldMk cId="2795407016" sldId="311"/>
        </pc:sldMkLst>
      </pc:sldChg>
      <pc:sldChg chg="add">
        <pc:chgData name="박연탁(YEONTARK PARK)[parkyt]/책임/제조DX.자동보정.자동보정선행개발팀" userId="ed32861b-bebc-4d6e-be9d-42a82b4a008b" providerId="ADAL" clId="{69734AAE-7356-4B3E-BFDE-E8B4A9EEFEB5}" dt="2026-09-09T05:34:41.690" v="479"/>
        <pc:sldMkLst>
          <pc:docMk/>
          <pc:sldMk cId="2984410937" sldId="311"/>
        </pc:sldMkLst>
      </pc:sldChg>
      <pc:sldChg chg="del">
        <pc:chgData name="박연탁(YEONTARK PARK)[parkyt]/책임/제조DX.자동보정.자동보정선행개발팀" userId="ed32861b-bebc-4d6e-be9d-42a82b4a008b" providerId="ADAL" clId="{69734AAE-7356-4B3E-BFDE-E8B4A9EEFEB5}" dt="2026-09-09T05:30:20.992" v="463" actId="47"/>
        <pc:sldMkLst>
          <pc:docMk/>
          <pc:sldMk cId="1492841092" sldId="320"/>
        </pc:sldMkLst>
      </pc:sldChg>
      <pc:sldChg chg="modSp add mod">
        <pc:chgData name="박연탁(YEONTARK PARK)[parkyt]/책임/제조DX.자동보정.자동보정선행개발팀" userId="ed32861b-bebc-4d6e-be9d-42a82b4a008b" providerId="ADAL" clId="{69734AAE-7356-4B3E-BFDE-E8B4A9EEFEB5}" dt="2026-09-09T05:34:42.137" v="483" actId="27636"/>
        <pc:sldMkLst>
          <pc:docMk/>
          <pc:sldMk cId="2445718133" sldId="320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4:42.137" v="483" actId="27636"/>
          <ac:spMkLst>
            <pc:docMk/>
            <pc:sldMk cId="2445718133" sldId="320"/>
            <ac:spMk id="26" creationId="{AF69874E-B171-B047-8B83-CDD8AE2C8B11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69734AAE-7356-4B3E-BFDE-E8B4A9EEFEB5}" dt="2026-09-09T05:31:53.762" v="476" actId="20577"/>
        <pc:sldMkLst>
          <pc:docMk/>
          <pc:sldMk cId="2927333236" sldId="323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1:53.762" v="476" actId="20577"/>
          <ac:spMkLst>
            <pc:docMk/>
            <pc:sldMk cId="2927333236" sldId="323"/>
            <ac:spMk id="16" creationId="{CA14BD47-DFA1-853E-ADCF-D39F25AEACF8}"/>
          </ac:spMkLst>
        </pc:spChg>
      </pc:sldChg>
      <pc:sldChg chg="del">
        <pc:chgData name="박연탁(YEONTARK PARK)[parkyt]/책임/제조DX.자동보정.자동보정선행개발팀" userId="ed32861b-bebc-4d6e-be9d-42a82b4a008b" providerId="ADAL" clId="{69734AAE-7356-4B3E-BFDE-E8B4A9EEFEB5}" dt="2026-09-09T05:29:58.291" v="459" actId="47"/>
        <pc:sldMkLst>
          <pc:docMk/>
          <pc:sldMk cId="2984410937" sldId="327"/>
        </pc:sldMkLst>
      </pc:sldChg>
      <pc:sldChg chg="modSp mod">
        <pc:chgData name="박연탁(YEONTARK PARK)[parkyt]/책임/제조DX.자동보정.자동보정선행개발팀" userId="ed32861b-bebc-4d6e-be9d-42a82b4a008b" providerId="ADAL" clId="{69734AAE-7356-4B3E-BFDE-E8B4A9EEFEB5}" dt="2026-09-09T05:30:54.166" v="467" actId="20577"/>
        <pc:sldMkLst>
          <pc:docMk/>
          <pc:sldMk cId="3782446933" sldId="328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0:54.166" v="467" actId="20577"/>
          <ac:spMkLst>
            <pc:docMk/>
            <pc:sldMk cId="3782446933" sldId="328"/>
            <ac:spMk id="16" creationId="{94620310-0E9B-7F74-5A5B-AD30FE87E27B}"/>
          </ac:spMkLst>
        </pc:spChg>
      </pc:sldChg>
      <pc:sldChg chg="modSp del mod">
        <pc:chgData name="박연탁(YEONTARK PARK)[parkyt]/책임/제조DX.자동보정.자동보정선행개발팀" userId="ed32861b-bebc-4d6e-be9d-42a82b4a008b" providerId="ADAL" clId="{69734AAE-7356-4B3E-BFDE-E8B4A9EEFEB5}" dt="2026-09-09T05:31:33.756" v="472" actId="47"/>
        <pc:sldMkLst>
          <pc:docMk/>
          <pc:sldMk cId="1991559308" sldId="331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1:00.676" v="469" actId="20577"/>
          <ac:spMkLst>
            <pc:docMk/>
            <pc:sldMk cId="1991559308" sldId="331"/>
            <ac:spMk id="16" creationId="{59634C11-CA3B-797B-FB57-34B49AE2560B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69734AAE-7356-4B3E-BFDE-E8B4A9EEFEB5}" dt="2026-09-09T05:30:37.836" v="465" actId="20577"/>
        <pc:sldMkLst>
          <pc:docMk/>
          <pc:sldMk cId="2964207914" sldId="399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0:37.836" v="465" actId="20577"/>
          <ac:spMkLst>
            <pc:docMk/>
            <pc:sldMk cId="2964207914" sldId="399"/>
            <ac:spMk id="16" creationId="{769F82A6-8E4D-553A-903B-600E937C469F}"/>
          </ac:spMkLst>
        </pc:spChg>
      </pc:sldChg>
      <pc:sldChg chg="modSp add mod">
        <pc:chgData name="박연탁(YEONTARK PARK)[parkyt]/책임/제조DX.자동보정.자동보정선행개발팀" userId="ed32861b-bebc-4d6e-be9d-42a82b4a008b" providerId="ADAL" clId="{69734AAE-7356-4B3E-BFDE-E8B4A9EEFEB5}" dt="2026-09-09T05:34:41.995" v="480" actId="27636"/>
        <pc:sldMkLst>
          <pc:docMk/>
          <pc:sldMk cId="748462324" sldId="2147472734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4:41.995" v="480" actId="27636"/>
          <ac:spMkLst>
            <pc:docMk/>
            <pc:sldMk cId="748462324" sldId="2147472734"/>
            <ac:spMk id="26" creationId="{D624E2EB-BCFC-42DF-C607-3299553B46AC}"/>
          </ac:spMkLst>
        </pc:spChg>
      </pc:sldChg>
      <pc:sldChg chg="modSp add mod">
        <pc:chgData name="박연탁(YEONTARK PARK)[parkyt]/책임/제조DX.자동보정.자동보정선행개발팀" userId="ed32861b-bebc-4d6e-be9d-42a82b4a008b" providerId="ADAL" clId="{69734AAE-7356-4B3E-BFDE-E8B4A9EEFEB5}" dt="2026-09-09T05:34:42.130" v="482" actId="27636"/>
        <pc:sldMkLst>
          <pc:docMk/>
          <pc:sldMk cId="2835621847" sldId="2147472735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4:42.130" v="482" actId="27636"/>
          <ac:spMkLst>
            <pc:docMk/>
            <pc:sldMk cId="2835621847" sldId="2147472735"/>
            <ac:spMk id="26" creationId="{AF69874E-B171-B047-8B83-CDD8AE2C8B11}"/>
          </ac:spMkLst>
        </pc:spChg>
      </pc:sldChg>
      <pc:sldChg chg="modSp add mod">
        <pc:chgData name="박연탁(YEONTARK PARK)[parkyt]/책임/제조DX.자동보정.자동보정선행개발팀" userId="ed32861b-bebc-4d6e-be9d-42a82b4a008b" providerId="ADAL" clId="{69734AAE-7356-4B3E-BFDE-E8B4A9EEFEB5}" dt="2026-09-09T05:34:42.116" v="481" actId="27636"/>
        <pc:sldMkLst>
          <pc:docMk/>
          <pc:sldMk cId="192700876" sldId="2147472736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5:34:42.116" v="481" actId="27636"/>
          <ac:spMkLst>
            <pc:docMk/>
            <pc:sldMk cId="192700876" sldId="2147472736"/>
            <ac:spMk id="26" creationId="{D624E2EB-BCFC-42DF-C607-3299553B46AC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69734AAE-7356-4B3E-BFDE-E8B4A9EEFEB5}" dt="2026-09-09T07:34:16.331" v="583" actId="207"/>
        <pc:sldMkLst>
          <pc:docMk/>
          <pc:sldMk cId="2078861670" sldId="2147483568"/>
        </pc:sldMkLst>
        <pc:spChg chg="mod">
          <ac:chgData name="박연탁(YEONTARK PARK)[parkyt]/책임/제조DX.자동보정.자동보정선행개발팀" userId="ed32861b-bebc-4d6e-be9d-42a82b4a008b" providerId="ADAL" clId="{69734AAE-7356-4B3E-BFDE-E8B4A9EEFEB5}" dt="2026-09-09T07:34:16.331" v="583" actId="207"/>
          <ac:spMkLst>
            <pc:docMk/>
            <pc:sldMk cId="2078861670" sldId="2147483568"/>
            <ac:spMk id="14" creationId="{4EABB971-7377-9AD5-50FB-0B1A44A59A43}"/>
          </ac:spMkLst>
        </pc:spChg>
      </pc:sldChg>
      <pc:sldMasterChg chg="delSldLayout">
        <pc:chgData name="박연탁(YEONTARK PARK)[parkyt]/책임/제조DX.자동보정.자동보정선행개발팀" userId="ed32861b-bebc-4d6e-be9d-42a82b4a008b" providerId="ADAL" clId="{69734AAE-7356-4B3E-BFDE-E8B4A9EEFEB5}" dt="2026-09-09T05:29:58.291" v="459" actId="47"/>
        <pc:sldMasterMkLst>
          <pc:docMk/>
          <pc:sldMasterMk cId="2856474258" sldId="2147483926"/>
        </pc:sldMasterMkLst>
        <pc:sldLayoutChg chg="del">
          <pc:chgData name="박연탁(YEONTARK PARK)[parkyt]/책임/제조DX.자동보정.자동보정선행개발팀" userId="ed32861b-bebc-4d6e-be9d-42a82b4a008b" providerId="ADAL" clId="{69734AAE-7356-4B3E-BFDE-E8B4A9EEFEB5}" dt="2026-09-09T05:29:58.291" v="459" actId="47"/>
          <pc:sldLayoutMkLst>
            <pc:docMk/>
            <pc:sldMasterMk cId="2856474258" sldId="2147483926"/>
            <pc:sldLayoutMk cId="3727837283" sldId="2147483963"/>
          </pc:sldLayoutMkLst>
        </pc:sldLayoutChg>
      </pc:sldMasterChg>
    </pc:docChg>
  </pc:docChgLst>
  <pc:docChgLst>
    <pc:chgData name="김기백(GIBAEK KIM)[gibaek.kim]/팀장/제조DX.자동보정.자동보정선행개발팀" userId="55e45d38-c472-4a38-804c-486c2f4c45c8" providerId="ADAL" clId="{2A034CA7-1D31-493B-8F7A-E9A653A92914}"/>
    <pc:docChg chg="undo custSel modSld sldOrd">
      <pc:chgData name="김기백(GIBAEK KIM)[gibaek.kim]/팀장/제조DX.자동보정.자동보정선행개발팀" userId="55e45d38-c472-4a38-804c-486c2f4c45c8" providerId="ADAL" clId="{2A034CA7-1D31-493B-8F7A-E9A653A92914}" dt="2026-08-26T23:41:26.864" v="2284" actId="478"/>
      <pc:docMkLst>
        <pc:docMk/>
      </pc:docMkLst>
      <pc:sldChg chg="ord">
        <pc:chgData name="김기백(GIBAEK KIM)[gibaek.kim]/팀장/제조DX.자동보정.자동보정선행개발팀" userId="55e45d38-c472-4a38-804c-486c2f4c45c8" providerId="ADAL" clId="{2A034CA7-1D31-493B-8F7A-E9A653A92914}" dt="2026-08-25T04:08:42.541" v="20"/>
        <pc:sldMkLst>
          <pc:docMk/>
          <pc:sldMk cId="1480603292" sldId="269"/>
        </pc:sldMkLst>
      </pc:sldChg>
      <pc:sldChg chg="ord">
        <pc:chgData name="김기백(GIBAEK KIM)[gibaek.kim]/팀장/제조DX.자동보정.자동보정선행개발팀" userId="55e45d38-c472-4a38-804c-486c2f4c45c8" providerId="ADAL" clId="{2A034CA7-1D31-493B-8F7A-E9A653A92914}" dt="2026-08-25T04:08:42.541" v="20"/>
        <pc:sldMkLst>
          <pc:docMk/>
          <pc:sldMk cId="2394669337" sldId="288"/>
        </pc:sldMkLst>
      </pc:sldChg>
      <pc:sldChg chg="ord">
        <pc:chgData name="김기백(GIBAEK KIM)[gibaek.kim]/팀장/제조DX.자동보정.자동보정선행개발팀" userId="55e45d38-c472-4a38-804c-486c2f4c45c8" providerId="ADAL" clId="{2A034CA7-1D31-493B-8F7A-E9A653A92914}" dt="2026-08-25T04:08:42.541" v="20"/>
        <pc:sldMkLst>
          <pc:docMk/>
          <pc:sldMk cId="2105287390" sldId="304"/>
        </pc:sldMkLst>
      </pc:sldChg>
      <pc:sldChg chg="mod modShow">
        <pc:chgData name="김기백(GIBAEK KIM)[gibaek.kim]/팀장/제조DX.자동보정.자동보정선행개발팀" userId="55e45d38-c472-4a38-804c-486c2f4c45c8" providerId="ADAL" clId="{2A034CA7-1D31-493B-8F7A-E9A653A92914}" dt="2026-08-25T04:07:46.451" v="7" actId="729"/>
        <pc:sldMkLst>
          <pc:docMk/>
          <pc:sldMk cId="3348471557" sldId="410"/>
        </pc:sldMkLst>
      </pc:sldChg>
      <pc:sldChg chg="mod modShow">
        <pc:chgData name="김기백(GIBAEK KIM)[gibaek.kim]/팀장/제조DX.자동보정.자동보정선행개발팀" userId="55e45d38-c472-4a38-804c-486c2f4c45c8" providerId="ADAL" clId="{2A034CA7-1D31-493B-8F7A-E9A653A92914}" dt="2026-08-25T04:07:49.669" v="8" actId="729"/>
        <pc:sldMkLst>
          <pc:docMk/>
          <pc:sldMk cId="2386422471" sldId="415"/>
        </pc:sldMkLst>
      </pc:sldChg>
      <pc:sldChg chg="addSp delSp modSp mod">
        <pc:chgData name="김기백(GIBAEK KIM)[gibaek.kim]/팀장/제조DX.자동보정.자동보정선행개발팀" userId="55e45d38-c472-4a38-804c-486c2f4c45c8" providerId="ADAL" clId="{2A034CA7-1D31-493B-8F7A-E9A653A92914}" dt="2026-08-26T23:31:01.567" v="1944" actId="478"/>
        <pc:sldMkLst>
          <pc:docMk/>
          <pc:sldMk cId="722830885" sldId="2147483567"/>
        </pc:sldMkLst>
        <pc:spChg chg="mod">
          <ac:chgData name="김기백(GIBAEK KIM)[gibaek.kim]/팀장/제조DX.자동보정.자동보정선행개발팀" userId="55e45d38-c472-4a38-804c-486c2f4c45c8" providerId="ADAL" clId="{2A034CA7-1D31-493B-8F7A-E9A653A92914}" dt="2026-08-25T04:05:34.523" v="2" actId="20577"/>
          <ac:spMkLst>
            <pc:docMk/>
            <pc:sldMk cId="722830885" sldId="2147483567"/>
            <ac:spMk id="3" creationId="{CF7DF637-B763-9B8A-71B0-2646E19C7B8C}"/>
          </ac:spMkLst>
        </pc:spChg>
        <pc:spChg chg="mod">
          <ac:chgData name="김기백(GIBAEK KIM)[gibaek.kim]/팀장/제조DX.자동보정.자동보정선행개발팀" userId="55e45d38-c472-4a38-804c-486c2f4c45c8" providerId="ADAL" clId="{2A034CA7-1D31-493B-8F7A-E9A653A92914}" dt="2026-08-26T23:30:59.098" v="1943" actId="207"/>
          <ac:spMkLst>
            <pc:docMk/>
            <pc:sldMk cId="722830885" sldId="2147483567"/>
            <ac:spMk id="6" creationId="{FF80FE02-97A7-A1B4-3694-7503FDA3AD1B}"/>
          </ac:spMkLst>
        </pc:spChg>
        <pc:spChg chg="mod">
          <ac:chgData name="김기백(GIBAEK KIM)[gibaek.kim]/팀장/제조DX.자동보정.자동보정선행개발팀" userId="55e45d38-c472-4a38-804c-486c2f4c45c8" providerId="ADAL" clId="{2A034CA7-1D31-493B-8F7A-E9A653A92914}" dt="2026-08-25T05:39:20.830" v="276"/>
          <ac:spMkLst>
            <pc:docMk/>
            <pc:sldMk cId="722830885" sldId="2147483567"/>
            <ac:spMk id="7" creationId="{90D73227-2465-8D42-90EB-CFFFC0A3FB76}"/>
          </ac:spMkLst>
        </pc:spChg>
        <pc:spChg chg="mod">
          <ac:chgData name="김기백(GIBAEK KIM)[gibaek.kim]/팀장/제조DX.자동보정.자동보정선행개발팀" userId="55e45d38-c472-4a38-804c-486c2f4c45c8" providerId="ADAL" clId="{2A034CA7-1D31-493B-8F7A-E9A653A92914}" dt="2026-08-25T05:57:10.092" v="564" actId="6549"/>
          <ac:spMkLst>
            <pc:docMk/>
            <pc:sldMk cId="722830885" sldId="2147483567"/>
            <ac:spMk id="21" creationId="{8C51B5C4-0AF8-7836-BF28-C6127F7FCD60}"/>
          </ac:spMkLst>
        </pc:spChg>
      </pc:sldChg>
      <pc:sldChg chg="addSp delSp modSp mod">
        <pc:chgData name="김기백(GIBAEK KIM)[gibaek.kim]/팀장/제조DX.자동보정.자동보정선행개발팀" userId="55e45d38-c472-4a38-804c-486c2f4c45c8" providerId="ADAL" clId="{2A034CA7-1D31-493B-8F7A-E9A653A92914}" dt="2026-08-26T23:41:26.864" v="2284" actId="478"/>
        <pc:sldMkLst>
          <pc:docMk/>
          <pc:sldMk cId="2078861670" sldId="2147483568"/>
        </pc:sldMkLst>
        <pc:spChg chg="mod">
          <ac:chgData name="김기백(GIBAEK KIM)[gibaek.kim]/팀장/제조DX.자동보정.자동보정선행개발팀" userId="55e45d38-c472-4a38-804c-486c2f4c45c8" providerId="ADAL" clId="{2A034CA7-1D31-493B-8F7A-E9A653A92914}" dt="2026-08-25T04:05:42.027" v="4" actId="20577"/>
          <ac:spMkLst>
            <pc:docMk/>
            <pc:sldMk cId="2078861670" sldId="2147483568"/>
            <ac:spMk id="4" creationId="{9D656C96-D651-9EA6-9AEA-D6D5526F51A2}"/>
          </ac:spMkLst>
        </pc:spChg>
        <pc:spChg chg="mod">
          <ac:chgData name="김기백(GIBAEK KIM)[gibaek.kim]/팀장/제조DX.자동보정.자동보정선행개발팀" userId="55e45d38-c472-4a38-804c-486c2f4c45c8" providerId="ADAL" clId="{2A034CA7-1D31-493B-8F7A-E9A653A92914}" dt="2026-08-25T06:22:30.122" v="1421" actId="20577"/>
          <ac:spMkLst>
            <pc:docMk/>
            <pc:sldMk cId="2078861670" sldId="2147483568"/>
            <ac:spMk id="9" creationId="{712FCA2F-1491-36CA-ABF7-9884A2969555}"/>
          </ac:spMkLst>
        </pc:spChg>
        <pc:spChg chg="add mod">
          <ac:chgData name="김기백(GIBAEK KIM)[gibaek.kim]/팀장/제조DX.자동보정.자동보정선행개발팀" userId="55e45d38-c472-4a38-804c-486c2f4c45c8" providerId="ADAL" clId="{2A034CA7-1D31-493B-8F7A-E9A653A92914}" dt="2026-08-26T23:33:47.704" v="2271" actId="207"/>
          <ac:spMkLst>
            <pc:docMk/>
            <pc:sldMk cId="2078861670" sldId="2147483568"/>
            <ac:spMk id="11" creationId="{9343EBA5-E928-3C62-EB7D-E97447A45ACA}"/>
          </ac:spMkLst>
        </pc:spChg>
        <pc:spChg chg="mod">
          <ac:chgData name="김기백(GIBAEK KIM)[gibaek.kim]/팀장/제조DX.자동보정.자동보정선행개발팀" userId="55e45d38-c472-4a38-804c-486c2f4c45c8" providerId="ADAL" clId="{2A034CA7-1D31-493B-8F7A-E9A653A92914}" dt="2026-08-25T06:22:38.312" v="1422" actId="1076"/>
          <ac:spMkLst>
            <pc:docMk/>
            <pc:sldMk cId="2078861670" sldId="2147483568"/>
            <ac:spMk id="14" creationId="{4EABB971-7377-9AD5-50FB-0B1A44A59A43}"/>
          </ac:spMkLst>
        </pc:spChg>
      </pc:sldChg>
    </pc:docChg>
  </pc:docChgLst>
  <pc:docChgLst>
    <pc:chgData name="최가을(GAEUL CHOI)[gaeul_choi]/선임/제조DX.자동보정.MC자동보정팀" userId="530680f4-fbc6-468a-9c4b-7cc53ec80c4a" providerId="ADAL" clId="{F6EE7007-1E00-4999-9A38-778E334C9EA0}"/>
    <pc:docChg chg="undo custSel modSld">
      <pc:chgData name="최가을(GAEUL CHOI)[gaeul_choi]/선임/제조DX.자동보정.MC자동보정팀" userId="530680f4-fbc6-468a-9c4b-7cc53ec80c4a" providerId="ADAL" clId="{F6EE7007-1E00-4999-9A38-778E334C9EA0}" dt="2026-08-31T02:27:15.535" v="75" actId="20577"/>
      <pc:docMkLst>
        <pc:docMk/>
      </pc:docMkLst>
      <pc:sldChg chg="modSp mod">
        <pc:chgData name="최가을(GAEUL CHOI)[gaeul_choi]/선임/제조DX.자동보정.MC자동보정팀" userId="530680f4-fbc6-468a-9c4b-7cc53ec80c4a" providerId="ADAL" clId="{F6EE7007-1E00-4999-9A38-778E334C9EA0}" dt="2026-08-31T02:25:13.767" v="47" actId="20577"/>
        <pc:sldMkLst>
          <pc:docMk/>
          <pc:sldMk cId="3606521851" sldId="256"/>
        </pc:sldMkLst>
        <pc:spChg chg="mod">
          <ac:chgData name="최가을(GAEUL CHOI)[gaeul_choi]/선임/제조DX.자동보정.MC자동보정팀" userId="530680f4-fbc6-468a-9c4b-7cc53ec80c4a" providerId="ADAL" clId="{F6EE7007-1E00-4999-9A38-778E334C9EA0}" dt="2026-08-31T02:25:13.767" v="47" actId="20577"/>
          <ac:spMkLst>
            <pc:docMk/>
            <pc:sldMk cId="3606521851" sldId="256"/>
            <ac:spMk id="7" creationId="{3F13345C-F75D-EB4A-4DD1-E59B547712E6}"/>
          </ac:spMkLst>
        </pc:spChg>
      </pc:sldChg>
      <pc:sldChg chg="modSp mod">
        <pc:chgData name="최가을(GAEUL CHOI)[gaeul_choi]/선임/제조DX.자동보정.MC자동보정팀" userId="530680f4-fbc6-468a-9c4b-7cc53ec80c4a" providerId="ADAL" clId="{F6EE7007-1E00-4999-9A38-778E334C9EA0}" dt="2026-08-31T02:25:17.005" v="51" actId="20577"/>
        <pc:sldMkLst>
          <pc:docMk/>
          <pc:sldMk cId="3970612940" sldId="329"/>
        </pc:sldMkLst>
        <pc:spChg chg="mod">
          <ac:chgData name="최가을(GAEUL CHOI)[gaeul_choi]/선임/제조DX.자동보정.MC자동보정팀" userId="530680f4-fbc6-468a-9c4b-7cc53ec80c4a" providerId="ADAL" clId="{F6EE7007-1E00-4999-9A38-778E334C9EA0}" dt="2026-08-31T02:25:17.005" v="51" actId="20577"/>
          <ac:spMkLst>
            <pc:docMk/>
            <pc:sldMk cId="3970612940" sldId="329"/>
            <ac:spMk id="7" creationId="{3F13345C-F75D-EB4A-4DD1-E59B547712E6}"/>
          </ac:spMkLst>
        </pc:spChg>
      </pc:sldChg>
    </pc:docChg>
  </pc:docChgLst>
  <pc:docChgLst>
    <pc:chgData name="변승섭(BYUN SEUNGSUB)[ssbyun]/사원/제조DX.자동보정.MC자동보정팀" userId="1b38d4b6-64c3-40fb-bb51-29309b54142d" providerId="ADAL" clId="{2433AA22-AFCB-47CB-9905-FAAEDD0E0A45}"/>
    <pc:docChg chg="undo custSel modSld">
      <pc:chgData name="변승섭(BYUN SEUNGSUB)[ssbyun]/사원/제조DX.자동보정.MC자동보정팀" userId="1b38d4b6-64c3-40fb-bb51-29309b54142d" providerId="ADAL" clId="{2433AA22-AFCB-47CB-9905-FAAEDD0E0A45}" dt="2026-08-19T00:25:18.991" v="557" actId="20577"/>
      <pc:docMkLst>
        <pc:docMk/>
      </pc:docMkLst>
      <pc:sldChg chg="modSp mod">
        <pc:chgData name="변승섭(BYUN SEUNGSUB)[ssbyun]/사원/제조DX.자동보정.MC자동보정팀" userId="1b38d4b6-64c3-40fb-bb51-29309b54142d" providerId="ADAL" clId="{2433AA22-AFCB-47CB-9905-FAAEDD0E0A45}" dt="2026-08-19T00:13:36.554" v="492" actId="20577"/>
        <pc:sldMkLst>
          <pc:docMk/>
          <pc:sldMk cId="4109008651" sldId="281"/>
        </pc:sldMkLst>
        <pc:spChg chg="mod">
          <ac:chgData name="변승섭(BYUN SEUNGSUB)[ssbyun]/사원/제조DX.자동보정.MC자동보정팀" userId="1b38d4b6-64c3-40fb-bb51-29309b54142d" providerId="ADAL" clId="{2433AA22-AFCB-47CB-9905-FAAEDD0E0A45}" dt="2026-08-19T00:06:38.314" v="25" actId="20577"/>
          <ac:spMkLst>
            <pc:docMk/>
            <pc:sldMk cId="4109008651" sldId="281"/>
            <ac:spMk id="5" creationId="{5C506958-B6AE-417E-EF6D-BEC3CF0E2900}"/>
          </ac:spMkLst>
        </pc:spChg>
        <pc:spChg chg="mod">
          <ac:chgData name="변승섭(BYUN SEUNGSUB)[ssbyun]/사원/제조DX.자동보정.MC자동보정팀" userId="1b38d4b6-64c3-40fb-bb51-29309b54142d" providerId="ADAL" clId="{2433AA22-AFCB-47CB-9905-FAAEDD0E0A45}" dt="2026-08-19T00:13:36.554" v="492" actId="20577"/>
          <ac:spMkLst>
            <pc:docMk/>
            <pc:sldMk cId="4109008651" sldId="281"/>
            <ac:spMk id="18" creationId="{FF06F22C-BB34-EAA2-8E9E-F801AEA2E025}"/>
          </ac:spMkLst>
        </pc:spChg>
        <pc:spChg chg="mod">
          <ac:chgData name="변승섭(BYUN SEUNGSUB)[ssbyun]/사원/제조DX.자동보정.MC자동보정팀" userId="1b38d4b6-64c3-40fb-bb51-29309b54142d" providerId="ADAL" clId="{2433AA22-AFCB-47CB-9905-FAAEDD0E0A45}" dt="2026-08-19T00:06:25.133" v="21"/>
          <ac:spMkLst>
            <pc:docMk/>
            <pc:sldMk cId="4109008651" sldId="281"/>
            <ac:spMk id="233" creationId="{25358567-3F96-30CA-7153-459D41B2BA68}"/>
          </ac:spMkLst>
        </pc:spChg>
      </pc:sldChg>
    </pc:docChg>
  </pc:docChgLst>
  <pc:docChgLst>
    <pc:chgData name="정돈규(DONKYU JUNG)[donkyu]/팀장/제조DX.자동보정.RSND자동보정팀" userId="129dd0d3-f7f1-47f5-9573-5d4a6dd9ccfb" providerId="ADAL" clId="{05432B9C-2102-4B3C-8E6C-9AD39B658C91}"/>
    <pc:docChg chg="undo custSel modSld">
      <pc:chgData name="정돈규(DONKYU JUNG)[donkyu]/팀장/제조DX.자동보정.RSND자동보정팀" userId="129dd0d3-f7f1-47f5-9573-5d4a6dd9ccfb" providerId="ADAL" clId="{05432B9C-2102-4B3C-8E6C-9AD39B658C91}" dt="2026-09-16T09:43:06.767" v="1610"/>
      <pc:docMkLst>
        <pc:docMk/>
      </pc:docMkLst>
      <pc:sldChg chg="addSp delSp modSp mod">
        <pc:chgData name="정돈규(DONKYU JUNG)[donkyu]/팀장/제조DX.자동보정.RSND자동보정팀" userId="129dd0d3-f7f1-47f5-9573-5d4a6dd9ccfb" providerId="ADAL" clId="{05432B9C-2102-4B3C-8E6C-9AD39B658C91}" dt="2026-09-16T09:43:06.767" v="1610"/>
        <pc:sldMkLst>
          <pc:docMk/>
          <pc:sldMk cId="318835780" sldId="348"/>
        </pc:sldMkLst>
        <pc:spChg chg="mod">
          <ac:chgData name="정돈규(DONKYU JUNG)[donkyu]/팀장/제조DX.자동보정.RSND자동보정팀" userId="129dd0d3-f7f1-47f5-9573-5d4a6dd9ccfb" providerId="ADAL" clId="{05432B9C-2102-4B3C-8E6C-9AD39B658C91}" dt="2026-09-16T09:43:06.767" v="1610"/>
          <ac:spMkLst>
            <pc:docMk/>
            <pc:sldMk cId="318835780" sldId="348"/>
            <ac:spMk id="3" creationId="{787FA41E-4D90-495E-3E31-D80126B5EA82}"/>
          </ac:spMkLst>
        </pc:spChg>
        <pc:spChg chg="add del">
          <ac:chgData name="정돈규(DONKYU JUNG)[donkyu]/팀장/제조DX.자동보정.RSND자동보정팀" userId="129dd0d3-f7f1-47f5-9573-5d4a6dd9ccfb" providerId="ADAL" clId="{05432B9C-2102-4B3C-8E6C-9AD39B658C91}" dt="2026-09-16T08:49:15.556" v="156" actId="22"/>
          <ac:spMkLst>
            <pc:docMk/>
            <pc:sldMk cId="318835780" sldId="348"/>
            <ac:spMk id="6" creationId="{4B5AB439-1045-9B9B-0518-95BD90247B62}"/>
          </ac:spMkLst>
        </pc:spChg>
        <pc:spChg chg="add del mod">
          <ac:chgData name="정돈규(DONKYU JUNG)[donkyu]/팀장/제조DX.자동보정.RSND자동보정팀" userId="129dd0d3-f7f1-47f5-9573-5d4a6dd9ccfb" providerId="ADAL" clId="{05432B9C-2102-4B3C-8E6C-9AD39B658C91}" dt="2026-09-16T08:59:54.909" v="768" actId="478"/>
          <ac:spMkLst>
            <pc:docMk/>
            <pc:sldMk cId="318835780" sldId="348"/>
            <ac:spMk id="9" creationId="{26ED190B-621A-5ACF-92AD-058C2B6ACBB3}"/>
          </ac:spMkLst>
        </pc:spChg>
        <pc:spChg chg="add mod">
          <ac:chgData name="정돈규(DONKYU JUNG)[donkyu]/팀장/제조DX.자동보정.RSND자동보정팀" userId="129dd0d3-f7f1-47f5-9573-5d4a6dd9ccfb" providerId="ADAL" clId="{05432B9C-2102-4B3C-8E6C-9AD39B658C91}" dt="2026-09-16T08:50:10.882" v="160"/>
          <ac:spMkLst>
            <pc:docMk/>
            <pc:sldMk cId="318835780" sldId="348"/>
            <ac:spMk id="10" creationId="{3BFEE3D8-2774-DC77-EA83-C6C4A352ECE4}"/>
          </ac:spMkLst>
        </pc:spChg>
        <pc:picChg chg="add del mod">
          <ac:chgData name="정돈규(DONKYU JUNG)[donkyu]/팀장/제조DX.자동보정.RSND자동보정팀" userId="129dd0d3-f7f1-47f5-9573-5d4a6dd9ccfb" providerId="ADAL" clId="{05432B9C-2102-4B3C-8E6C-9AD39B658C91}" dt="2026-09-16T08:59:11.390" v="767" actId="478"/>
          <ac:picMkLst>
            <pc:docMk/>
            <pc:sldMk cId="318835780" sldId="348"/>
            <ac:picMk id="11" creationId="{97F43189-0934-F7DA-79DF-9255F5266B32}"/>
          </ac:picMkLst>
        </pc:picChg>
      </pc:sldChg>
      <pc:sldChg chg="modSp mod">
        <pc:chgData name="정돈규(DONKYU JUNG)[donkyu]/팀장/제조DX.자동보정.RSND자동보정팀" userId="129dd0d3-f7f1-47f5-9573-5d4a6dd9ccfb" providerId="ADAL" clId="{05432B9C-2102-4B3C-8E6C-9AD39B658C91}" dt="2026-09-16T09:11:31.204" v="1104" actId="20577"/>
        <pc:sldMkLst>
          <pc:docMk/>
          <pc:sldMk cId="2137932498" sldId="355"/>
        </pc:sldMkLst>
        <pc:spChg chg="mod">
          <ac:chgData name="정돈규(DONKYU JUNG)[donkyu]/팀장/제조DX.자동보정.RSND자동보정팀" userId="129dd0d3-f7f1-47f5-9573-5d4a6dd9ccfb" providerId="ADAL" clId="{05432B9C-2102-4B3C-8E6C-9AD39B658C91}" dt="2026-09-16T09:11:31.204" v="1104" actId="20577"/>
          <ac:spMkLst>
            <pc:docMk/>
            <pc:sldMk cId="2137932498" sldId="355"/>
            <ac:spMk id="82" creationId="{7EC7BCBD-8BCE-59CE-5155-5393BBB31FF4}"/>
          </ac:spMkLst>
        </pc:spChg>
      </pc:sldChg>
    </pc:docChg>
  </pc:docChgLst>
  <pc:docChgLst>
    <pc:chgData name="이상용(SANGYONG LEE)[lsy0500]/책임/제조DX.자동보정.RSND자동보정팀" userId="6e1e2dff-ff3a-45ae-b062-b7c6f0b8ce1b" providerId="ADAL" clId="{65640E51-BD89-4C01-97E8-C6F5240DCE9E}"/>
    <pc:docChg chg="undo redo custSel addSld delSld modSld modSection">
      <pc:chgData name="이상용(SANGYONG LEE)[lsy0500]/책임/제조DX.자동보정.RSND자동보정팀" userId="6e1e2dff-ff3a-45ae-b062-b7c6f0b8ce1b" providerId="ADAL" clId="{65640E51-BD89-4C01-97E8-C6F5240DCE9E}" dt="2026-09-02T04:06:08.773" v="3217"/>
      <pc:docMkLst>
        <pc:docMk/>
      </pc:docMkLst>
      <pc:sldChg chg="delSp modSp mod">
        <pc:chgData name="이상용(SANGYONG LEE)[lsy0500]/책임/제조DX.자동보정.RSND자동보정팀" userId="6e1e2dff-ff3a-45ae-b062-b7c6f0b8ce1b" providerId="ADAL" clId="{65640E51-BD89-4C01-97E8-C6F5240DCE9E}" dt="2026-09-02T04:01:57.954" v="3183" actId="20577"/>
        <pc:sldMkLst>
          <pc:docMk/>
          <pc:sldMk cId="3355297601" sldId="278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1:57.954" v="3183" actId="20577"/>
          <ac:spMkLst>
            <pc:docMk/>
            <pc:sldMk cId="3355297601" sldId="278"/>
            <ac:spMk id="7" creationId="{5F6DCF5A-C812-C79A-3E4D-3B5DB39B7269}"/>
          </ac:spMkLst>
        </pc:spChg>
        <pc:spChg chg="mod">
          <ac:chgData name="이상용(SANGYONG LEE)[lsy0500]/책임/제조DX.자동보정.RSND자동보정팀" userId="6e1e2dff-ff3a-45ae-b062-b7c6f0b8ce1b" providerId="ADAL" clId="{65640E51-BD89-4C01-97E8-C6F5240DCE9E}" dt="2026-09-01T07:49:07.935" v="573" actId="20577"/>
          <ac:spMkLst>
            <pc:docMk/>
            <pc:sldMk cId="3355297601" sldId="278"/>
            <ac:spMk id="14" creationId="{4E84D69B-02D1-B918-28E3-192E3102DC58}"/>
          </ac:spMkLst>
        </pc:spChg>
        <pc:spChg chg="ord">
          <ac:chgData name="이상용(SANGYONG LEE)[lsy0500]/책임/제조DX.자동보정.RSND자동보정팀" userId="6e1e2dff-ff3a-45ae-b062-b7c6f0b8ce1b" providerId="ADAL" clId="{65640E51-BD89-4C01-97E8-C6F5240DCE9E}" dt="2026-09-01T07:41:04.750" v="557" actId="166"/>
          <ac:spMkLst>
            <pc:docMk/>
            <pc:sldMk cId="3355297601" sldId="278"/>
            <ac:spMk id="37" creationId="{D83B4189-1382-B209-FA11-A04D8E23B32D}"/>
          </ac:spMkLst>
        </pc:spChg>
      </pc:sldChg>
      <pc:sldChg chg="addSp delSp modSp mod">
        <pc:chgData name="이상용(SANGYONG LEE)[lsy0500]/책임/제조DX.자동보정.RSND자동보정팀" userId="6e1e2dff-ff3a-45ae-b062-b7c6f0b8ce1b" providerId="ADAL" clId="{65640E51-BD89-4C01-97E8-C6F5240DCE9E}" dt="2026-09-02T04:06:08.773" v="3217"/>
        <pc:sldMkLst>
          <pc:docMk/>
          <pc:sldMk cId="1935996428" sldId="294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4:46.827" v="3212" actId="20577"/>
          <ac:spMkLst>
            <pc:docMk/>
            <pc:sldMk cId="1935996428" sldId="294"/>
            <ac:spMk id="6" creationId="{ABA37961-408F-4F57-49F0-C49155CB5620}"/>
          </ac:spMkLst>
        </pc:spChg>
        <pc:spChg chg="mod">
          <ac:chgData name="이상용(SANGYONG LEE)[lsy0500]/책임/제조DX.자동보정.RSND자동보정팀" userId="6e1e2dff-ff3a-45ae-b062-b7c6f0b8ce1b" providerId="ADAL" clId="{65640E51-BD89-4C01-97E8-C6F5240DCE9E}" dt="2026-09-02T04:06:08.773" v="3217"/>
          <ac:spMkLst>
            <pc:docMk/>
            <pc:sldMk cId="1935996428" sldId="294"/>
            <ac:spMk id="8" creationId="{198D5E01-C9B0-FF96-5EA3-FE1AAA94DB56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3:40:30.710" v="3061" actId="1037"/>
          <ac:spMkLst>
            <pc:docMk/>
            <pc:sldMk cId="1935996428" sldId="294"/>
            <ac:spMk id="14" creationId="{35ACD994-ADBF-E6BF-2BF6-C9F0C84FF7CE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3:42:42.580" v="3120" actId="1037"/>
          <ac:spMkLst>
            <pc:docMk/>
            <pc:sldMk cId="1935996428" sldId="294"/>
            <ac:spMk id="20" creationId="{22E5BD4E-0728-72EA-618F-F226C6BDF9C2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3:42:21.518" v="3112" actId="1076"/>
          <ac:spMkLst>
            <pc:docMk/>
            <pc:sldMk cId="1935996428" sldId="294"/>
            <ac:spMk id="21" creationId="{8B00A72C-3926-E2B0-54EE-24B7A51A82DC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4:00:06.437" v="3180" actId="1037"/>
          <ac:spMkLst>
            <pc:docMk/>
            <pc:sldMk cId="1935996428" sldId="294"/>
            <ac:spMk id="23" creationId="{A81C982F-8184-A952-50C3-391007F588F4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4:00:06.437" v="3180" actId="1037"/>
          <ac:spMkLst>
            <pc:docMk/>
            <pc:sldMk cId="1935996428" sldId="294"/>
            <ac:spMk id="24" creationId="{90B66D8C-9435-B8DD-39D0-FB5393D83A3C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4:00:06.437" v="3180" actId="1037"/>
          <ac:spMkLst>
            <pc:docMk/>
            <pc:sldMk cId="1935996428" sldId="294"/>
            <ac:spMk id="25" creationId="{9663FBC8-F071-18EE-0D3C-8FC23BF9F734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3:44:13.469" v="3154" actId="1037"/>
          <ac:spMkLst>
            <pc:docMk/>
            <pc:sldMk cId="1935996428" sldId="294"/>
            <ac:spMk id="29" creationId="{94AE4F90-25F4-03C4-3A27-BE4B3EE0D7EF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3:44:07.966" v="3149" actId="571"/>
          <ac:spMkLst>
            <pc:docMk/>
            <pc:sldMk cId="1935996428" sldId="294"/>
            <ac:spMk id="31" creationId="{C32A87F7-C7EB-46CC-62B0-C4E64015F62A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3:44:37.619" v="3164" actId="1035"/>
          <ac:spMkLst>
            <pc:docMk/>
            <pc:sldMk cId="1935996428" sldId="294"/>
            <ac:spMk id="32" creationId="{2D372ACC-2FED-9E88-3760-17D8D53351EF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3:44:50.744" v="3173" actId="1036"/>
          <ac:spMkLst>
            <pc:docMk/>
            <pc:sldMk cId="1935996428" sldId="294"/>
            <ac:spMk id="33" creationId="{CFB1A88E-A156-6D94-B8E1-643F6CDCC63C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3:44:13.469" v="3154" actId="1037"/>
          <ac:spMkLst>
            <pc:docMk/>
            <pc:sldMk cId="1935996428" sldId="294"/>
            <ac:spMk id="34" creationId="{A56CB429-8BA8-B400-FBE3-164C3BFCBB06}"/>
          </ac:spMkLst>
        </pc:spChg>
        <pc:spChg chg="add mod">
          <ac:chgData name="이상용(SANGYONG LEE)[lsy0500]/책임/제조DX.자동보정.RSND자동보정팀" userId="6e1e2dff-ff3a-45ae-b062-b7c6f0b8ce1b" providerId="ADAL" clId="{65640E51-BD89-4C01-97E8-C6F5240DCE9E}" dt="2026-09-02T03:44:30.825" v="3159" actId="113"/>
          <ac:spMkLst>
            <pc:docMk/>
            <pc:sldMk cId="1935996428" sldId="294"/>
            <ac:spMk id="35" creationId="{63B2C5D6-0AB8-8BC8-103D-E589096D088A}"/>
          </ac:spMkLst>
        </pc:spChg>
        <pc:graphicFrameChg chg="ord">
          <ac:chgData name="이상용(SANGYONG LEE)[lsy0500]/책임/제조DX.자동보정.RSND자동보정팀" userId="6e1e2dff-ff3a-45ae-b062-b7c6f0b8ce1b" providerId="ADAL" clId="{65640E51-BD89-4C01-97E8-C6F5240DCE9E}" dt="2026-09-02T03:59:56.822" v="3175" actId="167"/>
          <ac:graphicFrameMkLst>
            <pc:docMk/>
            <pc:sldMk cId="1935996428" sldId="294"/>
            <ac:graphicFrameMk id="54" creationId="{64B62B7A-7A9C-1EFD-B3EF-8430CD7D54DB}"/>
          </ac:graphicFrameMkLst>
        </pc:graphicFrameChg>
        <pc:picChg chg="mod">
          <ac:chgData name="이상용(SANGYONG LEE)[lsy0500]/책임/제조DX.자동보정.RSND자동보정팀" userId="6e1e2dff-ff3a-45ae-b062-b7c6f0b8ce1b" providerId="ADAL" clId="{65640E51-BD89-4C01-97E8-C6F5240DCE9E}" dt="2026-09-02T04:00:02.011" v="3178" actId="1038"/>
          <ac:picMkLst>
            <pc:docMk/>
            <pc:sldMk cId="1935996428" sldId="294"/>
            <ac:picMk id="53" creationId="{33848915-2013-0914-4718-3268905DB9AB}"/>
          </ac:picMkLst>
        </pc:picChg>
        <pc:cxnChg chg="add mod">
          <ac:chgData name="이상용(SANGYONG LEE)[lsy0500]/책임/제조DX.자동보정.RSND자동보정팀" userId="6e1e2dff-ff3a-45ae-b062-b7c6f0b8ce1b" providerId="ADAL" clId="{65640E51-BD89-4C01-97E8-C6F5240DCE9E}" dt="2026-09-02T03:40:26.205" v="3059" actId="14100"/>
          <ac:cxnSpMkLst>
            <pc:docMk/>
            <pc:sldMk cId="1935996428" sldId="294"/>
            <ac:cxnSpMk id="12" creationId="{2BAF227A-DB33-4D2D-987E-DB1B242EBAB5}"/>
          </ac:cxnSpMkLst>
        </pc:cxnChg>
        <pc:cxnChg chg="add mod">
          <ac:chgData name="이상용(SANGYONG LEE)[lsy0500]/책임/제조DX.자동보정.RSND자동보정팀" userId="6e1e2dff-ff3a-45ae-b062-b7c6f0b8ce1b" providerId="ADAL" clId="{65640E51-BD89-4C01-97E8-C6F5240DCE9E}" dt="2026-09-02T03:59:32.748" v="3174" actId="1037"/>
          <ac:cxnSpMkLst>
            <pc:docMk/>
            <pc:sldMk cId="1935996428" sldId="294"/>
            <ac:cxnSpMk id="19" creationId="{692E63DA-A3CC-BF44-3962-29827ABECAEB}"/>
          </ac:cxnSpMkLst>
        </pc:cxnChg>
        <pc:cxnChg chg="add mod">
          <ac:chgData name="이상용(SANGYONG LEE)[lsy0500]/책임/제조DX.자동보정.RSND자동보정팀" userId="6e1e2dff-ff3a-45ae-b062-b7c6f0b8ce1b" providerId="ADAL" clId="{65640E51-BD89-4C01-97E8-C6F5240DCE9E}" dt="2026-09-02T03:44:13.469" v="3154" actId="1037"/>
          <ac:cxnSpMkLst>
            <pc:docMk/>
            <pc:sldMk cId="1935996428" sldId="294"/>
            <ac:cxnSpMk id="28" creationId="{8BEA854F-9DD4-8070-2E63-73EF3657A8D8}"/>
          </ac:cxnSpMkLst>
        </pc:cxnChg>
        <pc:cxnChg chg="add mod">
          <ac:chgData name="이상용(SANGYONG LEE)[lsy0500]/책임/제조DX.자동보정.RSND자동보정팀" userId="6e1e2dff-ff3a-45ae-b062-b7c6f0b8ce1b" providerId="ADAL" clId="{65640E51-BD89-4C01-97E8-C6F5240DCE9E}" dt="2026-09-02T03:44:07.966" v="3149" actId="571"/>
          <ac:cxnSpMkLst>
            <pc:docMk/>
            <pc:sldMk cId="1935996428" sldId="294"/>
            <ac:cxnSpMk id="30" creationId="{E4C4500E-1C83-20B7-7C80-F428271F6829}"/>
          </ac:cxnSpMkLst>
        </pc:cxnChg>
      </pc:sldChg>
      <pc:sldChg chg="modSp mod">
        <pc:chgData name="이상용(SANGYONG LEE)[lsy0500]/책임/제조DX.자동보정.RSND자동보정팀" userId="6e1e2dff-ff3a-45ae-b062-b7c6f0b8ce1b" providerId="ADAL" clId="{65640E51-BD89-4C01-97E8-C6F5240DCE9E}" dt="2026-09-02T04:04:14.334" v="3208" actId="20577"/>
        <pc:sldMkLst>
          <pc:docMk/>
          <pc:sldMk cId="1554108962" sldId="305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4:14.334" v="3208" actId="20577"/>
          <ac:spMkLst>
            <pc:docMk/>
            <pc:sldMk cId="1554108962" sldId="305"/>
            <ac:spMk id="44" creationId="{6F3BC2FF-E945-9DC3-7A0D-1FE966BFB24D}"/>
          </ac:spMkLst>
        </pc:spChg>
      </pc:sldChg>
      <pc:sldChg chg="addSp delSp modSp add del mod">
        <pc:chgData name="이상용(SANGYONG LEE)[lsy0500]/책임/제조DX.자동보정.RSND자동보정팀" userId="6e1e2dff-ff3a-45ae-b062-b7c6f0b8ce1b" providerId="ADAL" clId="{65640E51-BD89-4C01-97E8-C6F5240DCE9E}" dt="2026-09-01T13:51:05.012" v="2960" actId="115"/>
        <pc:sldMkLst>
          <pc:docMk/>
          <pc:sldMk cId="4243388564" sldId="347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1T07:22:17.206" v="554"/>
          <ac:spMkLst>
            <pc:docMk/>
            <pc:sldMk cId="4243388564" sldId="347"/>
            <ac:spMk id="5" creationId="{17718F89-FF59-8EE7-EB0A-EB2B1E37213A}"/>
          </ac:spMkLst>
        </pc:spChg>
        <pc:spChg chg="mod">
          <ac:chgData name="이상용(SANGYONG LEE)[lsy0500]/책임/제조DX.자동보정.RSND자동보정팀" userId="6e1e2dff-ff3a-45ae-b062-b7c6f0b8ce1b" providerId="ADAL" clId="{65640E51-BD89-4C01-97E8-C6F5240DCE9E}" dt="2026-09-01T07:21:14.624" v="546" actId="20577"/>
          <ac:spMkLst>
            <pc:docMk/>
            <pc:sldMk cId="4243388564" sldId="347"/>
            <ac:spMk id="6" creationId="{C6DE7B6B-B71C-E55E-B508-F444BE10B53F}"/>
          </ac:spMkLst>
        </pc:spChg>
        <pc:spChg chg="mod">
          <ac:chgData name="이상용(SANGYONG LEE)[lsy0500]/책임/제조DX.자동보정.RSND자동보정팀" userId="6e1e2dff-ff3a-45ae-b062-b7c6f0b8ce1b" providerId="ADAL" clId="{65640E51-BD89-4C01-97E8-C6F5240DCE9E}" dt="2026-09-01T10:02:19.811" v="2689" actId="20577"/>
          <ac:spMkLst>
            <pc:docMk/>
            <pc:sldMk cId="4243388564" sldId="347"/>
            <ac:spMk id="8" creationId="{36DD3708-2C8F-6F51-07B9-9500D71F85BC}"/>
          </ac:spMkLst>
        </pc:spChg>
        <pc:spChg chg="mod">
          <ac:chgData name="이상용(SANGYONG LEE)[lsy0500]/책임/제조DX.자동보정.RSND자동보정팀" userId="6e1e2dff-ff3a-45ae-b062-b7c6f0b8ce1b" providerId="ADAL" clId="{65640E51-BD89-4C01-97E8-C6F5240DCE9E}" dt="2026-09-01T13:51:05.012" v="2960" actId="115"/>
          <ac:spMkLst>
            <pc:docMk/>
            <pc:sldMk cId="4243388564" sldId="347"/>
            <ac:spMk id="9" creationId="{6A964094-B675-88EB-1BD2-F5833AAC00EC}"/>
          </ac:spMkLst>
        </pc:spChg>
        <pc:spChg chg="mod">
          <ac:chgData name="이상용(SANGYONG LEE)[lsy0500]/책임/제조DX.자동보정.RSND자동보정팀" userId="6e1e2dff-ff3a-45ae-b062-b7c6f0b8ce1b" providerId="ADAL" clId="{65640E51-BD89-4C01-97E8-C6F5240DCE9E}" dt="2026-09-01T07:20:32.138" v="530" actId="20577"/>
          <ac:spMkLst>
            <pc:docMk/>
            <pc:sldMk cId="4243388564" sldId="347"/>
            <ac:spMk id="16" creationId="{6F1DC040-0B80-CFED-BA81-576455839B40}"/>
          </ac:spMkLst>
        </pc:spChg>
        <pc:spChg chg="mod">
          <ac:chgData name="이상용(SANGYONG LEE)[lsy0500]/책임/제조DX.자동보정.RSND자동보정팀" userId="6e1e2dff-ff3a-45ae-b062-b7c6f0b8ce1b" providerId="ADAL" clId="{65640E51-BD89-4C01-97E8-C6F5240DCE9E}" dt="2026-09-01T10:02:33.866" v="2712" actId="1035"/>
          <ac:spMkLst>
            <pc:docMk/>
            <pc:sldMk cId="4243388564" sldId="347"/>
            <ac:spMk id="58" creationId="{9ABF87B5-E0B7-D151-F033-8F23DAB00B22}"/>
          </ac:spMkLst>
        </pc:spChg>
        <pc:spChg chg="mod">
          <ac:chgData name="이상용(SANGYONG LEE)[lsy0500]/책임/제조DX.자동보정.RSND자동보정팀" userId="6e1e2dff-ff3a-45ae-b062-b7c6f0b8ce1b" providerId="ADAL" clId="{65640E51-BD89-4C01-97E8-C6F5240DCE9E}" dt="2026-09-01T07:16:20.541" v="289" actId="1036"/>
          <ac:spMkLst>
            <pc:docMk/>
            <pc:sldMk cId="4243388564" sldId="347"/>
            <ac:spMk id="63" creationId="{BA03A387-5390-283C-14CC-0BFFDC774235}"/>
          </ac:spMkLst>
        </pc:spChg>
        <pc:spChg chg="mod">
          <ac:chgData name="이상용(SANGYONG LEE)[lsy0500]/책임/제조DX.자동보정.RSND자동보정팀" userId="6e1e2dff-ff3a-45ae-b062-b7c6f0b8ce1b" providerId="ADAL" clId="{65640E51-BD89-4C01-97E8-C6F5240DCE9E}" dt="2026-09-01T09:46:56.301" v="2629" actId="1035"/>
          <ac:spMkLst>
            <pc:docMk/>
            <pc:sldMk cId="4243388564" sldId="347"/>
            <ac:spMk id="66" creationId="{139D6597-5D82-FFDE-91D6-864867F6F6B8}"/>
          </ac:spMkLst>
        </pc:spChg>
        <pc:spChg chg="mod">
          <ac:chgData name="이상용(SANGYONG LEE)[lsy0500]/책임/제조DX.자동보정.RSND자동보정팀" userId="6e1e2dff-ff3a-45ae-b062-b7c6f0b8ce1b" providerId="ADAL" clId="{65640E51-BD89-4C01-97E8-C6F5240DCE9E}" dt="2026-09-01T10:02:33.866" v="2712" actId="1035"/>
          <ac:spMkLst>
            <pc:docMk/>
            <pc:sldMk cId="4243388564" sldId="347"/>
            <ac:spMk id="76" creationId="{C05CE07C-C87E-33E8-8A57-EE253BCD10E9}"/>
          </ac:spMkLst>
        </pc:spChg>
        <pc:graphicFrameChg chg="mod modGraphic">
          <ac:chgData name="이상용(SANGYONG LEE)[lsy0500]/책임/제조DX.자동보정.RSND자동보정팀" userId="6e1e2dff-ff3a-45ae-b062-b7c6f0b8ce1b" providerId="ADAL" clId="{65640E51-BD89-4C01-97E8-C6F5240DCE9E}" dt="2026-09-01T10:02:24.236" v="2690" actId="1036"/>
          <ac:graphicFrameMkLst>
            <pc:docMk/>
            <pc:sldMk cId="4243388564" sldId="347"/>
            <ac:graphicFrameMk id="65" creationId="{D1531AB1-5E16-8479-F33F-BFDC77680C9E}"/>
          </ac:graphicFrameMkLst>
        </pc:graphicFrameChg>
      </pc:sldChg>
      <pc:sldChg chg="addSp delSp modSp mod modNotesTx">
        <pc:chgData name="이상용(SANGYONG LEE)[lsy0500]/책임/제조DX.자동보정.RSND자동보정팀" userId="6e1e2dff-ff3a-45ae-b062-b7c6f0b8ce1b" providerId="ADAL" clId="{65640E51-BD89-4C01-97E8-C6F5240DCE9E}" dt="2026-09-02T03:39:36.324" v="3031" actId="20577"/>
        <pc:sldMkLst>
          <pc:docMk/>
          <pc:sldMk cId="318835780" sldId="348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3:39:36.324" v="3031" actId="20577"/>
          <ac:spMkLst>
            <pc:docMk/>
            <pc:sldMk cId="318835780" sldId="348"/>
            <ac:spMk id="14" creationId="{2F54B4B4-594E-6A50-C481-1A791E885C7C}"/>
          </ac:spMkLst>
        </pc:spChg>
      </pc:sldChg>
      <pc:sldChg chg="addSp delSp modSp mod">
        <pc:chgData name="이상용(SANGYONG LEE)[lsy0500]/책임/제조DX.자동보정.RSND자동보정팀" userId="6e1e2dff-ff3a-45ae-b062-b7c6f0b8ce1b" providerId="ADAL" clId="{65640E51-BD89-4C01-97E8-C6F5240DCE9E}" dt="2026-09-01T07:48:45.686" v="567" actId="478"/>
        <pc:sldMkLst>
          <pc:docMk/>
          <pc:sldMk cId="2137932498" sldId="355"/>
        </pc:sldMkLst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9" creationId="{04C7C32E-BFB7-C9D5-7C6C-BBB69F9C2ECA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14" creationId="{77F76F49-1822-E287-74F8-D07646BA5510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15" creationId="{082BDB10-77E5-98A7-4451-B7C42479179C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18" creationId="{87EDADE3-EA9B-1BB8-1ADC-15AA3FCA2439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20" creationId="{5B43CBAD-073E-9256-DCDE-BE840A65CAE4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23" creationId="{00F38D9B-AE42-0C24-310C-B6234662399D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24" creationId="{333FECDA-D27B-7E9E-A36A-BD961A122D67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26" creationId="{A048684C-AFA9-3305-4603-4A227F04195F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27" creationId="{FC310AAE-C4E8-A0E9-296A-F35CF50A2B90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29" creationId="{3509B3E3-276A-0B9B-9ECE-D25EE4046AA0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30" creationId="{847BBEC3-0F62-AEF2-74C6-34A78E096FF9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32" creationId="{D5CD65A0-5BA4-FC87-14DD-FE4B07F89152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33" creationId="{50DB9737-2225-900F-46AD-84FC0D8AE023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35" creationId="{4B1C55CE-CE00-5699-44E0-87796E2CEC61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39" creationId="{1CC04A63-D262-24B2-791C-283CBEC0AA3F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40" creationId="{F36C65C4-A6ED-3FB6-E6F6-24C51C8F01C2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41" creationId="{0C188CD7-8C8E-39CF-C4F5-66D1A4CB6B67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42" creationId="{C5AF83EB-BF08-1F67-58A8-464FBAE2A8E8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43" creationId="{2F334EF3-D289-1DA8-66B6-577EFFBA0B76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44" creationId="{50203283-58BE-66A6-1436-28FCD9D6E462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45" creationId="{A35E2E78-EE3E-2F06-E1C9-EB7339D976A9}"/>
          </ac:spMkLst>
        </pc:spChg>
        <pc:sp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spMkLst>
            <pc:docMk/>
            <pc:sldMk cId="2137932498" sldId="355"/>
            <ac:spMk id="46" creationId="{44B545B6-CAEC-5CA8-A842-7AD2E48E3D54}"/>
          </ac:spMkLst>
        </pc:spChg>
        <pc:cxnChg chg="add del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cxnSpMkLst>
            <pc:docMk/>
            <pc:sldMk cId="2137932498" sldId="355"/>
            <ac:cxnSpMk id="8" creationId="{EC0CE02B-75DE-E0D9-ACA9-1CA7A49AA54A}"/>
          </ac:cxnSpMkLst>
        </pc:cxnChg>
        <pc:cxnChg chg="add del mod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cxnSpMkLst>
            <pc:docMk/>
            <pc:sldMk cId="2137932498" sldId="355"/>
            <ac:cxnSpMk id="48" creationId="{DECD853A-F3EC-5407-1545-0D745F8B09A3}"/>
          </ac:cxnSpMkLst>
        </pc:cxnChg>
        <pc:cxnChg chg="add del mod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cxnSpMkLst>
            <pc:docMk/>
            <pc:sldMk cId="2137932498" sldId="355"/>
            <ac:cxnSpMk id="50" creationId="{2F22EE28-8DDA-263E-482C-9A49F1BA8BEC}"/>
          </ac:cxnSpMkLst>
        </pc:cxnChg>
        <pc:cxnChg chg="add del mod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cxnSpMkLst>
            <pc:docMk/>
            <pc:sldMk cId="2137932498" sldId="355"/>
            <ac:cxnSpMk id="52" creationId="{1D6C280D-EFF9-8AC0-FB82-723296E75F7E}"/>
          </ac:cxnSpMkLst>
        </pc:cxnChg>
        <pc:cxnChg chg="add del mod">
          <ac:chgData name="이상용(SANGYONG LEE)[lsy0500]/책임/제조DX.자동보정.RSND자동보정팀" userId="6e1e2dff-ff3a-45ae-b062-b7c6f0b8ce1b" providerId="ADAL" clId="{65640E51-BD89-4C01-97E8-C6F5240DCE9E}" dt="2026-09-01T07:48:45.686" v="567" actId="478"/>
          <ac:cxnSpMkLst>
            <pc:docMk/>
            <pc:sldMk cId="2137932498" sldId="355"/>
            <ac:cxnSpMk id="54" creationId="{176F960F-7F54-00E5-203B-506BA32323B3}"/>
          </ac:cxnSpMkLst>
        </pc:cxnChg>
      </pc:sldChg>
      <pc:sldChg chg="modSp mod">
        <pc:chgData name="이상용(SANGYONG LEE)[lsy0500]/책임/제조DX.자동보정.RSND자동보정팀" userId="6e1e2dff-ff3a-45ae-b062-b7c6f0b8ce1b" providerId="ADAL" clId="{65640E51-BD89-4C01-97E8-C6F5240DCE9E}" dt="2026-09-02T04:03:45.262" v="3202" actId="20577"/>
        <pc:sldMkLst>
          <pc:docMk/>
          <pc:sldMk cId="70802679" sldId="376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3:45.262" v="3202" actId="20577"/>
          <ac:spMkLst>
            <pc:docMk/>
            <pc:sldMk cId="70802679" sldId="376"/>
            <ac:spMk id="19" creationId="{31E243ED-0DCD-3CC7-3BF6-185ECD776406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65640E51-BD89-4C01-97E8-C6F5240DCE9E}" dt="2026-09-02T04:04:06.071" v="3205" actId="20577"/>
        <pc:sldMkLst>
          <pc:docMk/>
          <pc:sldMk cId="4050359468" sldId="400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4:06.071" v="3205" actId="20577"/>
          <ac:spMkLst>
            <pc:docMk/>
            <pc:sldMk cId="4050359468" sldId="400"/>
            <ac:spMk id="6" creationId="{8434DB26-0989-42D9-FE33-922D5D878913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65640E51-BD89-4C01-97E8-C6F5240DCE9E}" dt="2026-09-02T04:03:35.109" v="3199" actId="20577"/>
        <pc:sldMkLst>
          <pc:docMk/>
          <pc:sldMk cId="316323796" sldId="402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3:35.109" v="3199" actId="20577"/>
          <ac:spMkLst>
            <pc:docMk/>
            <pc:sldMk cId="316323796" sldId="402"/>
            <ac:spMk id="157" creationId="{9B28912B-4347-A792-5175-7BF8A11A195B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65640E51-BD89-4C01-97E8-C6F5240DCE9E}" dt="2026-09-02T04:02:21.575" v="3190" actId="20577"/>
        <pc:sldMkLst>
          <pc:docMk/>
          <pc:sldMk cId="3929383520" sldId="407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2:21.575" v="3190" actId="20577"/>
          <ac:spMkLst>
            <pc:docMk/>
            <pc:sldMk cId="3929383520" sldId="407"/>
            <ac:spMk id="7" creationId="{5F6DCF5A-C812-C79A-3E4D-3B5DB39B7269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65640E51-BD89-4C01-97E8-C6F5240DCE9E}" dt="2026-09-02T04:03:13.045" v="3196" actId="20577"/>
        <pc:sldMkLst>
          <pc:docMk/>
          <pc:sldMk cId="3901856383" sldId="431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3:13.045" v="3196" actId="20577"/>
          <ac:spMkLst>
            <pc:docMk/>
            <pc:sldMk cId="3901856383" sldId="431"/>
            <ac:spMk id="15" creationId="{465732E6-7EC6-799B-FDD4-0CF99EEE37FF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65640E51-BD89-4C01-97E8-C6F5240DCE9E}" dt="2026-09-02T04:04:29.065" v="3211" actId="20577"/>
        <pc:sldMkLst>
          <pc:docMk/>
          <pc:sldMk cId="1211839706" sldId="435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4:29.065" v="3211" actId="20577"/>
          <ac:spMkLst>
            <pc:docMk/>
            <pc:sldMk cId="1211839706" sldId="435"/>
            <ac:spMk id="15" creationId="{465732E6-7EC6-799B-FDD4-0CF99EEE37FF}"/>
          </ac:spMkLst>
        </pc:spChg>
      </pc:sldChg>
      <pc:sldChg chg="modSp mod">
        <pc:chgData name="이상용(SANGYONG LEE)[lsy0500]/책임/제조DX.자동보정.RSND자동보정팀" userId="6e1e2dff-ff3a-45ae-b062-b7c6f0b8ce1b" providerId="ADAL" clId="{65640E51-BD89-4C01-97E8-C6F5240DCE9E}" dt="2026-09-02T04:02:50.294" v="3193" actId="20577"/>
        <pc:sldMkLst>
          <pc:docMk/>
          <pc:sldMk cId="556584264" sldId="440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2:50.294" v="3193" actId="20577"/>
          <ac:spMkLst>
            <pc:docMk/>
            <pc:sldMk cId="556584264" sldId="440"/>
            <ac:spMk id="7" creationId="{5F6DCF5A-C812-C79A-3E4D-3B5DB39B7269}"/>
          </ac:spMkLst>
        </pc:spChg>
        <pc:graphicFrameChg chg="mod">
          <ac:chgData name="이상용(SANGYONG LEE)[lsy0500]/책임/제조DX.자동보정.RSND자동보정팀" userId="6e1e2dff-ff3a-45ae-b062-b7c6f0b8ce1b" providerId="ADAL" clId="{65640E51-BD89-4C01-97E8-C6F5240DCE9E}" dt="2026-09-01T07:43:21.230" v="565"/>
          <ac:graphicFrameMkLst>
            <pc:docMk/>
            <pc:sldMk cId="556584264" sldId="440"/>
            <ac:graphicFrameMk id="12" creationId="{B9F3B7CC-1945-8DF7-D0AA-7E8D3ABF1C7B}"/>
          </ac:graphicFrameMkLst>
        </pc:graphicFrameChg>
      </pc:sldChg>
      <pc:sldChg chg="modSp mod">
        <pc:chgData name="이상용(SANGYONG LEE)[lsy0500]/책임/제조DX.자동보정.RSND자동보정팀" userId="6e1e2dff-ff3a-45ae-b062-b7c6f0b8ce1b" providerId="ADAL" clId="{65640E51-BD89-4C01-97E8-C6F5240DCE9E}" dt="2026-09-02T04:02:06.289" v="3187" actId="20577"/>
        <pc:sldMkLst>
          <pc:docMk/>
          <pc:sldMk cId="1671109175" sldId="2147483647"/>
        </pc:sldMkLst>
        <pc:spChg chg="mod">
          <ac:chgData name="이상용(SANGYONG LEE)[lsy0500]/책임/제조DX.자동보정.RSND자동보정팀" userId="6e1e2dff-ff3a-45ae-b062-b7c6f0b8ce1b" providerId="ADAL" clId="{65640E51-BD89-4C01-97E8-C6F5240DCE9E}" dt="2026-09-02T04:02:06.289" v="3187" actId="20577"/>
          <ac:spMkLst>
            <pc:docMk/>
            <pc:sldMk cId="1671109175" sldId="2147483647"/>
            <ac:spMk id="7" creationId="{5F6DCF5A-C812-C79A-3E4D-3B5DB39B7269}"/>
          </ac:spMkLst>
        </pc:spChg>
      </pc:sldChg>
    </pc:docChg>
  </pc:docChgLst>
  <pc:docChgLst>
    <pc:chgData name="심은찬(EUNCHAN SIM)[sec1021]/선임/제조DX.자동보정.조립자동보정팀" userId="9090956e-ab5b-49d1-9c87-2078b7755aae" providerId="ADAL" clId="{7F32DEBA-58BB-493E-B687-E0FD3B6DCF07}"/>
    <pc:docChg chg="undo redo custSel addSld modSld">
      <pc:chgData name="심은찬(EUNCHAN SIM)[sec1021]/선임/제조DX.자동보정.조립자동보정팀" userId="9090956e-ab5b-49d1-9c87-2078b7755aae" providerId="ADAL" clId="{7F32DEBA-58BB-493E-B687-E0FD3B6DCF07}" dt="2026-09-17T16:40:58.515" v="2645" actId="478"/>
      <pc:docMkLst>
        <pc:docMk/>
      </pc:docMkLst>
      <pc:sldChg chg="addSp delSp modSp mod">
        <pc:chgData name="심은찬(EUNCHAN SIM)[sec1021]/선임/제조DX.자동보정.조립자동보정팀" userId="9090956e-ab5b-49d1-9c87-2078b7755aae" providerId="ADAL" clId="{7F32DEBA-58BB-493E-B687-E0FD3B6DCF07}" dt="2026-09-16T10:52:38.242" v="1530" actId="478"/>
        <pc:sldMkLst>
          <pc:docMk/>
          <pc:sldMk cId="3932546465" sldId="275"/>
        </pc:sldMkLst>
        <pc:spChg chg="mod">
          <ac:chgData name="심은찬(EUNCHAN SIM)[sec1021]/선임/제조DX.자동보정.조립자동보정팀" userId="9090956e-ab5b-49d1-9c87-2078b7755aae" providerId="ADAL" clId="{7F32DEBA-58BB-493E-B687-E0FD3B6DCF07}" dt="2026-09-15T14:33:01.582" v="620" actId="1076"/>
          <ac:spMkLst>
            <pc:docMk/>
            <pc:sldMk cId="3932546465" sldId="275"/>
            <ac:spMk id="6" creationId="{D59E10BC-4F15-8E5D-965A-FC3A4281CCF5}"/>
          </ac:spMkLst>
        </pc:spChg>
        <pc:spChg chg="add mod">
          <ac:chgData name="심은찬(EUNCHAN SIM)[sec1021]/선임/제조DX.자동보정.조립자동보정팀" userId="9090956e-ab5b-49d1-9c87-2078b7755aae" providerId="ADAL" clId="{7F32DEBA-58BB-493E-B687-E0FD3B6DCF07}" dt="2026-09-16T10:41:40.361" v="1528"/>
          <ac:spMkLst>
            <pc:docMk/>
            <pc:sldMk cId="3932546465" sldId="275"/>
            <ac:spMk id="9" creationId="{ECC4D095-5F77-49DA-91E0-69F6480534F0}"/>
          </ac:spMkLst>
        </pc:spChg>
        <pc:spChg chg="mod">
          <ac:chgData name="심은찬(EUNCHAN SIM)[sec1021]/선임/제조DX.자동보정.조립자동보정팀" userId="9090956e-ab5b-49d1-9c87-2078b7755aae" providerId="ADAL" clId="{7F32DEBA-58BB-493E-B687-E0FD3B6DCF07}" dt="2026-09-15T14:38:16.776" v="1020" actId="20577"/>
          <ac:spMkLst>
            <pc:docMk/>
            <pc:sldMk cId="3932546465" sldId="275"/>
            <ac:spMk id="10" creationId="{BDADEB63-FA2A-413A-90C3-F27F4D564C57}"/>
          </ac:spMkLst>
        </pc:spChg>
        <pc:spChg chg="mod">
          <ac:chgData name="심은찬(EUNCHAN SIM)[sec1021]/선임/제조DX.자동보정.조립자동보정팀" userId="9090956e-ab5b-49d1-9c87-2078b7755aae" providerId="ADAL" clId="{7F32DEBA-58BB-493E-B687-E0FD3B6DCF07}" dt="2026-09-16T00:36:24.977" v="1518" actId="6549"/>
          <ac:spMkLst>
            <pc:docMk/>
            <pc:sldMk cId="3932546465" sldId="275"/>
            <ac:spMk id="11" creationId="{56BCFD90-59BF-3E4B-2DBE-E1EEB172D805}"/>
          </ac:spMkLst>
        </pc:spChg>
        <pc:spChg chg="add mod">
          <ac:chgData name="심은찬(EUNCHAN SIM)[sec1021]/선임/제조DX.자동보정.조립자동보정팀" userId="9090956e-ab5b-49d1-9c87-2078b7755aae" providerId="ADAL" clId="{7F32DEBA-58BB-493E-B687-E0FD3B6DCF07}" dt="2026-09-16T10:41:40.361" v="1528"/>
          <ac:spMkLst>
            <pc:docMk/>
            <pc:sldMk cId="3932546465" sldId="275"/>
            <ac:spMk id="12" creationId="{D44B3B6D-B859-4AC0-BB28-E92855718B21}"/>
          </ac:spMkLst>
        </pc:spChg>
        <pc:spChg chg="add mod">
          <ac:chgData name="심은찬(EUNCHAN SIM)[sec1021]/선임/제조DX.자동보정.조립자동보정팀" userId="9090956e-ab5b-49d1-9c87-2078b7755aae" providerId="ADAL" clId="{7F32DEBA-58BB-493E-B687-E0FD3B6DCF07}" dt="2026-09-16T10:41:40.361" v="1528"/>
          <ac:spMkLst>
            <pc:docMk/>
            <pc:sldMk cId="3932546465" sldId="275"/>
            <ac:spMk id="15" creationId="{7C59EA34-CF54-4EC5-98B2-BFBDCA3CF6F7}"/>
          </ac:spMkLst>
        </pc:spChg>
        <pc:graphicFrameChg chg="add mod">
          <ac:chgData name="심은찬(EUNCHAN SIM)[sec1021]/선임/제조DX.자동보정.조립자동보정팀" userId="9090956e-ab5b-49d1-9c87-2078b7755aae" providerId="ADAL" clId="{7F32DEBA-58BB-493E-B687-E0FD3B6DCF07}" dt="2026-09-16T10:26:11.360" v="1519"/>
          <ac:graphicFrameMkLst>
            <pc:docMk/>
            <pc:sldMk cId="3932546465" sldId="275"/>
            <ac:graphicFrameMk id="2" creationId="{240DBE50-1571-22FB-E094-16C93B63474C}"/>
          </ac:graphicFrameMkLst>
        </pc:graphicFrameChg>
        <pc:graphicFrameChg chg="mod modGraphic">
          <ac:chgData name="심은찬(EUNCHAN SIM)[sec1021]/선임/제조DX.자동보정.조립자동보정팀" userId="9090956e-ab5b-49d1-9c87-2078b7755aae" providerId="ADAL" clId="{7F32DEBA-58BB-493E-B687-E0FD3B6DCF07}" dt="2026-09-15T14:33:01.582" v="620" actId="1076"/>
          <ac:graphicFrameMkLst>
            <pc:docMk/>
            <pc:sldMk cId="3932546465" sldId="275"/>
            <ac:graphicFrameMk id="3" creationId="{6B1AD0A5-7518-3208-2929-8D0399367C7B}"/>
          </ac:graphicFrameMkLst>
        </pc:graphicFrameChg>
        <pc:graphicFrameChg chg="add mod">
          <ac:chgData name="심은찬(EUNCHAN SIM)[sec1021]/선임/제조DX.자동보정.조립자동보정팀" userId="9090956e-ab5b-49d1-9c87-2078b7755aae" providerId="ADAL" clId="{7F32DEBA-58BB-493E-B687-E0FD3B6DCF07}" dt="2026-09-16T10:33:52.491" v="1522"/>
          <ac:graphicFrameMkLst>
            <pc:docMk/>
            <pc:sldMk cId="3932546465" sldId="275"/>
            <ac:graphicFrameMk id="5" creationId="{1CD74302-9038-11F6-6AD6-F3E5FE5CF627}"/>
          </ac:graphicFrameMkLst>
        </pc:graphicFrameChg>
        <pc:graphicFrameChg chg="add mod">
          <ac:chgData name="심은찬(EUNCHAN SIM)[sec1021]/선임/제조DX.자동보정.조립자동보정팀" userId="9090956e-ab5b-49d1-9c87-2078b7755aae" providerId="ADAL" clId="{7F32DEBA-58BB-493E-B687-E0FD3B6DCF07}" dt="2026-09-16T10:41:37.554" v="1525"/>
          <ac:graphicFrameMkLst>
            <pc:docMk/>
            <pc:sldMk cId="3932546465" sldId="275"/>
            <ac:graphicFrameMk id="8" creationId="{92623E9E-298C-DA54-3309-70F28940C2B1}"/>
          </ac:graphicFrameMkLst>
        </pc:graphicFrameChg>
        <pc:picChg chg="add del">
          <ac:chgData name="심은찬(EUNCHAN SIM)[sec1021]/선임/제조DX.자동보정.조립자동보정팀" userId="9090956e-ab5b-49d1-9c87-2078b7755aae" providerId="ADAL" clId="{7F32DEBA-58BB-493E-B687-E0FD3B6DCF07}" dt="2026-09-16T10:33:50.486" v="1521" actId="478"/>
          <ac:picMkLst>
            <pc:docMk/>
            <pc:sldMk cId="3932546465" sldId="275"/>
            <ac:picMk id="4" creationId="{54EA65DC-5A8C-0529-8F64-22EE2F693652}"/>
          </ac:picMkLst>
        </pc:picChg>
        <pc:picChg chg="add del">
          <ac:chgData name="심은찬(EUNCHAN SIM)[sec1021]/선임/제조DX.자동보정.조립자동보정팀" userId="9090956e-ab5b-49d1-9c87-2078b7755aae" providerId="ADAL" clId="{7F32DEBA-58BB-493E-B687-E0FD3B6DCF07}" dt="2026-09-16T10:41:35.937" v="1524" actId="478"/>
          <ac:picMkLst>
            <pc:docMk/>
            <pc:sldMk cId="3932546465" sldId="275"/>
            <ac:picMk id="7" creationId="{B4546F68-417C-045A-AFFB-3D1AC25193F3}"/>
          </ac:picMkLst>
        </pc:picChg>
        <pc:picChg chg="add del">
          <ac:chgData name="심은찬(EUNCHAN SIM)[sec1021]/선임/제조DX.자동보정.조립자동보정팀" userId="9090956e-ab5b-49d1-9c87-2078b7755aae" providerId="ADAL" clId="{7F32DEBA-58BB-493E-B687-E0FD3B6DCF07}" dt="2026-09-16T10:52:38.242" v="1530" actId="478"/>
          <ac:picMkLst>
            <pc:docMk/>
            <pc:sldMk cId="3932546465" sldId="275"/>
            <ac:picMk id="16" creationId="{F1D66D33-6DA3-1F99-E415-B80493524E43}"/>
          </ac:picMkLst>
        </pc:picChg>
        <pc:cxnChg chg="add mod">
          <ac:chgData name="심은찬(EUNCHAN SIM)[sec1021]/선임/제조DX.자동보정.조립자동보정팀" userId="9090956e-ab5b-49d1-9c87-2078b7755aae" providerId="ADAL" clId="{7F32DEBA-58BB-493E-B687-E0FD3B6DCF07}" dt="2026-09-16T10:41:40.361" v="1528"/>
          <ac:cxnSpMkLst>
            <pc:docMk/>
            <pc:sldMk cId="3932546465" sldId="275"/>
            <ac:cxnSpMk id="14" creationId="{E58C98C8-0C40-4516-B178-BF277108BDD7}"/>
          </ac:cxnSpMkLst>
        </pc:cxnChg>
      </pc:sldChg>
      <pc:sldChg chg="addSp delSp modSp add mod">
        <pc:chgData name="심은찬(EUNCHAN SIM)[sec1021]/선임/제조DX.자동보정.조립자동보정팀" userId="9090956e-ab5b-49d1-9c87-2078b7755aae" providerId="ADAL" clId="{7F32DEBA-58BB-493E-B687-E0FD3B6DCF07}" dt="2026-09-17T16:40:58.515" v="2645" actId="478"/>
        <pc:sldMkLst>
          <pc:docMk/>
          <pc:sldMk cId="381790897" sldId="314"/>
        </pc:sldMkLst>
        <pc:spChg chg="add">
          <ac:chgData name="심은찬(EUNCHAN SIM)[sec1021]/선임/제조DX.자동보정.조립자동보정팀" userId="9090956e-ab5b-49d1-9c87-2078b7755aae" providerId="ADAL" clId="{7F32DEBA-58BB-493E-B687-E0FD3B6DCF07}" dt="2026-09-17T01:36:03.929" v="2048"/>
          <ac:spMkLst>
            <pc:docMk/>
            <pc:sldMk cId="381790897" sldId="314"/>
            <ac:spMk id="3" creationId="{70F10B1B-0E32-DF02-0535-D79F4A4AB6C0}"/>
          </ac:spMkLst>
        </pc:spChg>
        <pc:spChg chg="add del">
          <ac:chgData name="심은찬(EUNCHAN SIM)[sec1021]/선임/제조DX.자동보정.조립자동보정팀" userId="9090956e-ab5b-49d1-9c87-2078b7755aae" providerId="ADAL" clId="{7F32DEBA-58BB-493E-B687-E0FD3B6DCF07}" dt="2026-09-17T01:36:50.548" v="2052" actId="22"/>
          <ac:spMkLst>
            <pc:docMk/>
            <pc:sldMk cId="381790897" sldId="314"/>
            <ac:spMk id="6" creationId="{D858B967-0498-3E7A-8D1A-F79518C1A032}"/>
          </ac:spMkLst>
        </pc:spChg>
        <pc:spChg chg="mod">
          <ac:chgData name="심은찬(EUNCHAN SIM)[sec1021]/선임/제조DX.자동보정.조립자동보정팀" userId="9090956e-ab5b-49d1-9c87-2078b7755aae" providerId="ADAL" clId="{7F32DEBA-58BB-493E-B687-E0FD3B6DCF07}" dt="2026-09-17T01:34:29.560" v="1953" actId="20577"/>
          <ac:spMkLst>
            <pc:docMk/>
            <pc:sldMk cId="381790897" sldId="314"/>
            <ac:spMk id="12" creationId="{FCA791FC-21BF-EDB3-F41D-8FE5A79A1304}"/>
          </ac:spMkLst>
        </pc:spChg>
        <pc:spChg chg="mod">
          <ac:chgData name="심은찬(EUNCHAN SIM)[sec1021]/선임/제조DX.자동보정.조립자동보정팀" userId="9090956e-ab5b-49d1-9c87-2078b7755aae" providerId="ADAL" clId="{7F32DEBA-58BB-493E-B687-E0FD3B6DCF07}" dt="2026-09-17T00:44:58.366" v="1934" actId="20577"/>
          <ac:spMkLst>
            <pc:docMk/>
            <pc:sldMk cId="381790897" sldId="314"/>
            <ac:spMk id="13" creationId="{B1F6AF25-0D3A-5DEF-1701-94ABFC49567D}"/>
          </ac:spMkLst>
        </pc:spChg>
        <pc:spChg chg="mod">
          <ac:chgData name="심은찬(EUNCHAN SIM)[sec1021]/선임/제조DX.자동보정.조립자동보정팀" userId="9090956e-ab5b-49d1-9c87-2078b7755aae" providerId="ADAL" clId="{7F32DEBA-58BB-493E-B687-E0FD3B6DCF07}" dt="2026-09-17T02:05:33.359" v="2542" actId="20577"/>
          <ac:spMkLst>
            <pc:docMk/>
            <pc:sldMk cId="381790897" sldId="314"/>
            <ac:spMk id="14" creationId="{896087B7-EACC-6D9A-DE10-63951A72FE47}"/>
          </ac:spMkLst>
        </pc:spChg>
        <pc:spChg chg="mod">
          <ac:chgData name="심은찬(EUNCHAN SIM)[sec1021]/선임/제조DX.자동보정.조립자동보정팀" userId="9090956e-ab5b-49d1-9c87-2078b7755aae" providerId="ADAL" clId="{7F32DEBA-58BB-493E-B687-E0FD3B6DCF07}" dt="2026-09-17T00:44:18.354" v="1926" actId="6549"/>
          <ac:spMkLst>
            <pc:docMk/>
            <pc:sldMk cId="381790897" sldId="314"/>
            <ac:spMk id="15" creationId="{BA166261-C7FE-53E9-B8B5-299A756A35F9}"/>
          </ac:spMkLst>
        </pc:spChg>
        <pc:spChg chg="mod">
          <ac:chgData name="심은찬(EUNCHAN SIM)[sec1021]/선임/제조DX.자동보정.조립자동보정팀" userId="9090956e-ab5b-49d1-9c87-2078b7755aae" providerId="ADAL" clId="{7F32DEBA-58BB-493E-B687-E0FD3B6DCF07}" dt="2026-09-17T00:42:11.784" v="1645" actId="20577"/>
          <ac:spMkLst>
            <pc:docMk/>
            <pc:sldMk cId="381790897" sldId="314"/>
            <ac:spMk id="16" creationId="{6E64D536-1B0F-B7D6-130C-DBEEE06B0C8B}"/>
          </ac:spMkLst>
        </pc:spChg>
        <pc:spChg chg="mod">
          <ac:chgData name="심은찬(EUNCHAN SIM)[sec1021]/선임/제조DX.자동보정.조립자동보정팀" userId="9090956e-ab5b-49d1-9c87-2078b7755aae" providerId="ADAL" clId="{7F32DEBA-58BB-493E-B687-E0FD3B6DCF07}" dt="2026-09-17T04:50:13.055" v="2601" actId="20577"/>
          <ac:spMkLst>
            <pc:docMk/>
            <pc:sldMk cId="381790897" sldId="314"/>
            <ac:spMk id="18" creationId="{5B20E7F4-5EC3-322A-DD64-FA9CB7EBD060}"/>
          </ac:spMkLst>
        </pc:spChg>
        <pc:spChg chg="mod">
          <ac:chgData name="심은찬(EUNCHAN SIM)[sec1021]/선임/제조DX.자동보정.조립자동보정팀" userId="9090956e-ab5b-49d1-9c87-2078b7755aae" providerId="ADAL" clId="{7F32DEBA-58BB-493E-B687-E0FD3B6DCF07}" dt="2026-09-17T02:06:37.586" v="2550"/>
          <ac:spMkLst>
            <pc:docMk/>
            <pc:sldMk cId="381790897" sldId="314"/>
            <ac:spMk id="29" creationId="{CADE57B7-AFD5-377B-538A-D583A6DC70A2}"/>
          </ac:spMkLst>
        </pc:spChg>
        <pc:spChg chg="mod">
          <ac:chgData name="심은찬(EUNCHAN SIM)[sec1021]/선임/제조DX.자동보정.조립자동보정팀" userId="9090956e-ab5b-49d1-9c87-2078b7755aae" providerId="ADAL" clId="{7F32DEBA-58BB-493E-B687-E0FD3B6DCF07}" dt="2026-09-17T01:34:21.599" v="1935" actId="20577"/>
          <ac:spMkLst>
            <pc:docMk/>
            <pc:sldMk cId="381790897" sldId="314"/>
            <ac:spMk id="30" creationId="{0D42272B-7090-3E3D-C807-E7C5620E4BEA}"/>
          </ac:spMkLst>
        </pc:spChg>
        <pc:graphicFrameChg chg="del">
          <ac:chgData name="심은찬(EUNCHAN SIM)[sec1021]/선임/제조DX.자동보정.조립자동보정팀" userId="9090956e-ab5b-49d1-9c87-2078b7755aae" providerId="ADAL" clId="{7F32DEBA-58BB-493E-B687-E0FD3B6DCF07}" dt="2026-09-17T01:35:34.165" v="2047" actId="478"/>
          <ac:graphicFrameMkLst>
            <pc:docMk/>
            <pc:sldMk cId="381790897" sldId="314"/>
            <ac:graphicFrameMk id="2" creationId="{1A905F6A-E9A3-D3C8-8C32-ADC189D759E4}"/>
          </ac:graphicFrameMkLst>
        </pc:graphicFrameChg>
        <pc:graphicFrameChg chg="add mod">
          <ac:chgData name="심은찬(EUNCHAN SIM)[sec1021]/선임/제조DX.자동보정.조립자동보정팀" userId="9090956e-ab5b-49d1-9c87-2078b7755aae" providerId="ADAL" clId="{7F32DEBA-58BB-493E-B687-E0FD3B6DCF07}" dt="2026-09-17T04:48:20.942" v="2552"/>
          <ac:graphicFrameMkLst>
            <pc:docMk/>
            <pc:sldMk cId="381790897" sldId="314"/>
            <ac:graphicFrameMk id="2" creationId="{900AC2E1-BEEF-EA7B-C331-D5B6962614C6}"/>
          </ac:graphicFrameMkLst>
        </pc:graphicFrameChg>
        <pc:graphicFrameChg chg="add mod modGraphic">
          <ac:chgData name="심은찬(EUNCHAN SIM)[sec1021]/선임/제조DX.자동보정.조립자동보정팀" userId="9090956e-ab5b-49d1-9c87-2078b7755aae" providerId="ADAL" clId="{7F32DEBA-58BB-493E-B687-E0FD3B6DCF07}" dt="2026-09-17T04:52:14.077" v="2640" actId="20577"/>
          <ac:graphicFrameMkLst>
            <pc:docMk/>
            <pc:sldMk cId="381790897" sldId="314"/>
            <ac:graphicFrameMk id="3" creationId="{9A8562B6-8A5D-4D88-C3E4-7C9068DA4499}"/>
          </ac:graphicFrameMkLst>
        </pc:graphicFrameChg>
        <pc:graphicFrameChg chg="add mod">
          <ac:chgData name="심은찬(EUNCHAN SIM)[sec1021]/선임/제조DX.자동보정.조립자동보정팀" userId="9090956e-ab5b-49d1-9c87-2078b7755aae" providerId="ADAL" clId="{7F32DEBA-58BB-493E-B687-E0FD3B6DCF07}" dt="2026-09-17T04:49:39.432" v="2576"/>
          <ac:graphicFrameMkLst>
            <pc:docMk/>
            <pc:sldMk cId="381790897" sldId="314"/>
            <ac:graphicFrameMk id="4" creationId="{4B8AF425-1222-7614-70D4-ECCA16253681}"/>
          </ac:graphicFrameMkLst>
        </pc:graphicFrameChg>
        <pc:graphicFrameChg chg="add mod modGraphic">
          <ac:chgData name="심은찬(EUNCHAN SIM)[sec1021]/선임/제조DX.자동보정.조립자동보정팀" userId="9090956e-ab5b-49d1-9c87-2078b7755aae" providerId="ADAL" clId="{7F32DEBA-58BB-493E-B687-E0FD3B6DCF07}" dt="2026-09-17T04:50:11.013" v="2600" actId="1035"/>
          <ac:graphicFrameMkLst>
            <pc:docMk/>
            <pc:sldMk cId="381790897" sldId="314"/>
            <ac:graphicFrameMk id="6" creationId="{58996AD5-A64C-F0EB-BE82-03B08618116C}"/>
          </ac:graphicFrameMkLst>
        </pc:graphicFrameChg>
        <pc:graphicFrameChg chg="del">
          <ac:chgData name="심은찬(EUNCHAN SIM)[sec1021]/선임/제조DX.자동보정.조립자동보정팀" userId="9090956e-ab5b-49d1-9c87-2078b7755aae" providerId="ADAL" clId="{7F32DEBA-58BB-493E-B687-E0FD3B6DCF07}" dt="2026-09-17T01:35:34.165" v="2047" actId="478"/>
          <ac:graphicFrameMkLst>
            <pc:docMk/>
            <pc:sldMk cId="381790897" sldId="314"/>
            <ac:graphicFrameMk id="7" creationId="{149FBCF7-024F-3E37-9500-B9ECFB8AB4FB}"/>
          </ac:graphicFrameMkLst>
        </pc:graphicFrameChg>
        <pc:graphicFrameChg chg="add del mod">
          <ac:chgData name="심은찬(EUNCHAN SIM)[sec1021]/선임/제조DX.자동보정.조립자동보정팀" userId="9090956e-ab5b-49d1-9c87-2078b7755aae" providerId="ADAL" clId="{7F32DEBA-58BB-493E-B687-E0FD3B6DCF07}" dt="2026-09-17T16:40:58.515" v="2645" actId="478"/>
          <ac:graphicFrameMkLst>
            <pc:docMk/>
            <pc:sldMk cId="381790897" sldId="314"/>
            <ac:graphicFrameMk id="7" creationId="{97111C4B-C06D-E72C-5139-6901E8C7FB15}"/>
          </ac:graphicFrameMkLst>
        </pc:graphicFrameChg>
        <pc:graphicFrameChg chg="add mod">
          <ac:chgData name="심은찬(EUNCHAN SIM)[sec1021]/선임/제조DX.자동보정.조립자동보정팀" userId="9090956e-ab5b-49d1-9c87-2078b7755aae" providerId="ADAL" clId="{7F32DEBA-58BB-493E-B687-E0FD3B6DCF07}" dt="2026-09-17T01:45:46.763" v="2092"/>
          <ac:graphicFrameMkLst>
            <pc:docMk/>
            <pc:sldMk cId="381790897" sldId="314"/>
            <ac:graphicFrameMk id="10" creationId="{9DC57BA4-6E81-0FC0-7C10-1881FD207300}"/>
          </ac:graphicFrameMkLst>
        </pc:graphicFrameChg>
        <pc:graphicFrameChg chg="add mod modGraphic">
          <ac:chgData name="심은찬(EUNCHAN SIM)[sec1021]/선임/제조DX.자동보정.조립자동보정팀" userId="9090956e-ab5b-49d1-9c87-2078b7755aae" providerId="ADAL" clId="{7F32DEBA-58BB-493E-B687-E0FD3B6DCF07}" dt="2026-09-17T01:59:14.592" v="2334" actId="1035"/>
          <ac:graphicFrameMkLst>
            <pc:docMk/>
            <pc:sldMk cId="381790897" sldId="314"/>
            <ac:graphicFrameMk id="11" creationId="{60B84A9A-6E83-BDDA-77FD-96BD517AA0BE}"/>
          </ac:graphicFrameMkLst>
        </pc:graphicFrameChg>
        <pc:graphicFrameChg chg="add mod">
          <ac:chgData name="심은찬(EUNCHAN SIM)[sec1021]/선임/제조DX.자동보정.조립자동보정팀" userId="9090956e-ab5b-49d1-9c87-2078b7755aae" providerId="ADAL" clId="{7F32DEBA-58BB-493E-B687-E0FD3B6DCF07}" dt="2026-09-17T02:03:52.948" v="2421"/>
          <ac:graphicFrameMkLst>
            <pc:docMk/>
            <pc:sldMk cId="381790897" sldId="314"/>
            <ac:graphicFrameMk id="20" creationId="{5FCF2091-5C30-2393-13DE-7B2819D100D1}"/>
          </ac:graphicFrameMkLst>
        </pc:graphicFrameChg>
        <pc:picChg chg="add del mod">
          <ac:chgData name="심은찬(EUNCHAN SIM)[sec1021]/선임/제조DX.자동보정.조립자동보정팀" userId="9090956e-ab5b-49d1-9c87-2078b7755aae" providerId="ADAL" clId="{7F32DEBA-58BB-493E-B687-E0FD3B6DCF07}" dt="2026-09-17T04:48:19.633" v="2551" actId="478"/>
          <ac:picMkLst>
            <pc:docMk/>
            <pc:sldMk cId="381790897" sldId="314"/>
            <ac:picMk id="9" creationId="{41F66ED8-BE3A-E765-CCD8-EEF5CAB81E86}"/>
          </ac:picMkLst>
        </pc:picChg>
        <pc:picChg chg="add del mod">
          <ac:chgData name="심은찬(EUNCHAN SIM)[sec1021]/선임/제조DX.자동보정.조립자동보정팀" userId="9090956e-ab5b-49d1-9c87-2078b7755aae" providerId="ADAL" clId="{7F32DEBA-58BB-493E-B687-E0FD3B6DCF07}" dt="2026-09-17T04:49:44.220" v="2578" actId="478"/>
          <ac:picMkLst>
            <pc:docMk/>
            <pc:sldMk cId="381790897" sldId="314"/>
            <ac:picMk id="21" creationId="{739BB715-4FDB-3E31-64D3-903475BE7FEC}"/>
          </ac:picMkLst>
        </pc:picChg>
      </pc:sldChg>
    </pc:docChg>
  </pc:docChgLst>
  <pc:docChgLst>
    <pc:chgData name="차영은(YEONGEUN CHA)[yeongeun.cha]/선임/제조DX.자동보정.RSND자동보정팀" userId="e4ba232c-cf2d-4452-bd1b-f0a465a6692d" providerId="ADAL" clId="{888A7C4C-58EB-41A9-9665-5E2B7C203520}"/>
    <pc:docChg chg="modSld modMainMaster">
      <pc:chgData name="차영은(YEONGEUN CHA)[yeongeun.cha]/선임/제조DX.자동보정.RSND자동보정팀" userId="e4ba232c-cf2d-4452-bd1b-f0a465a6692d" providerId="ADAL" clId="{888A7C4C-58EB-41A9-9665-5E2B7C203520}" dt="2026-08-25T09:04:39.821" v="420"/>
      <pc:docMkLst>
        <pc:docMk/>
      </pc:docMkLst>
      <pc:sldChg chg="modSp mod">
        <pc:chgData name="차영은(YEONGEUN CHA)[yeongeun.cha]/선임/제조DX.자동보정.RSND자동보정팀" userId="e4ba232c-cf2d-4452-bd1b-f0a465a6692d" providerId="ADAL" clId="{888A7C4C-58EB-41A9-9665-5E2B7C203520}" dt="2026-08-25T09:04:39.821" v="420"/>
        <pc:sldMkLst>
          <pc:docMk/>
          <pc:sldMk cId="1554108962" sldId="305"/>
        </pc:sldMkLst>
        <pc:spChg chg="mod">
          <ac:chgData name="차영은(YEONGEUN CHA)[yeongeun.cha]/선임/제조DX.자동보정.RSND자동보정팀" userId="e4ba232c-cf2d-4452-bd1b-f0a465a6692d" providerId="ADAL" clId="{888A7C4C-58EB-41A9-9665-5E2B7C203520}" dt="2026-08-25T09:04:39.821" v="420"/>
          <ac:spMkLst>
            <pc:docMk/>
            <pc:sldMk cId="1554108962" sldId="305"/>
            <ac:spMk id="27" creationId="{5609AD6A-E4FC-1283-5578-00971543EB92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888A7C4C-58EB-41A9-9665-5E2B7C203520}" dt="2026-08-25T09:04:31.866" v="419" actId="20577"/>
        <pc:sldMkLst>
          <pc:docMk/>
          <pc:sldMk cId="4050359468" sldId="400"/>
        </pc:sldMkLst>
        <pc:spChg chg="mod">
          <ac:chgData name="차영은(YEONGEUN CHA)[yeongeun.cha]/선임/제조DX.자동보정.RSND자동보정팀" userId="e4ba232c-cf2d-4452-bd1b-f0a465a6692d" providerId="ADAL" clId="{888A7C4C-58EB-41A9-9665-5E2B7C203520}" dt="2026-08-25T09:04:31.866" v="419" actId="20577"/>
          <ac:spMkLst>
            <pc:docMk/>
            <pc:sldMk cId="4050359468" sldId="400"/>
            <ac:spMk id="79" creationId="{6A48F3AD-C54E-4294-1198-C0F435D563BC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888A7C4C-58EB-41A9-9665-5E2B7C203520}" dt="2026-08-24T01:12:33.389" v="1" actId="20577"/>
        <pc:sldMkLst>
          <pc:docMk/>
          <pc:sldMk cId="2751367990" sldId="746"/>
        </pc:sldMkLst>
        <pc:spChg chg="mod">
          <ac:chgData name="차영은(YEONGEUN CHA)[yeongeun.cha]/선임/제조DX.자동보정.RSND자동보정팀" userId="e4ba232c-cf2d-4452-bd1b-f0a465a6692d" providerId="ADAL" clId="{888A7C4C-58EB-41A9-9665-5E2B7C203520}" dt="2026-08-24T01:12:33.389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MasterChg chg="modSp mod modSldLayout">
        <pc:chgData name="차영은(YEONGEUN CHA)[yeongeun.cha]/선임/제조DX.자동보정.RSND자동보정팀" userId="e4ba232c-cf2d-4452-bd1b-f0a465a6692d" providerId="ADAL" clId="{888A7C4C-58EB-41A9-9665-5E2B7C203520}" dt="2026-08-24T01:14:58.216" v="25" actId="20577"/>
        <pc:sldMasterMkLst>
          <pc:docMk/>
          <pc:sldMasterMk cId="2856474258" sldId="2147483926"/>
        </pc:sldMasterMkLst>
        <pc:spChg chg="mod">
          <ac:chgData name="차영은(YEONGEUN CHA)[yeongeun.cha]/선임/제조DX.자동보정.RSND자동보정팀" userId="e4ba232c-cf2d-4452-bd1b-f0a465a6692d" providerId="ADAL" clId="{888A7C4C-58EB-41A9-9665-5E2B7C203520}" dt="2026-08-24T01:14:58.216" v="25" actId="20577"/>
          <ac:spMkLst>
            <pc:docMk/>
            <pc:sldMasterMk cId="2856474258" sldId="2147483926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888A7C4C-58EB-41A9-9665-5E2B7C203520}" dt="2026-08-24T01:14:20.719" v="15" actId="20577"/>
          <pc:sldLayoutMkLst>
            <pc:docMk/>
            <pc:sldMasterMk cId="2856474258" sldId="2147483926"/>
            <pc:sldLayoutMk cId="1399280870" sldId="2147483927"/>
          </pc:sldLayoutMkLst>
          <pc:graphicFrameChg chg="modGraphic">
            <ac:chgData name="차영은(YEONGEUN CHA)[yeongeun.cha]/선임/제조DX.자동보정.RSND자동보정팀" userId="e4ba232c-cf2d-4452-bd1b-f0a465a6692d" providerId="ADAL" clId="{888A7C4C-58EB-41A9-9665-5E2B7C203520}" dt="2026-08-24T01:14:20.719" v="15" actId="20577"/>
            <ac:graphicFrameMkLst>
              <pc:docMk/>
              <pc:sldMasterMk cId="2856474258" sldId="2147483926"/>
              <pc:sldLayoutMk cId="1399280870" sldId="2147483927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888A7C4C-58EB-41A9-9665-5E2B7C203520}" dt="2026-08-24T01:14:18.572" v="13" actId="20577"/>
            <ac:graphicFrameMkLst>
              <pc:docMk/>
              <pc:sldMasterMk cId="2856474258" sldId="2147483926"/>
              <pc:sldLayoutMk cId="1399280870" sldId="2147483927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888A7C4C-58EB-41A9-9665-5E2B7C203520}" dt="2026-08-24T01:14:24.066" v="17" actId="20577"/>
          <pc:sldLayoutMkLst>
            <pc:docMk/>
            <pc:sldMasterMk cId="2856474258" sldId="2147483926"/>
            <pc:sldLayoutMk cId="383816557" sldId="2147483928"/>
          </pc:sldLayoutMkLst>
          <pc:graphicFrameChg chg="modGraphic">
            <ac:chgData name="차영은(YEONGEUN CHA)[yeongeun.cha]/선임/제조DX.자동보정.RSND자동보정팀" userId="e4ba232c-cf2d-4452-bd1b-f0a465a6692d" providerId="ADAL" clId="{888A7C4C-58EB-41A9-9665-5E2B7C203520}" dt="2026-08-24T01:14:24.066" v="17" actId="20577"/>
            <ac:graphicFrameMkLst>
              <pc:docMk/>
              <pc:sldMasterMk cId="2856474258" sldId="2147483926"/>
              <pc:sldLayoutMk cId="383816557" sldId="2147483928"/>
              <ac:graphicFrameMk id="3" creationId="{8100811F-687F-3281-8CE1-309FC13722E0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888A7C4C-58EB-41A9-9665-5E2B7C203520}" dt="2026-08-24T01:14:10.188" v="11" actId="20577"/>
          <pc:sldLayoutMkLst>
            <pc:docMk/>
            <pc:sldMasterMk cId="2856474258" sldId="2147483926"/>
            <pc:sldLayoutMk cId="431942297" sldId="2147483956"/>
          </pc:sldLayoutMkLst>
          <pc:graphicFrameChg chg="modGraphic">
            <ac:chgData name="차영은(YEONGEUN CHA)[yeongeun.cha]/선임/제조DX.자동보정.RSND자동보정팀" userId="e4ba232c-cf2d-4452-bd1b-f0a465a6692d" providerId="ADAL" clId="{888A7C4C-58EB-41A9-9665-5E2B7C203520}" dt="2026-08-24T01:14:10.188" v="11" actId="20577"/>
            <ac:graphicFrameMkLst>
              <pc:docMk/>
              <pc:sldMasterMk cId="2856474258" sldId="2147483926"/>
              <pc:sldLayoutMk cId="431942297" sldId="2147483956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888A7C4C-58EB-41A9-9665-5E2B7C203520}" dt="2026-08-24T01:14:07.805" v="9" actId="20577"/>
            <ac:graphicFrameMkLst>
              <pc:docMk/>
              <pc:sldMasterMk cId="2856474258" sldId="2147483926"/>
              <pc:sldLayoutMk cId="431942297" sldId="2147483956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888A7C4C-58EB-41A9-9665-5E2B7C203520}" dt="2026-08-24T01:13:58.943" v="7" actId="20577"/>
          <pc:sldLayoutMkLst>
            <pc:docMk/>
            <pc:sldMasterMk cId="2856474258" sldId="2147483926"/>
            <pc:sldLayoutMk cId="431942297" sldId="2147483962"/>
          </pc:sldLayoutMkLst>
          <pc:graphicFrameChg chg="modGraphic">
            <ac:chgData name="차영은(YEONGEUN CHA)[yeongeun.cha]/선임/제조DX.자동보정.RSND자동보정팀" userId="e4ba232c-cf2d-4452-bd1b-f0a465a6692d" providerId="ADAL" clId="{888A7C4C-58EB-41A9-9665-5E2B7C203520}" dt="2026-08-24T01:13:58.943" v="7" actId="20577"/>
            <ac:graphicFrameMkLst>
              <pc:docMk/>
              <pc:sldMasterMk cId="2856474258" sldId="2147483926"/>
              <pc:sldLayoutMk cId="431942297" sldId="2147483962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888A7C4C-58EB-41A9-9665-5E2B7C203520}" dt="2026-08-24T01:13:55.517" v="5" actId="20577"/>
            <ac:graphicFrameMkLst>
              <pc:docMk/>
              <pc:sldMasterMk cId="2856474258" sldId="2147483926"/>
              <pc:sldLayoutMk cId="431942297" sldId="2147483962"/>
              <ac:graphicFrameMk id="33" creationId="{3833E550-6C35-B912-9D04-3025DA16CA8C}"/>
            </ac:graphicFrameMkLst>
          </pc:graphicFrameChg>
        </pc:sldLayoutChg>
      </pc:sldMasterChg>
      <pc:sldMasterChg chg="modSldLayout">
        <pc:chgData name="차영은(YEONGEUN CHA)[yeongeun.cha]/선임/제조DX.자동보정.RSND자동보정팀" userId="e4ba232c-cf2d-4452-bd1b-f0a465a6692d" providerId="ADAL" clId="{888A7C4C-58EB-41A9-9665-5E2B7C203520}" dt="2026-08-24T01:14:36.592" v="23" actId="20577"/>
        <pc:sldMasterMkLst>
          <pc:docMk/>
          <pc:sldMasterMk cId="3554001616" sldId="2147483943"/>
        </pc:sldMasterMkLst>
        <pc:sldLayoutChg chg="modSp mod">
          <pc:chgData name="차영은(YEONGEUN CHA)[yeongeun.cha]/선임/제조DX.자동보정.RSND자동보정팀" userId="e4ba232c-cf2d-4452-bd1b-f0a465a6692d" providerId="ADAL" clId="{888A7C4C-58EB-41A9-9665-5E2B7C203520}" dt="2026-08-24T01:14:33.307" v="21" actId="20577"/>
          <pc:sldLayoutMkLst>
            <pc:docMk/>
            <pc:sldMasterMk cId="3554001616" sldId="2147483943"/>
            <pc:sldLayoutMk cId="1070217101" sldId="2147483945"/>
          </pc:sldLayoutMkLst>
          <pc:graphicFrameChg chg="modGraphic">
            <ac:chgData name="차영은(YEONGEUN CHA)[yeongeun.cha]/선임/제조DX.자동보정.RSND자동보정팀" userId="e4ba232c-cf2d-4452-bd1b-f0a465a6692d" providerId="ADAL" clId="{888A7C4C-58EB-41A9-9665-5E2B7C203520}" dt="2026-08-24T01:14:30.828" v="19" actId="20577"/>
            <ac:graphicFrameMkLst>
              <pc:docMk/>
              <pc:sldMasterMk cId="3554001616" sldId="2147483943"/>
              <pc:sldLayoutMk cId="1070217101" sldId="2147483945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888A7C4C-58EB-41A9-9665-5E2B7C203520}" dt="2026-08-24T01:14:33.307" v="21" actId="20577"/>
            <ac:graphicFrameMkLst>
              <pc:docMk/>
              <pc:sldMasterMk cId="3554001616" sldId="2147483943"/>
              <pc:sldLayoutMk cId="1070217101" sldId="2147483945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888A7C4C-58EB-41A9-9665-5E2B7C203520}" dt="2026-08-24T01:14:36.592" v="23" actId="20577"/>
          <pc:sldLayoutMkLst>
            <pc:docMk/>
            <pc:sldMasterMk cId="3554001616" sldId="2147483943"/>
            <pc:sldLayoutMk cId="4071920373" sldId="2147483946"/>
          </pc:sldLayoutMkLst>
          <pc:graphicFrameChg chg="modGraphic">
            <ac:chgData name="차영은(YEONGEUN CHA)[yeongeun.cha]/선임/제조DX.자동보정.RSND자동보정팀" userId="e4ba232c-cf2d-4452-bd1b-f0a465a6692d" providerId="ADAL" clId="{888A7C4C-58EB-41A9-9665-5E2B7C203520}" dt="2026-08-24T01:14:36.592" v="23" actId="20577"/>
            <ac:graphicFrameMkLst>
              <pc:docMk/>
              <pc:sldMasterMk cId="3554001616" sldId="2147483943"/>
              <pc:sldLayoutMk cId="4071920373" sldId="2147483946"/>
              <ac:graphicFrameMk id="3" creationId="{8100811F-687F-3281-8CE1-309FC13722E0}"/>
            </ac:graphicFrameMkLst>
          </pc:graphicFrameChg>
        </pc:sldLayoutChg>
      </pc:sldMasterChg>
    </pc:docChg>
  </pc:docChgLst>
  <pc:docChgLst>
    <pc:chgData name="박신아(SHINA PARK)[shina.p]/책임/제조DX.자동보정.MC자동보정팀" userId="54a067cc-2ef7-4970-a3f1-b2a185fa6bcc" providerId="ADAL" clId="{45D2D8C7-3034-42CF-85B2-9CF5C62E0323}"/>
    <pc:docChg chg="undo custSel modSld">
      <pc:chgData name="박신아(SHINA PARK)[shina.p]/책임/제조DX.자동보정.MC자동보정팀" userId="54a067cc-2ef7-4970-a3f1-b2a185fa6bcc" providerId="ADAL" clId="{45D2D8C7-3034-42CF-85B2-9CF5C62E0323}" dt="2026-08-18T08:10:46.543" v="1740" actId="1036"/>
      <pc:docMkLst>
        <pc:docMk/>
      </pc:docMkLst>
      <pc:sldChg chg="modSp mod">
        <pc:chgData name="박신아(SHINA PARK)[shina.p]/책임/제조DX.자동보정.MC자동보정팀" userId="54a067cc-2ef7-4970-a3f1-b2a185fa6bcc" providerId="ADAL" clId="{45D2D8C7-3034-42CF-85B2-9CF5C62E0323}" dt="2026-08-18T07:52:17.154" v="1642" actId="20577"/>
        <pc:sldMkLst>
          <pc:docMk/>
          <pc:sldMk cId="20157088" sldId="280"/>
        </pc:sldMkLst>
        <pc:spChg chg="mod">
          <ac:chgData name="박신아(SHINA PARK)[shina.p]/책임/제조DX.자동보정.MC자동보정팀" userId="54a067cc-2ef7-4970-a3f1-b2a185fa6bcc" providerId="ADAL" clId="{45D2D8C7-3034-42CF-85B2-9CF5C62E0323}" dt="2026-08-18T07:52:05.353" v="1638" actId="1038"/>
          <ac:spMkLst>
            <pc:docMk/>
            <pc:sldMk cId="20157088" sldId="280"/>
            <ac:spMk id="30" creationId="{82316C5F-CBE3-A95F-7CC8-EF8564695C5E}"/>
          </ac:spMkLst>
        </pc:spChg>
        <pc:spChg chg="mod">
          <ac:chgData name="박신아(SHINA PARK)[shina.p]/책임/제조DX.자동보정.MC자동보정팀" userId="54a067cc-2ef7-4970-a3f1-b2a185fa6bcc" providerId="ADAL" clId="{45D2D8C7-3034-42CF-85B2-9CF5C62E0323}" dt="2026-08-18T07:52:17.154" v="1642" actId="20577"/>
          <ac:spMkLst>
            <pc:docMk/>
            <pc:sldMk cId="20157088" sldId="280"/>
            <ac:spMk id="235" creationId="{F0809C5E-7541-A47D-9EB0-F5C95B7891AC}"/>
          </ac:spMkLst>
        </pc:spChg>
      </pc:sldChg>
      <pc:sldChg chg="modSp mod">
        <pc:chgData name="박신아(SHINA PARK)[shina.p]/책임/제조DX.자동보정.MC자동보정팀" userId="54a067cc-2ef7-4970-a3f1-b2a185fa6bcc" providerId="ADAL" clId="{45D2D8C7-3034-42CF-85B2-9CF5C62E0323}" dt="2026-08-18T08:10:46.543" v="1740" actId="1036"/>
        <pc:sldMkLst>
          <pc:docMk/>
          <pc:sldMk cId="2306170091" sldId="325"/>
        </pc:sldMkLst>
        <pc:spChg chg="mod">
          <ac:chgData name="박신아(SHINA PARK)[shina.p]/책임/제조DX.자동보정.MC자동보정팀" userId="54a067cc-2ef7-4970-a3f1-b2a185fa6bcc" providerId="ADAL" clId="{45D2D8C7-3034-42CF-85B2-9CF5C62E0323}" dt="2026-08-18T07:52:36.082" v="1652" actId="20577"/>
          <ac:spMkLst>
            <pc:docMk/>
            <pc:sldMk cId="2306170091" sldId="325"/>
            <ac:spMk id="12" creationId="{59A7692E-132F-84DE-65A9-565713D24F53}"/>
          </ac:spMkLst>
        </pc:spChg>
        <pc:spChg chg="mod">
          <ac:chgData name="박신아(SHINA PARK)[shina.p]/책임/제조DX.자동보정.MC자동보정팀" userId="54a067cc-2ef7-4970-a3f1-b2a185fa6bcc" providerId="ADAL" clId="{45D2D8C7-3034-42CF-85B2-9CF5C62E0323}" dt="2026-08-18T08:10:15.788" v="1713" actId="6549"/>
          <ac:spMkLst>
            <pc:docMk/>
            <pc:sldMk cId="2306170091" sldId="325"/>
            <ac:spMk id="35" creationId="{491769FB-8F95-9F23-9FD4-56A08DF9C8BA}"/>
          </ac:spMkLst>
        </pc:spChg>
        <pc:graphicFrameChg chg="mod">
          <ac:chgData name="박신아(SHINA PARK)[shina.p]/책임/제조DX.자동보정.MC자동보정팀" userId="54a067cc-2ef7-4970-a3f1-b2a185fa6bcc" providerId="ADAL" clId="{45D2D8C7-3034-42CF-85B2-9CF5C62E0323}" dt="2026-08-18T08:10:34.664" v="1720" actId="1036"/>
          <ac:graphicFrameMkLst>
            <pc:docMk/>
            <pc:sldMk cId="2306170091" sldId="325"/>
            <ac:graphicFrameMk id="3" creationId="{D27A3800-330F-01E8-4210-40B3BA6CA7D9}"/>
          </ac:graphicFrameMkLst>
        </pc:graphicFrameChg>
        <pc:graphicFrameChg chg="mod modGraphic">
          <ac:chgData name="박신아(SHINA PARK)[shina.p]/책임/제조DX.자동보정.MC자동보정팀" userId="54a067cc-2ef7-4970-a3f1-b2a185fa6bcc" providerId="ADAL" clId="{45D2D8C7-3034-42CF-85B2-9CF5C62E0323}" dt="2026-08-18T08:10:46.543" v="1740" actId="1036"/>
          <ac:graphicFrameMkLst>
            <pc:docMk/>
            <pc:sldMk cId="2306170091" sldId="325"/>
            <ac:graphicFrameMk id="4" creationId="{7B6C8E34-F1C8-F454-B3A4-66F9E02728FD}"/>
          </ac:graphicFrameMkLst>
        </pc:graphicFrameChg>
      </pc:sldChg>
      <pc:sldChg chg="modSp mod">
        <pc:chgData name="박신아(SHINA PARK)[shina.p]/책임/제조DX.자동보정.MC자동보정팀" userId="54a067cc-2ef7-4970-a3f1-b2a185fa6bcc" providerId="ADAL" clId="{45D2D8C7-3034-42CF-85B2-9CF5C62E0323}" dt="2026-08-18T07:52:27.912" v="1646" actId="20577"/>
        <pc:sldMkLst>
          <pc:docMk/>
          <pc:sldMk cId="939909045" sldId="375"/>
        </pc:sldMkLst>
        <pc:spChg chg="mod">
          <ac:chgData name="박신아(SHINA PARK)[shina.p]/책임/제조DX.자동보정.MC자동보정팀" userId="54a067cc-2ef7-4970-a3f1-b2a185fa6bcc" providerId="ADAL" clId="{45D2D8C7-3034-42CF-85B2-9CF5C62E0323}" dt="2026-08-18T07:52:27.912" v="1646" actId="20577"/>
          <ac:spMkLst>
            <pc:docMk/>
            <pc:sldMk cId="939909045" sldId="375"/>
            <ac:spMk id="12" creationId="{59A7692E-132F-84DE-65A9-565713D24F53}"/>
          </ac:spMkLst>
        </pc:spChg>
      </pc:sldChg>
      <pc:sldChg chg="modSp mod">
        <pc:chgData name="박신아(SHINA PARK)[shina.p]/책임/제조DX.자동보정.MC자동보정팀" userId="54a067cc-2ef7-4970-a3f1-b2a185fa6bcc" providerId="ADAL" clId="{45D2D8C7-3034-42CF-85B2-9CF5C62E0323}" dt="2026-08-18T07:52:42.147" v="1656" actId="20577"/>
        <pc:sldMkLst>
          <pc:docMk/>
          <pc:sldMk cId="3040185142" sldId="420"/>
        </pc:sldMkLst>
        <pc:spChg chg="mod">
          <ac:chgData name="박신아(SHINA PARK)[shina.p]/책임/제조DX.자동보정.MC자동보정팀" userId="54a067cc-2ef7-4970-a3f1-b2a185fa6bcc" providerId="ADAL" clId="{45D2D8C7-3034-42CF-85B2-9CF5C62E0323}" dt="2026-08-18T07:52:42.147" v="1656" actId="20577"/>
          <ac:spMkLst>
            <pc:docMk/>
            <pc:sldMk cId="3040185142" sldId="420"/>
            <ac:spMk id="12" creationId="{EB0232BC-C8FE-7E7A-B0D6-CBAC46802505}"/>
          </ac:spMkLst>
        </pc:spChg>
      </pc:sldChg>
    </pc:docChg>
  </pc:docChgLst>
  <pc:docChgLst>
    <pc:chgData name="성연욱(YEONUK SEONG)[ynk_seong]/책임/제조DX.자동보정.조립자동보정팀" userId="eb9793e5-3a20-40c8-9b24-fa4dc89e30c1" providerId="ADAL" clId="{25DCE826-9FEF-46F7-86FF-ED06DA8707A3}"/>
    <pc:docChg chg="undo custSel addSld delSld modSld modSection">
      <pc:chgData name="성연욱(YEONUK SEONG)[ynk_seong]/책임/제조DX.자동보정.조립자동보정팀" userId="eb9793e5-3a20-40c8-9b24-fa4dc89e30c1" providerId="ADAL" clId="{25DCE826-9FEF-46F7-86FF-ED06DA8707A3}" dt="2026-09-02T01:14:25.417" v="4150" actId="207"/>
      <pc:docMkLst>
        <pc:docMk/>
      </pc:docMkLst>
      <pc:sldChg chg="addSp delSp modSp mod">
        <pc:chgData name="성연욱(YEONUK SEONG)[ynk_seong]/책임/제조DX.자동보정.조립자동보정팀" userId="eb9793e5-3a20-40c8-9b24-fa4dc89e30c1" providerId="ADAL" clId="{25DCE826-9FEF-46F7-86FF-ED06DA8707A3}" dt="2026-09-02T00:15:35.189" v="3853" actId="20577"/>
        <pc:sldMkLst>
          <pc:docMk/>
          <pc:sldMk cId="3009852263" sldId="257"/>
        </pc:sldMkLst>
        <pc:spChg chg="add del mod">
          <ac:chgData name="성연욱(YEONUK SEONG)[ynk_seong]/책임/제조DX.자동보정.조립자동보정팀" userId="eb9793e5-3a20-40c8-9b24-fa4dc89e30c1" providerId="ADAL" clId="{25DCE826-9FEF-46F7-86FF-ED06DA8707A3}" dt="2026-09-01T01:57:55.254" v="2919" actId="1076"/>
          <ac:spMkLst>
            <pc:docMk/>
            <pc:sldMk cId="3009852263" sldId="257"/>
            <ac:spMk id="19" creationId="{77D49DE6-60AA-643D-316E-DC384D3C0A04}"/>
          </ac:spMkLst>
        </pc:spChg>
        <pc:spChg chg="add del mod">
          <ac:chgData name="성연욱(YEONUK SEONG)[ynk_seong]/책임/제조DX.자동보정.조립자동보정팀" userId="eb9793e5-3a20-40c8-9b24-fa4dc89e30c1" providerId="ADAL" clId="{25DCE826-9FEF-46F7-86FF-ED06DA8707A3}" dt="2026-09-01T01:58:03.801" v="2940" actId="14100"/>
          <ac:spMkLst>
            <pc:docMk/>
            <pc:sldMk cId="3009852263" sldId="257"/>
            <ac:spMk id="22" creationId="{C44BB126-A2E1-4737-4678-5410C442DD17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1:54:23.152" v="2904" actId="20577"/>
          <ac:spMkLst>
            <pc:docMk/>
            <pc:sldMk cId="3009852263" sldId="257"/>
            <ac:spMk id="40" creationId="{43909D37-4A10-A576-7FB9-145877B196DE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1:32:05.918" v="2557" actId="20577"/>
          <ac:spMkLst>
            <pc:docMk/>
            <pc:sldMk cId="3009852263" sldId="257"/>
            <ac:spMk id="58" creationId="{1A14E2F3-1D19-45A5-DC7A-6661315C09C3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1:58:44.463" v="3038" actId="6549"/>
          <ac:spMkLst>
            <pc:docMk/>
            <pc:sldMk cId="3009852263" sldId="257"/>
            <ac:spMk id="59" creationId="{3EF71191-E2B1-E9EB-309A-60849C6D06F8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2T00:15:35.189" v="3853" actId="20577"/>
          <ac:spMkLst>
            <pc:docMk/>
            <pc:sldMk cId="3009852263" sldId="257"/>
            <ac:spMk id="61" creationId="{90AC4789-A3FE-4963-A335-E623E8C98F84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6:06:25.612" v="3763" actId="20577"/>
          <ac:spMkLst>
            <pc:docMk/>
            <pc:sldMk cId="3009852263" sldId="257"/>
            <ac:spMk id="62" creationId="{67087FE9-D3B8-3B61-8994-10F831D7EDD4}"/>
          </ac:spMkLst>
        </pc:spChg>
        <pc:grpChg chg="mod">
          <ac:chgData name="성연욱(YEONUK SEONG)[ynk_seong]/책임/제조DX.자동보정.조립자동보정팀" userId="eb9793e5-3a20-40c8-9b24-fa4dc89e30c1" providerId="ADAL" clId="{25DCE826-9FEF-46F7-86FF-ED06DA8707A3}" dt="2026-09-01T01:50:55.655" v="2841" actId="1076"/>
          <ac:grpSpMkLst>
            <pc:docMk/>
            <pc:sldMk cId="3009852263" sldId="257"/>
            <ac:grpSpMk id="5" creationId="{7D11199A-63E6-769B-C466-649697825D8E}"/>
          </ac:grpSpMkLst>
        </pc:grpChg>
        <pc:graphicFrameChg chg="mod modGraphic">
          <ac:chgData name="성연욱(YEONUK SEONG)[ynk_seong]/책임/제조DX.자동보정.조립자동보정팀" userId="eb9793e5-3a20-40c8-9b24-fa4dc89e30c1" providerId="ADAL" clId="{25DCE826-9FEF-46F7-86FF-ED06DA8707A3}" dt="2026-09-01T01:58:50.111" v="3039" actId="14100"/>
          <ac:graphicFrameMkLst>
            <pc:docMk/>
            <pc:sldMk cId="3009852263" sldId="257"/>
            <ac:graphicFrameMk id="7" creationId="{A75E72CD-AACE-8803-FB3A-4EA7BF176A90}"/>
          </ac:graphicFrameMkLst>
        </pc:graphicFrameChg>
        <pc:graphicFrameChg chg="add del mod modGraphic">
          <ac:chgData name="성연욱(YEONUK SEONG)[ynk_seong]/책임/제조DX.자동보정.조립자동보정팀" userId="eb9793e5-3a20-40c8-9b24-fa4dc89e30c1" providerId="ADAL" clId="{25DCE826-9FEF-46F7-86FF-ED06DA8707A3}" dt="2026-09-01T06:04:10.928" v="3584"/>
          <ac:graphicFrameMkLst>
            <pc:docMk/>
            <pc:sldMk cId="3009852263" sldId="257"/>
            <ac:graphicFrameMk id="20" creationId="{BB8F7D19-A877-26EE-C003-0A9A4A30B8A3}"/>
          </ac:graphicFrameMkLst>
        </pc:graphicFrameChg>
      </pc:sldChg>
      <pc:sldChg chg="addSp delSp modSp add mod">
        <pc:chgData name="성연욱(YEONUK SEONG)[ynk_seong]/책임/제조DX.자동보정.조립자동보정팀" userId="eb9793e5-3a20-40c8-9b24-fa4dc89e30c1" providerId="ADAL" clId="{25DCE826-9FEF-46F7-86FF-ED06DA8707A3}" dt="2026-09-02T00:37:26.124" v="4146" actId="20577"/>
        <pc:sldMkLst>
          <pc:docMk/>
          <pc:sldMk cId="678299215" sldId="346"/>
        </pc:sldMkLst>
        <pc:spChg chg="add mod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3" creationId="{15F66143-B201-418A-6D33-93E46FF77CA1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0:12:15.680" v="424" actId="1076"/>
          <ac:spMkLst>
            <pc:docMk/>
            <pc:sldMk cId="678299215" sldId="346"/>
            <ac:spMk id="4" creationId="{07256493-AE66-773D-89ED-E83DAF968848}"/>
          </ac:spMkLst>
        </pc:spChg>
        <pc:spChg chg="add mod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5" creationId="{4BB5D25B-A063-BA8F-5D95-7D329E580E09}"/>
          </ac:spMkLst>
        </pc:spChg>
        <pc:spChg chg="add mod">
          <ac:chgData name="성연욱(YEONUK SEONG)[ynk_seong]/책임/제조DX.자동보정.조립자동보정팀" userId="eb9793e5-3a20-40c8-9b24-fa4dc89e30c1" providerId="ADAL" clId="{25DCE826-9FEF-46F7-86FF-ED06DA8707A3}" dt="2026-09-02T00:36:07.641" v="3957" actId="1076"/>
          <ac:spMkLst>
            <pc:docMk/>
            <pc:sldMk cId="678299215" sldId="346"/>
            <ac:spMk id="9" creationId="{294575A2-3BB4-4F93-2B20-79884B6D5774}"/>
          </ac:spMkLst>
        </pc:spChg>
        <pc:spChg chg="add mod">
          <ac:chgData name="성연욱(YEONUK SEONG)[ynk_seong]/책임/제조DX.자동보정.조립자동보정팀" userId="eb9793e5-3a20-40c8-9b24-fa4dc89e30c1" providerId="ADAL" clId="{25DCE826-9FEF-46F7-86FF-ED06DA8707A3}" dt="2026-09-02T00:36:04.436" v="3956" actId="1076"/>
          <ac:spMkLst>
            <pc:docMk/>
            <pc:sldMk cId="678299215" sldId="346"/>
            <ac:spMk id="10" creationId="{D795A237-1DE9-5EFF-672F-0986C695630B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24" creationId="{614790CF-C612-3E35-4695-C27147D28ECE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26" creationId="{645B5F6C-29CF-0AB1-DF63-D105C775D9B2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27" creationId="{8C6202E8-2768-7435-7B43-190043D59C68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29" creationId="{0A10D28C-BEF2-06A1-A324-11428F663878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31" creationId="{4DDA2B3A-CD08-F5BE-2610-BD6FED503419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1T05:16:10.571" v="3056" actId="165"/>
          <ac:spMkLst>
            <pc:docMk/>
            <pc:sldMk cId="678299215" sldId="346"/>
            <ac:spMk id="37" creationId="{C86D90B2-A00D-212A-F774-AED1AC011FD3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38" creationId="{A752A717-976E-5653-D4F6-B09A2DCB6B00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41" creationId="{416010F8-CA9A-E46D-3B3B-82C937721D7A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42" creationId="{63042787-E35A-ABAD-E92A-BD3EECAE84C0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43" creationId="{6D063032-FF39-9BEC-1C8C-3CA7EBC24027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44" creationId="{C5923B32-490C-CA1F-D9A3-47C0ACF28975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5:29.183" v="3952" actId="1076"/>
          <ac:spMkLst>
            <pc:docMk/>
            <pc:sldMk cId="678299215" sldId="346"/>
            <ac:spMk id="46" creationId="{A11094DD-E1F4-54D6-88F9-59C4F7C0448E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47" creationId="{15CF7375-4ED0-683C-1EE3-922D978EEC01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1:32:10.646" v="2558"/>
          <ac:spMkLst>
            <pc:docMk/>
            <pc:sldMk cId="678299215" sldId="346"/>
            <ac:spMk id="58" creationId="{1A14E2F3-1D19-45A5-DC7A-6661315C09C3}"/>
          </ac:spMkLst>
        </pc:spChg>
        <pc:spChg chg="mod ord">
          <ac:chgData name="성연욱(YEONUK SEONG)[ynk_seong]/책임/제조DX.자동보정.조립자동보정팀" userId="eb9793e5-3a20-40c8-9b24-fa4dc89e30c1" providerId="ADAL" clId="{25DCE826-9FEF-46F7-86FF-ED06DA8707A3}" dt="2026-09-02T00:37:26.124" v="4146" actId="20577"/>
          <ac:spMkLst>
            <pc:docMk/>
            <pc:sldMk cId="678299215" sldId="346"/>
            <ac:spMk id="59" creationId="{3EF71191-E2B1-E9EB-309A-60849C6D06F8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2T00:15:38.532" v="3855" actId="20577"/>
          <ac:spMkLst>
            <pc:docMk/>
            <pc:sldMk cId="678299215" sldId="346"/>
            <ac:spMk id="61" creationId="{90AC4789-A3FE-4963-A335-E623E8C98F84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6:06:50.018" v="3764"/>
          <ac:spMkLst>
            <pc:docMk/>
            <pc:sldMk cId="678299215" sldId="346"/>
            <ac:spMk id="62" creationId="{67087FE9-D3B8-3B61-8994-10F831D7EDD4}"/>
          </ac:spMkLst>
        </pc:spChg>
        <pc:spChg chg="add mod">
          <ac:chgData name="성연욱(YEONUK SEONG)[ynk_seong]/책임/제조DX.자동보정.조립자동보정팀" userId="eb9793e5-3a20-40c8-9b24-fa4dc89e30c1" providerId="ADAL" clId="{25DCE826-9FEF-46F7-86FF-ED06DA8707A3}" dt="2026-09-01T05:16:10.571" v="3056" actId="165"/>
          <ac:spMkLst>
            <pc:docMk/>
            <pc:sldMk cId="678299215" sldId="346"/>
            <ac:spMk id="63" creationId="{5EBCFDB1-36C9-5F86-2D4D-692268807B82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69" creationId="{69B5E4F8-E85D-4E37-A38B-A480E5B56B1D}"/>
          </ac:spMkLst>
        </pc:spChg>
        <pc:spChg chg="add mod or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70" creationId="{282D4960-8197-8E6E-4649-C11483A5E46D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5:16:10.571" v="3056" actId="165"/>
          <ac:spMkLst>
            <pc:docMk/>
            <pc:sldMk cId="678299215" sldId="346"/>
            <ac:spMk id="72" creationId="{78515B8F-5DE9-2542-6FDA-2F9BE2295ADB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5:16:10.571" v="3056" actId="165"/>
          <ac:spMkLst>
            <pc:docMk/>
            <pc:sldMk cId="678299215" sldId="346"/>
            <ac:spMk id="74" creationId="{DA457A60-F8A8-937E-510B-48C97049F287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5:16:10.571" v="3056" actId="165"/>
          <ac:spMkLst>
            <pc:docMk/>
            <pc:sldMk cId="678299215" sldId="346"/>
            <ac:spMk id="75" creationId="{92522ADE-5547-C498-66DA-90478A0A1D04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1T05:16:10.571" v="3056" actId="165"/>
          <ac:spMkLst>
            <pc:docMk/>
            <pc:sldMk cId="678299215" sldId="346"/>
            <ac:spMk id="76" creationId="{CF2397EA-E6CB-A434-F4CA-488453DBCBE6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77" creationId="{C71FA247-BD66-8903-D9D0-92789D271C8B}"/>
          </ac:spMkLst>
        </pc:spChg>
        <pc:spChg chg="add mod">
          <ac:chgData name="성연욱(YEONUK SEONG)[ynk_seong]/책임/제조DX.자동보정.조립자동보정팀" userId="eb9793e5-3a20-40c8-9b24-fa4dc89e30c1" providerId="ADAL" clId="{25DCE826-9FEF-46F7-86FF-ED06DA8707A3}" dt="2026-09-02T00:35:33.237" v="3953" actId="1036"/>
          <ac:spMkLst>
            <pc:docMk/>
            <pc:sldMk cId="678299215" sldId="346"/>
            <ac:spMk id="79" creationId="{A7D57AEA-7733-B146-FA04-0959C5CC323A}"/>
          </ac:spMkLst>
        </pc:spChg>
        <pc:spChg chg="add mod">
          <ac:chgData name="성연욱(YEONUK SEONG)[ynk_seong]/책임/제조DX.자동보정.조립자동보정팀" userId="eb9793e5-3a20-40c8-9b24-fa4dc89e30c1" providerId="ADAL" clId="{25DCE826-9FEF-46F7-86FF-ED06DA8707A3}" dt="2026-09-01T05:16:10.571" v="3056" actId="165"/>
          <ac:spMkLst>
            <pc:docMk/>
            <pc:sldMk cId="678299215" sldId="346"/>
            <ac:spMk id="80" creationId="{5938A88F-6C35-104E-94F6-E445B17322FC}"/>
          </ac:spMkLst>
        </pc:spChg>
        <pc:s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spMkLst>
            <pc:docMk/>
            <pc:sldMk cId="678299215" sldId="346"/>
            <ac:spMk id="82" creationId="{DA1537E3-8126-944D-2AA1-9645B212F4A7}"/>
          </ac:spMkLst>
        </pc:spChg>
        <pc:gr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grpSpMkLst>
            <pc:docMk/>
            <pc:sldMk cId="678299215" sldId="346"/>
            <ac:grpSpMk id="71" creationId="{53631A4B-EB74-85FE-7DE6-C504F91FE22D}"/>
          </ac:grpSpMkLst>
        </pc:grpChg>
        <pc:grpChg chg="mod">
          <ac:chgData name="성연욱(YEONUK SEONG)[ynk_seong]/책임/제조DX.자동보정.조립자동보정팀" userId="eb9793e5-3a20-40c8-9b24-fa4dc89e30c1" providerId="ADAL" clId="{25DCE826-9FEF-46F7-86FF-ED06DA8707A3}" dt="2026-09-01T05:16:10.571" v="3056" actId="165"/>
          <ac:grpSpMkLst>
            <pc:docMk/>
            <pc:sldMk cId="678299215" sldId="346"/>
            <ac:grpSpMk id="73" creationId="{1A177C0E-F3E6-1D7A-8DD9-2CF4437D6C78}"/>
          </ac:grpSpMkLst>
        </pc:grpChg>
        <pc:gr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grpSpMkLst>
            <pc:docMk/>
            <pc:sldMk cId="678299215" sldId="346"/>
            <ac:grpSpMk id="81" creationId="{F7B5476A-6AD1-9515-FED0-6F147B084338}"/>
          </ac:grpSpMkLst>
        </pc:grpChg>
        <pc:grp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grpSpMkLst>
            <pc:docMk/>
            <pc:sldMk cId="678299215" sldId="346"/>
            <ac:grpSpMk id="83" creationId="{41AF24F9-1712-876D-A7DF-0C32EF3CFA1F}"/>
          </ac:grpSpMkLst>
        </pc:grpChg>
        <pc:picChg chg="add mod modCrop">
          <ac:chgData name="성연욱(YEONUK SEONG)[ynk_seong]/책임/제조DX.자동보정.조립자동보정팀" userId="eb9793e5-3a20-40c8-9b24-fa4dc89e30c1" providerId="ADAL" clId="{25DCE826-9FEF-46F7-86FF-ED06DA8707A3}" dt="2026-09-02T00:36:07.641" v="3957" actId="1076"/>
          <ac:picMkLst>
            <pc:docMk/>
            <pc:sldMk cId="678299215" sldId="346"/>
            <ac:picMk id="2" creationId="{7B2F6321-DC7D-F6AC-04D3-BCD9B88A4F6C}"/>
          </ac:picMkLst>
        </pc:picChg>
        <pc:picChg chg="add mod topLvl">
          <ac:chgData name="성연욱(YEONUK SEONG)[ynk_seong]/책임/제조DX.자동보정.조립자동보정팀" userId="eb9793e5-3a20-40c8-9b24-fa4dc89e30c1" providerId="ADAL" clId="{25DCE826-9FEF-46F7-86FF-ED06DA8707A3}" dt="2026-09-02T00:33:20.354" v="3927" actId="1076"/>
          <ac:picMkLst>
            <pc:docMk/>
            <pc:sldMk cId="678299215" sldId="346"/>
            <ac:picMk id="6" creationId="{06092FCA-1622-9C12-9E35-E30E83EA2F2C}"/>
          </ac:picMkLst>
        </pc:picChg>
        <pc:picChg chg="add mod topLvl">
          <ac:chgData name="성연욱(YEONUK SEONG)[ynk_seong]/책임/제조DX.자동보정.조립자동보정팀" userId="eb9793e5-3a20-40c8-9b24-fa4dc89e30c1" providerId="ADAL" clId="{25DCE826-9FEF-46F7-86FF-ED06DA8707A3}" dt="2026-09-02T00:33:20.354" v="3927" actId="1076"/>
          <ac:picMkLst>
            <pc:docMk/>
            <pc:sldMk cId="678299215" sldId="346"/>
            <ac:picMk id="7" creationId="{E12248EE-F2F1-3551-5E9B-B9BAD41177B0}"/>
          </ac:picMkLst>
        </pc:picChg>
        <pc:picChg chg="add mod">
          <ac:chgData name="성연욱(YEONUK SEONG)[ynk_seong]/책임/제조DX.자동보정.조립자동보정팀" userId="eb9793e5-3a20-40c8-9b24-fa4dc89e30c1" providerId="ADAL" clId="{25DCE826-9FEF-46F7-86FF-ED06DA8707A3}" dt="2026-09-02T00:36:04.436" v="3956" actId="1076"/>
          <ac:picMkLst>
            <pc:docMk/>
            <pc:sldMk cId="678299215" sldId="346"/>
            <ac:picMk id="12" creationId="{AFF060EE-BB13-42FA-B76F-3CE7231DD097}"/>
          </ac:picMkLst>
        </pc:picChg>
        <pc:cxn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cxnSpMkLst>
            <pc:docMk/>
            <pc:sldMk cId="678299215" sldId="346"/>
            <ac:cxnSpMk id="30" creationId="{73926062-F2CB-1C22-2E18-902738F5D64E}"/>
          </ac:cxnSpMkLst>
        </pc:cxnChg>
        <pc:cxnChg chg="add mod topLvl">
          <ac:chgData name="성연욱(YEONUK SEONG)[ynk_seong]/책임/제조DX.자동보정.조립자동보정팀" userId="eb9793e5-3a20-40c8-9b24-fa4dc89e30c1" providerId="ADAL" clId="{25DCE826-9FEF-46F7-86FF-ED06DA8707A3}" dt="2026-09-01T05:16:10.571" v="3056" actId="165"/>
          <ac:cxnSpMkLst>
            <pc:docMk/>
            <pc:sldMk cId="678299215" sldId="346"/>
            <ac:cxnSpMk id="33" creationId="{6F7DC419-DADE-DDBE-1E5C-F5AD3AD9F453}"/>
          </ac:cxnSpMkLst>
        </pc:cxnChg>
        <pc:cxn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cxnSpMkLst>
            <pc:docMk/>
            <pc:sldMk cId="678299215" sldId="346"/>
            <ac:cxnSpMk id="45" creationId="{B1D08C2F-2E68-74C1-8693-553191E98A12}"/>
          </ac:cxnSpMkLst>
        </pc:cxnChg>
        <pc:cxnChg chg="add mod">
          <ac:chgData name="성연욱(YEONUK SEONG)[ynk_seong]/책임/제조DX.자동보정.조립자동보정팀" userId="eb9793e5-3a20-40c8-9b24-fa4dc89e30c1" providerId="ADAL" clId="{25DCE826-9FEF-46F7-86FF-ED06DA8707A3}" dt="2026-09-01T05:16:10.571" v="3056" actId="165"/>
          <ac:cxnSpMkLst>
            <pc:docMk/>
            <pc:sldMk cId="678299215" sldId="346"/>
            <ac:cxnSpMk id="49" creationId="{A06E69E9-97B1-EE0A-BD49-D2ED9C7F4DCE}"/>
          </ac:cxnSpMkLst>
        </pc:cxnChg>
        <pc:cxn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cxnSpMkLst>
            <pc:docMk/>
            <pc:sldMk cId="678299215" sldId="346"/>
            <ac:cxnSpMk id="64" creationId="{116D8DF4-24CF-446E-0CA6-C1AC319FADDA}"/>
          </ac:cxnSpMkLst>
        </pc:cxnChg>
        <pc:cxnChg chg="add mod topLvl">
          <ac:chgData name="성연욱(YEONUK SEONG)[ynk_seong]/책임/제조DX.자동보정.조립자동보정팀" userId="eb9793e5-3a20-40c8-9b24-fa4dc89e30c1" providerId="ADAL" clId="{25DCE826-9FEF-46F7-86FF-ED06DA8707A3}" dt="2026-09-02T00:32:49.473" v="3912" actId="1076"/>
          <ac:cxnSpMkLst>
            <pc:docMk/>
            <pc:sldMk cId="678299215" sldId="346"/>
            <ac:cxnSpMk id="67" creationId="{DF4C0C37-74B9-599E-E7CA-3F26E2F56132}"/>
          </ac:cxnSpMkLst>
        </pc:cxnChg>
      </pc:sldChg>
      <pc:sldChg chg="addSp delSp modSp add mod">
        <pc:chgData name="성연욱(YEONUK SEONG)[ynk_seong]/책임/제조DX.자동보정.조립자동보정팀" userId="eb9793e5-3a20-40c8-9b24-fa4dc89e30c1" providerId="ADAL" clId="{25DCE826-9FEF-46F7-86FF-ED06DA8707A3}" dt="2026-09-02T01:14:25.417" v="4150" actId="207"/>
        <pc:sldMkLst>
          <pc:docMk/>
          <pc:sldMk cId="3978769968" sldId="357"/>
        </pc:sldMkLst>
        <pc:spChg chg="add mod">
          <ac:chgData name="성연욱(YEONUK SEONG)[ynk_seong]/책임/제조DX.자동보정.조립자동보정팀" userId="eb9793e5-3a20-40c8-9b24-fa4dc89e30c1" providerId="ADAL" clId="{25DCE826-9FEF-46F7-86FF-ED06DA8707A3}" dt="2026-09-02T00:32:42.299" v="3911" actId="6549"/>
          <ac:spMkLst>
            <pc:docMk/>
            <pc:sldMk cId="3978769968" sldId="357"/>
            <ac:spMk id="10" creationId="{E8C1EBAE-B0E8-E451-1E13-5D832E027262}"/>
          </ac:spMkLst>
        </pc:spChg>
        <pc:spChg chg="mod">
          <ac:chgData name="성연욱(YEONUK SEONG)[ynk_seong]/책임/제조DX.자동보정.조립자동보정팀" userId="eb9793e5-3a20-40c8-9b24-fa4dc89e30c1" providerId="ADAL" clId="{25DCE826-9FEF-46F7-86FF-ED06DA8707A3}" dt="2026-09-02T00:15:43.222" v="3859" actId="20577"/>
          <ac:spMkLst>
            <pc:docMk/>
            <pc:sldMk cId="3978769968" sldId="357"/>
            <ac:spMk id="61" creationId="{90AC4789-A3FE-4963-A335-E623E8C98F84}"/>
          </ac:spMkLst>
        </pc:spChg>
        <pc:graphicFrameChg chg="add mod modGraphic">
          <ac:chgData name="성연욱(YEONUK SEONG)[ynk_seong]/책임/제조DX.자동보정.조립자동보정팀" userId="eb9793e5-3a20-40c8-9b24-fa4dc89e30c1" providerId="ADAL" clId="{25DCE826-9FEF-46F7-86FF-ED06DA8707A3}" dt="2026-09-02T01:14:25.417" v="4150" actId="207"/>
          <ac:graphicFrameMkLst>
            <pc:docMk/>
            <pc:sldMk cId="3978769968" sldId="357"/>
            <ac:graphicFrameMk id="11" creationId="{14BD811F-1849-8154-AB48-8FB56F43FDAA}"/>
          </ac:graphicFrameMkLst>
        </pc:graphicFrameChg>
      </pc:sldChg>
    </pc:docChg>
  </pc:docChgLst>
  <pc:docChgLst>
    <pc:chgData name="신재우(JAEWOO SHIN)[jaewoo.s]/선임/제조DX.자동보정.자동보정선행개발팀" userId="e0840e83-c9b5-4a8f-92d7-5eca1a37c5af" providerId="ADAL" clId="{82FAC296-04A7-4503-8F93-B37E2B79CEBD}"/>
    <pc:docChg chg="undo custSel modSld">
      <pc:chgData name="신재우(JAEWOO SHIN)[jaewoo.s]/선임/제조DX.자동보정.자동보정선행개발팀" userId="e0840e83-c9b5-4a8f-92d7-5eca1a37c5af" providerId="ADAL" clId="{82FAC296-04A7-4503-8F93-B37E2B79CEBD}" dt="2026-08-12T02:08:25.307" v="1004" actId="20577"/>
      <pc:docMkLst>
        <pc:docMk/>
      </pc:docMkLst>
      <pc:sldChg chg="modSp mod">
        <pc:chgData name="신재우(JAEWOO SHIN)[jaewoo.s]/선임/제조DX.자동보정.자동보정선행개발팀" userId="e0840e83-c9b5-4a8f-92d7-5eca1a37c5af" providerId="ADAL" clId="{82FAC296-04A7-4503-8F93-B37E2B79CEBD}" dt="2026-08-11T06:02:43.643" v="7" actId="20577"/>
        <pc:sldMkLst>
          <pc:docMk/>
          <pc:sldMk cId="1480603292" sldId="269"/>
        </pc:sldMkLst>
        <pc:spChg chg="mod">
          <ac:chgData name="신재우(JAEWOO SHIN)[jaewoo.s]/선임/제조DX.자동보정.자동보정선행개발팀" userId="e0840e83-c9b5-4a8f-92d7-5eca1a37c5af" providerId="ADAL" clId="{82FAC296-04A7-4503-8F93-B37E2B79CEBD}" dt="2026-08-11T06:02:43.643" v="7" actId="20577"/>
          <ac:spMkLst>
            <pc:docMk/>
            <pc:sldMk cId="1480603292" sldId="269"/>
            <ac:spMk id="7" creationId="{76597178-0C46-359F-C512-80C28D96C117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82FAC296-04A7-4503-8F93-B37E2B79CEBD}" dt="2026-08-11T06:03:07.836" v="13"/>
        <pc:sldMkLst>
          <pc:docMk/>
          <pc:sldMk cId="2394669337" sldId="288"/>
        </pc:sldMkLst>
        <pc:spChg chg="mod">
          <ac:chgData name="신재우(JAEWOO SHIN)[jaewoo.s]/선임/제조DX.자동보정.자동보정선행개발팀" userId="e0840e83-c9b5-4a8f-92d7-5eca1a37c5af" providerId="ADAL" clId="{82FAC296-04A7-4503-8F93-B37E2B79CEBD}" dt="2026-08-11T06:03:07.836" v="13"/>
          <ac:spMkLst>
            <pc:docMk/>
            <pc:sldMk cId="2394669337" sldId="288"/>
            <ac:spMk id="7" creationId="{76597178-0C46-359F-C512-80C28D96C117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82FAC296-04A7-4503-8F93-B37E2B79CEBD}" dt="2026-08-11T06:02:53.116" v="8"/>
        <pc:sldMkLst>
          <pc:docMk/>
          <pc:sldMk cId="2105287390" sldId="304"/>
        </pc:sldMkLst>
        <pc:spChg chg="mod">
          <ac:chgData name="신재우(JAEWOO SHIN)[jaewoo.s]/선임/제조DX.자동보정.자동보정선행개발팀" userId="e0840e83-c9b5-4a8f-92d7-5eca1a37c5af" providerId="ADAL" clId="{82FAC296-04A7-4503-8F93-B37E2B79CEBD}" dt="2026-08-11T06:02:53.116" v="8"/>
          <ac:spMkLst>
            <pc:docMk/>
            <pc:sldMk cId="2105287390" sldId="304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82FAC296-04A7-4503-8F93-B37E2B79CEBD}" dt="2026-08-12T02:08:25.307" v="1004" actId="20577"/>
        <pc:sldMkLst>
          <pc:docMk/>
          <pc:sldMk cId="854844539" sldId="306"/>
        </pc:sldMkLst>
        <pc:spChg chg="mod">
          <ac:chgData name="신재우(JAEWOO SHIN)[jaewoo.s]/선임/제조DX.자동보정.자동보정선행개발팀" userId="e0840e83-c9b5-4a8f-92d7-5eca1a37c5af" providerId="ADAL" clId="{82FAC296-04A7-4503-8F93-B37E2B79CEBD}" dt="2026-08-12T02:08:25.307" v="1004" actId="20577"/>
          <ac:spMkLst>
            <pc:docMk/>
            <pc:sldMk cId="854844539" sldId="306"/>
            <ac:spMk id="2" creationId="{2A16A626-EF0E-253F-27D9-1C20223B7278}"/>
          </ac:spMkLst>
        </pc:spChg>
        <pc:spChg chg="mod">
          <ac:chgData name="신재우(JAEWOO SHIN)[jaewoo.s]/선임/제조DX.자동보정.자동보정선행개발팀" userId="e0840e83-c9b5-4a8f-92d7-5eca1a37c5af" providerId="ADAL" clId="{82FAC296-04A7-4503-8F93-B37E2B79CEBD}" dt="2026-08-11T06:03:01.983" v="11"/>
          <ac:spMkLst>
            <pc:docMk/>
            <pc:sldMk cId="854844539" sldId="306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82FAC296-04A7-4503-8F93-B37E2B79CEBD}" dt="2026-08-11T06:02:58.399" v="10"/>
        <pc:sldMkLst>
          <pc:docMk/>
          <pc:sldMk cId="1311616244" sldId="397"/>
        </pc:sldMkLst>
        <pc:spChg chg="mod">
          <ac:chgData name="신재우(JAEWOO SHIN)[jaewoo.s]/선임/제조DX.자동보정.자동보정선행개발팀" userId="e0840e83-c9b5-4a8f-92d7-5eca1a37c5af" providerId="ADAL" clId="{82FAC296-04A7-4503-8F93-B37E2B79CEBD}" dt="2026-08-11T06:02:58.399" v="10"/>
          <ac:spMkLst>
            <pc:docMk/>
            <pc:sldMk cId="1311616244" sldId="397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82FAC296-04A7-4503-8F93-B37E2B79CEBD}" dt="2026-08-11T06:03:05.395" v="12"/>
        <pc:sldMkLst>
          <pc:docMk/>
          <pc:sldMk cId="4044710247" sldId="419"/>
        </pc:sldMkLst>
        <pc:spChg chg="mod">
          <ac:chgData name="신재우(JAEWOO SHIN)[jaewoo.s]/선임/제조DX.자동보정.자동보정선행개발팀" userId="e0840e83-c9b5-4a8f-92d7-5eca1a37c5af" providerId="ADAL" clId="{82FAC296-04A7-4503-8F93-B37E2B79CEBD}" dt="2026-08-11T06:03:05.395" v="12"/>
          <ac:spMkLst>
            <pc:docMk/>
            <pc:sldMk cId="4044710247" sldId="419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82FAC296-04A7-4503-8F93-B37E2B79CEBD}" dt="2026-08-11T06:07:51.048" v="565" actId="207"/>
        <pc:sldMkLst>
          <pc:docMk/>
          <pc:sldMk cId="913002350" sldId="2147483645"/>
        </pc:sldMkLst>
        <pc:spChg chg="mod">
          <ac:chgData name="신재우(JAEWOO SHIN)[jaewoo.s]/선임/제조DX.자동보정.자동보정선행개발팀" userId="e0840e83-c9b5-4a8f-92d7-5eca1a37c5af" providerId="ADAL" clId="{82FAC296-04A7-4503-8F93-B37E2B79CEBD}" dt="2026-08-11T06:02:55.780" v="9"/>
          <ac:spMkLst>
            <pc:docMk/>
            <pc:sldMk cId="913002350" sldId="2147483645"/>
            <ac:spMk id="7" creationId="{76597178-0C46-359F-C512-80C28D96C117}"/>
          </ac:spMkLst>
        </pc:spChg>
        <pc:spChg chg="mod">
          <ac:chgData name="신재우(JAEWOO SHIN)[jaewoo.s]/선임/제조DX.자동보정.자동보정선행개발팀" userId="e0840e83-c9b5-4a8f-92d7-5eca1a37c5af" providerId="ADAL" clId="{82FAC296-04A7-4503-8F93-B37E2B79CEBD}" dt="2026-08-11T06:07:51.048" v="565" actId="207"/>
          <ac:spMkLst>
            <pc:docMk/>
            <pc:sldMk cId="913002350" sldId="2147483645"/>
            <ac:spMk id="8" creationId="{9408B95E-73A6-D91A-F6E6-D9C1BE27039E}"/>
          </ac:spMkLst>
        </pc:spChg>
        <pc:spChg chg="mod">
          <ac:chgData name="신재우(JAEWOO SHIN)[jaewoo.s]/선임/제조DX.자동보정.자동보정선행개발팀" userId="e0840e83-c9b5-4a8f-92d7-5eca1a37c5af" providerId="ADAL" clId="{82FAC296-04A7-4503-8F93-B37E2B79CEBD}" dt="2026-08-11T06:05:22.031" v="229" actId="20577"/>
          <ac:spMkLst>
            <pc:docMk/>
            <pc:sldMk cId="913002350" sldId="2147483645"/>
            <ac:spMk id="11" creationId="{72EE0B59-5A69-39CF-C375-4160042376A5}"/>
          </ac:spMkLst>
        </pc:spChg>
      </pc:sldChg>
    </pc:docChg>
  </pc:docChgLst>
  <pc:docChgLst>
    <pc:chgData name="신재우(JAEWOO SHIN)[jaewoo.s]/선임/제조DX.자동보정.자동보정선행개발팀" userId="e0840e83-c9b5-4a8f-92d7-5eca1a37c5af" providerId="ADAL" clId="{A808B676-79CC-4F5B-B3B7-36F4B53C6589}"/>
    <pc:docChg chg="custSel modSld">
      <pc:chgData name="신재우(JAEWOO SHIN)[jaewoo.s]/선임/제조DX.자동보정.자동보정선행개발팀" userId="e0840e83-c9b5-4a8f-92d7-5eca1a37c5af" providerId="ADAL" clId="{A808B676-79CC-4F5B-B3B7-36F4B53C6589}" dt="2026-08-19T02:39:15.244" v="1048" actId="207"/>
      <pc:docMkLst>
        <pc:docMk/>
      </pc:docMkLst>
      <pc:sldChg chg="modSp mod">
        <pc:chgData name="신재우(JAEWOO SHIN)[jaewoo.s]/선임/제조DX.자동보정.자동보정선행개발팀" userId="e0840e83-c9b5-4a8f-92d7-5eca1a37c5af" providerId="ADAL" clId="{A808B676-79CC-4F5B-B3B7-36F4B53C6589}" dt="2026-08-19T01:48:19.226" v="5" actId="20577"/>
        <pc:sldMkLst>
          <pc:docMk/>
          <pc:sldMk cId="1480603292" sldId="269"/>
        </pc:sldMkLst>
        <pc:spChg chg="mod">
          <ac:chgData name="신재우(JAEWOO SHIN)[jaewoo.s]/선임/제조DX.자동보정.자동보정선행개발팀" userId="e0840e83-c9b5-4a8f-92d7-5eca1a37c5af" providerId="ADAL" clId="{A808B676-79CC-4F5B-B3B7-36F4B53C6589}" dt="2026-08-19T01:48:19.226" v="5" actId="20577"/>
          <ac:spMkLst>
            <pc:docMk/>
            <pc:sldMk cId="1480603292" sldId="269"/>
            <ac:spMk id="7" creationId="{76597178-0C46-359F-C512-80C28D96C117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A808B676-79CC-4F5B-B3B7-36F4B53C6589}" dt="2026-08-19T01:48:40.015" v="11"/>
        <pc:sldMkLst>
          <pc:docMk/>
          <pc:sldMk cId="2394669337" sldId="288"/>
        </pc:sldMkLst>
        <pc:spChg chg="mod">
          <ac:chgData name="신재우(JAEWOO SHIN)[jaewoo.s]/선임/제조DX.자동보정.자동보정선행개발팀" userId="e0840e83-c9b5-4a8f-92d7-5eca1a37c5af" providerId="ADAL" clId="{A808B676-79CC-4F5B-B3B7-36F4B53C6589}" dt="2026-08-19T01:48:40.015" v="11"/>
          <ac:spMkLst>
            <pc:docMk/>
            <pc:sldMk cId="2394669337" sldId="288"/>
            <ac:spMk id="7" creationId="{76597178-0C46-359F-C512-80C28D96C117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A808B676-79CC-4F5B-B3B7-36F4B53C6589}" dt="2026-08-19T01:48:23.943" v="6"/>
        <pc:sldMkLst>
          <pc:docMk/>
          <pc:sldMk cId="2105287390" sldId="304"/>
        </pc:sldMkLst>
        <pc:spChg chg="mod">
          <ac:chgData name="신재우(JAEWOO SHIN)[jaewoo.s]/선임/제조DX.자동보정.자동보정선행개발팀" userId="e0840e83-c9b5-4a8f-92d7-5eca1a37c5af" providerId="ADAL" clId="{A808B676-79CC-4F5B-B3B7-36F4B53C6589}" dt="2026-08-19T01:48:23.943" v="6"/>
          <ac:spMkLst>
            <pc:docMk/>
            <pc:sldMk cId="2105287390" sldId="304"/>
            <ac:spMk id="16" creationId="{432BB680-BBED-2F2B-C789-5B3A61E89253}"/>
          </ac:spMkLst>
        </pc:spChg>
      </pc:sldChg>
      <pc:sldChg chg="addSp delSp modSp mod">
        <pc:chgData name="신재우(JAEWOO SHIN)[jaewoo.s]/선임/제조DX.자동보정.자동보정선행개발팀" userId="e0840e83-c9b5-4a8f-92d7-5eca1a37c5af" providerId="ADAL" clId="{A808B676-79CC-4F5B-B3B7-36F4B53C6589}" dt="2026-08-19T02:28:37.088" v="550" actId="20577"/>
        <pc:sldMkLst>
          <pc:docMk/>
          <pc:sldMk cId="854844539" sldId="306"/>
        </pc:sldMkLst>
        <pc:spChg chg="mod">
          <ac:chgData name="신재우(JAEWOO SHIN)[jaewoo.s]/선임/제조DX.자동보정.자동보정선행개발팀" userId="e0840e83-c9b5-4a8f-92d7-5eca1a37c5af" providerId="ADAL" clId="{A808B676-79CC-4F5B-B3B7-36F4B53C6589}" dt="2026-08-19T02:28:37.088" v="550" actId="20577"/>
          <ac:spMkLst>
            <pc:docMk/>
            <pc:sldMk cId="854844539" sldId="306"/>
            <ac:spMk id="2" creationId="{2A16A626-EF0E-253F-27D9-1C20223B7278}"/>
          </ac:spMkLst>
        </pc:spChg>
        <pc:spChg chg="mod">
          <ac:chgData name="신재우(JAEWOO SHIN)[jaewoo.s]/선임/제조DX.자동보정.자동보정선행개발팀" userId="e0840e83-c9b5-4a8f-92d7-5eca1a37c5af" providerId="ADAL" clId="{A808B676-79CC-4F5B-B3B7-36F4B53C6589}" dt="2026-08-19T01:48:33.777" v="9"/>
          <ac:spMkLst>
            <pc:docMk/>
            <pc:sldMk cId="854844539" sldId="306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A808B676-79CC-4F5B-B3B7-36F4B53C6589}" dt="2026-08-19T01:49:43.195" v="165" actId="207"/>
        <pc:sldMkLst>
          <pc:docMk/>
          <pc:sldMk cId="1311616244" sldId="397"/>
        </pc:sldMkLst>
        <pc:spChg chg="mod">
          <ac:chgData name="신재우(JAEWOO SHIN)[jaewoo.s]/선임/제조DX.자동보정.자동보정선행개발팀" userId="e0840e83-c9b5-4a8f-92d7-5eca1a37c5af" providerId="ADAL" clId="{A808B676-79CC-4F5B-B3B7-36F4B53C6589}" dt="2026-08-19T01:49:43.195" v="165" actId="207"/>
          <ac:spMkLst>
            <pc:docMk/>
            <pc:sldMk cId="1311616244" sldId="397"/>
            <ac:spMk id="2" creationId="{2A16A626-EF0E-253F-27D9-1C20223B7278}"/>
          </ac:spMkLst>
        </pc:spChg>
        <pc:spChg chg="mod">
          <ac:chgData name="신재우(JAEWOO SHIN)[jaewoo.s]/선임/제조DX.자동보정.자동보정선행개발팀" userId="e0840e83-c9b5-4a8f-92d7-5eca1a37c5af" providerId="ADAL" clId="{A808B676-79CC-4F5B-B3B7-36F4B53C6589}" dt="2026-08-19T01:48:30.630" v="8"/>
          <ac:spMkLst>
            <pc:docMk/>
            <pc:sldMk cId="1311616244" sldId="397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A808B676-79CC-4F5B-B3B7-36F4B53C6589}" dt="2026-08-19T01:48:36.725" v="10"/>
        <pc:sldMkLst>
          <pc:docMk/>
          <pc:sldMk cId="4044710247" sldId="419"/>
        </pc:sldMkLst>
        <pc:spChg chg="mod">
          <ac:chgData name="신재우(JAEWOO SHIN)[jaewoo.s]/선임/제조DX.자동보정.자동보정선행개발팀" userId="e0840e83-c9b5-4a8f-92d7-5eca1a37c5af" providerId="ADAL" clId="{A808B676-79CC-4F5B-B3B7-36F4B53C6589}" dt="2026-08-19T01:48:36.725" v="10"/>
          <ac:spMkLst>
            <pc:docMk/>
            <pc:sldMk cId="4044710247" sldId="419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A808B676-79CC-4F5B-B3B7-36F4B53C6589}" dt="2026-08-19T02:39:15.244" v="1048" actId="207"/>
        <pc:sldMkLst>
          <pc:docMk/>
          <pc:sldMk cId="913002350" sldId="2147483645"/>
        </pc:sldMkLst>
        <pc:spChg chg="mod">
          <ac:chgData name="신재우(JAEWOO SHIN)[jaewoo.s]/선임/제조DX.자동보정.자동보정선행개발팀" userId="e0840e83-c9b5-4a8f-92d7-5eca1a37c5af" providerId="ADAL" clId="{A808B676-79CC-4F5B-B3B7-36F4B53C6589}" dt="2026-08-19T01:48:27.428" v="7"/>
          <ac:spMkLst>
            <pc:docMk/>
            <pc:sldMk cId="913002350" sldId="2147483645"/>
            <ac:spMk id="7" creationId="{76597178-0C46-359F-C512-80C28D96C117}"/>
          </ac:spMkLst>
        </pc:spChg>
        <pc:spChg chg="mod">
          <ac:chgData name="신재우(JAEWOO SHIN)[jaewoo.s]/선임/제조DX.자동보정.자동보정선행개발팀" userId="e0840e83-c9b5-4a8f-92d7-5eca1a37c5af" providerId="ADAL" clId="{A808B676-79CC-4F5B-B3B7-36F4B53C6589}" dt="2026-08-19T02:39:15.244" v="1048" actId="207"/>
          <ac:spMkLst>
            <pc:docMk/>
            <pc:sldMk cId="913002350" sldId="2147483645"/>
            <ac:spMk id="8" creationId="{9408B95E-73A6-D91A-F6E6-D9C1BE27039E}"/>
          </ac:spMkLst>
        </pc:spChg>
        <pc:spChg chg="mod">
          <ac:chgData name="신재우(JAEWOO SHIN)[jaewoo.s]/선임/제조DX.자동보정.자동보정선행개발팀" userId="e0840e83-c9b5-4a8f-92d7-5eca1a37c5af" providerId="ADAL" clId="{A808B676-79CC-4F5B-B3B7-36F4B53C6589}" dt="2026-08-19T02:38:47.616" v="1047" actId="20577"/>
          <ac:spMkLst>
            <pc:docMk/>
            <pc:sldMk cId="913002350" sldId="2147483645"/>
            <ac:spMk id="11" creationId="{72EE0B59-5A69-39CF-C375-4160042376A5}"/>
          </ac:spMkLst>
        </pc:spChg>
      </pc:sldChg>
    </pc:docChg>
  </pc:docChgLst>
  <pc:docChgLst>
    <pc:chgData name="나영준(YOUNGJUN NA)[youngjun_na]/책임/제조DX.자동보정.MC자동보정팀" userId="S::youngjun_na@lgensol.com::0c590520-1e60-4e57-b0d6-012f89cef193" providerId="AD" clId="Web-{48740C30-E567-9ABE-69C1-C8A016AF36AA}"/>
    <pc:docChg chg="modSld">
      <pc:chgData name="나영준(YOUNGJUN NA)[youngjun_na]/책임/제조DX.자동보정.MC자동보정팀" userId="S::youngjun_na@lgensol.com::0c590520-1e60-4e57-b0d6-012f89cef193" providerId="AD" clId="Web-{48740C30-E567-9ABE-69C1-C8A016AF36AA}" dt="2026-09-16T12:52:36.717" v="159" actId="20577"/>
      <pc:docMkLst>
        <pc:docMk/>
      </pc:docMkLst>
      <pc:sldChg chg="modSp">
        <pc:chgData name="나영준(YOUNGJUN NA)[youngjun_na]/책임/제조DX.자동보정.MC자동보정팀" userId="S::youngjun_na@lgensol.com::0c590520-1e60-4e57-b0d6-012f89cef193" providerId="AD" clId="Web-{48740C30-E567-9ABE-69C1-C8A016AF36AA}" dt="2026-09-16T12:52:36.717" v="159" actId="20577"/>
        <pc:sldMkLst>
          <pc:docMk/>
          <pc:sldMk cId="4118150585" sldId="282"/>
        </pc:sldMkLst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50:33.291" v="141" actId="20577"/>
          <ac:spMkLst>
            <pc:docMk/>
            <pc:sldMk cId="4118150585" sldId="282"/>
            <ac:spMk id="2" creationId="{B62C360F-2145-D898-F23B-3ADF62261228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41:36.634" v="6" actId="20577"/>
          <ac:spMkLst>
            <pc:docMk/>
            <pc:sldMk cId="4118150585" sldId="282"/>
            <ac:spMk id="7" creationId="{3C2E9CE6-904A-B2C0-D032-387E16A67CFC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52:36.717" v="159" actId="20577"/>
          <ac:spMkLst>
            <pc:docMk/>
            <pc:sldMk cId="4118150585" sldId="282"/>
            <ac:spMk id="10" creationId="{BE4C2C8B-09AF-FAC9-52C3-2C3EFD407CCC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48740C30-E567-9ABE-69C1-C8A016AF36AA}" dt="2026-09-16T12:51:59.482" v="156" actId="20577"/>
        <pc:sldMkLst>
          <pc:docMk/>
          <pc:sldMk cId="3743058706" sldId="302"/>
        </pc:sldMkLst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51:59.482" v="156" actId="20577"/>
          <ac:spMkLst>
            <pc:docMk/>
            <pc:sldMk cId="3743058706" sldId="302"/>
            <ac:spMk id="11" creationId="{119FFC0B-9D11-698D-BBD2-F42C088382A8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48740C30-E567-9ABE-69C1-C8A016AF36AA}" dt="2026-09-16T12:49:57.212" v="137" actId="20577"/>
        <pc:sldMkLst>
          <pc:docMk/>
          <pc:sldMk cId="610755056" sldId="303"/>
        </pc:sldMkLst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49:57.212" v="137" actId="20577"/>
          <ac:spMkLst>
            <pc:docMk/>
            <pc:sldMk cId="610755056" sldId="303"/>
            <ac:spMk id="2" creationId="{50B1A7D2-ED4F-5149-AB85-5E24223378E2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41:30.446" v="5" actId="20577"/>
          <ac:spMkLst>
            <pc:docMk/>
            <pc:sldMk cId="610755056" sldId="303"/>
            <ac:spMk id="7" creationId="{87AA14E4-54AD-8324-C7DF-2A64FDEFD4EE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48740C30-E567-9ABE-69C1-C8A016AF36AA}" dt="2026-09-16T12:49:05.038" v="136" actId="20577"/>
        <pc:sldMkLst>
          <pc:docMk/>
          <pc:sldMk cId="3438866837" sldId="309"/>
        </pc:sldMkLst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49:05.038" v="136" actId="20577"/>
          <ac:spMkLst>
            <pc:docMk/>
            <pc:sldMk cId="3438866837" sldId="309"/>
            <ac:spMk id="2" creationId="{81DB77C4-9E47-2766-065C-469092D3FCD4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41:23.852" v="3" actId="20577"/>
          <ac:spMkLst>
            <pc:docMk/>
            <pc:sldMk cId="3438866837" sldId="309"/>
            <ac:spMk id="7" creationId="{F0B5C10F-E9D8-D6F1-CF35-61FE85C2F484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48740C30-E567-9ABE-69C1-C8A016AF36AA}" dt="2026-09-16T12:52:23.170" v="158" actId="20577"/>
        <pc:sldMkLst>
          <pc:docMk/>
          <pc:sldMk cId="319867820" sldId="372"/>
        </pc:sldMkLst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48:44.038" v="132" actId="20577"/>
          <ac:spMkLst>
            <pc:docMk/>
            <pc:sldMk cId="319867820" sldId="372"/>
            <ac:spMk id="12" creationId="{966ED6A0-A0DF-0800-2D44-2B7634CDB517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41:18.086" v="1" actId="20577"/>
          <ac:spMkLst>
            <pc:docMk/>
            <pc:sldMk cId="319867820" sldId="372"/>
            <ac:spMk id="17" creationId="{24078160-BD87-7DDB-35FF-AC266021525D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48740C30-E567-9ABE-69C1-C8A016AF36AA}" dt="2026-09-16T12:52:23.170" v="158" actId="20577"/>
          <ac:spMkLst>
            <pc:docMk/>
            <pc:sldMk cId="319867820" sldId="372"/>
            <ac:spMk id="30" creationId="{5A93FBA8-E3C4-0943-75E5-74D25EF1452D}"/>
          </ac:spMkLst>
        </pc:spChg>
      </pc:sldChg>
    </pc:docChg>
  </pc:docChgLst>
  <pc:docChgLst>
    <pc:chgData name="박준오(JUNO PARK)[jopark]/책임/제조DX.자동보정.조립자동보정팀" userId="b07c4842-d582-4cfa-bd05-8310818ebb5c" providerId="ADAL" clId="{65BA0F4B-F240-464D-B39E-98FAE919069F}"/>
    <pc:docChg chg="undo custSel delSld modSld modSection">
      <pc:chgData name="박준오(JUNO PARK)[jopark]/책임/제조DX.자동보정.조립자동보정팀" userId="b07c4842-d582-4cfa-bd05-8310818ebb5c" providerId="ADAL" clId="{65BA0F4B-F240-464D-B39E-98FAE919069F}" dt="2026-08-18T04:36:26.192" v="5104" actId="20577"/>
      <pc:docMkLst>
        <pc:docMk/>
      </pc:docMkLst>
      <pc:sldChg chg="addSp delSp modSp mod">
        <pc:chgData name="박준오(JUNO PARK)[jopark]/책임/제조DX.자동보정.조립자동보정팀" userId="b07c4842-d582-4cfa-bd05-8310818ebb5c" providerId="ADAL" clId="{65BA0F4B-F240-464D-B39E-98FAE919069F}" dt="2026-08-18T04:32:54.780" v="5102" actId="20577"/>
        <pc:sldMkLst>
          <pc:docMk/>
          <pc:sldMk cId="3282732139" sldId="268"/>
        </pc:sldMkLst>
        <pc:spChg chg="mod">
          <ac:chgData name="박준오(JUNO PARK)[jopark]/책임/제조DX.자동보정.조립자동보정팀" userId="b07c4842-d582-4cfa-bd05-8310818ebb5c" providerId="ADAL" clId="{65BA0F4B-F240-464D-B39E-98FAE919069F}" dt="2026-08-13T05:26:49.191" v="2482" actId="1038"/>
          <ac:spMkLst>
            <pc:docMk/>
            <pc:sldMk cId="3282732139" sldId="268"/>
            <ac:spMk id="11" creationId="{ADD81B5F-4172-052D-D319-FEFBFA49746A}"/>
          </ac:spMkLst>
        </pc:spChg>
        <pc:spChg chg="mod">
          <ac:chgData name="박준오(JUNO PARK)[jopark]/책임/제조DX.자동보정.조립자동보정팀" userId="b07c4842-d582-4cfa-bd05-8310818ebb5c" providerId="ADAL" clId="{65BA0F4B-F240-464D-B39E-98FAE919069F}" dt="2026-08-13T05:24:22.666" v="2287" actId="1038"/>
          <ac:spMkLst>
            <pc:docMk/>
            <pc:sldMk cId="3282732139" sldId="268"/>
            <ac:spMk id="12" creationId="{67FF9DC4-1028-0A23-B265-E696347109F2}"/>
          </ac:spMkLst>
        </pc:spChg>
        <pc:spChg chg="mod">
          <ac:chgData name="박준오(JUNO PARK)[jopark]/책임/제조DX.자동보정.조립자동보정팀" userId="b07c4842-d582-4cfa-bd05-8310818ebb5c" providerId="ADAL" clId="{65BA0F4B-F240-464D-B39E-98FAE919069F}" dt="2026-08-18T04:32:27.314" v="5035" actId="20577"/>
          <ac:spMkLst>
            <pc:docMk/>
            <pc:sldMk cId="3282732139" sldId="268"/>
            <ac:spMk id="13" creationId="{F47FB689-7849-5BB6-A52B-D812488270C9}"/>
          </ac:spMkLst>
        </pc:spChg>
        <pc:spChg chg="mod">
          <ac:chgData name="박준오(JUNO PARK)[jopark]/책임/제조DX.자동보정.조립자동보정팀" userId="b07c4842-d582-4cfa-bd05-8310818ebb5c" providerId="ADAL" clId="{65BA0F4B-F240-464D-B39E-98FAE919069F}" dt="2026-08-18T04:00:48.454" v="2511" actId="20577"/>
          <ac:spMkLst>
            <pc:docMk/>
            <pc:sldMk cId="3282732139" sldId="268"/>
            <ac:spMk id="58" creationId="{1A14E2F3-1D19-45A5-DC7A-6661315C09C3}"/>
          </ac:spMkLst>
        </pc:spChg>
        <pc:spChg chg="mod">
          <ac:chgData name="박준오(JUNO PARK)[jopark]/책임/제조DX.자동보정.조립자동보정팀" userId="b07c4842-d582-4cfa-bd05-8310818ebb5c" providerId="ADAL" clId="{65BA0F4B-F240-464D-B39E-98FAE919069F}" dt="2026-08-18T04:02:13.298" v="2524" actId="6549"/>
          <ac:spMkLst>
            <pc:docMk/>
            <pc:sldMk cId="3282732139" sldId="268"/>
            <ac:spMk id="61" creationId="{90AC4789-A3FE-4963-A335-E623E8C98F84}"/>
          </ac:spMkLst>
        </pc:spChg>
        <pc:spChg chg="mod">
          <ac:chgData name="박준오(JUNO PARK)[jopark]/책임/제조DX.자동보정.조립자동보정팀" userId="b07c4842-d582-4cfa-bd05-8310818ebb5c" providerId="ADAL" clId="{65BA0F4B-F240-464D-B39E-98FAE919069F}" dt="2026-08-18T04:32:54.780" v="5102" actId="20577"/>
          <ac:spMkLst>
            <pc:docMk/>
            <pc:sldMk cId="3282732139" sldId="268"/>
            <ac:spMk id="62" creationId="{67087FE9-D3B8-3B61-8994-10F831D7EDD4}"/>
          </ac:spMkLst>
        </pc:spChg>
        <pc:grpChg chg="mod">
          <ac:chgData name="박준오(JUNO PARK)[jopark]/책임/제조DX.자동보정.조립자동보정팀" userId="b07c4842-d582-4cfa-bd05-8310818ebb5c" providerId="ADAL" clId="{65BA0F4B-F240-464D-B39E-98FAE919069F}" dt="2026-08-13T05:26:43.531" v="2475" actId="14100"/>
          <ac:grpSpMkLst>
            <pc:docMk/>
            <pc:sldMk cId="3282732139" sldId="268"/>
            <ac:grpSpMk id="10" creationId="{A4FE4196-3330-330D-B115-11D1670A0A52}"/>
          </ac:grpSpMkLst>
        </pc:grpChg>
        <pc:graphicFrameChg chg="mod modGraphic">
          <ac:chgData name="박준오(JUNO PARK)[jopark]/책임/제조DX.자동보정.조립자동보정팀" userId="b07c4842-d582-4cfa-bd05-8310818ebb5c" providerId="ADAL" clId="{65BA0F4B-F240-464D-B39E-98FAE919069F}" dt="2026-08-13T05:28:04.316" v="2509" actId="20577"/>
          <ac:graphicFrameMkLst>
            <pc:docMk/>
            <pc:sldMk cId="3282732139" sldId="268"/>
            <ac:graphicFrameMk id="9" creationId="{449F626A-DBC8-4A3C-AC31-96A9EDF90D6A}"/>
          </ac:graphicFrameMkLst>
        </pc:graphicFrameChg>
      </pc:sldChg>
      <pc:sldChg chg="modSp mod">
        <pc:chgData name="박준오(JUNO PARK)[jopark]/책임/제조DX.자동보정.조립자동보정팀" userId="b07c4842-d582-4cfa-bd05-8310818ebb5c" providerId="ADAL" clId="{65BA0F4B-F240-464D-B39E-98FAE919069F}" dt="2026-08-18T04:36:26.192" v="5104" actId="20577"/>
        <pc:sldMkLst>
          <pc:docMk/>
          <pc:sldMk cId="1077623371" sldId="353"/>
        </pc:sldMkLst>
        <pc:spChg chg="mod">
          <ac:chgData name="박준오(JUNO PARK)[jopark]/책임/제조DX.자동보정.조립자동보정팀" userId="b07c4842-d582-4cfa-bd05-8310818ebb5c" providerId="ADAL" clId="{65BA0F4B-F240-464D-B39E-98FAE919069F}" dt="2026-08-18T04:36:26.192" v="5104" actId="20577"/>
          <ac:spMkLst>
            <pc:docMk/>
            <pc:sldMk cId="1077623371" sldId="353"/>
            <ac:spMk id="27" creationId="{F1F0155F-26F4-EDD1-2334-EC9049245013}"/>
          </ac:spMkLst>
        </pc:spChg>
      </pc:sldChg>
    </pc:docChg>
  </pc:docChgLst>
  <pc:docChgLst>
    <pc:chgData name="박연탁(YEONTARK PARK)[parkyt]/책임/제조DX.자동보정.자동보정선행개발팀" userId="S::parkyt@lgensol.com::ed32861b-bebc-4d6e-be9d-42a82b4a008b" providerId="AD" clId="Web-{053DAF23-6424-8145-315A-24DBE194CC86}"/>
    <pc:docChg chg="modSld">
      <pc:chgData name="박연탁(YEONTARK PARK)[parkyt]/책임/제조DX.자동보정.자동보정선행개발팀" userId="S::parkyt@lgensol.com::ed32861b-bebc-4d6e-be9d-42a82b4a008b" providerId="AD" clId="Web-{053DAF23-6424-8145-315A-24DBE194CC86}" dt="2026-08-19T04:46:30.178" v="28" actId="20577"/>
      <pc:docMkLst>
        <pc:docMk/>
      </pc:docMkLst>
      <pc:sldChg chg="modSp">
        <pc:chgData name="박연탁(YEONTARK PARK)[parkyt]/책임/제조DX.자동보정.자동보정선행개발팀" userId="S::parkyt@lgensol.com::ed32861b-bebc-4d6e-be9d-42a82b4a008b" providerId="AD" clId="Web-{053DAF23-6424-8145-315A-24DBE194CC86}" dt="2026-08-19T04:46:30.178" v="28" actId="20577"/>
        <pc:sldMkLst>
          <pc:docMk/>
          <pc:sldMk cId="745550584" sldId="274"/>
        </pc:sldMkLst>
        <pc:spChg chg="mod">
          <ac:chgData name="박연탁(YEONTARK PARK)[parkyt]/책임/제조DX.자동보정.자동보정선행개발팀" userId="S::parkyt@lgensol.com::ed32861b-bebc-4d6e-be9d-42a82b4a008b" providerId="AD" clId="Web-{053DAF23-6424-8145-315A-24DBE194CC86}" dt="2026-08-19T04:46:30.178" v="28" actId="20577"/>
          <ac:spMkLst>
            <pc:docMk/>
            <pc:sldMk cId="745550584" sldId="274"/>
            <ac:spMk id="6" creationId="{D76BC9C0-41CE-9870-7B1A-176FEE059FB6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053DAF23-6424-8145-315A-24DBE194CC86}" dt="2026-08-19T04:44:29.796" v="16" actId="20577"/>
        <pc:sldMkLst>
          <pc:docMk/>
          <pc:sldMk cId="238784436" sldId="307"/>
        </pc:sldMkLst>
        <pc:spChg chg="mod">
          <ac:chgData name="박연탁(YEONTARK PARK)[parkyt]/책임/제조DX.자동보정.자동보정선행개발팀" userId="S::parkyt@lgensol.com::ed32861b-bebc-4d6e-be9d-42a82b4a008b" providerId="AD" clId="Web-{053DAF23-6424-8145-315A-24DBE194CC86}" dt="2026-08-19T04:44:29.796" v="16" actId="20577"/>
          <ac:spMkLst>
            <pc:docMk/>
            <pc:sldMk cId="238784436" sldId="307"/>
            <ac:spMk id="2" creationId="{00000000-0000-0000-0000-000000000000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053DAF23-6424-8145-315A-24DBE194CC86}" dt="2026-08-19T04:38:50.173" v="12" actId="20577"/>
          <ac:spMkLst>
            <pc:docMk/>
            <pc:sldMk cId="238784436" sldId="307"/>
            <ac:spMk id="19" creationId="{A3F737B3-08A5-41DF-B148-222728A7530A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053DAF23-6424-8145-315A-24DBE194CC86}" dt="2026-08-19T04:45:17.518" v="19" actId="20577"/>
        <pc:sldMkLst>
          <pc:docMk/>
          <pc:sldMk cId="1492841092" sldId="320"/>
        </pc:sldMkLst>
        <pc:spChg chg="mod">
          <ac:chgData name="박연탁(YEONTARK PARK)[parkyt]/책임/제조DX.자동보정.자동보정선행개발팀" userId="S::parkyt@lgensol.com::ed32861b-bebc-4d6e-be9d-42a82b4a008b" providerId="AD" clId="Web-{053DAF23-6424-8145-315A-24DBE194CC86}" dt="2026-08-19T04:45:17.518" v="19" actId="20577"/>
          <ac:spMkLst>
            <pc:docMk/>
            <pc:sldMk cId="1492841092" sldId="320"/>
            <ac:spMk id="8" creationId="{00000000-0000-0000-0000-000000000000}"/>
          </ac:spMkLst>
        </pc:spChg>
      </pc:sldChg>
    </pc:docChg>
  </pc:docChgLst>
  <pc:docChgLst>
    <pc:chgData name="박상하(SANGHA PARK)[sangha.park]/책임/제조DX.자동보정.RSND자동보정팀" userId="507a07c6-8366-4767-be6e-cc66d4fd9711" providerId="ADAL" clId="{4E7794F5-D98B-4B35-80D8-43F93E45C3E9}"/>
    <pc:docChg chg="modSld">
      <pc:chgData name="박상하(SANGHA PARK)[sangha.park]/책임/제조DX.자동보정.RSND자동보정팀" userId="507a07c6-8366-4767-be6e-cc66d4fd9711" providerId="ADAL" clId="{4E7794F5-D98B-4B35-80D8-43F93E45C3E9}" dt="2026-09-08T23:33:05.392" v="518" actId="20577"/>
      <pc:docMkLst>
        <pc:docMk/>
      </pc:docMkLst>
      <pc:sldChg chg="modSp mod">
        <pc:chgData name="박상하(SANGHA PARK)[sangha.park]/책임/제조DX.자동보정.RSND자동보정팀" userId="507a07c6-8366-4767-be6e-cc66d4fd9711" providerId="ADAL" clId="{4E7794F5-D98B-4B35-80D8-43F93E45C3E9}" dt="2026-09-08T23:25:39.023" v="0" actId="20577"/>
        <pc:sldMkLst>
          <pc:docMk/>
          <pc:sldMk cId="981450646" sldId="262"/>
        </pc:sldMkLst>
        <pc:spChg chg="mod">
          <ac:chgData name="박상하(SANGHA PARK)[sangha.park]/책임/제조DX.자동보정.RSND자동보정팀" userId="507a07c6-8366-4767-be6e-cc66d4fd9711" providerId="ADAL" clId="{4E7794F5-D98B-4B35-80D8-43F93E45C3E9}" dt="2026-09-08T23:25:39.023" v="0" actId="20577"/>
          <ac:spMkLst>
            <pc:docMk/>
            <pc:sldMk cId="981450646" sldId="262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4E7794F5-D98B-4B35-80D8-43F93E45C3E9}" dt="2026-09-08T23:27:32.786" v="7" actId="20577"/>
        <pc:sldMkLst>
          <pc:docMk/>
          <pc:sldMk cId="2657111973" sldId="284"/>
        </pc:sldMkLst>
        <pc:spChg chg="mod">
          <ac:chgData name="박상하(SANGHA PARK)[sangha.park]/책임/제조DX.자동보정.RSND자동보정팀" userId="507a07c6-8366-4767-be6e-cc66d4fd9711" providerId="ADAL" clId="{4E7794F5-D98B-4B35-80D8-43F93E45C3E9}" dt="2026-09-08T23:27:32.786" v="7" actId="20577"/>
          <ac:spMkLst>
            <pc:docMk/>
            <pc:sldMk cId="2657111973" sldId="284"/>
            <ac:spMk id="16" creationId="{D2EC7D2F-935A-50B7-CAAB-1690627DEC3A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4E7794F5-D98B-4B35-80D8-43F93E45C3E9}" dt="2026-09-08T23:26:02.833" v="3" actId="20577"/>
        <pc:sldMkLst>
          <pc:docMk/>
          <pc:sldMk cId="25689677" sldId="337"/>
        </pc:sldMkLst>
        <pc:spChg chg="mod">
          <ac:chgData name="박상하(SANGHA PARK)[sangha.park]/책임/제조DX.자동보정.RSND자동보정팀" userId="507a07c6-8366-4767-be6e-cc66d4fd9711" providerId="ADAL" clId="{4E7794F5-D98B-4B35-80D8-43F93E45C3E9}" dt="2026-09-08T23:26:02.833" v="3" actId="20577"/>
          <ac:spMkLst>
            <pc:docMk/>
            <pc:sldMk cId="25689677" sldId="337"/>
            <ac:spMk id="37" creationId="{34F546E7-0AA4-72A4-9D03-27E1B845B836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4E7794F5-D98B-4B35-80D8-43F93E45C3E9}" dt="2026-09-08T23:26:28.360" v="5" actId="20577"/>
        <pc:sldMkLst>
          <pc:docMk/>
          <pc:sldMk cId="4243388564" sldId="347"/>
        </pc:sldMkLst>
        <pc:spChg chg="mod">
          <ac:chgData name="박상하(SANGHA PARK)[sangha.park]/책임/제조DX.자동보정.RSND자동보정팀" userId="507a07c6-8366-4767-be6e-cc66d4fd9711" providerId="ADAL" clId="{4E7794F5-D98B-4B35-80D8-43F93E45C3E9}" dt="2026-09-08T23:26:28.360" v="5" actId="20577"/>
          <ac:spMkLst>
            <pc:docMk/>
            <pc:sldMk cId="4243388564" sldId="347"/>
            <ac:spMk id="15" creationId="{BA29B866-1A0D-284E-0717-2BFF04FB5888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4E7794F5-D98B-4B35-80D8-43F93E45C3E9}" dt="2026-09-08T23:25:51.552" v="2" actId="20577"/>
        <pc:sldMkLst>
          <pc:docMk/>
          <pc:sldMk cId="275474770" sldId="433"/>
        </pc:sldMkLst>
        <pc:spChg chg="mod">
          <ac:chgData name="박상하(SANGHA PARK)[sangha.park]/책임/제조DX.자동보정.RSND자동보정팀" userId="507a07c6-8366-4767-be6e-cc66d4fd9711" providerId="ADAL" clId="{4E7794F5-D98B-4B35-80D8-43F93E45C3E9}" dt="2026-09-08T23:25:51.552" v="2" actId="20577"/>
          <ac:spMkLst>
            <pc:docMk/>
            <pc:sldMk cId="275474770" sldId="433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4E7794F5-D98B-4B35-80D8-43F93E45C3E9}" dt="2026-09-08T23:33:05.392" v="518" actId="20577"/>
        <pc:sldMkLst>
          <pc:docMk/>
          <pc:sldMk cId="1211839706" sldId="435"/>
        </pc:sldMkLst>
        <pc:spChg chg="mod">
          <ac:chgData name="박상하(SANGHA PARK)[sangha.park]/책임/제조DX.자동보정.RSND자동보정팀" userId="507a07c6-8366-4767-be6e-cc66d4fd9711" providerId="ADAL" clId="{4E7794F5-D98B-4B35-80D8-43F93E45C3E9}" dt="2026-09-08T23:32:50.430" v="513" actId="6549"/>
          <ac:spMkLst>
            <pc:docMk/>
            <pc:sldMk cId="1211839706" sldId="435"/>
            <ac:spMk id="8" creationId="{4E4C90C9-A019-5679-6ED0-4DA8526529E6}"/>
          </ac:spMkLst>
        </pc:spChg>
        <pc:spChg chg="mod">
          <ac:chgData name="박상하(SANGHA PARK)[sangha.park]/책임/제조DX.자동보정.RSND자동보정팀" userId="507a07c6-8366-4767-be6e-cc66d4fd9711" providerId="ADAL" clId="{4E7794F5-D98B-4B35-80D8-43F93E45C3E9}" dt="2026-09-08T23:33:05.392" v="518" actId="20577"/>
          <ac:spMkLst>
            <pc:docMk/>
            <pc:sldMk cId="1211839706" sldId="435"/>
            <ac:spMk id="15" creationId="{465732E6-7EC6-799B-FDD4-0CF99EEE37FF}"/>
          </ac:spMkLst>
        </pc:spChg>
        <pc:spChg chg="mod">
          <ac:chgData name="박상하(SANGHA PARK)[sangha.park]/책임/제조DX.자동보정.RSND자동보정팀" userId="507a07c6-8366-4767-be6e-cc66d4fd9711" providerId="ADAL" clId="{4E7794F5-D98B-4B35-80D8-43F93E45C3E9}" dt="2026-09-08T23:30:13.660" v="296" actId="20577"/>
          <ac:spMkLst>
            <pc:docMk/>
            <pc:sldMk cId="1211839706" sldId="435"/>
            <ac:spMk id="16" creationId="{0A8513CF-8D68-D321-D10C-6D4A43E1A14E}"/>
          </ac:spMkLst>
        </pc:spChg>
      </pc:sldChg>
    </pc:docChg>
  </pc:docChgLst>
  <pc:docChgLst>
    <pc:chgData name="서재근(JAEGEUN SEO)[jaegeun_seo]/책임/제조DX.자동보정.조립자동보정팀" userId="7bb6d943-2582-47a8-abe5-eec9821e0b5c" providerId="ADAL" clId="{D9EDE2CB-D69E-4AAA-AD91-8BC88C4DE5B8}"/>
    <pc:docChg chg="undo custSel modSld">
      <pc:chgData name="서재근(JAEGEUN SEO)[jaegeun_seo]/책임/제조DX.자동보정.조립자동보정팀" userId="7bb6d943-2582-47a8-abe5-eec9821e0b5c" providerId="ADAL" clId="{D9EDE2CB-D69E-4AAA-AD91-8BC88C4DE5B8}" dt="2026-08-11T22:45:05.316" v="865" actId="1035"/>
      <pc:docMkLst>
        <pc:docMk/>
      </pc:docMkLst>
      <pc:sldChg chg="addSp delSp modSp mod">
        <pc:chgData name="서재근(JAEGEUN SEO)[jaegeun_seo]/책임/제조DX.자동보정.조립자동보정팀" userId="7bb6d943-2582-47a8-abe5-eec9821e0b5c" providerId="ADAL" clId="{D9EDE2CB-D69E-4AAA-AD91-8BC88C4DE5B8}" dt="2026-08-11T06:27:25.053" v="654" actId="20577"/>
        <pc:sldMkLst>
          <pc:docMk/>
          <pc:sldMk cId="4093150624" sldId="371"/>
        </pc:sldMkLst>
        <pc:spChg chg="mod">
          <ac:chgData name="서재근(JAEGEUN SEO)[jaegeun_seo]/책임/제조DX.자동보정.조립자동보정팀" userId="7bb6d943-2582-47a8-abe5-eec9821e0b5c" providerId="ADAL" clId="{D9EDE2CB-D69E-4AAA-AD91-8BC88C4DE5B8}" dt="2026-08-11T06:27:25.053" v="654" actId="20577"/>
          <ac:spMkLst>
            <pc:docMk/>
            <pc:sldMk cId="4093150624" sldId="371"/>
            <ac:spMk id="13" creationId="{B1F6AF25-0D3A-5DEF-1701-94ABFC49567D}"/>
          </ac:spMkLst>
        </pc:spChg>
        <pc:spChg chg="mod">
          <ac:chgData name="서재근(JAEGEUN SEO)[jaegeun_seo]/책임/제조DX.자동보정.조립자동보정팀" userId="7bb6d943-2582-47a8-abe5-eec9821e0b5c" providerId="ADAL" clId="{D9EDE2CB-D69E-4AAA-AD91-8BC88C4DE5B8}" dt="2026-08-11T06:27:09.220" v="652" actId="20577"/>
          <ac:spMkLst>
            <pc:docMk/>
            <pc:sldMk cId="4093150624" sldId="371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D9EDE2CB-D69E-4AAA-AD91-8BC88C4DE5B8}" dt="2026-08-11T06:27:01.411" v="648" actId="20577"/>
          <ac:spMkLst>
            <pc:docMk/>
            <pc:sldMk cId="4093150624" sldId="371"/>
            <ac:spMk id="18" creationId="{5B20E7F4-5EC3-322A-DD64-FA9CB7EBD060}"/>
          </ac:spMkLst>
        </pc:spChg>
        <pc:spChg chg="mod">
          <ac:chgData name="서재근(JAEGEUN SEO)[jaegeun_seo]/책임/제조DX.자동보정.조립자동보정팀" userId="7bb6d943-2582-47a8-abe5-eec9821e0b5c" providerId="ADAL" clId="{D9EDE2CB-D69E-4AAA-AD91-8BC88C4DE5B8}" dt="2026-08-11T06:25:27.371" v="321"/>
          <ac:spMkLst>
            <pc:docMk/>
            <pc:sldMk cId="4093150624" sldId="371"/>
            <ac:spMk id="30" creationId="{0D42272B-7090-3E3D-C807-E7C5620E4BEA}"/>
          </ac:spMkLst>
        </pc:spChg>
        <pc:graphicFrameChg chg="modGraphic">
          <ac:chgData name="서재근(JAEGEUN SEO)[jaegeun_seo]/책임/제조DX.자동보정.조립자동보정팀" userId="7bb6d943-2582-47a8-abe5-eec9821e0b5c" providerId="ADAL" clId="{D9EDE2CB-D69E-4AAA-AD91-8BC88C4DE5B8}" dt="2026-08-11T06:18:36.664" v="2" actId="207"/>
          <ac:graphicFrameMkLst>
            <pc:docMk/>
            <pc:sldMk cId="4093150624" sldId="371"/>
            <ac:graphicFrameMk id="2" creationId="{1A905F6A-E9A3-D3C8-8C32-ADC189D759E4}"/>
          </ac:graphicFrameMkLst>
        </pc:graphicFrameChg>
      </pc:sldChg>
      <pc:sldChg chg="modSp mod">
        <pc:chgData name="서재근(JAEGEUN SEO)[jaegeun_seo]/책임/제조DX.자동보정.조립자동보정팀" userId="7bb6d943-2582-47a8-abe5-eec9821e0b5c" providerId="ADAL" clId="{D9EDE2CB-D69E-4AAA-AD91-8BC88C4DE5B8}" dt="2026-08-11T22:45:05.316" v="865" actId="1035"/>
        <pc:sldMkLst>
          <pc:docMk/>
          <pc:sldMk cId="2828155431" sldId="417"/>
        </pc:sldMkLst>
        <pc:spChg chg="mod">
          <ac:chgData name="서재근(JAEGEUN SEO)[jaegeun_seo]/책임/제조DX.자동보정.조립자동보정팀" userId="7bb6d943-2582-47a8-abe5-eec9821e0b5c" providerId="ADAL" clId="{D9EDE2CB-D69E-4AAA-AD91-8BC88C4DE5B8}" dt="2026-08-11T22:45:01.041" v="849" actId="207"/>
          <ac:spMkLst>
            <pc:docMk/>
            <pc:sldMk cId="2828155431" sldId="417"/>
            <ac:spMk id="2" creationId="{22EA30F0-CF52-3455-5749-990D08F2AD73}"/>
          </ac:spMkLst>
        </pc:spChg>
        <pc:picChg chg="mod">
          <ac:chgData name="서재근(JAEGEUN SEO)[jaegeun_seo]/책임/제조DX.자동보정.조립자동보정팀" userId="7bb6d943-2582-47a8-abe5-eec9821e0b5c" providerId="ADAL" clId="{D9EDE2CB-D69E-4AAA-AD91-8BC88C4DE5B8}" dt="2026-08-11T22:44:28.302" v="655" actId="1076"/>
          <ac:picMkLst>
            <pc:docMk/>
            <pc:sldMk cId="2828155431" sldId="417"/>
            <ac:picMk id="1026" creationId="{81858320-3DED-AF84-CE13-1F47C3FB6A98}"/>
          </ac:picMkLst>
        </pc:picChg>
      </pc:sldChg>
    </pc:docChg>
  </pc:docChgLst>
  <pc:docChgLst>
    <pc:chgData name="이제희(JEHEE LEE)[jhlee5841]/책임/제조DX.자동보정.조립자동보정팀" userId="31773b35-80f3-44f0-bad0-f4c04c1e8eae" providerId="ADAL" clId="{F05C9FD8-E103-41EA-9EA9-27B30FCCA4D8}"/>
    <pc:docChg chg="undo custSel modSld">
      <pc:chgData name="이제희(JEHEE LEE)[jhlee5841]/책임/제조DX.자동보정.조립자동보정팀" userId="31773b35-80f3-44f0-bad0-f4c04c1e8eae" providerId="ADAL" clId="{F05C9FD8-E103-41EA-9EA9-27B30FCCA4D8}" dt="2026-08-19T15:40:26.781" v="4277" actId="207"/>
      <pc:docMkLst>
        <pc:docMk/>
      </pc:docMkLst>
      <pc:sldChg chg="addSp modSp mod">
        <pc:chgData name="이제희(JEHEE LEE)[jhlee5841]/책임/제조DX.자동보정.조립자동보정팀" userId="31773b35-80f3-44f0-bad0-f4c04c1e8eae" providerId="ADAL" clId="{F05C9FD8-E103-41EA-9EA9-27B30FCCA4D8}" dt="2026-08-19T15:34:05.391" v="3024" actId="20577"/>
        <pc:sldMkLst>
          <pc:docMk/>
          <pc:sldMk cId="238870570" sldId="361"/>
        </pc:sldMkLst>
        <pc:spChg chg="mod">
          <ac:chgData name="이제희(JEHEE LEE)[jhlee5841]/책임/제조DX.자동보정.조립자동보정팀" userId="31773b35-80f3-44f0-bad0-f4c04c1e8eae" providerId="ADAL" clId="{F05C9FD8-E103-41EA-9EA9-27B30FCCA4D8}" dt="2026-08-19T15:30:59.588" v="2227" actId="207"/>
          <ac:spMkLst>
            <pc:docMk/>
            <pc:sldMk cId="238870570" sldId="361"/>
            <ac:spMk id="18" creationId="{48D3B364-FB7B-D592-FC91-64593D9E73A4}"/>
          </ac:spMkLst>
        </pc:spChg>
        <pc:spChg chg="mod">
          <ac:chgData name="이제희(JEHEE LEE)[jhlee5841]/책임/제조DX.자동보정.조립자동보정팀" userId="31773b35-80f3-44f0-bad0-f4c04c1e8eae" providerId="ADAL" clId="{F05C9FD8-E103-41EA-9EA9-27B30FCCA4D8}" dt="2026-08-19T15:34:05.391" v="3024" actId="20577"/>
          <ac:spMkLst>
            <pc:docMk/>
            <pc:sldMk cId="238870570" sldId="361"/>
            <ac:spMk id="58" creationId="{1A14E2F3-1D19-45A5-DC7A-6661315C09C3}"/>
          </ac:spMkLst>
        </pc:spChg>
        <pc:spChg chg="mod">
          <ac:chgData name="이제희(JEHEE LEE)[jhlee5841]/책임/제조DX.자동보정.조립자동보정팀" userId="31773b35-80f3-44f0-bad0-f4c04c1e8eae" providerId="ADAL" clId="{F05C9FD8-E103-41EA-9EA9-27B30FCCA4D8}" dt="2026-08-19T15:33:46.335" v="3022" actId="20577"/>
          <ac:spMkLst>
            <pc:docMk/>
            <pc:sldMk cId="238870570" sldId="361"/>
            <ac:spMk id="62" creationId="{67087FE9-D3B8-3B61-8994-10F831D7EDD4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F05C9FD8-E103-41EA-9EA9-27B30FCCA4D8}" dt="2026-08-19T15:40:26.781" v="4277" actId="207"/>
        <pc:sldMkLst>
          <pc:docMk/>
          <pc:sldMk cId="2440852975" sldId="2147481923"/>
        </pc:sldMkLst>
        <pc:spChg chg="mod">
          <ac:chgData name="이제희(JEHEE LEE)[jhlee5841]/책임/제조DX.자동보정.조립자동보정팀" userId="31773b35-80f3-44f0-bad0-f4c04c1e8eae" providerId="ADAL" clId="{F05C9FD8-E103-41EA-9EA9-27B30FCCA4D8}" dt="2026-08-19T15:40:26.781" v="4277" actId="207"/>
          <ac:spMkLst>
            <pc:docMk/>
            <pc:sldMk cId="2440852975" sldId="2147481923"/>
            <ac:spMk id="7" creationId="{8D7F82E9-1F8E-061D-8384-37E3403DDD85}"/>
          </ac:spMkLst>
        </pc:spChg>
      </pc:sldChg>
    </pc:docChg>
  </pc:docChgLst>
  <pc:docChgLst>
    <pc:chgData name="서재근(JAEGEUN SEO)[jaegeun_seo]/책임/제조DX.자동보정.조립자동보정팀" userId="7bb6d943-2582-47a8-abe5-eec9821e0b5c" providerId="ADAL" clId="{44C73423-E88D-45D7-93E4-81F1707EB4F1}"/>
    <pc:docChg chg="undo custSel modSld">
      <pc:chgData name="서재근(JAEGEUN SEO)[jaegeun_seo]/책임/제조DX.자동보정.조립자동보정팀" userId="7bb6d943-2582-47a8-abe5-eec9821e0b5c" providerId="ADAL" clId="{44C73423-E88D-45D7-93E4-81F1707EB4F1}" dt="2026-08-19T00:50:33.956" v="1663"/>
      <pc:docMkLst>
        <pc:docMk/>
      </pc:docMkLst>
      <pc:sldChg chg="modSp mod">
        <pc:chgData name="서재근(JAEGEUN SEO)[jaegeun_seo]/책임/제조DX.자동보정.조립자동보정팀" userId="7bb6d943-2582-47a8-abe5-eec9821e0b5c" providerId="ADAL" clId="{44C73423-E88D-45D7-93E4-81F1707EB4F1}" dt="2026-08-18T08:06:20" v="80" actId="20577"/>
        <pc:sldMkLst>
          <pc:docMk/>
          <pc:sldMk cId="3932546465" sldId="275"/>
        </pc:sldMkLst>
        <pc:spChg chg="mod">
          <ac:chgData name="서재근(JAEGEUN SEO)[jaegeun_seo]/책임/제조DX.자동보정.조립자동보정팀" userId="7bb6d943-2582-47a8-abe5-eec9821e0b5c" providerId="ADAL" clId="{44C73423-E88D-45D7-93E4-81F1707EB4F1}" dt="2026-08-18T08:05:51.897" v="60" actId="20577"/>
          <ac:spMkLst>
            <pc:docMk/>
            <pc:sldMk cId="3932546465" sldId="275"/>
            <ac:spMk id="2" creationId="{5748F319-FE8D-4ECF-AFB9-B7E0916A513F}"/>
          </ac:spMkLst>
        </pc:spChg>
        <pc:spChg chg="mod">
          <ac:chgData name="서재근(JAEGEUN SEO)[jaegeun_seo]/책임/제조DX.자동보정.조립자동보정팀" userId="7bb6d943-2582-47a8-abe5-eec9821e0b5c" providerId="ADAL" clId="{44C73423-E88D-45D7-93E4-81F1707EB4F1}" dt="2026-08-18T08:06:20" v="80" actId="20577"/>
          <ac:spMkLst>
            <pc:docMk/>
            <pc:sldMk cId="3932546465" sldId="275"/>
            <ac:spMk id="10" creationId="{BDADEB63-FA2A-413A-90C3-F27F4D564C57}"/>
          </ac:spMkLst>
        </pc:spChg>
        <pc:spChg chg="mod">
          <ac:chgData name="서재근(JAEGEUN SEO)[jaegeun_seo]/책임/제조DX.자동보정.조립자동보정팀" userId="7bb6d943-2582-47a8-abe5-eec9821e0b5c" providerId="ADAL" clId="{44C73423-E88D-45D7-93E4-81F1707EB4F1}" dt="2026-08-18T08:06:02.005" v="78" actId="20577"/>
          <ac:spMkLst>
            <pc:docMk/>
            <pc:sldMk cId="3932546465" sldId="275"/>
            <ac:spMk id="13" creationId="{0BBE4109-8FC1-4977-8E81-7AB450FAE32D}"/>
          </ac:spMkLst>
        </pc:spChg>
      </pc:sldChg>
      <pc:sldChg chg="delSp modSp mod">
        <pc:chgData name="서재근(JAEGEUN SEO)[jaegeun_seo]/책임/제조DX.자동보정.조립자동보정팀" userId="7bb6d943-2582-47a8-abe5-eec9821e0b5c" providerId="ADAL" clId="{44C73423-E88D-45D7-93E4-81F1707EB4F1}" dt="2026-08-19T00:50:33.956" v="1663"/>
        <pc:sldMkLst>
          <pc:docMk/>
          <pc:sldMk cId="3813480401" sldId="316"/>
        </pc:sldMkLst>
        <pc:spChg chg="mod">
          <ac:chgData name="서재근(JAEGEUN SEO)[jaegeun_seo]/책임/제조DX.자동보정.조립자동보정팀" userId="7bb6d943-2582-47a8-abe5-eec9821e0b5c" providerId="ADAL" clId="{44C73423-E88D-45D7-93E4-81F1707EB4F1}" dt="2026-08-19T00:50:33.956" v="1663"/>
          <ac:spMkLst>
            <pc:docMk/>
            <pc:sldMk cId="3813480401" sldId="316"/>
            <ac:spMk id="16" creationId="{6E64D536-1B0F-B7D6-130C-DBEEE06B0C8B}"/>
          </ac:spMkLst>
        </pc:spChg>
        <pc:spChg chg="mod">
          <ac:chgData name="서재근(JAEGEUN SEO)[jaegeun_seo]/책임/제조DX.자동보정.조립자동보정팀" userId="7bb6d943-2582-47a8-abe5-eec9821e0b5c" providerId="ADAL" clId="{44C73423-E88D-45D7-93E4-81F1707EB4F1}" dt="2026-08-19T00:41:07.849" v="1378" actId="20577"/>
          <ac:spMkLst>
            <pc:docMk/>
            <pc:sldMk cId="3813480401" sldId="316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44C73423-E88D-45D7-93E4-81F1707EB4F1}" dt="2026-08-19T00:49:15.374" v="1662" actId="20577"/>
          <ac:spMkLst>
            <pc:docMk/>
            <pc:sldMk cId="3813480401" sldId="316"/>
            <ac:spMk id="30" creationId="{0D42272B-7090-3E3D-C807-E7C5620E4BEA}"/>
          </ac:spMkLst>
        </pc:spChg>
        <pc:graphicFrameChg chg="mod modGraphic">
          <ac:chgData name="서재근(JAEGEUN SEO)[jaegeun_seo]/책임/제조DX.자동보정.조립자동보정팀" userId="7bb6d943-2582-47a8-abe5-eec9821e0b5c" providerId="ADAL" clId="{44C73423-E88D-45D7-93E4-81F1707EB4F1}" dt="2026-08-19T00:34:07.701" v="1089" actId="20577"/>
          <ac:graphicFrameMkLst>
            <pc:docMk/>
            <pc:sldMk cId="3813480401" sldId="316"/>
            <ac:graphicFrameMk id="44" creationId="{5D775976-EE95-0DB1-8843-691F5760F185}"/>
          </ac:graphicFrameMkLst>
        </pc:graphicFrameChg>
      </pc:sldChg>
      <pc:sldChg chg="modSp mod">
        <pc:chgData name="서재근(JAEGEUN SEO)[jaegeun_seo]/책임/제조DX.자동보정.조립자동보정팀" userId="7bb6d943-2582-47a8-abe5-eec9821e0b5c" providerId="ADAL" clId="{44C73423-E88D-45D7-93E4-81F1707EB4F1}" dt="2026-08-18T08:06:54.273" v="132" actId="207"/>
        <pc:sldMkLst>
          <pc:docMk/>
          <pc:sldMk cId="4093150624" sldId="371"/>
        </pc:sldMkLst>
        <pc:spChg chg="mod">
          <ac:chgData name="서재근(JAEGEUN SEO)[jaegeun_seo]/책임/제조DX.자동보정.조립자동보정팀" userId="7bb6d943-2582-47a8-abe5-eec9821e0b5c" providerId="ADAL" clId="{44C73423-E88D-45D7-93E4-81F1707EB4F1}" dt="2026-08-18T08:06:46.908" v="131" actId="20577"/>
          <ac:spMkLst>
            <pc:docMk/>
            <pc:sldMk cId="4093150624" sldId="371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44C73423-E88D-45D7-93E4-81F1707EB4F1}" dt="2026-08-18T08:06:54.273" v="132" actId="207"/>
          <ac:spMkLst>
            <pc:docMk/>
            <pc:sldMk cId="4093150624" sldId="371"/>
            <ac:spMk id="18" creationId="{5B20E7F4-5EC3-322A-DD64-FA9CB7EBD060}"/>
          </ac:spMkLst>
        </pc:spChg>
        <pc:spChg chg="mod">
          <ac:chgData name="서재근(JAEGEUN SEO)[jaegeun_seo]/책임/제조DX.자동보정.조립자동보정팀" userId="7bb6d943-2582-47a8-abe5-eec9821e0b5c" providerId="ADAL" clId="{44C73423-E88D-45D7-93E4-81F1707EB4F1}" dt="2026-08-18T08:06:43.738" v="127" actId="20577"/>
          <ac:spMkLst>
            <pc:docMk/>
            <pc:sldMk cId="4093150624" sldId="371"/>
            <ac:spMk id="30" creationId="{0D42272B-7090-3E3D-C807-E7C5620E4BEA}"/>
          </ac:spMkLst>
        </pc:spChg>
      </pc:sldChg>
      <pc:sldChg chg="modSp mod">
        <pc:chgData name="서재근(JAEGEUN SEO)[jaegeun_seo]/책임/제조DX.자동보정.조립자동보정팀" userId="7bb6d943-2582-47a8-abe5-eec9821e0b5c" providerId="ADAL" clId="{44C73423-E88D-45D7-93E4-81F1707EB4F1}" dt="2026-08-18T08:11:58.898" v="767"/>
        <pc:sldMkLst>
          <pc:docMk/>
          <pc:sldMk cId="171816745" sldId="416"/>
        </pc:sldMkLst>
        <pc:spChg chg="mod">
          <ac:chgData name="서재근(JAEGEUN SEO)[jaegeun_seo]/책임/제조DX.자동보정.조립자동보정팀" userId="7bb6d943-2582-47a8-abe5-eec9821e0b5c" providerId="ADAL" clId="{44C73423-E88D-45D7-93E4-81F1707EB4F1}" dt="2026-08-18T08:11:58.898" v="767"/>
          <ac:spMkLst>
            <pc:docMk/>
            <pc:sldMk cId="171816745" sldId="416"/>
            <ac:spMk id="30" creationId="{0D42272B-7090-3E3D-C807-E7C5620E4BEA}"/>
          </ac:spMkLst>
        </pc:spChg>
      </pc:sldChg>
      <pc:sldChg chg="modSp mod">
        <pc:chgData name="서재근(JAEGEUN SEO)[jaegeun_seo]/책임/제조DX.자동보정.조립자동보정팀" userId="7bb6d943-2582-47a8-abe5-eec9821e0b5c" providerId="ADAL" clId="{44C73423-E88D-45D7-93E4-81F1707EB4F1}" dt="2026-08-18T08:13:06.080" v="999" actId="20577"/>
        <pc:sldMkLst>
          <pc:docMk/>
          <pc:sldMk cId="2828155431" sldId="417"/>
        </pc:sldMkLst>
        <pc:spChg chg="mod">
          <ac:chgData name="서재근(JAEGEUN SEO)[jaegeun_seo]/책임/제조DX.자동보정.조립자동보정팀" userId="7bb6d943-2582-47a8-abe5-eec9821e0b5c" providerId="ADAL" clId="{44C73423-E88D-45D7-93E4-81F1707EB4F1}" dt="2026-08-18T08:13:06.080" v="999" actId="20577"/>
          <ac:spMkLst>
            <pc:docMk/>
            <pc:sldMk cId="2828155431" sldId="417"/>
            <ac:spMk id="2" creationId="{22EA30F0-CF52-3455-5749-990D08F2AD73}"/>
          </ac:spMkLst>
        </pc:spChg>
      </pc:sldChg>
    </pc:docChg>
  </pc:docChgLst>
  <pc:docChgLst>
    <pc:chgData name="성연욱(YEONUK SEONG)[ynk_seong]/책임/제조DX.자동보정.조립자동보정팀" userId="eb9793e5-3a20-40c8-9b24-fa4dc89e30c1" providerId="ADAL" clId="{20D28C36-030A-4E23-8E24-C7E4A7DAE8BE}"/>
    <pc:docChg chg="modSld">
      <pc:chgData name="성연욱(YEONUK SEONG)[ynk_seong]/책임/제조DX.자동보정.조립자동보정팀" userId="eb9793e5-3a20-40c8-9b24-fa4dc89e30c1" providerId="ADAL" clId="{20D28C36-030A-4E23-8E24-C7E4A7DAE8BE}" dt="2026-09-16T00:47:40.969" v="1308"/>
      <pc:docMkLst>
        <pc:docMk/>
      </pc:docMkLst>
      <pc:sldChg chg="modSp mod">
        <pc:chgData name="성연욱(YEONUK SEONG)[ynk_seong]/책임/제조DX.자동보정.조립자동보정팀" userId="eb9793e5-3a20-40c8-9b24-fa4dc89e30c1" providerId="ADAL" clId="{20D28C36-030A-4E23-8E24-C7E4A7DAE8BE}" dt="2026-09-16T00:47:30.023" v="1306" actId="20577"/>
        <pc:sldMkLst>
          <pc:docMk/>
          <pc:sldMk cId="3009852263" sldId="257"/>
        </pc:sldMkLst>
        <pc:spChg chg="mod">
          <ac:chgData name="성연욱(YEONUK SEONG)[ynk_seong]/책임/제조DX.자동보정.조립자동보정팀" userId="eb9793e5-3a20-40c8-9b24-fa4dc89e30c1" providerId="ADAL" clId="{20D28C36-030A-4E23-8E24-C7E4A7DAE8BE}" dt="2026-09-16T00:19:40.396" v="293" actId="20577"/>
          <ac:spMkLst>
            <pc:docMk/>
            <pc:sldMk cId="3009852263" sldId="257"/>
            <ac:spMk id="58" creationId="{1A14E2F3-1D19-45A5-DC7A-6661315C09C3}"/>
          </ac:spMkLst>
        </pc:spChg>
        <pc:spChg chg="mod">
          <ac:chgData name="성연욱(YEONUK SEONG)[ynk_seong]/책임/제조DX.자동보정.조립자동보정팀" userId="eb9793e5-3a20-40c8-9b24-fa4dc89e30c1" providerId="ADAL" clId="{20D28C36-030A-4E23-8E24-C7E4A7DAE8BE}" dt="2026-09-16T00:47:30.023" v="1306" actId="20577"/>
          <ac:spMkLst>
            <pc:docMk/>
            <pc:sldMk cId="3009852263" sldId="257"/>
            <ac:spMk id="62" creationId="{67087FE9-D3B8-3B61-8994-10F831D7EDD4}"/>
          </ac:spMkLst>
        </pc:spChg>
      </pc:sldChg>
      <pc:sldChg chg="modSp mod">
        <pc:chgData name="성연욱(YEONUK SEONG)[ynk_seong]/책임/제조DX.자동보정.조립자동보정팀" userId="eb9793e5-3a20-40c8-9b24-fa4dc89e30c1" providerId="ADAL" clId="{20D28C36-030A-4E23-8E24-C7E4A7DAE8BE}" dt="2026-09-16T00:47:38.361" v="1307"/>
        <pc:sldMkLst>
          <pc:docMk/>
          <pc:sldMk cId="678299215" sldId="346"/>
        </pc:sldMkLst>
        <pc:spChg chg="mod">
          <ac:chgData name="성연욱(YEONUK SEONG)[ynk_seong]/책임/제조DX.자동보정.조립자동보정팀" userId="eb9793e5-3a20-40c8-9b24-fa4dc89e30c1" providerId="ADAL" clId="{20D28C36-030A-4E23-8E24-C7E4A7DAE8BE}" dt="2026-09-16T00:19:44.775" v="295" actId="20577"/>
          <ac:spMkLst>
            <pc:docMk/>
            <pc:sldMk cId="678299215" sldId="346"/>
            <ac:spMk id="58" creationId="{1A14E2F3-1D19-45A5-DC7A-6661315C09C3}"/>
          </ac:spMkLst>
        </pc:spChg>
        <pc:spChg chg="mod">
          <ac:chgData name="성연욱(YEONUK SEONG)[ynk_seong]/책임/제조DX.자동보정.조립자동보정팀" userId="eb9793e5-3a20-40c8-9b24-fa4dc89e30c1" providerId="ADAL" clId="{20D28C36-030A-4E23-8E24-C7E4A7DAE8BE}" dt="2026-09-16T00:47:38.361" v="1307"/>
          <ac:spMkLst>
            <pc:docMk/>
            <pc:sldMk cId="678299215" sldId="346"/>
            <ac:spMk id="62" creationId="{67087FE9-D3B8-3B61-8994-10F831D7EDD4}"/>
          </ac:spMkLst>
        </pc:spChg>
      </pc:sldChg>
      <pc:sldChg chg="modSp mod">
        <pc:chgData name="성연욱(YEONUK SEONG)[ynk_seong]/책임/제조DX.자동보정.조립자동보정팀" userId="eb9793e5-3a20-40c8-9b24-fa4dc89e30c1" providerId="ADAL" clId="{20D28C36-030A-4E23-8E24-C7E4A7DAE8BE}" dt="2026-09-16T00:47:40.969" v="1308"/>
        <pc:sldMkLst>
          <pc:docMk/>
          <pc:sldMk cId="3978769968" sldId="357"/>
        </pc:sldMkLst>
        <pc:spChg chg="mod">
          <ac:chgData name="성연욱(YEONUK SEONG)[ynk_seong]/책임/제조DX.자동보정.조립자동보정팀" userId="eb9793e5-3a20-40c8-9b24-fa4dc89e30c1" providerId="ADAL" clId="{20D28C36-030A-4E23-8E24-C7E4A7DAE8BE}" dt="2026-09-16T00:19:49.540" v="297" actId="20577"/>
          <ac:spMkLst>
            <pc:docMk/>
            <pc:sldMk cId="3978769968" sldId="357"/>
            <ac:spMk id="58" creationId="{1A14E2F3-1D19-45A5-DC7A-6661315C09C3}"/>
          </ac:spMkLst>
        </pc:spChg>
        <pc:spChg chg="mod">
          <ac:chgData name="성연욱(YEONUK SEONG)[ynk_seong]/책임/제조DX.자동보정.조립자동보정팀" userId="eb9793e5-3a20-40c8-9b24-fa4dc89e30c1" providerId="ADAL" clId="{20D28C36-030A-4E23-8E24-C7E4A7DAE8BE}" dt="2026-09-16T00:47:40.969" v="1308"/>
          <ac:spMkLst>
            <pc:docMk/>
            <pc:sldMk cId="3978769968" sldId="357"/>
            <ac:spMk id="62" creationId="{67087FE9-D3B8-3B61-8994-10F831D7EDD4}"/>
          </ac:spMkLst>
        </pc:spChg>
      </pc:sldChg>
      <pc:sldChg chg="modSp mod">
        <pc:chgData name="성연욱(YEONUK SEONG)[ynk_seong]/책임/제조DX.자동보정.조립자동보정팀" userId="eb9793e5-3a20-40c8-9b24-fa4dc89e30c1" providerId="ADAL" clId="{20D28C36-030A-4E23-8E24-C7E4A7DAE8BE}" dt="2026-09-16T00:25:07.354" v="308"/>
        <pc:sldMkLst>
          <pc:docMk/>
          <pc:sldMk cId="3801312616" sldId="358"/>
        </pc:sldMkLst>
        <pc:spChg chg="mod">
          <ac:chgData name="성연욱(YEONUK SEONG)[ynk_seong]/책임/제조DX.자동보정.조립자동보정팀" userId="eb9793e5-3a20-40c8-9b24-fa4dc89e30c1" providerId="ADAL" clId="{20D28C36-030A-4E23-8E24-C7E4A7DAE8BE}" dt="2026-09-15T07:08:49.976" v="289" actId="1076"/>
          <ac:spMkLst>
            <pc:docMk/>
            <pc:sldMk cId="3801312616" sldId="358"/>
            <ac:spMk id="2" creationId="{C9557575-8521-2E00-594A-6F9728EC0A43}"/>
          </ac:spMkLst>
        </pc:spChg>
        <pc:spChg chg="mod">
          <ac:chgData name="성연욱(YEONUK SEONG)[ynk_seong]/책임/제조DX.자동보정.조립자동보정팀" userId="eb9793e5-3a20-40c8-9b24-fa4dc89e30c1" providerId="ADAL" clId="{20D28C36-030A-4E23-8E24-C7E4A7DAE8BE}" dt="2026-09-16T00:25:07.354" v="308"/>
          <ac:spMkLst>
            <pc:docMk/>
            <pc:sldMk cId="3801312616" sldId="358"/>
            <ac:spMk id="10" creationId="{55AA7477-70AD-14D9-10D7-7077E3CA5079}"/>
          </ac:spMkLst>
        </pc:spChg>
        <pc:spChg chg="mod">
          <ac:chgData name="성연욱(YEONUK SEONG)[ynk_seong]/책임/제조DX.자동보정.조립자동보정팀" userId="eb9793e5-3a20-40c8-9b24-fa4dc89e30c1" providerId="ADAL" clId="{20D28C36-030A-4E23-8E24-C7E4A7DAE8BE}" dt="2026-09-16T00:21:33.896" v="306" actId="1035"/>
          <ac:spMkLst>
            <pc:docMk/>
            <pc:sldMk cId="3801312616" sldId="358"/>
            <ac:spMk id="20" creationId="{2B3B1A3F-CCF1-3A22-91C2-DD514C8BE5B6}"/>
          </ac:spMkLst>
        </pc:spChg>
        <pc:spChg chg="mod">
          <ac:chgData name="성연욱(YEONUK SEONG)[ynk_seong]/책임/제조DX.자동보정.조립자동보정팀" userId="eb9793e5-3a20-40c8-9b24-fa4dc89e30c1" providerId="ADAL" clId="{20D28C36-030A-4E23-8E24-C7E4A7DAE8BE}" dt="2026-09-15T05:29:04.331" v="19" actId="20577"/>
          <ac:spMkLst>
            <pc:docMk/>
            <pc:sldMk cId="3801312616" sldId="358"/>
            <ac:spMk id="21" creationId="{9CACD237-74E9-302A-A5FD-5C1B27B83A6A}"/>
          </ac:spMkLst>
        </pc:spChg>
        <pc:spChg chg="mod">
          <ac:chgData name="성연욱(YEONUK SEONG)[ynk_seong]/책임/제조DX.자동보정.조립자동보정팀" userId="eb9793e5-3a20-40c8-9b24-fa4dc89e30c1" providerId="ADAL" clId="{20D28C36-030A-4E23-8E24-C7E4A7DAE8BE}" dt="2026-09-16T00:21:28.574" v="299" actId="6549"/>
          <ac:spMkLst>
            <pc:docMk/>
            <pc:sldMk cId="3801312616" sldId="358"/>
            <ac:spMk id="36" creationId="{00ED7720-6B6E-1AA6-BC90-E12E3D75CCFF}"/>
          </ac:spMkLst>
        </pc:spChg>
        <pc:graphicFrameChg chg="mod">
          <ac:chgData name="성연욱(YEONUK SEONG)[ynk_seong]/책임/제조DX.자동보정.조립자동보정팀" userId="eb9793e5-3a20-40c8-9b24-fa4dc89e30c1" providerId="ADAL" clId="{20D28C36-030A-4E23-8E24-C7E4A7DAE8BE}" dt="2026-09-15T07:08:47.620" v="288" actId="1076"/>
          <ac:graphicFrameMkLst>
            <pc:docMk/>
            <pc:sldMk cId="3801312616" sldId="358"/>
            <ac:graphicFrameMk id="3" creationId="{37BFD323-F151-D9EB-8C8E-A1FC8239862F}"/>
          </ac:graphicFrameMkLst>
        </pc:graphicFrameChg>
        <pc:graphicFrameChg chg="mod">
          <ac:chgData name="성연욱(YEONUK SEONG)[ynk_seong]/책임/제조DX.자동보정.조립자동보정팀" userId="eb9793e5-3a20-40c8-9b24-fa4dc89e30c1" providerId="ADAL" clId="{20D28C36-030A-4E23-8E24-C7E4A7DAE8BE}" dt="2026-09-16T00:21:33.896" v="306" actId="1035"/>
          <ac:graphicFrameMkLst>
            <pc:docMk/>
            <pc:sldMk cId="3801312616" sldId="358"/>
            <ac:graphicFrameMk id="15" creationId="{93A9065D-008B-A1A6-DE20-42F5EF47BB22}"/>
          </ac:graphicFrameMkLst>
        </pc:graphicFrameChg>
      </pc:sldChg>
      <pc:sldChg chg="modSp mod">
        <pc:chgData name="성연욱(YEONUK SEONG)[ynk_seong]/책임/제조DX.자동보정.조립자동보정팀" userId="eb9793e5-3a20-40c8-9b24-fa4dc89e30c1" providerId="ADAL" clId="{20D28C36-030A-4E23-8E24-C7E4A7DAE8BE}" dt="2026-09-16T00:25:11.038" v="310"/>
        <pc:sldMkLst>
          <pc:docMk/>
          <pc:sldMk cId="3658455393" sldId="437"/>
        </pc:sldMkLst>
        <pc:spChg chg="mod">
          <ac:chgData name="성연욱(YEONUK SEONG)[ynk_seong]/책임/제조DX.자동보정.조립자동보정팀" userId="eb9793e5-3a20-40c8-9b24-fa4dc89e30c1" providerId="ADAL" clId="{20D28C36-030A-4E23-8E24-C7E4A7DAE8BE}" dt="2026-09-15T05:10:40.144" v="18" actId="20577"/>
          <ac:spMkLst>
            <pc:docMk/>
            <pc:sldMk cId="3658455393" sldId="437"/>
            <ac:spMk id="4" creationId="{B723C6D5-F554-8B46-CF0B-3540C82590F1}"/>
          </ac:spMkLst>
        </pc:spChg>
        <pc:spChg chg="mod">
          <ac:chgData name="성연욱(YEONUK SEONG)[ynk_seong]/책임/제조DX.자동보정.조립자동보정팀" userId="eb9793e5-3a20-40c8-9b24-fa4dc89e30c1" providerId="ADAL" clId="{20D28C36-030A-4E23-8E24-C7E4A7DAE8BE}" dt="2026-09-16T00:25:11.038" v="310"/>
          <ac:spMkLst>
            <pc:docMk/>
            <pc:sldMk cId="3658455393" sldId="437"/>
            <ac:spMk id="10" creationId="{55AA7477-70AD-14D9-10D7-7077E3CA5079}"/>
          </ac:spMkLst>
        </pc:spChg>
        <pc:spChg chg="mod">
          <ac:chgData name="성연욱(YEONUK SEONG)[ynk_seong]/책임/제조DX.자동보정.조립자동보정팀" userId="eb9793e5-3a20-40c8-9b24-fa4dc89e30c1" providerId="ADAL" clId="{20D28C36-030A-4E23-8E24-C7E4A7DAE8BE}" dt="2026-09-16T00:20:52.427" v="298" actId="20577"/>
          <ac:spMkLst>
            <pc:docMk/>
            <pc:sldMk cId="3658455393" sldId="437"/>
            <ac:spMk id="40" creationId="{6D83938E-EACF-6171-3002-446A6495CB39}"/>
          </ac:spMkLst>
        </pc:spChg>
      </pc:sldChg>
      <pc:sldChg chg="modSp mod">
        <pc:chgData name="성연욱(YEONUK SEONG)[ynk_seong]/책임/제조DX.자동보정.조립자동보정팀" userId="eb9793e5-3a20-40c8-9b24-fa4dc89e30c1" providerId="ADAL" clId="{20D28C36-030A-4E23-8E24-C7E4A7DAE8BE}" dt="2026-09-15T05:32:34.137" v="280"/>
        <pc:sldMkLst>
          <pc:docMk/>
          <pc:sldMk cId="4122308118" sldId="2147483617"/>
        </pc:sldMkLst>
        <pc:graphicFrameChg chg="mod modGraphic">
          <ac:chgData name="성연욱(YEONUK SEONG)[ynk_seong]/책임/제조DX.자동보정.조립자동보정팀" userId="eb9793e5-3a20-40c8-9b24-fa4dc89e30c1" providerId="ADAL" clId="{20D28C36-030A-4E23-8E24-C7E4A7DAE8BE}" dt="2026-09-15T05:32:34.137" v="280"/>
          <ac:graphicFrameMkLst>
            <pc:docMk/>
            <pc:sldMk cId="4122308118" sldId="2147483617"/>
            <ac:graphicFrameMk id="9" creationId="{BB054EC1-1123-65FC-CE1F-0946B478AB40}"/>
          </ac:graphicFrameMkLst>
        </pc:graphicFrameChg>
      </pc:sldChg>
    </pc:docChg>
  </pc:docChgLst>
  <pc:docChgLst>
    <pc:chgData name="윤숙영(SUK YEONG YUN)[yoonsy]/책임/제조DX.자동보정.MC자동보정팀" userId="60ce3903-3136-4d02-9370-523fa04b0d65" providerId="ADAL" clId="{EBCD44F5-CA25-45B8-B355-B9F64C8CE120}"/>
    <pc:docChg chg="undo custSel modSld">
      <pc:chgData name="윤숙영(SUK YEONG YUN)[yoonsy]/책임/제조DX.자동보정.MC자동보정팀" userId="60ce3903-3136-4d02-9370-523fa04b0d65" providerId="ADAL" clId="{EBCD44F5-CA25-45B8-B355-B9F64C8CE120}" dt="2026-08-25T17:38:02.754" v="1915" actId="478"/>
      <pc:docMkLst>
        <pc:docMk/>
      </pc:docMkLst>
      <pc:sldChg chg="addSp delSp modSp mod">
        <pc:chgData name="윤숙영(SUK YEONG YUN)[yoonsy]/책임/제조DX.자동보정.MC자동보정팀" userId="60ce3903-3136-4d02-9370-523fa04b0d65" providerId="ADAL" clId="{EBCD44F5-CA25-45B8-B355-B9F64C8CE120}" dt="2026-08-25T17:34:54.651" v="1504" actId="20577"/>
        <pc:sldMkLst>
          <pc:docMk/>
          <pc:sldMk cId="3014893410" sldId="313"/>
        </pc:sldMkLst>
        <pc:spChg chg="mod">
          <ac:chgData name="윤숙영(SUK YEONG YUN)[yoonsy]/책임/제조DX.자동보정.MC자동보정팀" userId="60ce3903-3136-4d02-9370-523fa04b0d65" providerId="ADAL" clId="{EBCD44F5-CA25-45B8-B355-B9F64C8CE120}" dt="2026-08-25T17:34:54.651" v="1504" actId="20577"/>
          <ac:spMkLst>
            <pc:docMk/>
            <pc:sldMk cId="3014893410" sldId="313"/>
            <ac:spMk id="30" creationId="{82316C5F-CBE3-A95F-7CC8-EF8564695C5E}"/>
          </ac:spMkLst>
        </pc:spChg>
        <pc:spChg chg="mod">
          <ac:chgData name="윤숙영(SUK YEONG YUN)[yoonsy]/책임/제조DX.자동보정.MC자동보정팀" userId="60ce3903-3136-4d02-9370-523fa04b0d65" providerId="ADAL" clId="{EBCD44F5-CA25-45B8-B355-B9F64C8CE120}" dt="2026-08-25T17:33:49.243" v="1465" actId="20577"/>
          <ac:spMkLst>
            <pc:docMk/>
            <pc:sldMk cId="3014893410" sldId="313"/>
            <ac:spMk id="31" creationId="{E025DEA0-F7BF-32AC-2A75-B3B932292ECF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EBCD44F5-CA25-45B8-B355-B9F64C8CE120}" dt="2026-08-25T17:34:06.819" v="1481" actId="20577"/>
        <pc:sldMkLst>
          <pc:docMk/>
          <pc:sldMk cId="2162256837" sldId="317"/>
        </pc:sldMkLst>
        <pc:spChg chg="mod">
          <ac:chgData name="윤숙영(SUK YEONG YUN)[yoonsy]/책임/제조DX.자동보정.MC자동보정팀" userId="60ce3903-3136-4d02-9370-523fa04b0d65" providerId="ADAL" clId="{EBCD44F5-CA25-45B8-B355-B9F64C8CE120}" dt="2026-08-25T17:34:06.819" v="1481" actId="20577"/>
          <ac:spMkLst>
            <pc:docMk/>
            <pc:sldMk cId="2162256837" sldId="317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EBCD44F5-CA25-45B8-B355-B9F64C8CE120}" dt="2026-08-25T17:34:11.152" v="1485" actId="20577"/>
        <pc:sldMkLst>
          <pc:docMk/>
          <pc:sldMk cId="2808727165" sldId="336"/>
        </pc:sldMkLst>
        <pc:spChg chg="mod">
          <ac:chgData name="윤숙영(SUK YEONG YUN)[yoonsy]/책임/제조DX.자동보정.MC자동보정팀" userId="60ce3903-3136-4d02-9370-523fa04b0d65" providerId="ADAL" clId="{EBCD44F5-CA25-45B8-B355-B9F64C8CE120}" dt="2026-08-25T17:34:11.152" v="1485" actId="20577"/>
          <ac:spMkLst>
            <pc:docMk/>
            <pc:sldMk cId="2808727165" sldId="336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EBCD44F5-CA25-45B8-B355-B9F64C8CE120}" dt="2026-08-25T17:33:54.148" v="1469" actId="20577"/>
        <pc:sldMkLst>
          <pc:docMk/>
          <pc:sldMk cId="1343670778" sldId="338"/>
        </pc:sldMkLst>
        <pc:spChg chg="mod">
          <ac:chgData name="윤숙영(SUK YEONG YUN)[yoonsy]/책임/제조DX.자동보정.MC자동보정팀" userId="60ce3903-3136-4d02-9370-523fa04b0d65" providerId="ADAL" clId="{EBCD44F5-CA25-45B8-B355-B9F64C8CE120}" dt="2026-08-25T17:33:54.148" v="1469" actId="20577"/>
          <ac:spMkLst>
            <pc:docMk/>
            <pc:sldMk cId="1343670778" sldId="338"/>
            <ac:spMk id="34" creationId="{7217F62E-90E7-DED9-CE10-DEE308B82A56}"/>
          </ac:spMkLst>
        </pc:spChg>
      </pc:sldChg>
      <pc:sldChg chg="addSp modSp mod">
        <pc:chgData name="윤숙영(SUK YEONG YUN)[yoonsy]/책임/제조DX.자동보정.MC자동보정팀" userId="60ce3903-3136-4d02-9370-523fa04b0d65" providerId="ADAL" clId="{EBCD44F5-CA25-45B8-B355-B9F64C8CE120}" dt="2026-08-25T17:26:43.653" v="1448" actId="947"/>
        <pc:sldMkLst>
          <pc:docMk/>
          <pc:sldMk cId="2800363497" sldId="343"/>
        </pc:sldMkLst>
        <pc:spChg chg="mod">
          <ac:chgData name="윤숙영(SUK YEONG YUN)[yoonsy]/책임/제조DX.자동보정.MC자동보정팀" userId="60ce3903-3136-4d02-9370-523fa04b0d65" providerId="ADAL" clId="{EBCD44F5-CA25-45B8-B355-B9F64C8CE120}" dt="2026-08-25T16:03:05.454" v="0" actId="552"/>
          <ac:spMkLst>
            <pc:docMk/>
            <pc:sldMk cId="2800363497" sldId="343"/>
            <ac:spMk id="5" creationId="{FA18EFED-D2D3-DCFD-2B36-B46F0150F6F9}"/>
          </ac:spMkLst>
        </pc:spChg>
        <pc:spChg chg="mod">
          <ac:chgData name="윤숙영(SUK YEONG YUN)[yoonsy]/책임/제조DX.자동보정.MC자동보정팀" userId="60ce3903-3136-4d02-9370-523fa04b0d65" providerId="ADAL" clId="{EBCD44F5-CA25-45B8-B355-B9F64C8CE120}" dt="2026-08-25T17:24:58.337" v="1440" actId="1076"/>
          <ac:spMkLst>
            <pc:docMk/>
            <pc:sldMk cId="2800363497" sldId="343"/>
            <ac:spMk id="6" creationId="{72BBD197-F08B-54B1-60FA-22FDCCF94318}"/>
          </ac:spMkLst>
        </pc:spChg>
        <pc:spChg chg="mod">
          <ac:chgData name="윤숙영(SUK YEONG YUN)[yoonsy]/책임/제조DX.자동보정.MC자동보정팀" userId="60ce3903-3136-4d02-9370-523fa04b0d65" providerId="ADAL" clId="{EBCD44F5-CA25-45B8-B355-B9F64C8CE120}" dt="2026-08-25T17:25:09.720" v="1441" actId="164"/>
          <ac:spMkLst>
            <pc:docMk/>
            <pc:sldMk cId="2800363497" sldId="343"/>
            <ac:spMk id="7" creationId="{D12BE307-396F-F6AE-4841-CE7B441A23D9}"/>
          </ac:spMkLst>
        </pc:spChg>
        <pc:spChg chg="mod">
          <ac:chgData name="윤숙영(SUK YEONG YUN)[yoonsy]/책임/제조DX.자동보정.MC자동보정팀" userId="60ce3903-3136-4d02-9370-523fa04b0d65" providerId="ADAL" clId="{EBCD44F5-CA25-45B8-B355-B9F64C8CE120}" dt="2026-08-25T17:26:43.653" v="1448" actId="947"/>
          <ac:spMkLst>
            <pc:docMk/>
            <pc:sldMk cId="2800363497" sldId="343"/>
            <ac:spMk id="8" creationId="{D04A2B30-B139-5899-FEC7-238E395E8514}"/>
          </ac:spMkLst>
        </pc:spChg>
        <pc:spChg chg="mod">
          <ac:chgData name="윤숙영(SUK YEONG YUN)[yoonsy]/책임/제조DX.자동보정.MC자동보정팀" userId="60ce3903-3136-4d02-9370-523fa04b0d65" providerId="ADAL" clId="{EBCD44F5-CA25-45B8-B355-B9F64C8CE120}" dt="2026-08-25T17:24:58.337" v="1440" actId="1076"/>
          <ac:spMkLst>
            <pc:docMk/>
            <pc:sldMk cId="2800363497" sldId="343"/>
            <ac:spMk id="10" creationId="{7CC04D44-2A4F-8514-AEBC-0032218FF5F2}"/>
          </ac:spMkLst>
        </pc:spChg>
        <pc:spChg chg="mod">
          <ac:chgData name="윤숙영(SUK YEONG YUN)[yoonsy]/책임/제조DX.자동보정.MC자동보정팀" userId="60ce3903-3136-4d02-9370-523fa04b0d65" providerId="ADAL" clId="{EBCD44F5-CA25-45B8-B355-B9F64C8CE120}" dt="2026-08-25T17:26:36.947" v="1447" actId="947"/>
          <ac:spMkLst>
            <pc:docMk/>
            <pc:sldMk cId="2800363497" sldId="343"/>
            <ac:spMk id="11" creationId="{119FFC0B-9D11-698D-BBD2-F42C088382A8}"/>
          </ac:spMkLst>
        </pc:spChg>
        <pc:grpChg chg="add mod">
          <ac:chgData name="윤숙영(SUK YEONG YUN)[yoonsy]/책임/제조DX.자동보정.MC자동보정팀" userId="60ce3903-3136-4d02-9370-523fa04b0d65" providerId="ADAL" clId="{EBCD44F5-CA25-45B8-B355-B9F64C8CE120}" dt="2026-08-25T17:25:14.383" v="1442" actId="465"/>
          <ac:grpSpMkLst>
            <pc:docMk/>
            <pc:sldMk cId="2800363497" sldId="343"/>
            <ac:grpSpMk id="12" creationId="{AB9F36CD-F9F4-992D-B682-B288C8BDDF51}"/>
          </ac:grpSpMkLst>
        </pc:grpChg>
      </pc:sldChg>
      <pc:sldChg chg="modSp mod">
        <pc:chgData name="윤숙영(SUK YEONG YUN)[yoonsy]/책임/제조DX.자동보정.MC자동보정팀" userId="60ce3903-3136-4d02-9370-523fa04b0d65" providerId="ADAL" clId="{EBCD44F5-CA25-45B8-B355-B9F64C8CE120}" dt="2026-08-25T17:33:57.958" v="1473" actId="20577"/>
        <pc:sldMkLst>
          <pc:docMk/>
          <pc:sldMk cId="3070632168" sldId="377"/>
        </pc:sldMkLst>
        <pc:spChg chg="mod">
          <ac:chgData name="윤숙영(SUK YEONG YUN)[yoonsy]/책임/제조DX.자동보정.MC자동보정팀" userId="60ce3903-3136-4d02-9370-523fa04b0d65" providerId="ADAL" clId="{EBCD44F5-CA25-45B8-B355-B9F64C8CE120}" dt="2026-08-25T17:33:57.958" v="1473" actId="20577"/>
          <ac:spMkLst>
            <pc:docMk/>
            <pc:sldMk cId="3070632168" sldId="377"/>
            <ac:spMk id="34" creationId="{7217F62E-90E7-DED9-CE10-DEE308B82A56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EBCD44F5-CA25-45B8-B355-B9F64C8CE120}" dt="2026-08-25T17:38:02.754" v="1915" actId="478"/>
        <pc:sldMkLst>
          <pc:docMk/>
          <pc:sldMk cId="3513457183" sldId="393"/>
        </pc:sldMkLst>
        <pc:spChg chg="mod">
          <ac:chgData name="윤숙영(SUK YEONG YUN)[yoonsy]/책임/제조DX.자동보정.MC자동보정팀" userId="60ce3903-3136-4d02-9370-523fa04b0d65" providerId="ADAL" clId="{EBCD44F5-CA25-45B8-B355-B9F64C8CE120}" dt="2026-08-25T17:34:02.483" v="1477" actId="20577"/>
          <ac:spMkLst>
            <pc:docMk/>
            <pc:sldMk cId="3513457183" sldId="393"/>
            <ac:spMk id="34" creationId="{7217F62E-90E7-DED9-CE10-DEE308B82A56}"/>
          </ac:spMkLst>
        </pc:spChg>
        <pc:spChg chg="mod">
          <ac:chgData name="윤숙영(SUK YEONG YUN)[yoonsy]/책임/제조DX.자동보정.MC자동보정팀" userId="60ce3903-3136-4d02-9370-523fa04b0d65" providerId="ADAL" clId="{EBCD44F5-CA25-45B8-B355-B9F64C8CE120}" dt="2026-08-25T17:37:56.189" v="1914" actId="20577"/>
          <ac:spMkLst>
            <pc:docMk/>
            <pc:sldMk cId="3513457183" sldId="393"/>
            <ac:spMk id="35" creationId="{491769FB-8F95-9F23-9FD4-56A08DF9C8BA}"/>
          </ac:spMkLst>
        </pc:spChg>
      </pc:sldChg>
    </pc:docChg>
  </pc:docChgLst>
  <pc:docChgLst>
    <pc:chgData name="정대영(DAEYEONG JUNG)[shinecas]/책임/제조DX.자동보정.RSND자동보정팀" userId="d0d3060e-f064-4c8a-b029-66e60df73558" providerId="ADAL" clId="{BC170262-6548-452E-A31A-C7598E29427D}"/>
    <pc:docChg chg="undo custSel modSld">
      <pc:chgData name="정대영(DAEYEONG JUNG)[shinecas]/책임/제조DX.자동보정.RSND자동보정팀" userId="d0d3060e-f064-4c8a-b029-66e60df73558" providerId="ADAL" clId="{BC170262-6548-452E-A31A-C7598E29427D}" dt="2026-08-19T07:04:50.080" v="1618" actId="1076"/>
      <pc:docMkLst>
        <pc:docMk/>
      </pc:docMkLst>
      <pc:sldChg chg="addSp delSp modSp mod">
        <pc:chgData name="정대영(DAEYEONG JUNG)[shinecas]/책임/제조DX.자동보정.RSND자동보정팀" userId="d0d3060e-f064-4c8a-b029-66e60df73558" providerId="ADAL" clId="{BC170262-6548-452E-A31A-C7598E29427D}" dt="2026-08-19T07:04:50.080" v="1618" actId="1076"/>
        <pc:sldMkLst>
          <pc:docMk/>
          <pc:sldMk cId="316323796" sldId="402"/>
        </pc:sldMkLst>
        <pc:spChg chg="add mod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8" creationId="{7D928020-053F-E546-D13A-AA4C9EFE2548}"/>
          </ac:spMkLst>
        </pc:spChg>
        <pc:spChg chg="add mod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10" creationId="{DF7050B1-292C-7A7C-2847-45697FBBECE0}"/>
          </ac:spMkLst>
        </pc:spChg>
        <pc:spChg chg="add mod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22" creationId="{34FDD48F-5AD1-B545-54CB-30D48847FB18}"/>
          </ac:spMkLst>
        </pc:spChg>
        <pc:spChg chg="add mod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23" creationId="{82CE5C2B-E998-D6E2-2B83-13C6EC941ED4}"/>
          </ac:spMkLst>
        </pc:spChg>
        <pc:spChg chg="add mod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24" creationId="{3C4F3DAD-C459-E00E-8BBF-8636E0433255}"/>
          </ac:spMkLst>
        </pc:spChg>
        <pc:spChg chg="add mod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25" creationId="{97B7F8EE-E8D5-85C1-2C3A-BA0EBBDF21E3}"/>
          </ac:spMkLst>
        </pc:spChg>
        <pc:spChg chg="add mod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26" creationId="{D47A2128-BD3B-5580-CEF9-A9D6CEBCE938}"/>
          </ac:spMkLst>
        </pc:spChg>
        <pc:spChg chg="add mod">
          <ac:chgData name="정대영(DAEYEONG JUNG)[shinecas]/책임/제조DX.자동보정.RSND자동보정팀" userId="d0d3060e-f064-4c8a-b029-66e60df73558" providerId="ADAL" clId="{BC170262-6548-452E-A31A-C7598E29427D}" dt="2026-08-19T06:57:48.123" v="1472" actId="1076"/>
          <ac:spMkLst>
            <pc:docMk/>
            <pc:sldMk cId="316323796" sldId="402"/>
            <ac:spMk id="30" creationId="{00927FB0-0C6A-577E-6358-D72034AFBDB1}"/>
          </ac:spMkLst>
        </pc:spChg>
        <pc:spChg chg="add mod">
          <ac:chgData name="정대영(DAEYEONG JUNG)[shinecas]/책임/제조DX.자동보정.RSND자동보정팀" userId="d0d3060e-f064-4c8a-b029-66e60df73558" providerId="ADAL" clId="{BC170262-6548-452E-A31A-C7598E29427D}" dt="2026-08-19T07:01:24.576" v="1489" actId="1076"/>
          <ac:spMkLst>
            <pc:docMk/>
            <pc:sldMk cId="316323796" sldId="402"/>
            <ac:spMk id="31" creationId="{094C9E8C-A98F-93CB-A3B0-3F1F3C533542}"/>
          </ac:spMkLst>
        </pc:spChg>
        <pc:spChg chg="add mod">
          <ac:chgData name="정대영(DAEYEONG JUNG)[shinecas]/책임/제조DX.자동보정.RSND자동보정팀" userId="d0d3060e-f064-4c8a-b029-66e60df73558" providerId="ADAL" clId="{BC170262-6548-452E-A31A-C7598E29427D}" dt="2026-08-19T07:04:50.080" v="1618" actId="1076"/>
          <ac:spMkLst>
            <pc:docMk/>
            <pc:sldMk cId="316323796" sldId="402"/>
            <ac:spMk id="32" creationId="{6629C409-85F5-66B3-A828-0E183EFCFDC4}"/>
          </ac:spMkLst>
        </pc:spChg>
        <pc:spChg chg="mod topLvl">
          <ac:chgData name="정대영(DAEYEONG JUNG)[shinecas]/책임/제조DX.자동보정.RSND자동보정팀" userId="d0d3060e-f064-4c8a-b029-66e60df73558" providerId="ADAL" clId="{BC170262-6548-452E-A31A-C7598E29427D}" dt="2026-08-19T06:57:05.453" v="1450" actId="1076"/>
          <ac:spMkLst>
            <pc:docMk/>
            <pc:sldMk cId="316323796" sldId="402"/>
            <ac:spMk id="35" creationId="{E2DB5904-9B47-889D-0AE7-6BCD0EFC8A48}"/>
          </ac:spMkLst>
        </pc:spChg>
        <pc:spChg chg="mod ord topLvl">
          <ac:chgData name="정대영(DAEYEONG JUNG)[shinecas]/책임/제조DX.자동보정.RSND자동보정팀" userId="d0d3060e-f064-4c8a-b029-66e60df73558" providerId="ADAL" clId="{BC170262-6548-452E-A31A-C7598E29427D}" dt="2026-08-19T07:03:37.202" v="1578" actId="20577"/>
          <ac:spMkLst>
            <pc:docMk/>
            <pc:sldMk cId="316323796" sldId="402"/>
            <ac:spMk id="36" creationId="{7AF38706-0A19-FAFF-CE70-124422D5D728}"/>
          </ac:spMkLst>
        </pc:spChg>
        <pc:spChg chg="mod topLvl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48" creationId="{96460B87-F1EC-3FBA-B4DB-EB03F13123BE}"/>
          </ac:spMkLst>
        </pc:spChg>
        <pc:spChg chg="mod topLvl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50" creationId="{7780BC55-FF3F-BB0C-BB03-22BBAE6DFDFD}"/>
          </ac:spMkLst>
        </pc:spChg>
        <pc:spChg chg="mod topLvl">
          <ac:chgData name="정대영(DAEYEONG JUNG)[shinecas]/책임/제조DX.자동보정.RSND자동보정팀" userId="d0d3060e-f064-4c8a-b029-66e60df73558" providerId="ADAL" clId="{BC170262-6548-452E-A31A-C7598E29427D}" dt="2026-08-19T06:32:35.250" v="0" actId="165"/>
          <ac:spMkLst>
            <pc:docMk/>
            <pc:sldMk cId="316323796" sldId="402"/>
            <ac:spMk id="59" creationId="{759BD8CD-6CA7-4687-DA54-A773FFAF0D89}"/>
          </ac:spMkLst>
        </pc:spChg>
        <pc:spChg chg="mod topLvl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60" creationId="{CBF9AB46-E6EC-7538-5E2A-A838FA79C874}"/>
          </ac:spMkLst>
        </pc:spChg>
        <pc:spChg chg="mod topLvl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61" creationId="{EA073FE9-B831-E5DF-1788-20A936C0F286}"/>
          </ac:spMkLst>
        </pc:spChg>
        <pc:spChg chg="mod topLvl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spMkLst>
            <pc:docMk/>
            <pc:sldMk cId="316323796" sldId="402"/>
            <ac:spMk id="132" creationId="{39B52975-A31D-BC4A-6D51-2E9487910BD2}"/>
          </ac:spMkLst>
        </pc:spChg>
        <pc:spChg chg="mod">
          <ac:chgData name="정대영(DAEYEONG JUNG)[shinecas]/책임/제조DX.자동보정.RSND자동보정팀" userId="d0d3060e-f064-4c8a-b029-66e60df73558" providerId="ADAL" clId="{BC170262-6548-452E-A31A-C7598E29427D}" dt="2026-08-19T06:57:42.959" v="1471" actId="20577"/>
          <ac:spMkLst>
            <pc:docMk/>
            <pc:sldMk cId="316323796" sldId="402"/>
            <ac:spMk id="139" creationId="{4001A99D-100E-C902-97DE-C29D4F766E97}"/>
          </ac:spMkLst>
        </pc:spChg>
        <pc:picChg chg="mod topLvl modCrop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picMkLst>
            <pc:docMk/>
            <pc:sldMk cId="316323796" sldId="402"/>
            <ac:picMk id="29" creationId="{047C3BD8-0DD5-EF1F-92D4-AF13ECB68939}"/>
          </ac:picMkLst>
        </pc:picChg>
        <pc:picChg chg="mod topLvl modCrop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picMkLst>
            <pc:docMk/>
            <pc:sldMk cId="316323796" sldId="402"/>
            <ac:picMk id="33" creationId="{27A99EC4-1AC7-B0DB-4C2C-26325D88BC11}"/>
          </ac:picMkLst>
        </pc:picChg>
        <pc:picChg chg="mod topLvl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picMkLst>
            <pc:docMk/>
            <pc:sldMk cId="316323796" sldId="402"/>
            <ac:picMk id="45" creationId="{620744A4-89F7-5214-7052-AC58B387909F}"/>
          </ac:picMkLst>
        </pc:picChg>
        <pc:cxnChg chg="add mod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cxnSpMkLst>
            <pc:docMk/>
            <pc:sldMk cId="316323796" sldId="402"/>
            <ac:cxnSpMk id="13" creationId="{1D69210A-C675-9A14-E7C0-46240F442F47}"/>
          </ac:cxnSpMkLst>
        </pc:cxnChg>
        <pc:cxnChg chg="add mod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cxnSpMkLst>
            <pc:docMk/>
            <pc:sldMk cId="316323796" sldId="402"/>
            <ac:cxnSpMk id="17" creationId="{36B5D8C5-11D3-6EEB-C04E-7DC753DFA38A}"/>
          </ac:cxnSpMkLst>
        </pc:cxnChg>
        <pc:cxnChg chg="mod topLvl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cxnSpMkLst>
            <pc:docMk/>
            <pc:sldMk cId="316323796" sldId="402"/>
            <ac:cxnSpMk id="39" creationId="{7FE1900B-57B3-C0C8-444C-1A7D747FE628}"/>
          </ac:cxnSpMkLst>
        </pc:cxnChg>
        <pc:cxnChg chg="mod topLvl">
          <ac:chgData name="정대영(DAEYEONG JUNG)[shinecas]/책임/제조DX.자동보정.RSND자동보정팀" userId="d0d3060e-f064-4c8a-b029-66e60df73558" providerId="ADAL" clId="{BC170262-6548-452E-A31A-C7598E29427D}" dt="2026-08-19T06:52:10.538" v="652" actId="1038"/>
          <ac:cxnSpMkLst>
            <pc:docMk/>
            <pc:sldMk cId="316323796" sldId="402"/>
            <ac:cxnSpMk id="41" creationId="{55B64E42-DC6A-0025-367A-3AD60F9148D0}"/>
          </ac:cxnSpMkLst>
        </pc:cxnChg>
      </pc:sldChg>
    </pc:docChg>
  </pc:docChgLst>
  <pc:docChgLst>
    <pc:chgData name="박신아(SHINA PARK)[shina.p]/책임/제조DX.자동보정.MC자동보정팀" userId="54a067cc-2ef7-4970-a3f1-b2a185fa6bcc" providerId="ADAL" clId="{864B91D7-966F-4ED8-9E4A-2476D9A0AD6D}"/>
    <pc:docChg chg="undo custSel modSld">
      <pc:chgData name="박신아(SHINA PARK)[shina.p]/책임/제조DX.자동보정.MC자동보정팀" userId="54a067cc-2ef7-4970-a3f1-b2a185fa6bcc" providerId="ADAL" clId="{864B91D7-966F-4ED8-9E4A-2476D9A0AD6D}" dt="2026-08-26T07:27:25.758" v="2390" actId="20577"/>
      <pc:docMkLst>
        <pc:docMk/>
      </pc:docMkLst>
      <pc:sldChg chg="modSp mod">
        <pc:chgData name="박신아(SHINA PARK)[shina.p]/책임/제조DX.자동보정.MC자동보정팀" userId="54a067cc-2ef7-4970-a3f1-b2a185fa6bcc" providerId="ADAL" clId="{864B91D7-966F-4ED8-9E4A-2476D9A0AD6D}" dt="2026-08-26T07:24:49.231" v="2077" actId="20577"/>
        <pc:sldMkLst>
          <pc:docMk/>
          <pc:sldMk cId="20157088" sldId="280"/>
        </pc:sldMkLst>
        <pc:spChg chg="mod">
          <ac:chgData name="박신아(SHINA PARK)[shina.p]/책임/제조DX.자동보정.MC자동보정팀" userId="54a067cc-2ef7-4970-a3f1-b2a185fa6bcc" providerId="ADAL" clId="{864B91D7-966F-4ED8-9E4A-2476D9A0AD6D}" dt="2026-08-26T07:24:49.231" v="2077" actId="20577"/>
          <ac:spMkLst>
            <pc:docMk/>
            <pc:sldMk cId="20157088" sldId="280"/>
            <ac:spMk id="30" creationId="{82316C5F-CBE3-A95F-7CC8-EF8564695C5E}"/>
          </ac:spMkLst>
        </pc:spChg>
        <pc:spChg chg="mod">
          <ac:chgData name="박신아(SHINA PARK)[shina.p]/책임/제조DX.자동보정.MC자동보정팀" userId="54a067cc-2ef7-4970-a3f1-b2a185fa6bcc" providerId="ADAL" clId="{864B91D7-966F-4ED8-9E4A-2476D9A0AD6D}" dt="2026-08-26T07:11:15.006" v="1121" actId="20577"/>
          <ac:spMkLst>
            <pc:docMk/>
            <pc:sldMk cId="20157088" sldId="280"/>
            <ac:spMk id="235" creationId="{F0809C5E-7541-A47D-9EB0-F5C95B7891AC}"/>
          </ac:spMkLst>
        </pc:spChg>
      </pc:sldChg>
      <pc:sldChg chg="modSp mod">
        <pc:chgData name="박신아(SHINA PARK)[shina.p]/책임/제조DX.자동보정.MC자동보정팀" userId="54a067cc-2ef7-4970-a3f1-b2a185fa6bcc" providerId="ADAL" clId="{864B91D7-966F-4ED8-9E4A-2476D9A0AD6D}" dt="2026-08-26T07:27:25.758" v="2390" actId="20577"/>
        <pc:sldMkLst>
          <pc:docMk/>
          <pc:sldMk cId="2306170091" sldId="325"/>
        </pc:sldMkLst>
        <pc:spChg chg="mod">
          <ac:chgData name="박신아(SHINA PARK)[shina.p]/책임/제조DX.자동보정.MC자동보정팀" userId="54a067cc-2ef7-4970-a3f1-b2a185fa6bcc" providerId="ADAL" clId="{864B91D7-966F-4ED8-9E4A-2476D9A0AD6D}" dt="2026-08-26T07:25:19.428" v="2083" actId="20577"/>
          <ac:spMkLst>
            <pc:docMk/>
            <pc:sldMk cId="2306170091" sldId="325"/>
            <ac:spMk id="12" creationId="{59A7692E-132F-84DE-65A9-565713D24F53}"/>
          </ac:spMkLst>
        </pc:spChg>
        <pc:spChg chg="mod">
          <ac:chgData name="박신아(SHINA PARK)[shina.p]/책임/제조DX.자동보정.MC자동보정팀" userId="54a067cc-2ef7-4970-a3f1-b2a185fa6bcc" providerId="ADAL" clId="{864B91D7-966F-4ED8-9E4A-2476D9A0AD6D}" dt="2026-08-26T07:27:25.758" v="2390" actId="20577"/>
          <ac:spMkLst>
            <pc:docMk/>
            <pc:sldMk cId="2306170091" sldId="325"/>
            <ac:spMk id="35" creationId="{491769FB-8F95-9F23-9FD4-56A08DF9C8BA}"/>
          </ac:spMkLst>
        </pc:spChg>
      </pc:sldChg>
      <pc:sldChg chg="modSp mod">
        <pc:chgData name="박신아(SHINA PARK)[shina.p]/책임/제조DX.자동보정.MC자동보정팀" userId="54a067cc-2ef7-4970-a3f1-b2a185fa6bcc" providerId="ADAL" clId="{864B91D7-966F-4ED8-9E4A-2476D9A0AD6D}" dt="2026-08-26T07:23:09.813" v="1877" actId="1036"/>
        <pc:sldMkLst>
          <pc:docMk/>
          <pc:sldMk cId="2800363497" sldId="343"/>
        </pc:sldMkLst>
        <pc:spChg chg="mod">
          <ac:chgData name="박신아(SHINA PARK)[shina.p]/책임/제조DX.자동보정.MC자동보정팀" userId="54a067cc-2ef7-4970-a3f1-b2a185fa6bcc" providerId="ADAL" clId="{864B91D7-966F-4ED8-9E4A-2476D9A0AD6D}" dt="2026-08-26T07:22:24.755" v="1841" actId="207"/>
          <ac:spMkLst>
            <pc:docMk/>
            <pc:sldMk cId="2800363497" sldId="343"/>
            <ac:spMk id="5" creationId="{FA18EFED-D2D3-DCFD-2B36-B46F0150F6F9}"/>
          </ac:spMkLst>
        </pc:spChg>
        <pc:spChg chg="mod">
          <ac:chgData name="박신아(SHINA PARK)[shina.p]/책임/제조DX.자동보정.MC자동보정팀" userId="54a067cc-2ef7-4970-a3f1-b2a185fa6bcc" providerId="ADAL" clId="{864B91D7-966F-4ED8-9E4A-2476D9A0AD6D}" dt="2026-08-26T07:22:56.414" v="1868" actId="1035"/>
          <ac:spMkLst>
            <pc:docMk/>
            <pc:sldMk cId="2800363497" sldId="343"/>
            <ac:spMk id="6" creationId="{72BBD197-F08B-54B1-60FA-22FDCCF94318}"/>
          </ac:spMkLst>
        </pc:spChg>
        <pc:spChg chg="mod">
          <ac:chgData name="박신아(SHINA PARK)[shina.p]/책임/제조DX.자동보정.MC자동보정팀" userId="54a067cc-2ef7-4970-a3f1-b2a185fa6bcc" providerId="ADAL" clId="{864B91D7-966F-4ED8-9E4A-2476D9A0AD6D}" dt="2026-08-26T07:23:05.071" v="1873" actId="1036"/>
          <ac:spMkLst>
            <pc:docMk/>
            <pc:sldMk cId="2800363497" sldId="343"/>
            <ac:spMk id="8" creationId="{D04A2B30-B139-5899-FEC7-238E395E8514}"/>
          </ac:spMkLst>
        </pc:spChg>
        <pc:spChg chg="mod">
          <ac:chgData name="박신아(SHINA PARK)[shina.p]/책임/제조DX.자동보정.MC자동보정팀" userId="54a067cc-2ef7-4970-a3f1-b2a185fa6bcc" providerId="ADAL" clId="{864B91D7-966F-4ED8-9E4A-2476D9A0AD6D}" dt="2026-08-26T07:22:44.672" v="1850" actId="1036"/>
          <ac:spMkLst>
            <pc:docMk/>
            <pc:sldMk cId="2800363497" sldId="343"/>
            <ac:spMk id="10" creationId="{7CC04D44-2A4F-8514-AEBC-0032218FF5F2}"/>
          </ac:spMkLst>
        </pc:spChg>
        <pc:spChg chg="mod">
          <ac:chgData name="박신아(SHINA PARK)[shina.p]/책임/제조DX.자동보정.MC자동보정팀" userId="54a067cc-2ef7-4970-a3f1-b2a185fa6bcc" providerId="ADAL" clId="{864B91D7-966F-4ED8-9E4A-2476D9A0AD6D}" dt="2026-08-26T07:23:07.195" v="1875" actId="1036"/>
          <ac:spMkLst>
            <pc:docMk/>
            <pc:sldMk cId="2800363497" sldId="343"/>
            <ac:spMk id="11" creationId="{119FFC0B-9D11-698D-BBD2-F42C088382A8}"/>
          </ac:spMkLst>
        </pc:spChg>
        <pc:grpChg chg="mod">
          <ac:chgData name="박신아(SHINA PARK)[shina.p]/책임/제조DX.자동보정.MC자동보정팀" userId="54a067cc-2ef7-4970-a3f1-b2a185fa6bcc" providerId="ADAL" clId="{864B91D7-966F-4ED8-9E4A-2476D9A0AD6D}" dt="2026-08-26T07:23:09.813" v="1877" actId="1036"/>
          <ac:grpSpMkLst>
            <pc:docMk/>
            <pc:sldMk cId="2800363497" sldId="343"/>
            <ac:grpSpMk id="12" creationId="{AB9F36CD-F9F4-992D-B682-B288C8BDDF51}"/>
          </ac:grpSpMkLst>
        </pc:grpChg>
      </pc:sldChg>
      <pc:sldChg chg="modSp mod">
        <pc:chgData name="박신아(SHINA PARK)[shina.p]/책임/제조DX.자동보정.MC자동보정팀" userId="54a067cc-2ef7-4970-a3f1-b2a185fa6bcc" providerId="ADAL" clId="{864B91D7-966F-4ED8-9E4A-2476D9A0AD6D}" dt="2026-08-26T07:25:24.978" v="2085" actId="20577"/>
        <pc:sldMkLst>
          <pc:docMk/>
          <pc:sldMk cId="939909045" sldId="375"/>
        </pc:sldMkLst>
        <pc:spChg chg="mod">
          <ac:chgData name="박신아(SHINA PARK)[shina.p]/책임/제조DX.자동보정.MC자동보정팀" userId="54a067cc-2ef7-4970-a3f1-b2a185fa6bcc" providerId="ADAL" clId="{864B91D7-966F-4ED8-9E4A-2476D9A0AD6D}" dt="2026-08-26T07:25:24.978" v="2085" actId="20577"/>
          <ac:spMkLst>
            <pc:docMk/>
            <pc:sldMk cId="939909045" sldId="375"/>
            <ac:spMk id="12" creationId="{59A7692E-132F-84DE-65A9-565713D24F53}"/>
          </ac:spMkLst>
        </pc:spChg>
      </pc:sldChg>
      <pc:sldChg chg="modSp mod">
        <pc:chgData name="박신아(SHINA PARK)[shina.p]/책임/제조DX.자동보정.MC자동보정팀" userId="54a067cc-2ef7-4970-a3f1-b2a185fa6bcc" providerId="ADAL" clId="{864B91D7-966F-4ED8-9E4A-2476D9A0AD6D}" dt="2026-08-26T07:25:14.209" v="2081" actId="20577"/>
        <pc:sldMkLst>
          <pc:docMk/>
          <pc:sldMk cId="3040185142" sldId="420"/>
        </pc:sldMkLst>
        <pc:spChg chg="mod">
          <ac:chgData name="박신아(SHINA PARK)[shina.p]/책임/제조DX.자동보정.MC자동보정팀" userId="54a067cc-2ef7-4970-a3f1-b2a185fa6bcc" providerId="ADAL" clId="{864B91D7-966F-4ED8-9E4A-2476D9A0AD6D}" dt="2026-08-26T07:25:14.209" v="2081" actId="20577"/>
          <ac:spMkLst>
            <pc:docMk/>
            <pc:sldMk cId="3040185142" sldId="420"/>
            <ac:spMk id="12" creationId="{EB0232BC-C8FE-7E7A-B0D6-CBAC46802505}"/>
          </ac:spMkLst>
        </pc:spChg>
      </pc:sldChg>
    </pc:docChg>
  </pc:docChgLst>
  <pc:docChgLst>
    <pc:chgData name="변승섭(BYUN SEUNGSUB)[ssbyun]/사원/제조DX.자동보정.MC자동보정팀" userId="1b38d4b6-64c3-40fb-bb51-29309b54142d" providerId="ADAL" clId="{FFE2539D-CB52-4A87-A2D7-A4A6CF9B99AE}"/>
    <pc:docChg chg="undo custSel modSld">
      <pc:chgData name="변승섭(BYUN SEUNGSUB)[ssbyun]/사원/제조DX.자동보정.MC자동보정팀" userId="1b38d4b6-64c3-40fb-bb51-29309b54142d" providerId="ADAL" clId="{FFE2539D-CB52-4A87-A2D7-A4A6CF9B99AE}" dt="2026-09-22T09:36:49.567" v="123" actId="20577"/>
      <pc:docMkLst>
        <pc:docMk/>
      </pc:docMkLst>
      <pc:sldChg chg="addSp modSp mod">
        <pc:chgData name="변승섭(BYUN SEUNGSUB)[ssbyun]/사원/제조DX.자동보정.MC자동보정팀" userId="1b38d4b6-64c3-40fb-bb51-29309b54142d" providerId="ADAL" clId="{FFE2539D-CB52-4A87-A2D7-A4A6CF9B99AE}" dt="2026-09-22T09:32:28.081" v="37"/>
        <pc:sldMkLst>
          <pc:docMk/>
          <pc:sldMk cId="4109008651" sldId="281"/>
        </pc:sldMkLst>
        <pc:spChg chg="add mod">
          <ac:chgData name="변승섭(BYUN SEUNGSUB)[ssbyun]/사원/제조DX.자동보정.MC자동보정팀" userId="1b38d4b6-64c3-40fb-bb51-29309b54142d" providerId="ADAL" clId="{FFE2539D-CB52-4A87-A2D7-A4A6CF9B99AE}" dt="2026-09-22T09:32:03.916" v="35"/>
          <ac:spMkLst>
            <pc:docMk/>
            <pc:sldMk cId="4109008651" sldId="281"/>
            <ac:spMk id="3" creationId="{8850CDA2-EDF2-44F7-569A-E39D2DF46AE3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1:58.226" v="34" actId="20577"/>
          <ac:spMkLst>
            <pc:docMk/>
            <pc:sldMk cId="4109008651" sldId="281"/>
            <ac:spMk id="5" creationId="{5C506958-B6AE-417E-EF6D-BEC3CF0E2900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1:53.117" v="28" actId="20577"/>
          <ac:spMkLst>
            <pc:docMk/>
            <pc:sldMk cId="4109008651" sldId="281"/>
            <ac:spMk id="13" creationId="{5FD01129-B01B-A181-10EF-7EABB40A45D6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2:28.081" v="37"/>
          <ac:spMkLst>
            <pc:docMk/>
            <pc:sldMk cId="4109008651" sldId="281"/>
            <ac:spMk id="18" creationId="{FF06F22C-BB34-EAA2-8E9E-F801AEA2E025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1:48.115" v="24"/>
          <ac:spMkLst>
            <pc:docMk/>
            <pc:sldMk cId="4109008651" sldId="281"/>
            <ac:spMk id="233" creationId="{25358567-3F96-30CA-7153-459D41B2BA68}"/>
          </ac:spMkLst>
        </pc:spChg>
      </pc:sldChg>
      <pc:sldChg chg="addSp delSp modSp mod">
        <pc:chgData name="변승섭(BYUN SEUNGSUB)[ssbyun]/사원/제조DX.자동보정.MC자동보정팀" userId="1b38d4b6-64c3-40fb-bb51-29309b54142d" providerId="ADAL" clId="{FFE2539D-CB52-4A87-A2D7-A4A6CF9B99AE}" dt="2026-09-22T09:34:56.198" v="96"/>
        <pc:sldMkLst>
          <pc:docMk/>
          <pc:sldMk cId="1421194858" sldId="386"/>
        </pc:sldMkLst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" creationId="{2D2771C6-41ED-FD6A-D408-6D33B94A6A76}"/>
          </ac:spMkLst>
        </pc:spChg>
        <pc:spChg chg="del">
          <ac:chgData name="변승섭(BYUN SEUNGSUB)[ssbyun]/사원/제조DX.자동보정.MC자동보정팀" userId="1b38d4b6-64c3-40fb-bb51-29309b54142d" providerId="ADAL" clId="{FFE2539D-CB52-4A87-A2D7-A4A6CF9B99AE}" dt="2026-09-22T09:33:54.953" v="67" actId="478"/>
          <ac:spMkLst>
            <pc:docMk/>
            <pc:sldMk cId="1421194858" sldId="386"/>
            <ac:spMk id="4" creationId="{07357975-E190-B715-6494-6AACBF45F9FC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5" creationId="{D2C7FA22-4580-B60C-3703-910BF3262D0B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7" creationId="{28467E18-05AB-73CA-7099-E4CFA1FAE1C9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8" creationId="{40D2D624-EDA1-3E71-C4F9-6209E2827743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7.904" v="95" actId="1035"/>
          <ac:spMkLst>
            <pc:docMk/>
            <pc:sldMk cId="1421194858" sldId="386"/>
            <ac:spMk id="9" creationId="{7F461453-8803-6F8B-9F3C-29391F59E9E1}"/>
          </ac:spMkLst>
        </pc:spChg>
        <pc:spChg chg="add del mod">
          <ac:chgData name="변승섭(BYUN SEUNGSUB)[ssbyun]/사원/제조DX.자동보정.MC자동보정팀" userId="1b38d4b6-64c3-40fb-bb51-29309b54142d" providerId="ADAL" clId="{FFE2539D-CB52-4A87-A2D7-A4A6CF9B99AE}" dt="2026-09-22T09:33:46.034" v="65" actId="478"/>
          <ac:spMkLst>
            <pc:docMk/>
            <pc:sldMk cId="1421194858" sldId="386"/>
            <ac:spMk id="10" creationId="{EFD92956-E949-C580-1A33-1B09485A4FE3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3:23.482" v="53" actId="14100"/>
          <ac:spMkLst>
            <pc:docMk/>
            <pc:sldMk cId="1421194858" sldId="386"/>
            <ac:spMk id="12" creationId="{9E4C4BF2-4631-4A60-C7E8-2DFE1CAB12FA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3:34.828" v="63" actId="20577"/>
          <ac:spMkLst>
            <pc:docMk/>
            <pc:sldMk cId="1421194858" sldId="386"/>
            <ac:spMk id="13" creationId="{5FD01129-B01B-A181-10EF-7EABB40A45D6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17" creationId="{49A987DB-8680-2D63-BD8B-660C0C3DEB22}"/>
          </ac:spMkLst>
        </pc:spChg>
        <pc:spChg chg="add del mod">
          <ac:chgData name="변승섭(BYUN SEUNGSUB)[ssbyun]/사원/제조DX.자동보정.MC자동보정팀" userId="1b38d4b6-64c3-40fb-bb51-29309b54142d" providerId="ADAL" clId="{FFE2539D-CB52-4A87-A2D7-A4A6CF9B99AE}" dt="2026-09-22T09:34:13.122" v="68"/>
          <ac:spMkLst>
            <pc:docMk/>
            <pc:sldMk cId="1421194858" sldId="386"/>
            <ac:spMk id="18" creationId="{FF06F22C-BB34-EAA2-8E9E-F801AEA2E025}"/>
          </ac:spMkLst>
        </pc:spChg>
        <pc:spChg chg="add mod">
          <ac:chgData name="변승섭(BYUN SEUNGSUB)[ssbyun]/사원/제조DX.자동보정.MC자동보정팀" userId="1b38d4b6-64c3-40fb-bb51-29309b54142d" providerId="ADAL" clId="{FFE2539D-CB52-4A87-A2D7-A4A6CF9B99AE}" dt="2026-09-22T09:34:56.198" v="96"/>
          <ac:spMkLst>
            <pc:docMk/>
            <pc:sldMk cId="1421194858" sldId="386"/>
            <ac:spMk id="20" creationId="{3BC84C58-CA0B-6B64-F884-AB3C84A8E6EA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3" creationId="{30272865-DEC0-333A-4493-DDA7858DB3E1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4" creationId="{ECB60513-1DD7-55C5-3BAC-943E4D0A3E02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5" creationId="{0C2382FF-D64B-AA95-EB7D-9094CBF4E84A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6" creationId="{14046F94-4DD3-8EAC-398F-5734AEF1FB63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3:10.234" v="51" actId="1036"/>
          <ac:spMkLst>
            <pc:docMk/>
            <pc:sldMk cId="1421194858" sldId="386"/>
            <ac:spMk id="30" creationId="{82316C5F-CBE3-A95F-7CC8-EF8564695C5E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31" creationId="{92705D61-1B65-0915-E227-91D9FA07C955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32" creationId="{D54B7855-C12F-4CB4-AE72-35DFECCBD1B8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33" creationId="{558F24AB-8958-89FE-9E1A-47CE1EEC4F29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34" creationId="{9D245654-A051-5B31-78DB-B240330E317A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35" creationId="{FA6C642D-0318-5EFC-215E-D1EA6CB9AFA0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37" creationId="{D3EAAF41-3331-9060-3CB0-5E2D4F485499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38" creationId="{32627F2C-BE3E-8F71-3F5B-BF409D6FF1F6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22.032" v="69" actId="1076"/>
          <ac:spMkLst>
            <pc:docMk/>
            <pc:sldMk cId="1421194858" sldId="386"/>
            <ac:spMk id="40" creationId="{49B13412-24C3-72D3-58DF-84503085F67E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3:29.803" v="59" actId="20577"/>
          <ac:spMkLst>
            <pc:docMk/>
            <pc:sldMk cId="1421194858" sldId="386"/>
            <ac:spMk id="235" creationId="{F0809C5E-7541-A47D-9EB0-F5C95B7891AC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37" creationId="{237F0D70-5B28-05A5-5BDA-7A3EDCCCB02A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38" creationId="{66F6CE10-37E5-D98D-65B0-A43960107557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39" creationId="{F94E9AE3-160E-1B74-C808-01EC1504670F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41" creationId="{543EFDBC-FAE5-64A0-08BC-6666E82CCE6B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58" creationId="{4ACCA3AF-3275-D13E-705A-A2578E95A55C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79" creationId="{7156E9B6-2EB2-5C6A-B3E7-F2256E5035C8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80" creationId="{E25D1C40-36B8-A103-1C02-1CA7A3A4D938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81" creationId="{4394C572-414C-B95A-EB63-EB126F2F8C35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83" creationId="{61849EE7-F4BB-77A3-65D9-5AC705BE7C8A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84" creationId="{D0500B71-CAAD-A729-992B-AE58F38E23E1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97" creationId="{7BDC555A-C6F9-8FC1-850D-B9DB1C20FB54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298" creationId="{14682384-D971-4856-F369-FD0EE1B9B296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322" creationId="{523AB5C0-DE53-8A58-7AB7-A4DB3ED1344E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4:42.799" v="93" actId="1036"/>
          <ac:spMkLst>
            <pc:docMk/>
            <pc:sldMk cId="1421194858" sldId="386"/>
            <ac:spMk id="323" creationId="{6E9ED0B6-DF74-33F9-A946-538D4A2B5CBF}"/>
          </ac:spMkLst>
        </pc:spChg>
        <pc:graphicFrameChg chg="add mod">
          <ac:chgData name="변승섭(BYUN SEUNGSUB)[ssbyun]/사원/제조DX.자동보정.MC자동보정팀" userId="1b38d4b6-64c3-40fb-bb51-29309b54142d" providerId="ADAL" clId="{FFE2539D-CB52-4A87-A2D7-A4A6CF9B99AE}" dt="2026-09-22T09:34:56.198" v="96"/>
          <ac:graphicFrameMkLst>
            <pc:docMk/>
            <pc:sldMk cId="1421194858" sldId="386"/>
            <ac:graphicFrameMk id="11" creationId="{9437B822-AC29-4124-A463-44F4DAB36111}"/>
          </ac:graphicFrameMkLst>
        </pc:graphicFrameChg>
        <pc:graphicFrameChg chg="del">
          <ac:chgData name="변승섭(BYUN SEUNGSUB)[ssbyun]/사원/제조DX.자동보정.MC자동보정팀" userId="1b38d4b6-64c3-40fb-bb51-29309b54142d" providerId="ADAL" clId="{FFE2539D-CB52-4A87-A2D7-A4A6CF9B99AE}" dt="2026-09-22T09:33:53.200" v="66" actId="478"/>
          <ac:graphicFrameMkLst>
            <pc:docMk/>
            <pc:sldMk cId="1421194858" sldId="386"/>
            <ac:graphicFrameMk id="215" creationId="{0A21F4A4-E542-8662-3579-C5EC447DB5FF}"/>
          </ac:graphicFrameMkLst>
        </pc:graphicFrameChg>
      </pc:sldChg>
      <pc:sldChg chg="modSp mod">
        <pc:chgData name="변승섭(BYUN SEUNGSUB)[ssbyun]/사원/제조DX.자동보정.MC자동보정팀" userId="1b38d4b6-64c3-40fb-bb51-29309b54142d" providerId="ADAL" clId="{FFE2539D-CB52-4A87-A2D7-A4A6CF9B99AE}" dt="2026-09-22T09:36:49.567" v="123" actId="20577"/>
        <pc:sldMkLst>
          <pc:docMk/>
          <pc:sldMk cId="3231850307" sldId="411"/>
        </pc:sldMkLst>
        <pc:spChg chg="mod">
          <ac:chgData name="변승섭(BYUN SEUNGSUB)[ssbyun]/사원/제조DX.자동보정.MC자동보정팀" userId="1b38d4b6-64c3-40fb-bb51-29309b54142d" providerId="ADAL" clId="{FFE2539D-CB52-4A87-A2D7-A4A6CF9B99AE}" dt="2026-09-22T09:31:01.425" v="23" actId="20577"/>
          <ac:spMkLst>
            <pc:docMk/>
            <pc:sldMk cId="3231850307" sldId="411"/>
            <ac:spMk id="7" creationId="{FF9D7A41-7B03-5BE2-F624-3C6CDFE3447D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6:49.567" v="123" actId="20577"/>
          <ac:spMkLst>
            <pc:docMk/>
            <pc:sldMk cId="3231850307" sldId="411"/>
            <ac:spMk id="67" creationId="{71A2530E-7B1A-4DA0-5354-43F86F23432B}"/>
          </ac:spMkLst>
        </pc:spChg>
      </pc:sldChg>
      <pc:sldChg chg="modSp mod">
        <pc:chgData name="변승섭(BYUN SEUNGSUB)[ssbyun]/사원/제조DX.자동보정.MC자동보정팀" userId="1b38d4b6-64c3-40fb-bb51-29309b54142d" providerId="ADAL" clId="{FFE2539D-CB52-4A87-A2D7-A4A6CF9B99AE}" dt="2026-09-22T09:35:37.111" v="110" actId="14100"/>
        <pc:sldMkLst>
          <pc:docMk/>
          <pc:sldMk cId="339509220" sldId="418"/>
        </pc:sldMkLst>
        <pc:spChg chg="mod">
          <ac:chgData name="변승섭(BYUN SEUNGSUB)[ssbyun]/사원/제조DX.자동보정.MC자동보정팀" userId="1b38d4b6-64c3-40fb-bb51-29309b54142d" providerId="ADAL" clId="{FFE2539D-CB52-4A87-A2D7-A4A6CF9B99AE}" dt="2026-09-22T09:35:37.111" v="110" actId="14100"/>
          <ac:spMkLst>
            <pc:docMk/>
            <pc:sldMk cId="339509220" sldId="418"/>
            <ac:spMk id="2" creationId="{64C42B0E-366D-4FA9-E791-9879755AF763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5:26.759" v="107" actId="20577"/>
          <ac:spMkLst>
            <pc:docMk/>
            <pc:sldMk cId="339509220" sldId="418"/>
            <ac:spMk id="3" creationId="{FEE52821-67E5-94BA-1A39-4060CBDED7BC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5:24.083" v="103" actId="20577"/>
          <ac:spMkLst>
            <pc:docMk/>
            <pc:sldMk cId="339509220" sldId="418"/>
            <ac:spMk id="7" creationId="{8B848689-A50B-F47A-B634-18C946DF3DFE}"/>
          </ac:spMkLst>
        </pc:spChg>
        <pc:spChg chg="mod">
          <ac:chgData name="변승섭(BYUN SEUNGSUB)[ssbyun]/사원/제조DX.자동보정.MC자동보정팀" userId="1b38d4b6-64c3-40fb-bb51-29309b54142d" providerId="ADAL" clId="{FFE2539D-CB52-4A87-A2D7-A4A6CF9B99AE}" dt="2026-09-22T09:35:16.455" v="97"/>
          <ac:spMkLst>
            <pc:docMk/>
            <pc:sldMk cId="339509220" sldId="418"/>
            <ac:spMk id="10" creationId="{32AE87DE-04A4-BD4B-927A-7899052DF654}"/>
          </ac:spMkLst>
        </pc:spChg>
      </pc:sldChg>
    </pc:docChg>
  </pc:docChgLst>
  <pc:docChgLst>
    <pc:chgData name="윤숙영(SUK YEONG YUN)[yoonsy]/책임/제조DX.자동보정.MC자동보정팀" userId="60ce3903-3136-4d02-9370-523fa04b0d65" providerId="ADAL" clId="{D3800DDB-D93B-4696-989D-F4223C2CA83B}"/>
    <pc:docChg chg="undo custSel modSld">
      <pc:chgData name="윤숙영(SUK YEONG YUN)[yoonsy]/책임/제조DX.자동보정.MC자동보정팀" userId="60ce3903-3136-4d02-9370-523fa04b0d65" providerId="ADAL" clId="{D3800DDB-D93B-4696-989D-F4223C2CA83B}" dt="2026-09-08T00:53:12.971" v="2873" actId="20577"/>
      <pc:docMkLst>
        <pc:docMk/>
      </pc:docMkLst>
      <pc:sldChg chg="addSp delSp modSp mod">
        <pc:chgData name="윤숙영(SUK YEONG YUN)[yoonsy]/책임/제조DX.자동보정.MC자동보정팀" userId="60ce3903-3136-4d02-9370-523fa04b0d65" providerId="ADAL" clId="{D3800DDB-D93B-4696-989D-F4223C2CA83B}" dt="2026-09-07T17:13:23.323" v="2559" actId="21"/>
        <pc:sldMkLst>
          <pc:docMk/>
          <pc:sldMk cId="3014893410" sldId="313"/>
        </pc:sldMkLst>
        <pc:spChg chg="add del mod">
          <ac:chgData name="윤숙영(SUK YEONG YUN)[yoonsy]/책임/제조DX.자동보정.MC자동보정팀" userId="60ce3903-3136-4d02-9370-523fa04b0d65" providerId="ADAL" clId="{D3800DDB-D93B-4696-989D-F4223C2CA83B}" dt="2026-09-07T17:13:23.323" v="2559" actId="21"/>
          <ac:spMkLst>
            <pc:docMk/>
            <pc:sldMk cId="3014893410" sldId="313"/>
            <ac:spMk id="2" creationId="{E6D96825-5C88-CAB4-FF14-924DFDD67FCF}"/>
          </ac:spMkLst>
        </pc:spChg>
        <pc:spChg chg="mod">
          <ac:chgData name="윤숙영(SUK YEONG YUN)[yoonsy]/책임/제조DX.자동보정.MC자동보정팀" userId="60ce3903-3136-4d02-9370-523fa04b0d65" providerId="ADAL" clId="{D3800DDB-D93B-4696-989D-F4223C2CA83B}" dt="2026-09-07T17:13:13.885" v="2558" actId="6549"/>
          <ac:spMkLst>
            <pc:docMk/>
            <pc:sldMk cId="3014893410" sldId="313"/>
            <ac:spMk id="30" creationId="{82316C5F-CBE3-A95F-7CC8-EF8564695C5E}"/>
          </ac:spMkLst>
        </pc:spChg>
        <pc:spChg chg="mod">
          <ac:chgData name="윤숙영(SUK YEONG YUN)[yoonsy]/책임/제조DX.자동보정.MC자동보정팀" userId="60ce3903-3136-4d02-9370-523fa04b0d65" providerId="ADAL" clId="{D3800DDB-D93B-4696-989D-F4223C2CA83B}" dt="2026-09-07T16:30:14.852" v="2" actId="20577"/>
          <ac:spMkLst>
            <pc:docMk/>
            <pc:sldMk cId="3014893410" sldId="313"/>
            <ac:spMk id="31" creationId="{E025DEA0-F7BF-32AC-2A75-B3B932292ECF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D3800DDB-D93B-4696-989D-F4223C2CA83B}" dt="2026-09-07T16:30:32.423" v="10" actId="20577"/>
        <pc:sldMkLst>
          <pc:docMk/>
          <pc:sldMk cId="2162256837" sldId="317"/>
        </pc:sldMkLst>
        <pc:spChg chg="mod">
          <ac:chgData name="윤숙영(SUK YEONG YUN)[yoonsy]/책임/제조DX.자동보정.MC자동보정팀" userId="60ce3903-3136-4d02-9370-523fa04b0d65" providerId="ADAL" clId="{D3800DDB-D93B-4696-989D-F4223C2CA83B}" dt="2026-09-07T16:30:32.423" v="10" actId="20577"/>
          <ac:spMkLst>
            <pc:docMk/>
            <pc:sldMk cId="2162256837" sldId="317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D3800DDB-D93B-4696-989D-F4223C2CA83B}" dt="2026-09-07T16:30:36.938" v="12" actId="20577"/>
        <pc:sldMkLst>
          <pc:docMk/>
          <pc:sldMk cId="2808727165" sldId="336"/>
        </pc:sldMkLst>
        <pc:spChg chg="mod">
          <ac:chgData name="윤숙영(SUK YEONG YUN)[yoonsy]/책임/제조DX.자동보정.MC자동보정팀" userId="60ce3903-3136-4d02-9370-523fa04b0d65" providerId="ADAL" clId="{D3800DDB-D93B-4696-989D-F4223C2CA83B}" dt="2026-09-07T16:30:36.938" v="12" actId="20577"/>
          <ac:spMkLst>
            <pc:docMk/>
            <pc:sldMk cId="2808727165" sldId="336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D3800DDB-D93B-4696-989D-F4223C2CA83B}" dt="2026-09-07T16:30:20.119" v="4" actId="20577"/>
        <pc:sldMkLst>
          <pc:docMk/>
          <pc:sldMk cId="1343670778" sldId="338"/>
        </pc:sldMkLst>
        <pc:spChg chg="mod">
          <ac:chgData name="윤숙영(SUK YEONG YUN)[yoonsy]/책임/제조DX.자동보정.MC자동보정팀" userId="60ce3903-3136-4d02-9370-523fa04b0d65" providerId="ADAL" clId="{D3800DDB-D93B-4696-989D-F4223C2CA83B}" dt="2026-09-07T16:30:20.119" v="4" actId="20577"/>
          <ac:spMkLst>
            <pc:docMk/>
            <pc:sldMk cId="1343670778" sldId="338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D3800DDB-D93B-4696-989D-F4223C2CA83B}" dt="2026-09-08T00:53:12.971" v="2873" actId="20577"/>
        <pc:sldMkLst>
          <pc:docMk/>
          <pc:sldMk cId="2800363497" sldId="343"/>
        </pc:sldMkLst>
        <pc:spChg chg="mod">
          <ac:chgData name="윤숙영(SUK YEONG YUN)[yoonsy]/책임/제조DX.자동보정.MC자동보정팀" userId="60ce3903-3136-4d02-9370-523fa04b0d65" providerId="ADAL" clId="{D3800DDB-D93B-4696-989D-F4223C2CA83B}" dt="2026-09-07T16:50:08.852" v="1284" actId="1076"/>
          <ac:spMkLst>
            <pc:docMk/>
            <pc:sldMk cId="2800363497" sldId="343"/>
            <ac:spMk id="6" creationId="{72BBD197-F08B-54B1-60FA-22FDCCF94318}"/>
          </ac:spMkLst>
        </pc:spChg>
        <pc:spChg chg="mod">
          <ac:chgData name="윤숙영(SUK YEONG YUN)[yoonsy]/책임/제조DX.자동보정.MC자동보정팀" userId="60ce3903-3136-4d02-9370-523fa04b0d65" providerId="ADAL" clId="{D3800DDB-D93B-4696-989D-F4223C2CA83B}" dt="2026-09-08T00:53:12.971" v="2873" actId="20577"/>
          <ac:spMkLst>
            <pc:docMk/>
            <pc:sldMk cId="2800363497" sldId="343"/>
            <ac:spMk id="8" creationId="{D04A2B30-B139-5899-FEC7-238E395E8514}"/>
          </ac:spMkLst>
        </pc:spChg>
        <pc:spChg chg="mod">
          <ac:chgData name="윤숙영(SUK YEONG YUN)[yoonsy]/책임/제조DX.자동보정.MC자동보정팀" userId="60ce3903-3136-4d02-9370-523fa04b0d65" providerId="ADAL" clId="{D3800DDB-D93B-4696-989D-F4223C2CA83B}" dt="2026-09-07T16:50:08.852" v="1284" actId="1076"/>
          <ac:spMkLst>
            <pc:docMk/>
            <pc:sldMk cId="2800363497" sldId="343"/>
            <ac:spMk id="11" creationId="{119FFC0B-9D11-698D-BBD2-F42C088382A8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D3800DDB-D93B-4696-989D-F4223C2CA83B}" dt="2026-09-07T16:30:23.973" v="6" actId="20577"/>
        <pc:sldMkLst>
          <pc:docMk/>
          <pc:sldMk cId="3070632168" sldId="377"/>
        </pc:sldMkLst>
        <pc:spChg chg="mod">
          <ac:chgData name="윤숙영(SUK YEONG YUN)[yoonsy]/책임/제조DX.자동보정.MC자동보정팀" userId="60ce3903-3136-4d02-9370-523fa04b0d65" providerId="ADAL" clId="{D3800DDB-D93B-4696-989D-F4223C2CA83B}" dt="2026-09-07T16:30:23.973" v="6" actId="20577"/>
          <ac:spMkLst>
            <pc:docMk/>
            <pc:sldMk cId="3070632168" sldId="377"/>
            <ac:spMk id="34" creationId="{7217F62E-90E7-DED9-CE10-DEE308B82A56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D3800DDB-D93B-4696-989D-F4223C2CA83B}" dt="2026-09-07T17:17:45.576" v="2872" actId="478"/>
        <pc:sldMkLst>
          <pc:docMk/>
          <pc:sldMk cId="3513457183" sldId="393"/>
        </pc:sldMkLst>
        <pc:spChg chg="add del mod">
          <ac:chgData name="윤숙영(SUK YEONG YUN)[yoonsy]/책임/제조DX.자동보정.MC자동보정팀" userId="60ce3903-3136-4d02-9370-523fa04b0d65" providerId="ADAL" clId="{D3800DDB-D93B-4696-989D-F4223C2CA83B}" dt="2026-09-07T17:17:45.576" v="2872" actId="478"/>
          <ac:spMkLst>
            <pc:docMk/>
            <pc:sldMk cId="3513457183" sldId="393"/>
            <ac:spMk id="4" creationId="{E6D96825-5C88-CAB4-FF14-924DFDD67FCF}"/>
          </ac:spMkLst>
        </pc:spChg>
        <pc:spChg chg="mod">
          <ac:chgData name="윤숙영(SUK YEONG YUN)[yoonsy]/책임/제조DX.자동보정.MC자동보정팀" userId="60ce3903-3136-4d02-9370-523fa04b0d65" providerId="ADAL" clId="{D3800DDB-D93B-4696-989D-F4223C2CA83B}" dt="2026-09-07T16:30:27.928" v="8" actId="20577"/>
          <ac:spMkLst>
            <pc:docMk/>
            <pc:sldMk cId="3513457183" sldId="393"/>
            <ac:spMk id="34" creationId="{7217F62E-90E7-DED9-CE10-DEE308B82A56}"/>
          </ac:spMkLst>
        </pc:spChg>
        <pc:spChg chg="mod">
          <ac:chgData name="윤숙영(SUK YEONG YUN)[yoonsy]/책임/제조DX.자동보정.MC자동보정팀" userId="60ce3903-3136-4d02-9370-523fa04b0d65" providerId="ADAL" clId="{D3800DDB-D93B-4696-989D-F4223C2CA83B}" dt="2026-09-07T17:17:39.574" v="2871" actId="20577"/>
          <ac:spMkLst>
            <pc:docMk/>
            <pc:sldMk cId="3513457183" sldId="393"/>
            <ac:spMk id="35" creationId="{491769FB-8F95-9F23-9FD4-56A08DF9C8BA}"/>
          </ac:spMkLst>
        </pc:spChg>
      </pc:sldChg>
    </pc:docChg>
  </pc:docChgLst>
  <pc:docChgLst>
    <pc:chgData name="나영준(YOUNGJUN NA)[youngjun_na]/책임/제조DX.자동보정.MC자동보정팀" userId="S::youngjun_na@lgensol.com::0c590520-1e60-4e57-b0d6-012f89cef193" providerId="AD" clId="Web-{CBF739B9-57A4-E63D-429D-56101C691F39}"/>
    <pc:docChg chg="modSld">
      <pc:chgData name="나영준(YOUNGJUN NA)[youngjun_na]/책임/제조DX.자동보정.MC자동보정팀" userId="S::youngjun_na@lgensol.com::0c590520-1e60-4e57-b0d6-012f89cef193" providerId="AD" clId="Web-{CBF739B9-57A4-E63D-429D-56101C691F39}" dt="2026-08-18T10:37:49.447" v="130" actId="20577"/>
      <pc:docMkLst>
        <pc:docMk/>
      </pc:docMkLst>
      <pc:sldChg chg="modSp">
        <pc:chgData name="나영준(YOUNGJUN NA)[youngjun_na]/책임/제조DX.자동보정.MC자동보정팀" userId="S::youngjun_na@lgensol.com::0c590520-1e60-4e57-b0d6-012f89cef193" providerId="AD" clId="Web-{CBF739B9-57A4-E63D-429D-56101C691F39}" dt="2026-08-18T10:37:49.447" v="130" actId="20577"/>
        <pc:sldMkLst>
          <pc:docMk/>
          <pc:sldMk cId="4118150585" sldId="282"/>
        </pc:sldMkLst>
        <pc:spChg chg="mod">
          <ac:chgData name="나영준(YOUNGJUN NA)[youngjun_na]/책임/제조DX.자동보정.MC자동보정팀" userId="S::youngjun_na@lgensol.com::0c590520-1e60-4e57-b0d6-012f89cef193" providerId="AD" clId="Web-{CBF739B9-57A4-E63D-429D-56101C691F39}" dt="2026-08-18T10:36:52.271" v="114" actId="20577"/>
          <ac:spMkLst>
            <pc:docMk/>
            <pc:sldMk cId="4118150585" sldId="282"/>
            <ac:spMk id="7" creationId="{3C2E9CE6-904A-B2C0-D032-387E16A67CFC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CBF739B9-57A4-E63D-429D-56101C691F39}" dt="2026-08-18T10:37:49.447" v="130" actId="20577"/>
          <ac:spMkLst>
            <pc:docMk/>
            <pc:sldMk cId="4118150585" sldId="282"/>
            <ac:spMk id="10" creationId="{BE4C2C8B-09AF-FAC9-52C3-2C3EFD407CCC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CBF739B9-57A4-E63D-429D-56101C691F39}" dt="2026-08-18T10:36:45.192" v="113" actId="20577"/>
        <pc:sldMkLst>
          <pc:docMk/>
          <pc:sldMk cId="610755056" sldId="303"/>
        </pc:sldMkLst>
        <pc:spChg chg="mod">
          <ac:chgData name="나영준(YOUNGJUN NA)[youngjun_na]/책임/제조DX.자동보정.MC자동보정팀" userId="S::youngjun_na@lgensol.com::0c590520-1e60-4e57-b0d6-012f89cef193" providerId="AD" clId="Web-{CBF739B9-57A4-E63D-429D-56101C691F39}" dt="2026-08-18T10:36:45.192" v="113" actId="20577"/>
          <ac:spMkLst>
            <pc:docMk/>
            <pc:sldMk cId="610755056" sldId="303"/>
            <ac:spMk id="7" creationId="{87AA14E4-54AD-8324-C7DF-2A64FDEFD4EE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CBF739B9-57A4-E63D-429D-56101C691F39}" dt="2026-08-18T10:36:36.332" v="112" actId="20577"/>
        <pc:sldMkLst>
          <pc:docMk/>
          <pc:sldMk cId="3438866837" sldId="309"/>
        </pc:sldMkLst>
        <pc:spChg chg="mod">
          <ac:chgData name="나영준(YOUNGJUN NA)[youngjun_na]/책임/제조DX.자동보정.MC자동보정팀" userId="S::youngjun_na@lgensol.com::0c590520-1e60-4e57-b0d6-012f89cef193" providerId="AD" clId="Web-{CBF739B9-57A4-E63D-429D-56101C691F39}" dt="2026-08-18T10:36:36.332" v="112" actId="20577"/>
          <ac:spMkLst>
            <pc:docMk/>
            <pc:sldMk cId="3438866837" sldId="309"/>
            <ac:spMk id="7" creationId="{F0B5C10F-E9D8-D6F1-CF35-61FE85C2F484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CBF739B9-57A4-E63D-429D-56101C691F39}" dt="2026-08-18T10:37:27.273" v="121" actId="20577"/>
        <pc:sldMkLst>
          <pc:docMk/>
          <pc:sldMk cId="319867820" sldId="372"/>
        </pc:sldMkLst>
        <pc:spChg chg="mod">
          <ac:chgData name="나영준(YOUNGJUN NA)[youngjun_na]/책임/제조DX.자동보정.MC자동보정팀" userId="S::youngjun_na@lgensol.com::0c590520-1e60-4e57-b0d6-012f89cef193" providerId="AD" clId="Web-{CBF739B9-57A4-E63D-429D-56101C691F39}" dt="2026-08-18T10:36:29.800" v="111" actId="20577"/>
          <ac:spMkLst>
            <pc:docMk/>
            <pc:sldMk cId="319867820" sldId="372"/>
            <ac:spMk id="17" creationId="{24078160-BD87-7DDB-35FF-AC266021525D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CBF739B9-57A4-E63D-429D-56101C691F39}" dt="2026-08-18T10:37:27.273" v="121" actId="20577"/>
          <ac:spMkLst>
            <pc:docMk/>
            <pc:sldMk cId="319867820" sldId="372"/>
            <ac:spMk id="30" creationId="{5A93FBA8-E3C4-0943-75E5-74D25EF1452D}"/>
          </ac:spMkLst>
        </pc:spChg>
      </pc:sldChg>
    </pc:docChg>
  </pc:docChgLst>
  <pc:docChgLst>
    <pc:chgData name="이기홍(GEEHONG LEE)[gihong]/선임/제조DX.자동보정.조립자동보정팀" userId="7eb4d326-2995-407e-9ec7-bafd98231306" providerId="ADAL" clId="{636B22A3-1EE0-47C8-8A16-B889B40C8642}"/>
    <pc:docChg chg="undo custSel modSld">
      <pc:chgData name="이기홍(GEEHONG LEE)[gihong]/선임/제조DX.자동보정.조립자동보정팀" userId="7eb4d326-2995-407e-9ec7-bafd98231306" providerId="ADAL" clId="{636B22A3-1EE0-47C8-8A16-B889B40C8642}" dt="2026-09-15T06:12:56.870" v="751" actId="20577"/>
      <pc:docMkLst>
        <pc:docMk/>
      </pc:docMkLst>
      <pc:sldChg chg="modSp mod">
        <pc:chgData name="이기홍(GEEHONG LEE)[gihong]/선임/제조DX.자동보정.조립자동보정팀" userId="7eb4d326-2995-407e-9ec7-bafd98231306" providerId="ADAL" clId="{636B22A3-1EE0-47C8-8A16-B889B40C8642}" dt="2026-09-15T06:12:56.870" v="751" actId="20577"/>
        <pc:sldMkLst>
          <pc:docMk/>
          <pc:sldMk cId="2571904315" sldId="290"/>
        </pc:sldMkLst>
        <pc:spChg chg="mod">
          <ac:chgData name="이기홍(GEEHONG LEE)[gihong]/선임/제조DX.자동보정.조립자동보정팀" userId="7eb4d326-2995-407e-9ec7-bafd98231306" providerId="ADAL" clId="{636B22A3-1EE0-47C8-8A16-B889B40C8642}" dt="2026-09-15T06:09:30.445" v="3" actId="20577"/>
          <ac:spMkLst>
            <pc:docMk/>
            <pc:sldMk cId="2571904315" sldId="290"/>
            <ac:spMk id="58" creationId="{1A14E2F3-1D19-45A5-DC7A-6661315C09C3}"/>
          </ac:spMkLst>
        </pc:spChg>
        <pc:spChg chg="mod">
          <ac:chgData name="이기홍(GEEHONG LEE)[gihong]/선임/제조DX.자동보정.조립자동보정팀" userId="7eb4d326-2995-407e-9ec7-bafd98231306" providerId="ADAL" clId="{636B22A3-1EE0-47C8-8A16-B889B40C8642}" dt="2026-09-15T06:12:56.870" v="751" actId="20577"/>
          <ac:spMkLst>
            <pc:docMk/>
            <pc:sldMk cId="2571904315" sldId="290"/>
            <ac:spMk id="59" creationId="{3EF71191-E2B1-E9EB-309A-60849C6D06F8}"/>
          </ac:spMkLst>
        </pc:spChg>
        <pc:spChg chg="mod">
          <ac:chgData name="이기홍(GEEHONG LEE)[gihong]/선임/제조DX.자동보정.조립자동보정팀" userId="7eb4d326-2995-407e-9ec7-bafd98231306" providerId="ADAL" clId="{636B22A3-1EE0-47C8-8A16-B889B40C8642}" dt="2026-09-15T06:12:52.883" v="744" actId="20577"/>
          <ac:spMkLst>
            <pc:docMk/>
            <pc:sldMk cId="2571904315" sldId="290"/>
            <ac:spMk id="62" creationId="{67087FE9-D3B8-3B61-8994-10F831D7EDD4}"/>
          </ac:spMkLst>
        </pc:spChg>
      </pc:sldChg>
    </pc:docChg>
  </pc:docChgLst>
  <pc:docChgLst>
    <pc:chgData name="김형원(HYUNGWON KIM)[hyungwon]/사원/제조DX.자동보정.조립자동보정팀" userId="7d3d3187-387b-4f0d-81bf-ac57af5a795a" providerId="ADAL" clId="{C3A6D687-5A4D-4E6A-9EA1-9C55639B8DCF}"/>
    <pc:docChg chg="modSld">
      <pc:chgData name="김형원(HYUNGWON KIM)[hyungwon]/사원/제조DX.자동보정.조립자동보정팀" userId="7d3d3187-387b-4f0d-81bf-ac57af5a795a" providerId="ADAL" clId="{C3A6D687-5A4D-4E6A-9EA1-9C55639B8DCF}" dt="2026-09-16T00:05:01.470" v="109" actId="20577"/>
      <pc:docMkLst>
        <pc:docMk/>
      </pc:docMkLst>
      <pc:sldChg chg="modSp mod">
        <pc:chgData name="김형원(HYUNGWON KIM)[hyungwon]/사원/제조DX.자동보정.조립자동보정팀" userId="7d3d3187-387b-4f0d-81bf-ac57af5a795a" providerId="ADAL" clId="{C3A6D687-5A4D-4E6A-9EA1-9C55639B8DCF}" dt="2026-09-16T00:05:01.470" v="109" actId="20577"/>
        <pc:sldMkLst>
          <pc:docMk/>
          <pc:sldMk cId="3282732139" sldId="268"/>
        </pc:sldMkLst>
        <pc:spChg chg="mod">
          <ac:chgData name="김형원(HYUNGWON KIM)[hyungwon]/사원/제조DX.자동보정.조립자동보정팀" userId="7d3d3187-387b-4f0d-81bf-ac57af5a795a" providerId="ADAL" clId="{C3A6D687-5A4D-4E6A-9EA1-9C55639B8DCF}" dt="2026-09-16T00:04:09.061" v="80" actId="20577"/>
          <ac:spMkLst>
            <pc:docMk/>
            <pc:sldMk cId="3282732139" sldId="268"/>
            <ac:spMk id="13" creationId="{F47FB689-7849-5BB6-A52B-D812488270C9}"/>
          </ac:spMkLst>
        </pc:spChg>
        <pc:spChg chg="mod">
          <ac:chgData name="김형원(HYUNGWON KIM)[hyungwon]/사원/제조DX.자동보정.조립자동보정팀" userId="7d3d3187-387b-4f0d-81bf-ac57af5a795a" providerId="ADAL" clId="{C3A6D687-5A4D-4E6A-9EA1-9C55639B8DCF}" dt="2026-09-16T00:02:49.079" v="3" actId="20577"/>
          <ac:spMkLst>
            <pc:docMk/>
            <pc:sldMk cId="3282732139" sldId="268"/>
            <ac:spMk id="58" creationId="{1A14E2F3-1D19-45A5-DC7A-6661315C09C3}"/>
          </ac:spMkLst>
        </pc:spChg>
        <pc:spChg chg="mod">
          <ac:chgData name="김형원(HYUNGWON KIM)[hyungwon]/사원/제조DX.자동보정.조립자동보정팀" userId="7d3d3187-387b-4f0d-81bf-ac57af5a795a" providerId="ADAL" clId="{C3A6D687-5A4D-4E6A-9EA1-9C55639B8DCF}" dt="2026-09-16T00:05:01.470" v="109" actId="20577"/>
          <ac:spMkLst>
            <pc:docMk/>
            <pc:sldMk cId="3282732139" sldId="268"/>
            <ac:spMk id="62" creationId="{67087FE9-D3B8-3B61-8994-10F831D7EDD4}"/>
          </ac:spMkLst>
        </pc:spChg>
        <pc:graphicFrameChg chg="mod modGraphic">
          <ac:chgData name="김형원(HYUNGWON KIM)[hyungwon]/사원/제조DX.자동보정.조립자동보정팀" userId="7d3d3187-387b-4f0d-81bf-ac57af5a795a" providerId="ADAL" clId="{C3A6D687-5A4D-4E6A-9EA1-9C55639B8DCF}" dt="2026-09-16T00:03:44.314" v="26" actId="20577"/>
          <ac:graphicFrameMkLst>
            <pc:docMk/>
            <pc:sldMk cId="3282732139" sldId="268"/>
            <ac:graphicFrameMk id="7" creationId="{950FDA84-098A-20AA-14BF-840743917063}"/>
          </ac:graphicFrameMkLst>
        </pc:graphicFrameChg>
      </pc:sldChg>
    </pc:docChg>
  </pc:docChgLst>
  <pc:docChgLst>
    <pc:chgData name="안다현(DAHYUN AHN)[dahyun.ahn]/사원/제조DX.자동보정.조립자동보정팀" userId="S::dahyun.ahn@lgensol.com::7637ba88-3042-4a41-bc1d-63ce7574c848" providerId="AD" clId="Web-{50629B5F-19F8-31F5-2E2A-2F7635E04FF3}"/>
    <pc:docChg chg="delSld modSld modSection">
      <pc:chgData name="안다현(DAHYUN AHN)[dahyun.ahn]/사원/제조DX.자동보정.조립자동보정팀" userId="S::dahyun.ahn@lgensol.com::7637ba88-3042-4a41-bc1d-63ce7574c848" providerId="AD" clId="Web-{50629B5F-19F8-31F5-2E2A-2F7635E04FF3}" dt="2026-09-15T09:33:46.516" v="254" actId="20577"/>
      <pc:docMkLst>
        <pc:docMk/>
      </pc:docMkLst>
      <pc:sldChg chg="addSp delSp modSp del">
        <pc:chgData name="안다현(DAHYUN AHN)[dahyun.ahn]/사원/제조DX.자동보정.조립자동보정팀" userId="S::dahyun.ahn@lgensol.com::7637ba88-3042-4a41-bc1d-63ce7574c848" providerId="AD" clId="Web-{50629B5F-19F8-31F5-2E2A-2F7635E04FF3}" dt="2026-09-15T09:28:07.563" v="151"/>
        <pc:sldMkLst>
          <pc:docMk/>
          <pc:sldMk cId="1167213861" sldId="314"/>
        </pc:sldMkLst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9:03:36.035" v="150" actId="20577"/>
          <ac:spMkLst>
            <pc:docMk/>
            <pc:sldMk cId="1167213861" sldId="314"/>
            <ac:spMk id="7" creationId="{D563CE59-644A-FFEF-1764-301D522BFB42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9:01:48.437" v="135" actId="20577"/>
          <ac:spMkLst>
            <pc:docMk/>
            <pc:sldMk cId="1167213861" sldId="314"/>
            <ac:spMk id="15" creationId="{FB099F52-11CD-C571-A5F6-C34615BD9A38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56:34.748" v="35" actId="20577"/>
          <ac:spMkLst>
            <pc:docMk/>
            <pc:sldMk cId="1167213861" sldId="314"/>
            <ac:spMk id="17" creationId="{DC17C3A7-4CEB-7FD6-FC8A-68D8BE04A42A}"/>
          </ac:spMkLst>
        </pc:spChg>
        <pc:spChg chg="del">
          <ac:chgData name="안다현(DAHYUN AHN)[dahyun.ahn]/사원/제조DX.자동보정.조립자동보정팀" userId="S::dahyun.ahn@lgensol.com::7637ba88-3042-4a41-bc1d-63ce7574c848" providerId="AD" clId="Web-{50629B5F-19F8-31F5-2E2A-2F7635E04FF3}" dt="2026-09-15T08:59:38.975" v="113"/>
          <ac:spMkLst>
            <pc:docMk/>
            <pc:sldMk cId="1167213861" sldId="314"/>
            <ac:spMk id="25" creationId="{CBE9CF4B-AD9B-267A-F071-4FC30B1A2E0B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59:27.209" v="111" actId="20577"/>
          <ac:spMkLst>
            <pc:docMk/>
            <pc:sldMk cId="1167213861" sldId="314"/>
            <ac:spMk id="26" creationId="{57284543-DB86-5DAD-26B7-6F1FB0FF0379}"/>
          </ac:spMkLst>
        </pc:spChg>
        <pc:grpChg chg="del mod">
          <ac:chgData name="안다현(DAHYUN AHN)[dahyun.ahn]/사원/제조DX.자동보정.조립자동보정팀" userId="S::dahyun.ahn@lgensol.com::7637ba88-3042-4a41-bc1d-63ce7574c848" providerId="AD" clId="Web-{50629B5F-19F8-31F5-2E2A-2F7635E04FF3}" dt="2026-09-15T09:01:53.343" v="137"/>
          <ac:grpSpMkLst>
            <pc:docMk/>
            <pc:sldMk cId="1167213861" sldId="314"/>
            <ac:grpSpMk id="27" creationId="{313586EA-5F9E-8BEA-D9A8-299EFDCC6948}"/>
          </ac:grpSpMkLst>
        </pc:grpChg>
        <pc:graphicFrameChg chg="add mod">
          <ac:chgData name="안다현(DAHYUN AHN)[dahyun.ahn]/사원/제조DX.자동보정.조립자동보정팀" userId="S::dahyun.ahn@lgensol.com::7637ba88-3042-4a41-bc1d-63ce7574c848" providerId="AD" clId="Web-{50629B5F-19F8-31F5-2E2A-2F7635E04FF3}" dt="2026-09-15T09:03:27.473" v="146" actId="1076"/>
          <ac:graphicFrameMkLst>
            <pc:docMk/>
            <pc:sldMk cId="1167213861" sldId="314"/>
            <ac:graphicFrameMk id="23" creationId="{34CC3586-41B0-4676-E46B-842B14F7C23D}"/>
          </ac:graphicFrameMkLst>
        </pc:graphicFrameChg>
        <pc:picChg chg="del">
          <ac:chgData name="안다현(DAHYUN AHN)[dahyun.ahn]/사원/제조DX.자동보정.조립자동보정팀" userId="S::dahyun.ahn@lgensol.com::7637ba88-3042-4a41-bc1d-63ce7574c848" providerId="AD" clId="Web-{50629B5F-19F8-31F5-2E2A-2F7635E04FF3}" dt="2026-09-15T09:00:05.837" v="115"/>
          <ac:picMkLst>
            <pc:docMk/>
            <pc:sldMk cId="1167213861" sldId="314"/>
            <ac:picMk id="2" creationId="{BDE19FFB-CC05-7D03-F7E2-FAE60FA4B726}"/>
          </ac:picMkLst>
        </pc:picChg>
        <pc:picChg chg="del">
          <ac:chgData name="안다현(DAHYUN AHN)[dahyun.ahn]/사원/제조DX.자동보정.조립자동보정팀" userId="S::dahyun.ahn@lgensol.com::7637ba88-3042-4a41-bc1d-63ce7574c848" providerId="AD" clId="Web-{50629B5F-19F8-31F5-2E2A-2F7635E04FF3}" dt="2026-09-15T09:00:09.087" v="116"/>
          <ac:picMkLst>
            <pc:docMk/>
            <pc:sldMk cId="1167213861" sldId="314"/>
            <ac:picMk id="3" creationId="{29964047-466A-7B0A-1BAD-914A8EE9A03B}"/>
          </ac:picMkLst>
        </pc:picChg>
        <pc:picChg chg="add mod">
          <ac:chgData name="안다현(DAHYUN AHN)[dahyun.ahn]/사원/제조DX.자동보정.조립자동보정팀" userId="S::dahyun.ahn@lgensol.com::7637ba88-3042-4a41-bc1d-63ce7574c848" providerId="AD" clId="Web-{50629B5F-19F8-31F5-2E2A-2F7635E04FF3}" dt="2026-09-15T09:02:47.002" v="138" actId="1076"/>
          <ac:picMkLst>
            <pc:docMk/>
            <pc:sldMk cId="1167213861" sldId="314"/>
            <ac:picMk id="5" creationId="{A11464B8-F09E-957A-D374-7E02B3467E65}"/>
          </ac:picMkLst>
        </pc:picChg>
        <pc:picChg chg="add mod">
          <ac:chgData name="안다현(DAHYUN AHN)[dahyun.ahn]/사원/제조DX.자동보정.조립자동보정팀" userId="S::dahyun.ahn@lgensol.com::7637ba88-3042-4a41-bc1d-63ce7574c848" providerId="AD" clId="Web-{50629B5F-19F8-31F5-2E2A-2F7635E04FF3}" dt="2026-09-15T09:03:00.862" v="141" actId="1076"/>
          <ac:picMkLst>
            <pc:docMk/>
            <pc:sldMk cId="1167213861" sldId="314"/>
            <ac:picMk id="8" creationId="{48EE580D-CF96-7D2E-7A09-26A942E3A9C9}"/>
          </ac:picMkLst>
        </pc:picChg>
        <pc:picChg chg="add del mod">
          <ac:chgData name="안다현(DAHYUN AHN)[dahyun.ahn]/사원/제조DX.자동보정.조립자동보정팀" userId="S::dahyun.ahn@lgensol.com::7637ba88-3042-4a41-bc1d-63ce7574c848" providerId="AD" clId="Web-{50629B5F-19F8-31F5-2E2A-2F7635E04FF3}" dt="2026-09-15T09:03:14.081" v="144"/>
          <ac:picMkLst>
            <pc:docMk/>
            <pc:sldMk cId="1167213861" sldId="314"/>
            <ac:picMk id="10" creationId="{88150D4A-C30A-119F-7655-07D3F29CBA14}"/>
          </ac:picMkLst>
        </pc:picChg>
        <pc:pic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59:34.491" v="112" actId="1076"/>
          <ac:picMkLst>
            <pc:docMk/>
            <pc:sldMk cId="1167213861" sldId="314"/>
            <ac:picMk id="14" creationId="{C6A97CC1-2A08-EE5B-63D5-FFB31C50394C}"/>
          </ac:picMkLst>
        </pc:picChg>
      </pc:sldChg>
      <pc:sldChg chg="modSp">
        <pc:chgData name="안다현(DAHYUN AHN)[dahyun.ahn]/사원/제조DX.자동보정.조립자동보정팀" userId="S::dahyun.ahn@lgensol.com::7637ba88-3042-4a41-bc1d-63ce7574c848" providerId="AD" clId="Web-{50629B5F-19F8-31F5-2E2A-2F7635E04FF3}" dt="2026-09-15T08:54:02.325" v="7" actId="20577"/>
        <pc:sldMkLst>
          <pc:docMk/>
          <pc:sldMk cId="622908435" sldId="351"/>
        </pc:sldMkLst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54:02.325" v="7" actId="20577"/>
          <ac:spMkLst>
            <pc:docMk/>
            <pc:sldMk cId="622908435" sldId="351"/>
            <ac:spMk id="20" creationId="{1D985B27-2B1D-33FE-56E4-88E5E6B69DD1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47:26.707" v="5" actId="20577"/>
          <ac:spMkLst>
            <pc:docMk/>
            <pc:sldMk cId="622908435" sldId="351"/>
            <ac:spMk id="50" creationId="{38F815D9-C76C-AFB9-BB8A-DC408B13C45E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50629B5F-19F8-31F5-2E2A-2F7635E04FF3}" dt="2026-09-15T09:32:11.054" v="213" actId="20577"/>
        <pc:sldMkLst>
          <pc:docMk/>
          <pc:sldMk cId="999305360" sldId="360"/>
        </pc:sldMkLst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56:24.530" v="32" actId="20577"/>
          <ac:spMkLst>
            <pc:docMk/>
            <pc:sldMk cId="999305360" sldId="360"/>
            <ac:spMk id="17" creationId="{192E1C54-A00B-1FC4-103F-8B179E2725CE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9:32:11.054" v="213" actId="20577"/>
          <ac:spMkLst>
            <pc:docMk/>
            <pc:sldMk cId="999305360" sldId="360"/>
            <ac:spMk id="26" creationId="{A1D855CE-813F-516D-5F3F-1EFA31179844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50629B5F-19F8-31F5-2E2A-2F7635E04FF3}" dt="2026-09-15T08:55:15.903" v="27" actId="20577"/>
        <pc:sldMkLst>
          <pc:docMk/>
          <pc:sldMk cId="1545050450" sldId="373"/>
        </pc:sldMkLst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47:05.910" v="0" actId="20577"/>
          <ac:spMkLst>
            <pc:docMk/>
            <pc:sldMk cId="1545050450" sldId="373"/>
            <ac:spMk id="7" creationId="{3B5E7FDD-0ADD-5243-3EC1-799CB1FB8F79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55:15.903" v="27" actId="20577"/>
          <ac:spMkLst>
            <pc:docMk/>
            <pc:sldMk cId="1545050450" sldId="373"/>
            <ac:spMk id="21" creationId="{1EF7B0D7-123E-D341-771B-5B8C9DC6E96C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50629B5F-19F8-31F5-2E2A-2F7635E04FF3}" dt="2026-09-15T09:33:46.516" v="254" actId="20577"/>
        <pc:sldMkLst>
          <pc:docMk/>
          <pc:sldMk cId="1546881092" sldId="409"/>
        </pc:sldMkLst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58:43.720" v="97" actId="1076"/>
          <ac:spMkLst>
            <pc:docMk/>
            <pc:sldMk cId="1546881092" sldId="409"/>
            <ac:spMk id="11" creationId="{63AACE87-AFD2-6F67-A4FA-A91E1D4D2773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9:33:46.516" v="254" actId="20577"/>
          <ac:spMkLst>
            <pc:docMk/>
            <pc:sldMk cId="1546881092" sldId="409"/>
            <ac:spMk id="22" creationId="{39007AA6-9C76-CC35-9003-766D6E57C2F2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55:55.264" v="29" actId="20577"/>
          <ac:spMkLst>
            <pc:docMk/>
            <pc:sldMk cId="1546881092" sldId="409"/>
            <ac:spMk id="34" creationId="{5C479A47-4E16-BC7C-34EB-658918D13778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58:31.954" v="93" actId="20577"/>
          <ac:spMkLst>
            <pc:docMk/>
            <pc:sldMk cId="1546881092" sldId="409"/>
            <ac:spMk id="35" creationId="{EBCD70C6-1B01-75ED-E0B9-C4F66A746D05}"/>
          </ac:spMkLst>
        </pc:spChg>
        <pc:graphicFrameChg chg="mod modGraphic">
          <ac:chgData name="안다현(DAHYUN AHN)[dahyun.ahn]/사원/제조DX.자동보정.조립자동보정팀" userId="S::dahyun.ahn@lgensol.com::7637ba88-3042-4a41-bc1d-63ce7574c848" providerId="AD" clId="Web-{50629B5F-19F8-31F5-2E2A-2F7635E04FF3}" dt="2026-09-15T08:58:43.549" v="96" actId="1076"/>
          <ac:graphicFrameMkLst>
            <pc:docMk/>
            <pc:sldMk cId="1546881092" sldId="409"/>
            <ac:graphicFrameMk id="8" creationId="{0C28840F-D905-2600-7E74-C57263D0696D}"/>
          </ac:graphicFrameMkLst>
        </pc:graphicFrameChg>
      </pc:sldChg>
      <pc:sldChg chg="modSp">
        <pc:chgData name="안다현(DAHYUN AHN)[dahyun.ahn]/사원/제조DX.자동보정.조립자동보정팀" userId="S::dahyun.ahn@lgensol.com::7637ba88-3042-4a41-bc1d-63ce7574c848" providerId="AD" clId="Web-{50629B5F-19F8-31F5-2E2A-2F7635E04FF3}" dt="2026-09-15T08:47:19.098" v="2" actId="20577"/>
        <pc:sldMkLst>
          <pc:docMk/>
          <pc:sldMk cId="151880523" sldId="425"/>
        </pc:sldMkLst>
        <pc:spChg chg="mod">
          <ac:chgData name="안다현(DAHYUN AHN)[dahyun.ahn]/사원/제조DX.자동보정.조립자동보정팀" userId="S::dahyun.ahn@lgensol.com::7637ba88-3042-4a41-bc1d-63ce7574c848" providerId="AD" clId="Web-{50629B5F-19F8-31F5-2E2A-2F7635E04FF3}" dt="2026-09-15T08:47:19.098" v="2" actId="20577"/>
          <ac:spMkLst>
            <pc:docMk/>
            <pc:sldMk cId="151880523" sldId="425"/>
            <ac:spMk id="50" creationId="{E7729664-3856-E0F1-AC98-3A14DF2ED552}"/>
          </ac:spMkLst>
        </pc:spChg>
      </pc:sldChg>
    </pc:docChg>
  </pc:docChgLst>
  <pc:docChgLst>
    <pc:chgData name="박상하(SANGHA PARK)[sangha.park]/책임/제조DX.자동보정.RSND자동보정팀" userId="507a07c6-8366-4767-be6e-cc66d4fd9711" providerId="ADAL" clId="{D518C393-ABC5-4BD2-95B9-6F8550385B99}"/>
    <pc:docChg chg="undo custSel modSld">
      <pc:chgData name="박상하(SANGHA PARK)[sangha.park]/책임/제조DX.자동보정.RSND자동보정팀" userId="507a07c6-8366-4767-be6e-cc66d4fd9711" providerId="ADAL" clId="{D518C393-ABC5-4BD2-95B9-6F8550385B99}" dt="2026-08-18T07:31:45.374" v="888" actId="20577"/>
      <pc:docMkLst>
        <pc:docMk/>
      </pc:docMkLst>
      <pc:sldChg chg="modSp mod">
        <pc:chgData name="박상하(SANGHA PARK)[sangha.park]/책임/제조DX.자동보정.RSND자동보정팀" userId="507a07c6-8366-4767-be6e-cc66d4fd9711" providerId="ADAL" clId="{D518C393-ABC5-4BD2-95B9-6F8550385B99}" dt="2026-08-18T06:12:10.004" v="47" actId="20577"/>
        <pc:sldMkLst>
          <pc:docMk/>
          <pc:sldMk cId="981450646" sldId="262"/>
        </pc:sldMkLst>
        <pc:spChg chg="mod">
          <ac:chgData name="박상하(SANGHA PARK)[sangha.park]/책임/제조DX.자동보정.RSND자동보정팀" userId="507a07c6-8366-4767-be6e-cc66d4fd9711" providerId="ADAL" clId="{D518C393-ABC5-4BD2-95B9-6F8550385B99}" dt="2026-08-18T06:12:10.004" v="47" actId="20577"/>
          <ac:spMkLst>
            <pc:docMk/>
            <pc:sldMk cId="981450646" sldId="262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518C393-ABC5-4BD2-95B9-6F8550385B99}" dt="2026-08-18T06:15:49.796" v="107" actId="20577"/>
        <pc:sldMkLst>
          <pc:docMk/>
          <pc:sldMk cId="2657111973" sldId="284"/>
        </pc:sldMkLst>
        <pc:spChg chg="mod">
          <ac:chgData name="박상하(SANGHA PARK)[sangha.park]/책임/제조DX.자동보정.RSND자동보정팀" userId="507a07c6-8366-4767-be6e-cc66d4fd9711" providerId="ADAL" clId="{D518C393-ABC5-4BD2-95B9-6F8550385B99}" dt="2026-08-18T06:15:49.796" v="107" actId="20577"/>
          <ac:spMkLst>
            <pc:docMk/>
            <pc:sldMk cId="2657111973" sldId="284"/>
            <ac:spMk id="16" creationId="{D2EC7D2F-935A-50B7-CAAB-1690627DEC3A}"/>
          </ac:spMkLst>
        </pc:spChg>
        <pc:spChg chg="mod">
          <ac:chgData name="박상하(SANGHA PARK)[sangha.park]/책임/제조DX.자동보정.RSND자동보정팀" userId="507a07c6-8366-4767-be6e-cc66d4fd9711" providerId="ADAL" clId="{D518C393-ABC5-4BD2-95B9-6F8550385B99}" dt="2026-08-18T06:15:10.531" v="105" actId="20577"/>
          <ac:spMkLst>
            <pc:docMk/>
            <pc:sldMk cId="2657111973" sldId="284"/>
            <ac:spMk id="38" creationId="{C34CE7F8-7211-9019-529A-3EE515CD3870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518C393-ABC5-4BD2-95B9-6F8550385B99}" dt="2026-08-18T06:14:59.208" v="77" actId="20577"/>
        <pc:sldMkLst>
          <pc:docMk/>
          <pc:sldMk cId="4272420199" sldId="285"/>
        </pc:sldMkLst>
        <pc:spChg chg="mod">
          <ac:chgData name="박상하(SANGHA PARK)[sangha.park]/책임/제조DX.자동보정.RSND자동보정팀" userId="507a07c6-8366-4767-be6e-cc66d4fd9711" providerId="ADAL" clId="{D518C393-ABC5-4BD2-95B9-6F8550385B99}" dt="2026-08-18T06:14:59.208" v="77" actId="20577"/>
          <ac:spMkLst>
            <pc:docMk/>
            <pc:sldMk cId="4272420199" sldId="285"/>
            <ac:spMk id="139" creationId="{4001A99D-100E-C902-97DE-C29D4F766E97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518C393-ABC5-4BD2-95B9-6F8550385B99}" dt="2026-08-18T06:12:03.086" v="43" actId="20577"/>
        <pc:sldMkLst>
          <pc:docMk/>
          <pc:sldMk cId="275474770" sldId="433"/>
        </pc:sldMkLst>
        <pc:spChg chg="mod">
          <ac:chgData name="박상하(SANGHA PARK)[sangha.park]/책임/제조DX.자동보정.RSND자동보정팀" userId="507a07c6-8366-4767-be6e-cc66d4fd9711" providerId="ADAL" clId="{D518C393-ABC5-4BD2-95B9-6F8550385B99}" dt="2026-08-18T06:11:58.586" v="41" actId="207"/>
          <ac:spMkLst>
            <pc:docMk/>
            <pc:sldMk cId="275474770" sldId="433"/>
            <ac:spMk id="8" creationId="{9BB7D239-0D7E-C81D-BD21-7215C8162325}"/>
          </ac:spMkLst>
        </pc:spChg>
        <pc:spChg chg="mod">
          <ac:chgData name="박상하(SANGHA PARK)[sangha.park]/책임/제조DX.자동보정.RSND자동보정팀" userId="507a07c6-8366-4767-be6e-cc66d4fd9711" providerId="ADAL" clId="{D518C393-ABC5-4BD2-95B9-6F8550385B99}" dt="2026-08-18T06:11:52.646" v="40" actId="20577"/>
          <ac:spMkLst>
            <pc:docMk/>
            <pc:sldMk cId="275474770" sldId="433"/>
            <ac:spMk id="16" creationId="{BD7A29AC-9D45-025E-D2B9-1226EF220DD3}"/>
          </ac:spMkLst>
        </pc:spChg>
        <pc:spChg chg="mod">
          <ac:chgData name="박상하(SANGHA PARK)[sangha.park]/책임/제조DX.자동보정.RSND자동보정팀" userId="507a07c6-8366-4767-be6e-cc66d4fd9711" providerId="ADAL" clId="{D518C393-ABC5-4BD2-95B9-6F8550385B99}" dt="2026-08-18T06:12:03.086" v="43" actId="20577"/>
          <ac:spMkLst>
            <pc:docMk/>
            <pc:sldMk cId="275474770" sldId="433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518C393-ABC5-4BD2-95B9-6F8550385B99}" dt="2026-08-18T07:31:45.374" v="888" actId="20577"/>
        <pc:sldMkLst>
          <pc:docMk/>
          <pc:sldMk cId="1211839706" sldId="435"/>
        </pc:sldMkLst>
        <pc:spChg chg="mod">
          <ac:chgData name="박상하(SANGHA PARK)[sangha.park]/책임/제조DX.자동보정.RSND자동보정팀" userId="507a07c6-8366-4767-be6e-cc66d4fd9711" providerId="ADAL" clId="{D518C393-ABC5-4BD2-95B9-6F8550385B99}" dt="2026-08-18T07:31:45.374" v="888" actId="20577"/>
          <ac:spMkLst>
            <pc:docMk/>
            <pc:sldMk cId="1211839706" sldId="435"/>
            <ac:spMk id="8" creationId="{4E4C90C9-A019-5679-6ED0-4DA8526529E6}"/>
          </ac:spMkLst>
        </pc:spChg>
        <pc:spChg chg="mod">
          <ac:chgData name="박상하(SANGHA PARK)[sangha.park]/책임/제조DX.자동보정.RSND자동보정팀" userId="507a07c6-8366-4767-be6e-cc66d4fd9711" providerId="ADAL" clId="{D518C393-ABC5-4BD2-95B9-6F8550385B99}" dt="2026-08-18T06:34:31.293" v="874" actId="20577"/>
          <ac:spMkLst>
            <pc:docMk/>
            <pc:sldMk cId="1211839706" sldId="435"/>
            <ac:spMk id="15" creationId="{465732E6-7EC6-799B-FDD4-0CF99EEE37FF}"/>
          </ac:spMkLst>
        </pc:spChg>
        <pc:spChg chg="mod">
          <ac:chgData name="박상하(SANGHA PARK)[sangha.park]/책임/제조DX.자동보정.RSND자동보정팀" userId="507a07c6-8366-4767-be6e-cc66d4fd9711" providerId="ADAL" clId="{D518C393-ABC5-4BD2-95B9-6F8550385B99}" dt="2026-08-18T07:23:01.119" v="877" actId="20577"/>
          <ac:spMkLst>
            <pc:docMk/>
            <pc:sldMk cId="1211839706" sldId="435"/>
            <ac:spMk id="16" creationId="{0A8513CF-8D68-D321-D10C-6D4A43E1A14E}"/>
          </ac:spMkLst>
        </pc:spChg>
      </pc:sldChg>
    </pc:docChg>
  </pc:docChgLst>
  <pc:docChgLst>
    <pc:chgData name="박연탁(YEONTARK PARK)[parkyt]/책임/제조DX.자동보정.자동보정선행개발팀" userId="S::parkyt@lgensol.com::ed32861b-bebc-4d6e-be9d-42a82b4a008b" providerId="AD" clId="Web-{00000000-0000-0000-0000-000000000000}"/>
    <pc:docChg chg="modSld">
      <pc:chgData name="박연탁(YEONTARK PARK)[parkyt]/책임/제조DX.자동보정.자동보정선행개발팀" userId="S::parkyt@lgensol.com::ed32861b-bebc-4d6e-be9d-42a82b4a008b" providerId="AD" clId="Web-{00000000-0000-0000-0000-000000000000}" dt="2026-08-27T07:32:10.167" v="364"/>
      <pc:docMkLst>
        <pc:docMk/>
      </pc:docMkLst>
      <pc:sldChg chg="modSp">
        <pc:chgData name="박연탁(YEONTARK PARK)[parkyt]/책임/제조DX.자동보정.자동보정선행개발팀" userId="S::parkyt@lgensol.com::ed32861b-bebc-4d6e-be9d-42a82b4a008b" providerId="AD" clId="Web-{00000000-0000-0000-0000-000000000000}" dt="2026-08-27T07:15:06.433" v="257" actId="20577"/>
        <pc:sldMkLst>
          <pc:docMk/>
          <pc:sldMk cId="1770964036" sldId="258"/>
        </pc:sldMkLst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5T07:25:40.002" v="13" actId="20577"/>
          <ac:spMkLst>
            <pc:docMk/>
            <pc:sldMk cId="1770964036" sldId="258"/>
            <ac:spMk id="9" creationId="{F8731133-4A75-27D0-2C14-D05840358326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5T07:25:15.345" v="1" actId="20577"/>
          <ac:spMkLst>
            <pc:docMk/>
            <pc:sldMk cId="1770964036" sldId="258"/>
            <ac:spMk id="16" creationId="{769F82A6-8E4D-553A-903B-600E937C469F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7T07:15:06.433" v="257" actId="20577"/>
          <ac:spMkLst>
            <pc:docMk/>
            <pc:sldMk cId="1770964036" sldId="258"/>
            <ac:spMk id="17" creationId="{2B8DB565-1F9F-0BA9-BC00-00A940B01B0E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00000000-0000-0000-0000-000000000000}" dt="2026-08-25T07:29:37.716" v="57" actId="20577"/>
        <pc:sldMkLst>
          <pc:docMk/>
          <pc:sldMk cId="745550584" sldId="274"/>
        </pc:sldMkLst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5T07:29:37.716" v="57" actId="20577"/>
          <ac:spMkLst>
            <pc:docMk/>
            <pc:sldMk cId="745550584" sldId="274"/>
            <ac:spMk id="6" creationId="{D76BC9C0-41CE-9870-7B1A-176FEE059FB6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5T07:27:27.085" v="25" actId="20577"/>
          <ac:spMkLst>
            <pc:docMk/>
            <pc:sldMk cId="745550584" sldId="274"/>
            <ac:spMk id="16" creationId="{CA14BD47-DFA1-853E-ADCF-D39F25AEACF8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00000000-0000-0000-0000-000000000000}" dt="2026-08-27T07:32:10.167" v="364"/>
        <pc:sldMkLst>
          <pc:docMk/>
          <pc:sldMk cId="2456550573" sldId="276"/>
        </pc:sldMkLst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7T07:26:04.046" v="315" actId="20577"/>
          <ac:spMkLst>
            <pc:docMk/>
            <pc:sldMk cId="2456550573" sldId="276"/>
            <ac:spMk id="7" creationId="{2CF3A0B0-9DBA-BCFE-0D94-D0FA7982030F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5T07:26:46.302" v="23" actId="20577"/>
          <ac:spMkLst>
            <pc:docMk/>
            <pc:sldMk cId="2456550573" sldId="276"/>
            <ac:spMk id="16" creationId="{7C7AB55B-45A4-E533-7823-AAA977943996}"/>
          </ac:spMkLst>
        </pc:spChg>
        <pc:graphicFrameChg chg="mod modGraphic">
          <ac:chgData name="박연탁(YEONTARK PARK)[parkyt]/책임/제조DX.자동보정.자동보정선행개발팀" userId="S::parkyt@lgensol.com::ed32861b-bebc-4d6e-be9d-42a82b4a008b" providerId="AD" clId="Web-{00000000-0000-0000-0000-000000000000}" dt="2026-08-27T07:32:10.167" v="364"/>
          <ac:graphicFrameMkLst>
            <pc:docMk/>
            <pc:sldMk cId="2456550573" sldId="276"/>
            <ac:graphicFrameMk id="53" creationId="{AD0CB380-31E8-BF49-E8BC-41F67CB2E917}"/>
          </ac:graphicFrameMkLst>
        </pc:graphicFrameChg>
      </pc:sldChg>
      <pc:sldChg chg="modSp">
        <pc:chgData name="박연탁(YEONTARK PARK)[parkyt]/책임/제조DX.자동보정.자동보정선행개발팀" userId="S::parkyt@lgensol.com::ed32861b-bebc-4d6e-be9d-42a82b4a008b" providerId="AD" clId="Web-{00000000-0000-0000-0000-000000000000}" dt="2026-08-25T07:27:34.851" v="26" actId="20577"/>
        <pc:sldMkLst>
          <pc:docMk/>
          <pc:sldMk cId="2927333236" sldId="323"/>
        </pc:sldMkLst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5T07:27:34.851" v="26" actId="20577"/>
          <ac:spMkLst>
            <pc:docMk/>
            <pc:sldMk cId="2927333236" sldId="323"/>
            <ac:spMk id="16" creationId="{CA14BD47-DFA1-853E-ADCF-D39F25AEACF8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00000000-0000-0000-0000-000000000000}" dt="2026-08-25T07:26:28.223" v="22" actId="20577"/>
        <pc:sldMkLst>
          <pc:docMk/>
          <pc:sldMk cId="3782446933" sldId="328"/>
        </pc:sldMkLst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5T07:26:28.223" v="22" actId="20577"/>
          <ac:spMkLst>
            <pc:docMk/>
            <pc:sldMk cId="3782446933" sldId="328"/>
            <ac:spMk id="16" creationId="{94620310-0E9B-7F74-5A5B-AD30FE87E27B}"/>
          </ac:spMkLst>
        </pc:spChg>
      </pc:sldChg>
      <pc:sldChg chg="addSp modSp">
        <pc:chgData name="박연탁(YEONTARK PARK)[parkyt]/책임/제조DX.자동보정.자동보정선행개발팀" userId="S::parkyt@lgensol.com::ed32861b-bebc-4d6e-be9d-42a82b4a008b" providerId="AD" clId="Web-{00000000-0000-0000-0000-000000000000}" dt="2026-08-27T07:25:16.420" v="300" actId="20577"/>
        <pc:sldMkLst>
          <pc:docMk/>
          <pc:sldMk cId="1991559308" sldId="331"/>
        </pc:sldMkLst>
        <pc:spChg chg="add mod">
          <ac:chgData name="박연탁(YEONTARK PARK)[parkyt]/책임/제조DX.자동보정.자동보정선행개발팀" userId="S::parkyt@lgensol.com::ed32861b-bebc-4d6e-be9d-42a82b4a008b" providerId="AD" clId="Web-{00000000-0000-0000-0000-000000000000}" dt="2026-08-27T07:24:19.090" v="291" actId="1076"/>
          <ac:spMkLst>
            <pc:docMk/>
            <pc:sldMk cId="1991559308" sldId="331"/>
            <ac:spMk id="11" creationId="{103E07C7-3C64-D8A0-24DD-BB3AFD587EE3}"/>
          </ac:spMkLst>
        </pc:spChg>
        <pc:spChg chg="add mod">
          <ac:chgData name="박연탁(YEONTARK PARK)[parkyt]/책임/제조DX.자동보정.자동보정선행개발팀" userId="S::parkyt@lgensol.com::ed32861b-bebc-4d6e-be9d-42a82b4a008b" providerId="AD" clId="Web-{00000000-0000-0000-0000-000000000000}" dt="2026-08-27T07:25:16.420" v="300" actId="20577"/>
          <ac:spMkLst>
            <pc:docMk/>
            <pc:sldMk cId="1991559308" sldId="331"/>
            <ac:spMk id="40" creationId="{99AD0E3C-92F6-D274-AA3A-617BDE24EC39}"/>
          </ac:spMkLst>
        </pc:spChg>
        <pc:graphicFrameChg chg="mod modGraphic">
          <ac:chgData name="박연탁(YEONTARK PARK)[parkyt]/책임/제조DX.자동보정.자동보정선행개발팀" userId="S::parkyt@lgensol.com::ed32861b-bebc-4d6e-be9d-42a82b4a008b" providerId="AD" clId="Web-{00000000-0000-0000-0000-000000000000}" dt="2026-08-27T07:21:54.351" v="277"/>
          <ac:graphicFrameMkLst>
            <pc:docMk/>
            <pc:sldMk cId="1991559308" sldId="331"/>
            <ac:graphicFrameMk id="57" creationId="{D38B4333-9C25-EE95-5922-5EF92B7BADEF}"/>
          </ac:graphicFrameMkLst>
        </pc:graphicFrameChg>
        <pc:pic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7T07:24:19.090" v="292" actId="1076"/>
          <ac:picMkLst>
            <pc:docMk/>
            <pc:sldMk cId="1991559308" sldId="331"/>
            <ac:picMk id="65" creationId="{7B22D18E-2F4B-EB66-1F91-16C0AE04A4F7}"/>
          </ac:picMkLst>
        </pc:picChg>
      </pc:sldChg>
      <pc:sldChg chg="modSp">
        <pc:chgData name="박연탁(YEONTARK PARK)[parkyt]/책임/제조DX.자동보정.자동보정선행개발팀" userId="S::parkyt@lgensol.com::ed32861b-bebc-4d6e-be9d-42a82b4a008b" providerId="AD" clId="Web-{00000000-0000-0000-0000-000000000000}" dt="2026-08-27T07:21:19.913" v="269" actId="20577"/>
        <pc:sldMkLst>
          <pc:docMk/>
          <pc:sldMk cId="2964207914" sldId="399"/>
        </pc:sldMkLst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7T07:21:08.975" v="267" actId="20577"/>
          <ac:spMkLst>
            <pc:docMk/>
            <pc:sldMk cId="2964207914" sldId="399"/>
            <ac:spMk id="7" creationId="{AB3C64F9-9A9C-58C3-0E5C-7AA382004820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5T07:26:16.488" v="20" actId="20577"/>
          <ac:spMkLst>
            <pc:docMk/>
            <pc:sldMk cId="2964207914" sldId="399"/>
            <ac:spMk id="16" creationId="{769F82A6-8E4D-553A-903B-600E937C469F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00000000-0000-0000-0000-000000000000}" dt="2026-08-27T07:21:19.913" v="269" actId="20577"/>
          <ac:spMkLst>
            <pc:docMk/>
            <pc:sldMk cId="2964207914" sldId="399"/>
            <ac:spMk id="17" creationId="{2B8DB565-1F9F-0BA9-BC00-00A940B01B0E}"/>
          </ac:spMkLst>
        </pc:spChg>
      </pc:sldChg>
    </pc:docChg>
  </pc:docChgLst>
  <pc:docChgLst>
    <pc:chgData name="강현웅(HYEONWOONG KANG)[khw330]/선임/제조DX.자동보정.조립자동보정팀" userId="2b3cec2e-b960-4340-96c3-4469e2643969" providerId="ADAL" clId="{A4B51397-799A-484C-89CD-263FE7CC9CFC}"/>
    <pc:docChg chg="undo custSel addSld delSld modSld modSection">
      <pc:chgData name="강현웅(HYEONWOONG KANG)[khw330]/선임/제조DX.자동보정.조립자동보정팀" userId="2b3cec2e-b960-4340-96c3-4469e2643969" providerId="ADAL" clId="{A4B51397-799A-484C-89CD-263FE7CC9CFC}" dt="2026-09-01T08:26:39.080" v="3690" actId="1076"/>
      <pc:docMkLst>
        <pc:docMk/>
      </pc:docMkLst>
      <pc:sldChg chg="addSp delSp modSp add mod">
        <pc:chgData name="강현웅(HYEONWOONG KANG)[khw330]/선임/제조DX.자동보정.조립자동보정팀" userId="2b3cec2e-b960-4340-96c3-4469e2643969" providerId="ADAL" clId="{A4B51397-799A-484C-89CD-263FE7CC9CFC}" dt="2026-09-01T08:26:39.080" v="3690" actId="1076"/>
        <pc:sldMkLst>
          <pc:docMk/>
          <pc:sldMk cId="1688006984" sldId="264"/>
        </pc:sldMkLst>
        <pc:spChg chg="add mod">
          <ac:chgData name="강현웅(HYEONWOONG KANG)[khw330]/선임/제조DX.자동보정.조립자동보정팀" userId="2b3cec2e-b960-4340-96c3-4469e2643969" providerId="ADAL" clId="{A4B51397-799A-484C-89CD-263FE7CC9CFC}" dt="2026-09-01T08:09:03.047" v="3465" actId="1076"/>
          <ac:spMkLst>
            <pc:docMk/>
            <pc:sldMk cId="1688006984" sldId="264"/>
            <ac:spMk id="3" creationId="{72038967-FAE2-B2CF-DC71-BB43095866BD}"/>
          </ac:spMkLst>
        </pc:spChg>
        <pc:spChg chg="add mod">
          <ac:chgData name="강현웅(HYEONWOONG KANG)[khw330]/선임/제조DX.자동보정.조립자동보정팀" userId="2b3cec2e-b960-4340-96c3-4469e2643969" providerId="ADAL" clId="{A4B51397-799A-484C-89CD-263FE7CC9CFC}" dt="2026-09-01T08:14:23.246" v="3650"/>
          <ac:spMkLst>
            <pc:docMk/>
            <pc:sldMk cId="1688006984" sldId="264"/>
            <ac:spMk id="5" creationId="{0E8A0059-DF48-494E-21A4-6E87B39648BC}"/>
          </ac:spMkLst>
        </pc:spChg>
        <pc:spChg chg="mod">
          <ac:chgData name="강현웅(HYEONWOONG KANG)[khw330]/선임/제조DX.자동보정.조립자동보정팀" userId="2b3cec2e-b960-4340-96c3-4469e2643969" providerId="ADAL" clId="{A4B51397-799A-484C-89CD-263FE7CC9CFC}" dt="2026-09-01T04:36:37.645" v="1554"/>
          <ac:spMkLst>
            <pc:docMk/>
            <pc:sldMk cId="1688006984" sldId="264"/>
            <ac:spMk id="33" creationId="{F703B24B-7F49-2FC3-CC69-4901B102D19E}"/>
          </ac:spMkLst>
        </pc:spChg>
        <pc:spChg chg="mod">
          <ac:chgData name="강현웅(HYEONWOONG KANG)[khw330]/선임/제조DX.자동보정.조립자동보정팀" userId="2b3cec2e-b960-4340-96c3-4469e2643969" providerId="ADAL" clId="{A4B51397-799A-484C-89CD-263FE7CC9CFC}" dt="2026-09-01T08:16:38.935" v="3660" actId="20577"/>
          <ac:spMkLst>
            <pc:docMk/>
            <pc:sldMk cId="1688006984" sldId="264"/>
            <ac:spMk id="34" creationId="{0DBB8F14-223A-56DE-7946-DE15F19C0CCB}"/>
          </ac:spMkLst>
        </pc:spChg>
        <pc:spChg chg="mod">
          <ac:chgData name="강현웅(HYEONWOONG KANG)[khw330]/선임/제조DX.자동보정.조립자동보정팀" userId="2b3cec2e-b960-4340-96c3-4469e2643969" providerId="ADAL" clId="{A4B51397-799A-484C-89CD-263FE7CC9CFC}" dt="2026-09-01T08:26:19.141" v="3680" actId="20577"/>
          <ac:spMkLst>
            <pc:docMk/>
            <pc:sldMk cId="1688006984" sldId="264"/>
            <ac:spMk id="35" creationId="{A5938A85-D233-547C-64D1-BD9DECE6E8F4}"/>
          </ac:spMkLst>
        </pc:spChg>
        <pc:spChg chg="mod">
          <ac:chgData name="강현웅(HYEONWOONG KANG)[khw330]/선임/제조DX.자동보정.조립자동보정팀" userId="2b3cec2e-b960-4340-96c3-4469e2643969" providerId="ADAL" clId="{A4B51397-799A-484C-89CD-263FE7CC9CFC}" dt="2026-09-01T04:36:32.569" v="1541" actId="20577"/>
          <ac:spMkLst>
            <pc:docMk/>
            <pc:sldMk cId="1688006984" sldId="264"/>
            <ac:spMk id="37" creationId="{539CA26B-1B77-5B7B-ED7C-0CFDF3C41613}"/>
          </ac:spMkLst>
        </pc:spChg>
        <pc:graphicFrameChg chg="add mod modGraphic">
          <ac:chgData name="강현웅(HYEONWOONG KANG)[khw330]/선임/제조DX.자동보정.조립자동보정팀" userId="2b3cec2e-b960-4340-96c3-4469e2643969" providerId="ADAL" clId="{A4B51397-799A-484C-89CD-263FE7CC9CFC}" dt="2026-09-01T08:26:39.080" v="3690" actId="1076"/>
          <ac:graphicFrameMkLst>
            <pc:docMk/>
            <pc:sldMk cId="1688006984" sldId="264"/>
            <ac:graphicFrameMk id="6" creationId="{627B4948-300B-D1F9-B50C-58B52B7F079E}"/>
          </ac:graphicFrameMkLst>
        </pc:graphicFrameChg>
        <pc:picChg chg="add mod">
          <ac:chgData name="강현웅(HYEONWOONG KANG)[khw330]/선임/제조DX.자동보정.조립자동보정팀" userId="2b3cec2e-b960-4340-96c3-4469e2643969" providerId="ADAL" clId="{A4B51397-799A-484C-89CD-263FE7CC9CFC}" dt="2026-09-01T08:26:23.790" v="3683" actId="1076"/>
          <ac:picMkLst>
            <pc:docMk/>
            <pc:sldMk cId="1688006984" sldId="264"/>
            <ac:picMk id="2" creationId="{AFA3250D-3984-8914-2717-58C5546DC57B}"/>
          </ac:picMkLst>
        </pc:picChg>
        <pc:picChg chg="add mod">
          <ac:chgData name="강현웅(HYEONWOONG KANG)[khw330]/선임/제조DX.자동보정.조립자동보정팀" userId="2b3cec2e-b960-4340-96c3-4469e2643969" providerId="ADAL" clId="{A4B51397-799A-484C-89CD-263FE7CC9CFC}" dt="2026-09-01T04:43:20.186" v="2356" actId="1076"/>
          <ac:picMkLst>
            <pc:docMk/>
            <pc:sldMk cId="1688006984" sldId="264"/>
            <ac:picMk id="1028" creationId="{90D04E14-4DA4-3E3D-F0A1-6AEC50005A76}"/>
          </ac:picMkLst>
        </pc:picChg>
      </pc:sldChg>
      <pc:sldChg chg="modSp mod">
        <pc:chgData name="강현웅(HYEONWOONG KANG)[khw330]/선임/제조DX.자동보정.조립자동보정팀" userId="2b3cec2e-b960-4340-96c3-4469e2643969" providerId="ADAL" clId="{A4B51397-799A-484C-89CD-263FE7CC9CFC}" dt="2026-09-01T04:35:45.760" v="1534" actId="20577"/>
        <pc:sldMkLst>
          <pc:docMk/>
          <pc:sldMk cId="468470824" sldId="300"/>
        </pc:sldMkLst>
        <pc:spChg chg="mod">
          <ac:chgData name="강현웅(HYEONWOONG KANG)[khw330]/선임/제조DX.자동보정.조립자동보정팀" userId="2b3cec2e-b960-4340-96c3-4469e2643969" providerId="ADAL" clId="{A4B51397-799A-484C-89CD-263FE7CC9CFC}" dt="2026-09-01T04:35:45.760" v="1534" actId="20577"/>
          <ac:spMkLst>
            <pc:docMk/>
            <pc:sldMk cId="468470824" sldId="300"/>
            <ac:spMk id="35" creationId="{EBCD70C6-1B01-75ED-E0B9-C4F66A746D05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A4B51397-799A-484C-89CD-263FE7CC9CFC}" dt="2026-09-01T04:32:50.627" v="887" actId="20577"/>
        <pc:sldMkLst>
          <pc:docMk/>
          <pc:sldMk cId="1685038010" sldId="349"/>
        </pc:sldMkLst>
        <pc:spChg chg="mod">
          <ac:chgData name="강현웅(HYEONWOONG KANG)[khw330]/선임/제조DX.자동보정.조립자동보정팀" userId="2b3cec2e-b960-4340-96c3-4469e2643969" providerId="ADAL" clId="{A4B51397-799A-484C-89CD-263FE7CC9CFC}" dt="2026-09-01T04:32:50.627" v="887" actId="20577"/>
          <ac:spMkLst>
            <pc:docMk/>
            <pc:sldMk cId="1685038010" sldId="349"/>
            <ac:spMk id="22" creationId="{39007AA6-9C76-CC35-9003-766D6E57C2F2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A4B51397-799A-484C-89CD-263FE7CC9CFC}" dt="2026-09-01T04:12:11.152" v="298" actId="20577"/>
        <pc:sldMkLst>
          <pc:docMk/>
          <pc:sldMk cId="302398732" sldId="350"/>
        </pc:sldMkLst>
        <pc:spChg chg="mod">
          <ac:chgData name="강현웅(HYEONWOONG KANG)[khw330]/선임/제조DX.자동보정.조립자동보정팀" userId="2b3cec2e-b960-4340-96c3-4469e2643969" providerId="ADAL" clId="{A4B51397-799A-484C-89CD-263FE7CC9CFC}" dt="2026-09-01T04:10:58.566" v="3" actId="20577"/>
          <ac:spMkLst>
            <pc:docMk/>
            <pc:sldMk cId="302398732" sldId="350"/>
            <ac:spMk id="7" creationId="{76597178-0C46-359F-C512-80C28D96C117}"/>
          </ac:spMkLst>
        </pc:spChg>
        <pc:spChg chg="mod">
          <ac:chgData name="강현웅(HYEONWOONG KANG)[khw330]/선임/제조DX.자동보정.조립자동보정팀" userId="2b3cec2e-b960-4340-96c3-4469e2643969" providerId="ADAL" clId="{A4B51397-799A-484C-89CD-263FE7CC9CFC}" dt="2026-09-01T04:12:11.152" v="298" actId="20577"/>
          <ac:spMkLst>
            <pc:docMk/>
            <pc:sldMk cId="302398732" sldId="350"/>
            <ac:spMk id="21" creationId="{D79119F6-A51B-078B-B1CF-0E4C415E152A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A4B51397-799A-484C-89CD-263FE7CC9CFC}" dt="2026-09-01T04:36:46.635" v="1609" actId="20577"/>
        <pc:sldMkLst>
          <pc:docMk/>
          <pc:sldMk cId="3501312549" sldId="380"/>
        </pc:sldMkLst>
        <pc:spChg chg="mod">
          <ac:chgData name="강현웅(HYEONWOONG KANG)[khw330]/선임/제조DX.자동보정.조립자동보정팀" userId="2b3cec2e-b960-4340-96c3-4469e2643969" providerId="ADAL" clId="{A4B51397-799A-484C-89CD-263FE7CC9CFC}" dt="2026-09-01T04:36:46.635" v="1609" actId="20577"/>
          <ac:spMkLst>
            <pc:docMk/>
            <pc:sldMk cId="3501312549" sldId="380"/>
            <ac:spMk id="12" creationId="{FCA791FC-21BF-EDB3-F41D-8FE5A79A1304}"/>
          </ac:spMkLst>
        </pc:spChg>
        <pc:spChg chg="mod">
          <ac:chgData name="강현웅(HYEONWOONG KANG)[khw330]/선임/제조DX.자동보정.조립자동보정팀" userId="2b3cec2e-b960-4340-96c3-4469e2643969" providerId="ADAL" clId="{A4B51397-799A-484C-89CD-263FE7CC9CFC}" dt="2026-09-01T04:36:23.524" v="1536" actId="20577"/>
          <ac:spMkLst>
            <pc:docMk/>
            <pc:sldMk cId="3501312549" sldId="380"/>
            <ac:spMk id="29" creationId="{CADE57B7-AFD5-377B-538A-D583A6DC70A2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A4B51397-799A-484C-89CD-263FE7CC9CFC}" dt="2026-09-01T04:13:21.315" v="538" actId="20577"/>
        <pc:sldMkLst>
          <pc:docMk/>
          <pc:sldMk cId="3572401588" sldId="384"/>
        </pc:sldMkLst>
        <pc:spChg chg="mod">
          <ac:chgData name="강현웅(HYEONWOONG KANG)[khw330]/선임/제조DX.자동보정.조립자동보정팀" userId="2b3cec2e-b960-4340-96c3-4469e2643969" providerId="ADAL" clId="{A4B51397-799A-484C-89CD-263FE7CC9CFC}" dt="2026-09-01T04:13:21.315" v="538" actId="20577"/>
          <ac:spMkLst>
            <pc:docMk/>
            <pc:sldMk cId="3572401588" sldId="384"/>
            <ac:spMk id="20" creationId="{FF36B9CE-C4B6-E9B1-6EDB-42B8AC281614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A4B51397-799A-484C-89CD-263FE7CC9CFC}" dt="2026-09-01T04:36:26.081" v="1537" actId="20577"/>
        <pc:sldMkLst>
          <pc:docMk/>
          <pc:sldMk cId="3908212712" sldId="413"/>
        </pc:sldMkLst>
        <pc:spChg chg="mod">
          <ac:chgData name="강현웅(HYEONWOONG KANG)[khw330]/선임/제조DX.자동보정.조립자동보정팀" userId="2b3cec2e-b960-4340-96c3-4469e2643969" providerId="ADAL" clId="{A4B51397-799A-484C-89CD-263FE7CC9CFC}" dt="2026-09-01T04:36:26.081" v="1537" actId="20577"/>
          <ac:spMkLst>
            <pc:docMk/>
            <pc:sldMk cId="3908212712" sldId="413"/>
            <ac:spMk id="37" creationId="{539CA26B-1B77-5B7B-ED7C-0CFDF3C41613}"/>
          </ac:spMkLst>
        </pc:spChg>
      </pc:sldChg>
    </pc:docChg>
  </pc:docChgLst>
  <pc:docChgLst>
    <pc:chgData name="이상용(SANGYONG LEE)[lsy0500]/책임/제조DX.자동보정.RSND자동보정팀" userId="S::lsy0500@lgensol.com::6e1e2dff-ff3a-45ae-b062-b7c6f0b8ce1b" providerId="AD" clId="Web-{3C2919D3-012A-BD04-1686-C12997C3A9EF}"/>
    <pc:docChg chg="modSld">
      <pc:chgData name="이상용(SANGYONG LEE)[lsy0500]/책임/제조DX.자동보정.RSND자동보정팀" userId="S::lsy0500@lgensol.com::6e1e2dff-ff3a-45ae-b062-b7c6f0b8ce1b" providerId="AD" clId="Web-{3C2919D3-012A-BD04-1686-C12997C3A9EF}" dt="2026-08-19T00:16:32.198" v="119"/>
      <pc:docMkLst>
        <pc:docMk/>
      </pc:docMkLst>
      <pc:sldChg chg="modSp">
        <pc:chgData name="이상용(SANGYONG LEE)[lsy0500]/책임/제조DX.자동보정.RSND자동보정팀" userId="S::lsy0500@lgensol.com::6e1e2dff-ff3a-45ae-b062-b7c6f0b8ce1b" providerId="AD" clId="Web-{3C2919D3-012A-BD04-1686-C12997C3A9EF}" dt="2026-08-19T00:16:32.198" v="119"/>
        <pc:sldMkLst>
          <pc:docMk/>
          <pc:sldMk cId="556584264" sldId="440"/>
        </pc:sldMkLst>
        <pc:graphicFrameChg chg="mod modGraphic">
          <ac:chgData name="이상용(SANGYONG LEE)[lsy0500]/책임/제조DX.자동보정.RSND자동보정팀" userId="S::lsy0500@lgensol.com::6e1e2dff-ff3a-45ae-b062-b7c6f0b8ce1b" providerId="AD" clId="Web-{3C2919D3-012A-BD04-1686-C12997C3A9EF}" dt="2026-08-19T00:16:32.198" v="119"/>
          <ac:graphicFrameMkLst>
            <pc:docMk/>
            <pc:sldMk cId="556584264" sldId="440"/>
            <ac:graphicFrameMk id="12" creationId="{B9F3B7CC-1945-8DF7-D0AA-7E8D3ABF1C7B}"/>
          </ac:graphicFrameMkLst>
        </pc:graphicFrameChg>
      </pc:sldChg>
    </pc:docChg>
  </pc:docChgLst>
  <pc:docChgLst>
    <pc:chgData name="조동현(DONGHYUN CHO)[donghyun.cho]/사원/제조DX.자동보정.자동보정선행개발팀" userId="S::donghyun.cho@lgensol.com::4048f0f4-eb5f-46e7-a9ba-3ca26743ffb3" providerId="AD" clId="Web-{42E62CF8-0DE4-9F67-8524-4EE26DDE6C5B}"/>
    <pc:docChg chg="modSld">
      <pc:chgData name="조동현(DONGHYUN CHO)[donghyun.cho]/사원/제조DX.자동보정.자동보정선행개발팀" userId="S::donghyun.cho@lgensol.com::4048f0f4-eb5f-46e7-a9ba-3ca26743ffb3" providerId="AD" clId="Web-{42E62CF8-0DE4-9F67-8524-4EE26DDE6C5B}" dt="2026-08-12T02:12:31.122" v="17" actId="20577"/>
      <pc:docMkLst>
        <pc:docMk/>
      </pc:docMkLst>
      <pc:sldChg chg="modSp">
        <pc:chgData name="조동현(DONGHYUN CHO)[donghyun.cho]/사원/제조DX.자동보정.자동보정선행개발팀" userId="S::donghyun.cho@lgensol.com::4048f0f4-eb5f-46e7-a9ba-3ca26743ffb3" providerId="AD" clId="Web-{42E62CF8-0DE4-9F67-8524-4EE26DDE6C5B}" dt="2026-08-12T02:04:09.468" v="7" actId="20577"/>
        <pc:sldMkLst>
          <pc:docMk/>
          <pc:sldMk cId="1770964036" sldId="258"/>
        </pc:sldMkLst>
        <pc:spChg chg="mod">
          <ac:chgData name="조동현(DONGHYUN CHO)[donghyun.cho]/사원/제조DX.자동보정.자동보정선행개발팀" userId="S::donghyun.cho@lgensol.com::4048f0f4-eb5f-46e7-a9ba-3ca26743ffb3" providerId="AD" clId="Web-{42E62CF8-0DE4-9F67-8524-4EE26DDE6C5B}" dt="2026-08-12T02:04:09.468" v="7" actId="20577"/>
          <ac:spMkLst>
            <pc:docMk/>
            <pc:sldMk cId="1770964036" sldId="258"/>
            <ac:spMk id="17" creationId="{2B8DB565-1F9F-0BA9-BC00-00A940B01B0E}"/>
          </ac:spMkLst>
        </pc:spChg>
      </pc:sldChg>
      <pc:sldChg chg="modSp">
        <pc:chgData name="조동현(DONGHYUN CHO)[donghyun.cho]/사원/제조DX.자동보정.자동보정선행개발팀" userId="S::donghyun.cho@lgensol.com::4048f0f4-eb5f-46e7-a9ba-3ca26743ffb3" providerId="AD" clId="Web-{42E62CF8-0DE4-9F67-8524-4EE26DDE6C5B}" dt="2026-08-12T02:12:31.122" v="17" actId="20577"/>
        <pc:sldMkLst>
          <pc:docMk/>
          <pc:sldMk cId="2964207914" sldId="399"/>
        </pc:sldMkLst>
        <pc:spChg chg="mod">
          <ac:chgData name="조동현(DONGHYUN CHO)[donghyun.cho]/사원/제조DX.자동보정.자동보정선행개발팀" userId="S::donghyun.cho@lgensol.com::4048f0f4-eb5f-46e7-a9ba-3ca26743ffb3" providerId="AD" clId="Web-{42E62CF8-0DE4-9F67-8524-4EE26DDE6C5B}" dt="2026-08-12T02:12:31.122" v="17" actId="20577"/>
          <ac:spMkLst>
            <pc:docMk/>
            <pc:sldMk cId="2964207914" sldId="399"/>
            <ac:spMk id="17" creationId="{2B8DB565-1F9F-0BA9-BC00-00A940B01B0E}"/>
          </ac:spMkLst>
        </pc:spChg>
      </pc:sldChg>
    </pc:docChg>
  </pc:docChgLst>
  <pc:docChgLst>
    <pc:chgData name="김태욱(TAEWOOK KIM)[twkiii]/선임/제조DX.자동보정.자동보정선행개발팀" userId="7550169e-81b5-4b23-9cda-68528cfbbc51" providerId="ADAL" clId="{6878ECFA-0AA7-435F-B82E-38404E767A27}"/>
    <pc:docChg chg="undo custSel delSld modSld modSection">
      <pc:chgData name="김태욱(TAEWOOK KIM)[twkiii]/선임/제조DX.자동보정.자동보정선행개발팀" userId="7550169e-81b5-4b23-9cda-68528cfbbc51" providerId="ADAL" clId="{6878ECFA-0AA7-435F-B82E-38404E767A27}" dt="2026-08-12T00:16:27.950" v="5163" actId="20577"/>
      <pc:docMkLst>
        <pc:docMk/>
      </pc:docMkLst>
      <pc:sldChg chg="addSp delSp modSp mod">
        <pc:chgData name="김태욱(TAEWOOK KIM)[twkiii]/선임/제조DX.자동보정.자동보정선행개발팀" userId="7550169e-81b5-4b23-9cda-68528cfbbc51" providerId="ADAL" clId="{6878ECFA-0AA7-435F-B82E-38404E767A27}" dt="2026-08-12T00:12:13.568" v="5068" actId="1076"/>
        <pc:sldMkLst>
          <pc:docMk/>
          <pc:sldMk cId="928751940" sldId="266"/>
        </pc:sldMkLst>
        <pc:spChg chg="mod">
          <ac:chgData name="김태욱(TAEWOOK KIM)[twkiii]/선임/제조DX.자동보정.자동보정선행개발팀" userId="7550169e-81b5-4b23-9cda-68528cfbbc51" providerId="ADAL" clId="{6878ECFA-0AA7-435F-B82E-38404E767A27}" dt="2026-08-12T00:12:05.662" v="5063" actId="20577"/>
          <ac:spMkLst>
            <pc:docMk/>
            <pc:sldMk cId="928751940" sldId="266"/>
            <ac:spMk id="8" creationId="{4D7CA610-EF36-A835-C1D0-D7653D39AA4E}"/>
          </ac:spMkLst>
        </pc:spChg>
        <pc:spChg chg="mod">
          <ac:chgData name="김태욱(TAEWOOK KIM)[twkiii]/선임/제조DX.자동보정.자동보정선행개발팀" userId="7550169e-81b5-4b23-9cda-68528cfbbc51" providerId="ADAL" clId="{6878ECFA-0AA7-435F-B82E-38404E767A27}" dt="2026-08-11T08:10:47.809" v="2903" actId="20577"/>
          <ac:spMkLst>
            <pc:docMk/>
            <pc:sldMk cId="928751940" sldId="266"/>
            <ac:spMk id="12" creationId="{2C44B013-7464-515C-3EC8-FB53B06147BF}"/>
          </ac:spMkLst>
        </pc:spChg>
        <pc:spChg chg="mod topLvl">
          <ac:chgData name="김태욱(TAEWOOK KIM)[twkiii]/선임/제조DX.자동보정.자동보정선행개발팀" userId="7550169e-81b5-4b23-9cda-68528cfbbc51" providerId="ADAL" clId="{6878ECFA-0AA7-435F-B82E-38404E767A27}" dt="2026-08-11T08:33:55.895" v="3609" actId="164"/>
          <ac:spMkLst>
            <pc:docMk/>
            <pc:sldMk cId="928751940" sldId="266"/>
            <ac:spMk id="18" creationId="{7404FF60-2AE8-0BA4-3E6E-386942D887D5}"/>
          </ac:spMkLst>
        </pc:spChg>
        <pc:spChg chg="mod topLvl">
          <ac:chgData name="김태욱(TAEWOOK KIM)[twkiii]/선임/제조DX.자동보정.자동보정선행개발팀" userId="7550169e-81b5-4b23-9cda-68528cfbbc51" providerId="ADAL" clId="{6878ECFA-0AA7-435F-B82E-38404E767A27}" dt="2026-08-11T08:33:55.895" v="3609" actId="164"/>
          <ac:spMkLst>
            <pc:docMk/>
            <pc:sldMk cId="928751940" sldId="266"/>
            <ac:spMk id="22" creationId="{228E3368-3915-A216-113E-C3908B218792}"/>
          </ac:spMkLst>
        </pc:spChg>
        <pc:spChg chg="mod topLvl">
          <ac:chgData name="김태욱(TAEWOOK KIM)[twkiii]/선임/제조DX.자동보정.자동보정선행개발팀" userId="7550169e-81b5-4b23-9cda-68528cfbbc51" providerId="ADAL" clId="{6878ECFA-0AA7-435F-B82E-38404E767A27}" dt="2026-08-11T08:33:55.895" v="3609" actId="164"/>
          <ac:spMkLst>
            <pc:docMk/>
            <pc:sldMk cId="928751940" sldId="266"/>
            <ac:spMk id="25" creationId="{E25A5B4E-EAB2-2D08-8346-9EFFBDC74586}"/>
          </ac:spMkLst>
        </pc:spChg>
        <pc:spChg chg="add mod">
          <ac:chgData name="김태욱(TAEWOOK KIM)[twkiii]/선임/제조DX.자동보정.자동보정선행개발팀" userId="7550169e-81b5-4b23-9cda-68528cfbbc51" providerId="ADAL" clId="{6878ECFA-0AA7-435F-B82E-38404E767A27}" dt="2026-08-11T08:51:22.479" v="4555" actId="1038"/>
          <ac:spMkLst>
            <pc:docMk/>
            <pc:sldMk cId="928751940" sldId="266"/>
            <ac:spMk id="26" creationId="{F8B16C59-AA37-3645-ADEB-4979E6C46903}"/>
          </ac:spMkLst>
        </pc:spChg>
        <pc:spChg chg="mod topLvl">
          <ac:chgData name="김태욱(TAEWOOK KIM)[twkiii]/선임/제조DX.자동보정.자동보정선행개발팀" userId="7550169e-81b5-4b23-9cda-68528cfbbc51" providerId="ADAL" clId="{6878ECFA-0AA7-435F-B82E-38404E767A27}" dt="2026-08-11T08:33:55.895" v="3609" actId="164"/>
          <ac:spMkLst>
            <pc:docMk/>
            <pc:sldMk cId="928751940" sldId="266"/>
            <ac:spMk id="27" creationId="{45BF7C3A-8871-DCB7-E84C-9C9152792648}"/>
          </ac:spMkLst>
        </pc:spChg>
        <pc:spChg chg="add mod">
          <ac:chgData name="김태욱(TAEWOOK KIM)[twkiii]/선임/제조DX.자동보정.자동보정선행개발팀" userId="7550169e-81b5-4b23-9cda-68528cfbbc51" providerId="ADAL" clId="{6878ECFA-0AA7-435F-B82E-38404E767A27}" dt="2026-08-11T08:51:15.353" v="4541" actId="1038"/>
          <ac:spMkLst>
            <pc:docMk/>
            <pc:sldMk cId="928751940" sldId="266"/>
            <ac:spMk id="28" creationId="{9C704492-EDE9-4A37-DBF7-AEEAAD48F085}"/>
          </ac:spMkLst>
        </pc:spChg>
        <pc:spChg chg="add mod">
          <ac:chgData name="김태욱(TAEWOOK KIM)[twkiii]/선임/제조DX.자동보정.자동보정선행개발팀" userId="7550169e-81b5-4b23-9cda-68528cfbbc51" providerId="ADAL" clId="{6878ECFA-0AA7-435F-B82E-38404E767A27}" dt="2026-08-11T08:51:19.386" v="4551" actId="1037"/>
          <ac:spMkLst>
            <pc:docMk/>
            <pc:sldMk cId="928751940" sldId="266"/>
            <ac:spMk id="30" creationId="{0CCF9D28-A6DC-6234-4650-AB89D345A6F3}"/>
          </ac:spMkLst>
        </pc:spChg>
        <pc:spChg chg="mod topLvl">
          <ac:chgData name="김태욱(TAEWOOK KIM)[twkiii]/선임/제조DX.자동보정.자동보정선행개발팀" userId="7550169e-81b5-4b23-9cda-68528cfbbc51" providerId="ADAL" clId="{6878ECFA-0AA7-435F-B82E-38404E767A27}" dt="2026-08-11T08:33:55.895" v="3609" actId="164"/>
          <ac:spMkLst>
            <pc:docMk/>
            <pc:sldMk cId="928751940" sldId="266"/>
            <ac:spMk id="31" creationId="{9D6C01FB-18F3-11E7-6412-67E064A9933E}"/>
          </ac:spMkLst>
        </pc:spChg>
        <pc:spChg chg="mod topLvl">
          <ac:chgData name="김태욱(TAEWOOK KIM)[twkiii]/선임/제조DX.자동보정.자동보정선행개발팀" userId="7550169e-81b5-4b23-9cda-68528cfbbc51" providerId="ADAL" clId="{6878ECFA-0AA7-435F-B82E-38404E767A27}" dt="2026-08-11T08:33:55.895" v="3609" actId="164"/>
          <ac:spMkLst>
            <pc:docMk/>
            <pc:sldMk cId="928751940" sldId="266"/>
            <ac:spMk id="33" creationId="{0D407D25-9ACB-B6C6-1936-F2B7B46CB604}"/>
          </ac:spMkLst>
        </pc:spChg>
        <pc:spChg chg="add mod">
          <ac:chgData name="김태욱(TAEWOOK KIM)[twkiii]/선임/제조DX.자동보정.자동보정선행개발팀" userId="7550169e-81b5-4b23-9cda-68528cfbbc51" providerId="ADAL" clId="{6878ECFA-0AA7-435F-B82E-38404E767A27}" dt="2026-08-12T00:12:08.829" v="5066" actId="164"/>
          <ac:spMkLst>
            <pc:docMk/>
            <pc:sldMk cId="928751940" sldId="266"/>
            <ac:spMk id="41" creationId="{7EBE8EFA-291D-14CC-5B87-D2CB868FABE2}"/>
          </ac:spMkLst>
        </pc:spChg>
        <pc:spChg chg="add mod">
          <ac:chgData name="김태욱(TAEWOOK KIM)[twkiii]/선임/제조DX.자동보정.자동보정선행개발팀" userId="7550169e-81b5-4b23-9cda-68528cfbbc51" providerId="ADAL" clId="{6878ECFA-0AA7-435F-B82E-38404E767A27}" dt="2026-08-11T08:50:24.425" v="4525" actId="208"/>
          <ac:spMkLst>
            <pc:docMk/>
            <pc:sldMk cId="928751940" sldId="266"/>
            <ac:spMk id="42" creationId="{AA3672A2-42CB-EE1B-850A-343D0BDE6493}"/>
          </ac:spMkLst>
        </pc:spChg>
        <pc:grpChg chg="add mod">
          <ac:chgData name="김태욱(TAEWOOK KIM)[twkiii]/선임/제조DX.자동보정.자동보정선행개발팀" userId="7550169e-81b5-4b23-9cda-68528cfbbc51" providerId="ADAL" clId="{6878ECFA-0AA7-435F-B82E-38404E767A27}" dt="2026-08-12T00:12:10.775" v="5067" actId="1076"/>
          <ac:grpSpMkLst>
            <pc:docMk/>
            <pc:sldMk cId="928751940" sldId="266"/>
            <ac:grpSpMk id="2" creationId="{150040B8-F83A-81F6-FB2B-4A06325C8617}"/>
          </ac:grpSpMkLst>
        </pc:grpChg>
        <pc:grpChg chg="add mod">
          <ac:chgData name="김태욱(TAEWOOK KIM)[twkiii]/선임/제조DX.자동보정.자동보정선행개발팀" userId="7550169e-81b5-4b23-9cda-68528cfbbc51" providerId="ADAL" clId="{6878ECFA-0AA7-435F-B82E-38404E767A27}" dt="2026-08-12T00:12:08.829" v="5066" actId="164"/>
          <ac:grpSpMkLst>
            <pc:docMk/>
            <pc:sldMk cId="928751940" sldId="266"/>
            <ac:grpSpMk id="32" creationId="{8DEF910C-7AFE-FA20-2AF2-06CDA772BF28}"/>
          </ac:grpSpMkLst>
        </pc:grpChg>
        <pc:graphicFrameChg chg="modGraphic">
          <ac:chgData name="김태욱(TAEWOOK KIM)[twkiii]/선임/제조DX.자동보정.자동보정선행개발팀" userId="7550169e-81b5-4b23-9cda-68528cfbbc51" providerId="ADAL" clId="{6878ECFA-0AA7-435F-B82E-38404E767A27}" dt="2026-08-11T08:48:20.604" v="4320" actId="20577"/>
          <ac:graphicFrameMkLst>
            <pc:docMk/>
            <pc:sldMk cId="928751940" sldId="266"/>
            <ac:graphicFrameMk id="20" creationId="{193120E1-E7EF-5BA4-2828-1CCFCD233EC7}"/>
          </ac:graphicFrameMkLst>
        </pc:graphicFrameChg>
        <pc:picChg chg="mod topLvl">
          <ac:chgData name="김태욱(TAEWOOK KIM)[twkiii]/선임/제조DX.자동보정.자동보정선행개발팀" userId="7550169e-81b5-4b23-9cda-68528cfbbc51" providerId="ADAL" clId="{6878ECFA-0AA7-435F-B82E-38404E767A27}" dt="2026-08-11T08:33:55.895" v="3609" actId="164"/>
          <ac:picMkLst>
            <pc:docMk/>
            <pc:sldMk cId="928751940" sldId="266"/>
            <ac:picMk id="9" creationId="{29D88D36-1EFB-B159-F717-57C668BAB7B0}"/>
          </ac:picMkLst>
        </pc:picChg>
        <pc:picChg chg="mod topLvl">
          <ac:chgData name="김태욱(TAEWOOK KIM)[twkiii]/선임/제조DX.자동보정.자동보정선행개발팀" userId="7550169e-81b5-4b23-9cda-68528cfbbc51" providerId="ADAL" clId="{6878ECFA-0AA7-435F-B82E-38404E767A27}" dt="2026-08-11T08:33:55.895" v="3609" actId="164"/>
          <ac:picMkLst>
            <pc:docMk/>
            <pc:sldMk cId="928751940" sldId="266"/>
            <ac:picMk id="13" creationId="{440D7BC1-B515-65ED-22DA-A295133C3C36}"/>
          </ac:picMkLst>
        </pc:picChg>
        <pc:picChg chg="add mod">
          <ac:chgData name="김태욱(TAEWOOK KIM)[twkiii]/선임/제조DX.자동보정.자동보정선행개발팀" userId="7550169e-81b5-4b23-9cda-68528cfbbc51" providerId="ADAL" clId="{6878ECFA-0AA7-435F-B82E-38404E767A27}" dt="2026-08-11T08:32:47.396" v="3576" actId="164"/>
          <ac:picMkLst>
            <pc:docMk/>
            <pc:sldMk cId="928751940" sldId="266"/>
            <ac:picMk id="24" creationId="{B9EEE971-3EB4-C02A-9146-D75B9451D297}"/>
          </ac:picMkLst>
        </pc:picChg>
        <pc:cxnChg chg="mod ord topLvl">
          <ac:chgData name="김태욱(TAEWOOK KIM)[twkiii]/선임/제조DX.자동보정.자동보정선행개발팀" userId="7550169e-81b5-4b23-9cda-68528cfbbc51" providerId="ADAL" clId="{6878ECFA-0AA7-435F-B82E-38404E767A27}" dt="2026-08-11T08:33:55.895" v="3609" actId="164"/>
          <ac:cxnSpMkLst>
            <pc:docMk/>
            <pc:sldMk cId="928751940" sldId="266"/>
            <ac:cxnSpMk id="29" creationId="{54EE0CD9-333A-F0E9-9525-CDFF01295662}"/>
          </ac:cxnSpMkLst>
        </pc:cxnChg>
      </pc:sldChg>
      <pc:sldChg chg="addSp delSp modSp mod">
        <pc:chgData name="김태욱(TAEWOOK KIM)[twkiii]/선임/제조DX.자동보정.자동보정선행개발팀" userId="7550169e-81b5-4b23-9cda-68528cfbbc51" providerId="ADAL" clId="{6878ECFA-0AA7-435F-B82E-38404E767A27}" dt="2026-08-11T08:47:51.743" v="4315"/>
        <pc:sldMkLst>
          <pc:docMk/>
          <pc:sldMk cId="4009032242" sldId="271"/>
        </pc:sldMkLst>
        <pc:spChg chg="mod">
          <ac:chgData name="김태욱(TAEWOOK KIM)[twkiii]/선임/제조DX.자동보정.자동보정선행개발팀" userId="7550169e-81b5-4b23-9cda-68528cfbbc51" providerId="ADAL" clId="{6878ECFA-0AA7-435F-B82E-38404E767A27}" dt="2026-08-11T08:47:51.743" v="4315"/>
          <ac:spMkLst>
            <pc:docMk/>
            <pc:sldMk cId="4009032242" sldId="271"/>
            <ac:spMk id="8" creationId="{DA3D18A2-7C82-8530-AC9E-4A17033BD0C2}"/>
          </ac:spMkLst>
        </pc:spChg>
        <pc:spChg chg="mod">
          <ac:chgData name="김태욱(TAEWOOK KIM)[twkiii]/선임/제조DX.자동보정.자동보정선행개발팀" userId="7550169e-81b5-4b23-9cda-68528cfbbc51" providerId="ADAL" clId="{6878ECFA-0AA7-435F-B82E-38404E767A27}" dt="2026-08-11T08:10:58.465" v="2908" actId="20577"/>
          <ac:spMkLst>
            <pc:docMk/>
            <pc:sldMk cId="4009032242" sldId="271"/>
            <ac:spMk id="12" creationId="{AE430EAB-F45E-73AB-D9A8-E8780E70F2AE}"/>
          </ac:spMkLst>
        </pc:spChg>
      </pc:sldChg>
      <pc:sldChg chg="modSp mod">
        <pc:chgData name="김태욱(TAEWOOK KIM)[twkiii]/선임/제조DX.자동보정.자동보정선행개발팀" userId="7550169e-81b5-4b23-9cda-68528cfbbc51" providerId="ADAL" clId="{6878ECFA-0AA7-435F-B82E-38404E767A27}" dt="2026-08-11T08:13:26.372" v="2965" actId="20577"/>
        <pc:sldMkLst>
          <pc:docMk/>
          <pc:sldMk cId="2114474638" sldId="312"/>
        </pc:sldMkLst>
        <pc:spChg chg="mod">
          <ac:chgData name="김태욱(TAEWOOK KIM)[twkiii]/선임/제조DX.자동보정.자동보정선행개발팀" userId="7550169e-81b5-4b23-9cda-68528cfbbc51" providerId="ADAL" clId="{6878ECFA-0AA7-435F-B82E-38404E767A27}" dt="2026-08-11T08:13:26.372" v="2965" actId="20577"/>
          <ac:spMkLst>
            <pc:docMk/>
            <pc:sldMk cId="2114474638" sldId="312"/>
            <ac:spMk id="8" creationId="{5D526505-D42E-9057-C001-0852EA8A52FC}"/>
          </ac:spMkLst>
        </pc:spChg>
        <pc:spChg chg="mod">
          <ac:chgData name="김태욱(TAEWOOK KIM)[twkiii]/선임/제조DX.자동보정.자동보정선행개발팀" userId="7550169e-81b5-4b23-9cda-68528cfbbc51" providerId="ADAL" clId="{6878ECFA-0AA7-435F-B82E-38404E767A27}" dt="2026-08-11T08:10:42.751" v="2902" actId="20577"/>
          <ac:spMkLst>
            <pc:docMk/>
            <pc:sldMk cId="2114474638" sldId="312"/>
            <ac:spMk id="10" creationId="{1F608532-022F-CC7E-7EA1-727FAFE93996}"/>
          </ac:spMkLst>
        </pc:spChg>
      </pc:sldChg>
    </pc:docChg>
  </pc:docChgLst>
  <pc:docChgLst>
    <pc:chgData name="심은찬(EUNCHAN SIM)[sec1021]/선임/제조DX.자동보정.조립자동보정팀" userId="9090956e-ab5b-49d1-9c87-2078b7755aae" providerId="ADAL" clId="{E53459D6-4426-46BC-87EE-B62D1AD552D1}"/>
    <pc:docChg chg="undo custSel addSld delSld modSld modSection">
      <pc:chgData name="심은찬(EUNCHAN SIM)[sec1021]/선임/제조DX.자동보정.조립자동보정팀" userId="9090956e-ab5b-49d1-9c87-2078b7755aae" providerId="ADAL" clId="{E53459D6-4426-46BC-87EE-B62D1AD552D1}" dt="2026-08-13T05:08:11.920" v="1225" actId="20577"/>
      <pc:docMkLst>
        <pc:docMk/>
      </pc:docMkLst>
      <pc:sldChg chg="modSp mod">
        <pc:chgData name="심은찬(EUNCHAN SIM)[sec1021]/선임/제조DX.자동보정.조립자동보정팀" userId="9090956e-ab5b-49d1-9c87-2078b7755aae" providerId="ADAL" clId="{E53459D6-4426-46BC-87EE-B62D1AD552D1}" dt="2026-08-11T09:32:35.498" v="218" actId="20577"/>
        <pc:sldMkLst>
          <pc:docMk/>
          <pc:sldMk cId="3932546465" sldId="275"/>
        </pc:sldMkLst>
        <pc:spChg chg="mod">
          <ac:chgData name="심은찬(EUNCHAN SIM)[sec1021]/선임/제조DX.자동보정.조립자동보정팀" userId="9090956e-ab5b-49d1-9c87-2078b7755aae" providerId="ADAL" clId="{E53459D6-4426-46BC-87EE-B62D1AD552D1}" dt="2026-08-11T09:32:35.498" v="218" actId="20577"/>
          <ac:spMkLst>
            <pc:docMk/>
            <pc:sldMk cId="3932546465" sldId="275"/>
            <ac:spMk id="2" creationId="{5748F319-FE8D-4ECF-AFB9-B7E0916A513F}"/>
          </ac:spMkLst>
        </pc:spChg>
        <pc:spChg chg="mod">
          <ac:chgData name="심은찬(EUNCHAN SIM)[sec1021]/선임/제조DX.자동보정.조립자동보정팀" userId="9090956e-ab5b-49d1-9c87-2078b7755aae" providerId="ADAL" clId="{E53459D6-4426-46BC-87EE-B62D1AD552D1}" dt="2026-08-11T09:31:57.324" v="212" actId="1036"/>
          <ac:spMkLst>
            <pc:docMk/>
            <pc:sldMk cId="3932546465" sldId="275"/>
            <ac:spMk id="5" creationId="{1615D8B7-2F76-467E-B74D-9F119B978A4C}"/>
          </ac:spMkLst>
        </pc:spChg>
        <pc:spChg chg="mod">
          <ac:chgData name="심은찬(EUNCHAN SIM)[sec1021]/선임/제조DX.자동보정.조립자동보정팀" userId="9090956e-ab5b-49d1-9c87-2078b7755aae" providerId="ADAL" clId="{E53459D6-4426-46BC-87EE-B62D1AD552D1}" dt="2026-08-11T09:31:04.845" v="88" actId="20577"/>
          <ac:spMkLst>
            <pc:docMk/>
            <pc:sldMk cId="3932546465" sldId="275"/>
            <ac:spMk id="10" creationId="{BDADEB63-FA2A-413A-90C3-F27F4D564C57}"/>
          </ac:spMkLst>
        </pc:spChg>
        <pc:graphicFrameChg chg="mod modGraphic">
          <ac:chgData name="심은찬(EUNCHAN SIM)[sec1021]/선임/제조DX.자동보정.조립자동보정팀" userId="9090956e-ab5b-49d1-9c87-2078b7755aae" providerId="ADAL" clId="{E53459D6-4426-46BC-87EE-B62D1AD552D1}" dt="2026-08-11T09:31:57.324" v="212" actId="1036"/>
          <ac:graphicFrameMkLst>
            <pc:docMk/>
            <pc:sldMk cId="3932546465" sldId="275"/>
            <ac:graphicFrameMk id="4" creationId="{FA3240C7-2182-41B1-AE1F-AC51AA1BB276}"/>
          </ac:graphicFrameMkLst>
        </pc:graphicFrameChg>
      </pc:sldChg>
      <pc:sldChg chg="modSp mod">
        <pc:chgData name="심은찬(EUNCHAN SIM)[sec1021]/선임/제조DX.자동보정.조립자동보정팀" userId="9090956e-ab5b-49d1-9c87-2078b7755aae" providerId="ADAL" clId="{E53459D6-4426-46BC-87EE-B62D1AD552D1}" dt="2026-08-13T05:08:11.920" v="1225" actId="20577"/>
        <pc:sldMkLst>
          <pc:docMk/>
          <pc:sldMk cId="191980343" sldId="302"/>
        </pc:sldMkLst>
        <pc:spChg chg="mod">
          <ac:chgData name="심은찬(EUNCHAN SIM)[sec1021]/선임/제조DX.자동보정.조립자동보정팀" userId="9090956e-ab5b-49d1-9c87-2078b7755aae" providerId="ADAL" clId="{E53459D6-4426-46BC-87EE-B62D1AD552D1}" dt="2026-08-13T05:08:11.920" v="1225" actId="20577"/>
          <ac:spMkLst>
            <pc:docMk/>
            <pc:sldMk cId="191980343" sldId="302"/>
            <ac:spMk id="13" creationId="{71659D36-AF2C-B8D0-0601-0C332BE4A337}"/>
          </ac:spMkLst>
        </pc:spChg>
        <pc:spChg chg="mod">
          <ac:chgData name="심은찬(EUNCHAN SIM)[sec1021]/선임/제조DX.자동보정.조립자동보정팀" userId="9090956e-ab5b-49d1-9c87-2078b7755aae" providerId="ADAL" clId="{E53459D6-4426-46BC-87EE-B62D1AD552D1}" dt="2026-08-11T08:38:02.620" v="8" actId="20577"/>
          <ac:spMkLst>
            <pc:docMk/>
            <pc:sldMk cId="191980343" sldId="302"/>
            <ac:spMk id="17" creationId="{69C4D000-39BF-F434-5699-02CDBE60AB91}"/>
          </ac:spMkLst>
        </pc:spChg>
        <pc:spChg chg="mod">
          <ac:chgData name="심은찬(EUNCHAN SIM)[sec1021]/선임/제조DX.자동보정.조립자동보정팀" userId="9090956e-ab5b-49d1-9c87-2078b7755aae" providerId="ADAL" clId="{E53459D6-4426-46BC-87EE-B62D1AD552D1}" dt="2026-08-12T08:40:29.993" v="1142" actId="20577"/>
          <ac:spMkLst>
            <pc:docMk/>
            <pc:sldMk cId="191980343" sldId="302"/>
            <ac:spMk id="30" creationId="{1EF02FE7-E9EF-C025-10DD-96C4194491C9}"/>
          </ac:spMkLst>
        </pc:spChg>
        <pc:graphicFrameChg chg="mod modGraphic">
          <ac:chgData name="심은찬(EUNCHAN SIM)[sec1021]/선임/제조DX.자동보정.조립자동보정팀" userId="9090956e-ab5b-49d1-9c87-2078b7755aae" providerId="ADAL" clId="{E53459D6-4426-46BC-87EE-B62D1AD552D1}" dt="2026-08-13T05:08:02.452" v="1191" actId="20577"/>
          <ac:graphicFrameMkLst>
            <pc:docMk/>
            <pc:sldMk cId="191980343" sldId="302"/>
            <ac:graphicFrameMk id="6" creationId="{F4191004-ACF0-BA00-007A-060BB9A56641}"/>
          </ac:graphicFrameMkLst>
        </pc:graphicFrameChg>
      </pc:sldChg>
      <pc:sldChg chg="modSp mod">
        <pc:chgData name="심은찬(EUNCHAN SIM)[sec1021]/선임/제조DX.자동보정.조립자동보정팀" userId="9090956e-ab5b-49d1-9c87-2078b7755aae" providerId="ADAL" clId="{E53459D6-4426-46BC-87EE-B62D1AD552D1}" dt="2026-08-11T09:39:16.229" v="718" actId="20577"/>
        <pc:sldMkLst>
          <pc:docMk/>
          <pc:sldMk cId="171816745" sldId="416"/>
        </pc:sldMkLst>
        <pc:spChg chg="mod">
          <ac:chgData name="심은찬(EUNCHAN SIM)[sec1021]/선임/제조DX.자동보정.조립자동보정팀" userId="9090956e-ab5b-49d1-9c87-2078b7755aae" providerId="ADAL" clId="{E53459D6-4426-46BC-87EE-B62D1AD552D1}" dt="2026-08-11T09:33:14.973" v="224" actId="20577"/>
          <ac:spMkLst>
            <pc:docMk/>
            <pc:sldMk cId="171816745" sldId="416"/>
            <ac:spMk id="17" creationId="{3D171D3E-1985-8A6E-7869-31CB77FE3666}"/>
          </ac:spMkLst>
        </pc:spChg>
        <pc:spChg chg="mod">
          <ac:chgData name="심은찬(EUNCHAN SIM)[sec1021]/선임/제조DX.자동보정.조립자동보정팀" userId="9090956e-ab5b-49d1-9c87-2078b7755aae" providerId="ADAL" clId="{E53459D6-4426-46BC-87EE-B62D1AD552D1}" dt="2026-08-11T09:39:16.229" v="718" actId="20577"/>
          <ac:spMkLst>
            <pc:docMk/>
            <pc:sldMk cId="171816745" sldId="416"/>
            <ac:spMk id="30" creationId="{0D42272B-7090-3E3D-C807-E7C5620E4BEA}"/>
          </ac:spMkLst>
        </pc:spChg>
      </pc:sldChg>
    </pc:docChg>
  </pc:docChgLst>
  <pc:docChgLst>
    <pc:chgData name="임성현(SUNGHYEUN LIM)[limsh0]/선임/제조DX.자동보정.MC자동보정팀" userId="98668b4a-da00-402d-a6a4-d7a97d064261" providerId="ADAL" clId="{1B2C7985-6BB3-44DD-9D30-72A1FD54C5AA}"/>
    <pc:docChg chg="undo custSel modSld">
      <pc:chgData name="임성현(SUNGHYEUN LIM)[limsh0]/선임/제조DX.자동보정.MC자동보정팀" userId="98668b4a-da00-402d-a6a4-d7a97d064261" providerId="ADAL" clId="{1B2C7985-6BB3-44DD-9D30-72A1FD54C5AA}" dt="2026-08-20T00:05:13.188" v="1593" actId="20577"/>
      <pc:docMkLst>
        <pc:docMk/>
      </pc:docMkLst>
      <pc:sldChg chg="modSp mod">
        <pc:chgData name="임성현(SUNGHYEUN LIM)[limsh0]/선임/제조DX.자동보정.MC자동보정팀" userId="98668b4a-da00-402d-a6a4-d7a97d064261" providerId="ADAL" clId="{1B2C7985-6BB3-44DD-9D30-72A1FD54C5AA}" dt="2026-08-18T07:32:07.250" v="484" actId="20577"/>
        <pc:sldMkLst>
          <pc:docMk/>
          <pc:sldMk cId="1123662655" sldId="267"/>
        </pc:sldMkLst>
        <pc:spChg chg="mod">
          <ac:chgData name="임성현(SUNGHYEUN LIM)[limsh0]/선임/제조DX.자동보정.MC자동보정팀" userId="98668b4a-da00-402d-a6a4-d7a97d064261" providerId="ADAL" clId="{1B2C7985-6BB3-44DD-9D30-72A1FD54C5AA}" dt="2026-08-18T07:31:56.388" v="470" actId="20577"/>
          <ac:spMkLst>
            <pc:docMk/>
            <pc:sldMk cId="1123662655" sldId="267"/>
            <ac:spMk id="15" creationId="{60D418AC-87D1-1361-F382-54580D486581}"/>
          </ac:spMkLst>
        </pc:spChg>
        <pc:spChg chg="mod">
          <ac:chgData name="임성현(SUNGHYEUN LIM)[limsh0]/선임/제조DX.자동보정.MC자동보정팀" userId="98668b4a-da00-402d-a6a4-d7a97d064261" providerId="ADAL" clId="{1B2C7985-6BB3-44DD-9D30-72A1FD54C5AA}" dt="2026-08-18T07:32:07.250" v="484" actId="20577"/>
          <ac:spMkLst>
            <pc:docMk/>
            <pc:sldMk cId="1123662655" sldId="267"/>
            <ac:spMk id="25" creationId="{F763AEEB-526E-8057-48DD-A4DCA13D31B7}"/>
          </ac:spMkLst>
        </pc:spChg>
        <pc:spChg chg="mod">
          <ac:chgData name="임성현(SUNGHYEUN LIM)[limsh0]/선임/제조DX.자동보정.MC자동보정팀" userId="98668b4a-da00-402d-a6a4-d7a97d064261" providerId="ADAL" clId="{1B2C7985-6BB3-44DD-9D30-72A1FD54C5AA}" dt="2026-08-18T07:32:05.114" v="482"/>
          <ac:spMkLst>
            <pc:docMk/>
            <pc:sldMk cId="1123662655" sldId="267"/>
            <ac:spMk id="29" creationId="{E239BFEE-B63C-48D2-9314-4C8B1D93B688}"/>
          </ac:spMkLst>
        </pc:spChg>
      </pc:sldChg>
      <pc:sldChg chg="modSp">
        <pc:chgData name="임성현(SUNGHYEUN LIM)[limsh0]/선임/제조DX.자동보정.MC자동보정팀" userId="98668b4a-da00-402d-a6a4-d7a97d064261" providerId="ADAL" clId="{1B2C7985-6BB3-44DD-9D30-72A1FD54C5AA}" dt="2026-08-18T07:43:55.389" v="1335" actId="20578"/>
        <pc:sldMkLst>
          <pc:docMk/>
          <pc:sldMk cId="4109008651" sldId="281"/>
        </pc:sldMkLst>
        <pc:spChg chg="mod">
          <ac:chgData name="임성현(SUNGHYEUN LIM)[limsh0]/선임/제조DX.자동보정.MC자동보정팀" userId="98668b4a-da00-402d-a6a4-d7a97d064261" providerId="ADAL" clId="{1B2C7985-6BB3-44DD-9D30-72A1FD54C5AA}" dt="2026-08-18T07:43:55.389" v="1335" actId="20578"/>
          <ac:spMkLst>
            <pc:docMk/>
            <pc:sldMk cId="4109008651" sldId="281"/>
            <ac:spMk id="18" creationId="{FF06F22C-BB34-EAA2-8E9E-F801AEA2E025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1B2C7985-6BB3-44DD-9D30-72A1FD54C5AA}" dt="2026-08-18T07:46:57.660" v="1555" actId="20577"/>
        <pc:sldMkLst>
          <pc:docMk/>
          <pc:sldMk cId="4187601064" sldId="345"/>
        </pc:sldMkLst>
        <pc:spChg chg="mod">
          <ac:chgData name="임성현(SUNGHYEUN LIM)[limsh0]/선임/제조DX.자동보정.MC자동보정팀" userId="98668b4a-da00-402d-a6a4-d7a97d064261" providerId="ADAL" clId="{1B2C7985-6BB3-44DD-9D30-72A1FD54C5AA}" dt="2026-08-18T07:46:57.660" v="1555" actId="20577"/>
          <ac:spMkLst>
            <pc:docMk/>
            <pc:sldMk cId="4187601064" sldId="345"/>
            <ac:spMk id="2" creationId="{EFFD9222-750B-0C33-61D4-1841F0B4A5AA}"/>
          </ac:spMkLst>
        </pc:spChg>
        <pc:spChg chg="mod">
          <ac:chgData name="임성현(SUNGHYEUN LIM)[limsh0]/선임/제조DX.자동보정.MC자동보정팀" userId="98668b4a-da00-402d-a6a4-d7a97d064261" providerId="ADAL" clId="{1B2C7985-6BB3-44DD-9D30-72A1FD54C5AA}" dt="2026-08-18T07:42:09.596" v="1235" actId="20577"/>
          <ac:spMkLst>
            <pc:docMk/>
            <pc:sldMk cId="4187601064" sldId="345"/>
            <ac:spMk id="29" creationId="{E239BFEE-B63C-48D2-9314-4C8B1D93B688}"/>
          </ac:spMkLst>
        </pc:spChg>
        <pc:spChg chg="mod">
          <ac:chgData name="임성현(SUNGHYEUN LIM)[limsh0]/선임/제조DX.자동보정.MC자동보정팀" userId="98668b4a-da00-402d-a6a4-d7a97d064261" providerId="ADAL" clId="{1B2C7985-6BB3-44DD-9D30-72A1FD54C5AA}" dt="2026-08-18T07:42:13.473" v="1237" actId="20577"/>
          <ac:spMkLst>
            <pc:docMk/>
            <pc:sldMk cId="4187601064" sldId="345"/>
            <ac:spMk id="34" creationId="{D8B60436-CB69-037E-0252-E096A9F06E49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1B2C7985-6BB3-44DD-9D30-72A1FD54C5AA}" dt="2026-08-18T07:47:48.492" v="1557"/>
        <pc:sldMkLst>
          <pc:docMk/>
          <pc:sldMk cId="414644102" sldId="352"/>
        </pc:sldMkLst>
        <pc:spChg chg="mod">
          <ac:chgData name="임성현(SUNGHYEUN LIM)[limsh0]/선임/제조DX.자동보정.MC자동보정팀" userId="98668b4a-da00-402d-a6a4-d7a97d064261" providerId="ADAL" clId="{1B2C7985-6BB3-44DD-9D30-72A1FD54C5AA}" dt="2026-08-18T07:47:48.492" v="1557"/>
          <ac:spMkLst>
            <pc:docMk/>
            <pc:sldMk cId="414644102" sldId="352"/>
            <ac:spMk id="10" creationId="{E6EDC221-0158-5648-B168-C68A26C07B4D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1B2C7985-6BB3-44DD-9D30-72A1FD54C5AA}" dt="2026-08-18T07:32:20.415" v="491" actId="20577"/>
        <pc:sldMkLst>
          <pc:docMk/>
          <pc:sldMk cId="2304380334" sldId="362"/>
        </pc:sldMkLst>
        <pc:spChg chg="mod">
          <ac:chgData name="임성현(SUNGHYEUN LIM)[limsh0]/선임/제조DX.자동보정.MC자동보정팀" userId="98668b4a-da00-402d-a6a4-d7a97d064261" providerId="ADAL" clId="{1B2C7985-6BB3-44DD-9D30-72A1FD54C5AA}" dt="2026-08-18T07:32:20.415" v="491" actId="20577"/>
          <ac:spMkLst>
            <pc:docMk/>
            <pc:sldMk cId="2304380334" sldId="362"/>
            <ac:spMk id="25" creationId="{F763AEEB-526E-8057-48DD-A4DCA13D31B7}"/>
          </ac:spMkLst>
        </pc:spChg>
        <pc:spChg chg="mod">
          <ac:chgData name="임성현(SUNGHYEUN LIM)[limsh0]/선임/제조DX.자동보정.MC자동보정팀" userId="98668b4a-da00-402d-a6a4-d7a97d064261" providerId="ADAL" clId="{1B2C7985-6BB3-44DD-9D30-72A1FD54C5AA}" dt="2026-08-18T07:32:12.363" v="489" actId="6549"/>
          <ac:spMkLst>
            <pc:docMk/>
            <pc:sldMk cId="2304380334" sldId="362"/>
            <ac:spMk id="29" creationId="{E239BFEE-B63C-48D2-9314-4C8B1D93B688}"/>
          </ac:spMkLst>
        </pc:spChg>
        <pc:spChg chg="mod">
          <ac:chgData name="임성현(SUNGHYEUN LIM)[limsh0]/선임/제조DX.자동보정.MC자동보정팀" userId="98668b4a-da00-402d-a6a4-d7a97d064261" providerId="ADAL" clId="{1B2C7985-6BB3-44DD-9D30-72A1FD54C5AA}" dt="2026-08-18T07:30:54.964" v="269" actId="20577"/>
          <ac:spMkLst>
            <pc:docMk/>
            <pc:sldMk cId="2304380334" sldId="362"/>
            <ac:spMk id="34" creationId="{F77E1AD8-F919-5AF7-BB3C-96D055F9DFBD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1B2C7985-6BB3-44DD-9D30-72A1FD54C5AA}" dt="2026-08-20T00:05:13.188" v="1593" actId="20577"/>
        <pc:sldMkLst>
          <pc:docMk/>
          <pc:sldMk cId="1274175196" sldId="363"/>
        </pc:sldMkLst>
        <pc:spChg chg="mod">
          <ac:chgData name="임성현(SUNGHYEUN LIM)[limsh0]/선임/제조DX.자동보정.MC자동보정팀" userId="98668b4a-da00-402d-a6a4-d7a97d064261" providerId="ADAL" clId="{1B2C7985-6BB3-44DD-9D30-72A1FD54C5AA}" dt="2026-08-18T07:41:40.764" v="1195" actId="20577"/>
          <ac:spMkLst>
            <pc:docMk/>
            <pc:sldMk cId="1274175196" sldId="363"/>
            <ac:spMk id="2" creationId="{AFA93DD2-712C-04EE-FD98-1D86F9A44633}"/>
          </ac:spMkLst>
        </pc:spChg>
        <pc:spChg chg="mod">
          <ac:chgData name="임성현(SUNGHYEUN LIM)[limsh0]/선임/제조DX.자동보정.MC자동보정팀" userId="98668b4a-da00-402d-a6a4-d7a97d064261" providerId="ADAL" clId="{1B2C7985-6BB3-44DD-9D30-72A1FD54C5AA}" dt="2026-08-20T00:04:33.606" v="1592" actId="20577"/>
          <ac:spMkLst>
            <pc:docMk/>
            <pc:sldMk cId="1274175196" sldId="363"/>
            <ac:spMk id="15" creationId="{63581BCC-B406-BB6D-92B5-712858506435}"/>
          </ac:spMkLst>
        </pc:spChg>
        <pc:spChg chg="mod">
          <ac:chgData name="임성현(SUNGHYEUN LIM)[limsh0]/선임/제조DX.자동보정.MC자동보정팀" userId="98668b4a-da00-402d-a6a4-d7a97d064261" providerId="ADAL" clId="{1B2C7985-6BB3-44DD-9D30-72A1FD54C5AA}" dt="2026-08-20T00:05:13.188" v="1593" actId="20577"/>
          <ac:spMkLst>
            <pc:docMk/>
            <pc:sldMk cId="1274175196" sldId="363"/>
            <ac:spMk id="29" creationId="{E239BFEE-B63C-48D2-9314-4C8B1D93B688}"/>
          </ac:spMkLst>
        </pc:spChg>
        <pc:graphicFrameChg chg="mod modGraphic">
          <ac:chgData name="임성현(SUNGHYEUN LIM)[limsh0]/선임/제조DX.자동보정.MC자동보정팀" userId="98668b4a-da00-402d-a6a4-d7a97d064261" providerId="ADAL" clId="{1B2C7985-6BB3-44DD-9D30-72A1FD54C5AA}" dt="2026-08-18T07:45:58.578" v="1355" actId="207"/>
          <ac:graphicFrameMkLst>
            <pc:docMk/>
            <pc:sldMk cId="1274175196" sldId="363"/>
            <ac:graphicFrameMk id="11" creationId="{CF43CAF0-18FC-16A9-D98D-0BAADCCBFE5B}"/>
          </ac:graphicFrameMkLst>
        </pc:graphicFrameChg>
      </pc:sldChg>
    </pc:docChg>
  </pc:docChgLst>
  <pc:docChgLst>
    <pc:chgData name="최문석(MOON SEOK CHOI)[mschoi19]/책임/제조DX.자동보정.자동보정선행개발팀" userId="b461c574-904d-49dd-b4c4-a0a522fe5e7c" providerId="ADAL" clId="{B570E87C-3855-4F77-BA95-082DB82D68E5}"/>
    <pc:docChg chg="undo custSel addSld delSld modSld sldOrd modSection">
      <pc:chgData name="최문석(MOON SEOK CHOI)[mschoi19]/책임/제조DX.자동보정.자동보정선행개발팀" userId="b461c574-904d-49dd-b4c4-a0a522fe5e7c" providerId="ADAL" clId="{B570E87C-3855-4F77-BA95-082DB82D68E5}" dt="2026-08-28T05:24:46.267" v="684" actId="14100"/>
      <pc:docMkLst>
        <pc:docMk/>
      </pc:docMkLst>
      <pc:sldChg chg="modSp mod ord">
        <pc:chgData name="최문석(MOON SEOK CHOI)[mschoi19]/책임/제조DX.자동보정.자동보정선행개발팀" userId="b461c574-904d-49dd-b4c4-a0a522fe5e7c" providerId="ADAL" clId="{B570E87C-3855-4F77-BA95-082DB82D68E5}" dt="2026-08-25T02:22:29.454" v="4" actId="20577"/>
        <pc:sldMkLst>
          <pc:docMk/>
          <pc:sldMk cId="1329909849" sldId="261"/>
        </pc:sldMkLst>
        <pc:spChg chg="mod">
          <ac:chgData name="최문석(MOON SEOK CHOI)[mschoi19]/책임/제조DX.자동보정.자동보정선행개발팀" userId="b461c574-904d-49dd-b4c4-a0a522fe5e7c" providerId="ADAL" clId="{B570E87C-3855-4F77-BA95-082DB82D68E5}" dt="2026-08-25T02:22:29.454" v="4" actId="20577"/>
          <ac:spMkLst>
            <pc:docMk/>
            <pc:sldMk cId="1329909849" sldId="261"/>
            <ac:spMk id="7" creationId="{C19DCC39-960B-65E7-46B8-BF0210E803F4}"/>
          </ac:spMkLst>
        </pc:spChg>
      </pc:sldChg>
      <pc:sldChg chg="modSp add del mod">
        <pc:chgData name="최문석(MOON SEOK CHOI)[mschoi19]/책임/제조DX.자동보정.자동보정선행개발팀" userId="b461c574-904d-49dd-b4c4-a0a522fe5e7c" providerId="ADAL" clId="{B570E87C-3855-4F77-BA95-082DB82D68E5}" dt="2026-08-25T06:53:32.014" v="637"/>
        <pc:sldMkLst>
          <pc:docMk/>
          <pc:sldMk cId="3644479916" sldId="263"/>
        </pc:sldMkLst>
        <pc:spChg chg="mod">
          <ac:chgData name="최문석(MOON SEOK CHOI)[mschoi19]/책임/제조DX.자동보정.자동보정선행개발팀" userId="b461c574-904d-49dd-b4c4-a0a522fe5e7c" providerId="ADAL" clId="{B570E87C-3855-4F77-BA95-082DB82D68E5}" dt="2026-08-25T06:02:20.180" v="535" actId="1035"/>
          <ac:spMkLst>
            <pc:docMk/>
            <pc:sldMk cId="3644479916" sldId="263"/>
            <ac:spMk id="33" creationId="{C6130D39-21FB-4090-3F8F-4B1F807FB3DB}"/>
          </ac:spMkLst>
        </pc:spChg>
        <pc:grpChg chg="mod">
          <ac:chgData name="최문석(MOON SEOK CHOI)[mschoi19]/책임/제조DX.자동보정.자동보정선행개발팀" userId="b461c574-904d-49dd-b4c4-a0a522fe5e7c" providerId="ADAL" clId="{B570E87C-3855-4F77-BA95-082DB82D68E5}" dt="2026-08-25T06:02:24.364" v="538" actId="1038"/>
          <ac:grpSpMkLst>
            <pc:docMk/>
            <pc:sldMk cId="3644479916" sldId="263"/>
            <ac:grpSpMk id="31" creationId="{283578A4-D5E5-FA0D-077D-1745967457BC}"/>
          </ac:grpSpMkLst>
        </pc:grpChg>
      </pc:sldChg>
      <pc:sldChg chg="modSp mod">
        <pc:chgData name="최문석(MOON SEOK CHOI)[mschoi19]/책임/제조DX.자동보정.자동보정선행개발팀" userId="b461c574-904d-49dd-b4c4-a0a522fe5e7c" providerId="ADAL" clId="{B570E87C-3855-4F77-BA95-082DB82D68E5}" dt="2026-08-28T05:24:46.267" v="684" actId="14100"/>
        <pc:sldMkLst>
          <pc:docMk/>
          <pc:sldMk cId="648264874" sldId="279"/>
        </pc:sldMkLst>
        <pc:spChg chg="mod">
          <ac:chgData name="최문석(MOON SEOK CHOI)[mschoi19]/책임/제조DX.자동보정.자동보정선행개발팀" userId="b461c574-904d-49dd-b4c4-a0a522fe5e7c" providerId="ADAL" clId="{B570E87C-3855-4F77-BA95-082DB82D68E5}" dt="2026-08-25T06:09:09.203" v="594"/>
          <ac:spMkLst>
            <pc:docMk/>
            <pc:sldMk cId="648264874" sldId="279"/>
            <ac:spMk id="8" creationId="{DA3D18A2-7C82-8530-AC9E-4A17033BD0C2}"/>
          </ac:spMkLst>
        </pc:spChg>
        <pc:picChg chg="mod">
          <ac:chgData name="최문석(MOON SEOK CHOI)[mschoi19]/책임/제조DX.자동보정.자동보정선행개발팀" userId="b461c574-904d-49dd-b4c4-a0a522fe5e7c" providerId="ADAL" clId="{B570E87C-3855-4F77-BA95-082DB82D68E5}" dt="2026-08-28T05:24:46.267" v="684" actId="14100"/>
          <ac:picMkLst>
            <pc:docMk/>
            <pc:sldMk cId="648264874" sldId="279"/>
            <ac:picMk id="24" creationId="{C4F3733E-E899-DEF1-3AFE-7BB84C3E2D25}"/>
          </ac:picMkLst>
        </pc:picChg>
      </pc:sldChg>
      <pc:sldChg chg="modSp mod">
        <pc:chgData name="최문석(MOON SEOK CHOI)[mschoi19]/책임/제조DX.자동보정.자동보정선행개발팀" userId="b461c574-904d-49dd-b4c4-a0a522fe5e7c" providerId="ADAL" clId="{B570E87C-3855-4F77-BA95-082DB82D68E5}" dt="2026-08-25T05:56:48.524" v="515" actId="20577"/>
        <pc:sldMkLst>
          <pc:docMk/>
          <pc:sldMk cId="2114474638" sldId="312"/>
        </pc:sldMkLst>
        <pc:spChg chg="mod">
          <ac:chgData name="최문석(MOON SEOK CHOI)[mschoi19]/책임/제조DX.자동보정.자동보정선행개발팀" userId="b461c574-904d-49dd-b4c4-a0a522fe5e7c" providerId="ADAL" clId="{B570E87C-3855-4F77-BA95-082DB82D68E5}" dt="2026-08-25T05:56:48.524" v="515" actId="20577"/>
          <ac:spMkLst>
            <pc:docMk/>
            <pc:sldMk cId="2114474638" sldId="312"/>
            <ac:spMk id="19" creationId="{1988D2CF-F024-5909-FDED-6AB4B56B22DE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B570E87C-3855-4F77-BA95-082DB82D68E5}" dt="2026-08-25T02:22:42.463" v="16" actId="20577"/>
        <pc:sldMkLst>
          <pc:docMk/>
          <pc:sldMk cId="1767993320" sldId="324"/>
        </pc:sldMkLst>
        <pc:spChg chg="mod">
          <ac:chgData name="최문석(MOON SEOK CHOI)[mschoi19]/책임/제조DX.자동보정.자동보정선행개발팀" userId="b461c574-904d-49dd-b4c4-a0a522fe5e7c" providerId="ADAL" clId="{B570E87C-3855-4F77-BA95-082DB82D68E5}" dt="2026-08-25T02:22:42.463" v="16" actId="20577"/>
          <ac:spMkLst>
            <pc:docMk/>
            <pc:sldMk cId="1767993320" sldId="324"/>
            <ac:spMk id="16" creationId="{F49D00FE-AF2E-74AA-4922-481FEC90E68B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B570E87C-3855-4F77-BA95-082DB82D68E5}" dt="2026-08-25T06:43:44.177" v="627" actId="20577"/>
        <pc:sldMkLst>
          <pc:docMk/>
          <pc:sldMk cId="679677941" sldId="339"/>
        </pc:sldMkLst>
        <pc:spChg chg="mod">
          <ac:chgData name="최문석(MOON SEOK CHOI)[mschoi19]/책임/제조DX.자동보정.자동보정선행개발팀" userId="b461c574-904d-49dd-b4c4-a0a522fe5e7c" providerId="ADAL" clId="{B570E87C-3855-4F77-BA95-082DB82D68E5}" dt="2026-08-25T02:29:31.131" v="348" actId="20577"/>
          <ac:spMkLst>
            <pc:docMk/>
            <pc:sldMk cId="679677941" sldId="339"/>
            <ac:spMk id="7" creationId="{C19DCC39-960B-65E7-46B8-BF0210E803F4}"/>
          </ac:spMkLst>
        </pc:spChg>
        <pc:spChg chg="mod">
          <ac:chgData name="최문석(MOON SEOK CHOI)[mschoi19]/책임/제조DX.자동보정.자동보정선행개발팀" userId="b461c574-904d-49dd-b4c4-a0a522fe5e7c" providerId="ADAL" clId="{B570E87C-3855-4F77-BA95-082DB82D68E5}" dt="2026-08-25T06:43:44.177" v="627" actId="20577"/>
          <ac:spMkLst>
            <pc:docMk/>
            <pc:sldMk cId="679677941" sldId="339"/>
            <ac:spMk id="19" creationId="{1988D2CF-F024-5909-FDED-6AB4B56B22DE}"/>
          </ac:spMkLst>
        </pc:spChg>
      </pc:sldChg>
      <pc:sldChg chg="addSp delSp modSp mod">
        <pc:chgData name="최문석(MOON SEOK CHOI)[mschoi19]/책임/제조DX.자동보정.자동보정선행개발팀" userId="b461c574-904d-49dd-b4c4-a0a522fe5e7c" providerId="ADAL" clId="{B570E87C-3855-4F77-BA95-082DB82D68E5}" dt="2026-08-25T06:57:27.644" v="670" actId="14100"/>
        <pc:sldMkLst>
          <pc:docMk/>
          <pc:sldMk cId="907841183" sldId="396"/>
        </pc:sldMkLst>
        <pc:spChg chg="mod">
          <ac:chgData name="최문석(MOON SEOK CHOI)[mschoi19]/책임/제조DX.자동보정.자동보정선행개발팀" userId="b461c574-904d-49dd-b4c4-a0a522fe5e7c" providerId="ADAL" clId="{B570E87C-3855-4F77-BA95-082DB82D68E5}" dt="2026-08-25T06:43:20.403" v="615" actId="20577"/>
          <ac:spMkLst>
            <pc:docMk/>
            <pc:sldMk cId="907841183" sldId="396"/>
            <ac:spMk id="8" creationId="{4D7CA610-EF36-A835-C1D0-D7653D39AA4E}"/>
          </ac:spMkLst>
        </pc:spChg>
        <pc:spChg chg="mod">
          <ac:chgData name="최문석(MOON SEOK CHOI)[mschoi19]/책임/제조DX.자동보정.자동보정선행개발팀" userId="b461c574-904d-49dd-b4c4-a0a522fe5e7c" providerId="ADAL" clId="{B570E87C-3855-4F77-BA95-082DB82D68E5}" dt="2026-08-25T02:29:35.811" v="352" actId="20577"/>
          <ac:spMkLst>
            <pc:docMk/>
            <pc:sldMk cId="907841183" sldId="396"/>
            <ac:spMk id="16" creationId="{F49D00FE-AF2E-74AA-4922-481FEC90E68B}"/>
          </ac:spMkLst>
        </pc:spChg>
        <pc:grpChg chg="mod">
          <ac:chgData name="최문석(MOON SEOK CHOI)[mschoi19]/책임/제조DX.자동보정.자동보정선행개발팀" userId="b461c574-904d-49dd-b4c4-a0a522fe5e7c" providerId="ADAL" clId="{B570E87C-3855-4F77-BA95-082DB82D68E5}" dt="2026-08-25T02:23:37.836" v="46" actId="1037"/>
          <ac:grpSpMkLst>
            <pc:docMk/>
            <pc:sldMk cId="907841183" sldId="396"/>
            <ac:grpSpMk id="60" creationId="{B9583A18-FF7C-9166-3473-75F6355712D9}"/>
          </ac:grpSpMkLst>
        </pc:grpChg>
        <pc:graphicFrameChg chg="mod">
          <ac:chgData name="최문석(MOON SEOK CHOI)[mschoi19]/책임/제조DX.자동보정.자동보정선행개발팀" userId="b461c574-904d-49dd-b4c4-a0a522fe5e7c" providerId="ADAL" clId="{B570E87C-3855-4F77-BA95-082DB82D68E5}" dt="2026-08-25T02:24:47.430" v="138" actId="1076"/>
          <ac:graphicFrameMkLst>
            <pc:docMk/>
            <pc:sldMk cId="907841183" sldId="396"/>
            <ac:graphicFrameMk id="65" creationId="{75F154BC-8D8D-9493-2E60-71111563E489}"/>
          </ac:graphicFrameMkLst>
        </pc:graphicFrameChg>
        <pc:picChg chg="add mod">
          <ac:chgData name="최문석(MOON SEOK CHOI)[mschoi19]/책임/제조DX.자동보정.자동보정선행개발팀" userId="b461c574-904d-49dd-b4c4-a0a522fe5e7c" providerId="ADAL" clId="{B570E87C-3855-4F77-BA95-082DB82D68E5}" dt="2026-08-25T06:57:27.644" v="670" actId="14100"/>
          <ac:picMkLst>
            <pc:docMk/>
            <pc:sldMk cId="907841183" sldId="396"/>
            <ac:picMk id="13" creationId="{ABE2599C-72D3-87BF-DE04-F0A0DA863E25}"/>
          </ac:picMkLst>
        </pc:picChg>
      </pc:sldChg>
      <pc:sldChg chg="modSp mod">
        <pc:chgData name="최문석(MOON SEOK CHOI)[mschoi19]/책임/제조DX.자동보정.자동보정선행개발팀" userId="b461c574-904d-49dd-b4c4-a0a522fe5e7c" providerId="ADAL" clId="{B570E87C-3855-4F77-BA95-082DB82D68E5}" dt="2026-08-25T02:22:38.142" v="12" actId="20577"/>
        <pc:sldMkLst>
          <pc:docMk/>
          <pc:sldMk cId="2867748510" sldId="408"/>
        </pc:sldMkLst>
        <pc:spChg chg="mod">
          <ac:chgData name="최문석(MOON SEOK CHOI)[mschoi19]/책임/제조DX.자동보정.자동보정선행개발팀" userId="b461c574-904d-49dd-b4c4-a0a522fe5e7c" providerId="ADAL" clId="{B570E87C-3855-4F77-BA95-082DB82D68E5}" dt="2026-08-25T02:22:38.142" v="12" actId="20577"/>
          <ac:spMkLst>
            <pc:docMk/>
            <pc:sldMk cId="2867748510" sldId="408"/>
            <ac:spMk id="16" creationId="{432BB680-BBED-2F2B-C789-5B3A61E89253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B570E87C-3855-4F77-BA95-082DB82D68E5}" dt="2026-08-25T02:22:33.526" v="8" actId="20577"/>
        <pc:sldMkLst>
          <pc:docMk/>
          <pc:sldMk cId="215568041" sldId="430"/>
        </pc:sldMkLst>
        <pc:spChg chg="mod">
          <ac:chgData name="최문석(MOON SEOK CHOI)[mschoi19]/책임/제조DX.자동보정.자동보정선행개발팀" userId="b461c574-904d-49dd-b4c4-a0a522fe5e7c" providerId="ADAL" clId="{B570E87C-3855-4F77-BA95-082DB82D68E5}" dt="2026-08-25T02:22:33.526" v="8" actId="20577"/>
          <ac:spMkLst>
            <pc:docMk/>
            <pc:sldMk cId="215568041" sldId="430"/>
            <ac:spMk id="16" creationId="{432BB680-BBED-2F2B-C789-5B3A61E89253}"/>
          </ac:spMkLst>
        </pc:spChg>
      </pc:sldChg>
      <pc:sldChg chg="addSp delSp modSp mod">
        <pc:chgData name="최문석(MOON SEOK CHOI)[mschoi19]/책임/제조DX.자동보정.자동보정선행개발팀" userId="b461c574-904d-49dd-b4c4-a0a522fe5e7c" providerId="ADAL" clId="{B570E87C-3855-4F77-BA95-082DB82D68E5}" dt="2026-08-25T07:10:52.966" v="683" actId="20577"/>
        <pc:sldMkLst>
          <pc:docMk/>
          <pc:sldMk cId="722830885" sldId="2147483567"/>
        </pc:sldMkLst>
        <pc:spChg chg="mod">
          <ac:chgData name="최문석(MOON SEOK CHOI)[mschoi19]/책임/제조DX.자동보정.자동보정선행개발팀" userId="b461c574-904d-49dd-b4c4-a0a522fe5e7c" providerId="ADAL" clId="{B570E87C-3855-4F77-BA95-082DB82D68E5}" dt="2026-08-25T07:10:52.966" v="683" actId="20577"/>
          <ac:spMkLst>
            <pc:docMk/>
            <pc:sldMk cId="722830885" sldId="2147483567"/>
            <ac:spMk id="21" creationId="{8C51B5C4-0AF8-7836-BF28-C6127F7FCD60}"/>
          </ac:spMkLst>
        </pc:spChg>
        <pc:picChg chg="add mod">
          <ac:chgData name="최문석(MOON SEOK CHOI)[mschoi19]/책임/제조DX.자동보정.자동보정선행개발팀" userId="b461c574-904d-49dd-b4c4-a0a522fe5e7c" providerId="ADAL" clId="{B570E87C-3855-4F77-BA95-082DB82D68E5}" dt="2026-08-25T07:09:50.850" v="681" actId="14100"/>
          <ac:picMkLst>
            <pc:docMk/>
            <pc:sldMk cId="722830885" sldId="2147483567"/>
            <ac:picMk id="4" creationId="{76A1347D-DF26-0E3A-1547-42B27F6A7CBC}"/>
          </ac:picMkLst>
        </pc:picChg>
      </pc:sldChg>
    </pc:docChg>
  </pc:docChgLst>
  <pc:docChgLst>
    <pc:chgData name="서재근(JAEGEUN SEO)[jaegeun_seo]/책임/제조DX.자동보정.조립자동보정팀" userId="7bb6d943-2582-47a8-abe5-eec9821e0b5c" providerId="ADAL" clId="{E81C8FD5-B5F3-4956-AD3F-F51ADFDE2CEA}"/>
    <pc:docChg chg="custSel modSld">
      <pc:chgData name="서재근(JAEGEUN SEO)[jaegeun_seo]/책임/제조DX.자동보정.조립자동보정팀" userId="7bb6d943-2582-47a8-abe5-eec9821e0b5c" providerId="ADAL" clId="{E81C8FD5-B5F3-4956-AD3F-F51ADFDE2CEA}" dt="2026-08-25T23:54:36.849" v="1401" actId="20577"/>
      <pc:docMkLst>
        <pc:docMk/>
      </pc:docMkLst>
      <pc:sldChg chg="addSp delSp modSp mod">
        <pc:chgData name="서재근(JAEGEUN SEO)[jaegeun_seo]/책임/제조DX.자동보정.조립자동보정팀" userId="7bb6d943-2582-47a8-abe5-eec9821e0b5c" providerId="ADAL" clId="{E81C8FD5-B5F3-4956-AD3F-F51ADFDE2CEA}" dt="2026-08-25T05:45:33.219" v="783" actId="20577"/>
        <pc:sldMkLst>
          <pc:docMk/>
          <pc:sldMk cId="171816745" sldId="416"/>
        </pc:sldMkLst>
        <pc:spChg chg="mod">
          <ac:chgData name="서재근(JAEGEUN SEO)[jaegeun_seo]/책임/제조DX.자동보정.조립자동보정팀" userId="7bb6d943-2582-47a8-abe5-eec9821e0b5c" providerId="ADAL" clId="{E81C8FD5-B5F3-4956-AD3F-F51ADFDE2CEA}" dt="2026-08-25T05:45:33.219" v="783" actId="20577"/>
          <ac:spMkLst>
            <pc:docMk/>
            <pc:sldMk cId="171816745" sldId="416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E81C8FD5-B5F3-4956-AD3F-F51ADFDE2CEA}" dt="2026-08-25T05:43:27.682" v="504" actId="6549"/>
          <ac:spMkLst>
            <pc:docMk/>
            <pc:sldMk cId="171816745" sldId="416"/>
            <ac:spMk id="30" creationId="{0D42272B-7090-3E3D-C807-E7C5620E4BEA}"/>
          </ac:spMkLst>
        </pc:spChg>
      </pc:sldChg>
      <pc:sldChg chg="addSp delSp modSp mod">
        <pc:chgData name="서재근(JAEGEUN SEO)[jaegeun_seo]/책임/제조DX.자동보정.조립자동보정팀" userId="7bb6d943-2582-47a8-abe5-eec9821e0b5c" providerId="ADAL" clId="{E81C8FD5-B5F3-4956-AD3F-F51ADFDE2CEA}" dt="2026-08-25T23:54:36.849" v="1401" actId="20577"/>
        <pc:sldMkLst>
          <pc:docMk/>
          <pc:sldMk cId="2828155431" sldId="417"/>
        </pc:sldMkLst>
        <pc:spChg chg="mod">
          <ac:chgData name="서재근(JAEGEUN SEO)[jaegeun_seo]/책임/제조DX.자동보정.조립자동보정팀" userId="7bb6d943-2582-47a8-abe5-eec9821e0b5c" providerId="ADAL" clId="{E81C8FD5-B5F3-4956-AD3F-F51ADFDE2CEA}" dt="2026-08-25T23:54:36.849" v="1401" actId="20577"/>
          <ac:spMkLst>
            <pc:docMk/>
            <pc:sldMk cId="2828155431" sldId="417"/>
            <ac:spMk id="2" creationId="{22EA30F0-CF52-3455-5749-990D08F2AD73}"/>
          </ac:spMkLst>
        </pc:spChg>
        <pc:spChg chg="mod">
          <ac:chgData name="서재근(JAEGEUN SEO)[jaegeun_seo]/책임/제조DX.자동보정.조립자동보정팀" userId="7bb6d943-2582-47a8-abe5-eec9821e0b5c" providerId="ADAL" clId="{E81C8FD5-B5F3-4956-AD3F-F51ADFDE2CEA}" dt="2026-08-25T05:45:35.910" v="785" actId="20577"/>
          <ac:spMkLst>
            <pc:docMk/>
            <pc:sldMk cId="2828155431" sldId="417"/>
            <ac:spMk id="17" creationId="{3D171D3E-1985-8A6E-7869-31CB77FE3666}"/>
          </ac:spMkLst>
        </pc:spChg>
      </pc:sldChg>
    </pc:docChg>
  </pc:docChgLst>
  <pc:docChgLst>
    <pc:chgData name="황재웅(JAEWOONG HWANG)[xyxowen1234]/선임/제조DX.자동보정.조립자동보정팀" userId="84481fad-ac5e-4a35-844e-8829e3f0212e" providerId="ADAL" clId="{018A4200-9568-4621-9AE7-B43649EB426A}"/>
    <pc:docChg chg="undo redo custSel delSld modSld modSection">
      <pc:chgData name="황재웅(JAEWOONG HWANG)[xyxowen1234]/선임/제조DX.자동보정.조립자동보정팀" userId="84481fad-ac5e-4a35-844e-8829e3f0212e" providerId="ADAL" clId="{018A4200-9568-4621-9AE7-B43649EB426A}" dt="2026-09-16T01:03:46.982" v="523" actId="20577"/>
      <pc:docMkLst>
        <pc:docMk/>
      </pc:docMkLst>
      <pc:sldChg chg="addSp delSp modSp mod">
        <pc:chgData name="황재웅(JAEWOONG HWANG)[xyxowen1234]/선임/제조DX.자동보정.조립자동보정팀" userId="84481fad-ac5e-4a35-844e-8829e3f0212e" providerId="ADAL" clId="{018A4200-9568-4621-9AE7-B43649EB426A}" dt="2026-09-16T01:03:46.982" v="523" actId="20577"/>
        <pc:sldMkLst>
          <pc:docMk/>
          <pc:sldMk cId="3082611328" sldId="366"/>
        </pc:sldMkLst>
        <pc:spChg chg="mod">
          <ac:chgData name="황재웅(JAEWOONG HWANG)[xyxowen1234]/선임/제조DX.자동보정.조립자동보정팀" userId="84481fad-ac5e-4a35-844e-8829e3f0212e" providerId="ADAL" clId="{018A4200-9568-4621-9AE7-B43649EB426A}" dt="2026-09-15T01:55:49.362" v="140" actId="1036"/>
          <ac:spMkLst>
            <pc:docMk/>
            <pc:sldMk cId="3082611328" sldId="366"/>
            <ac:spMk id="4" creationId="{33155ABF-C7DF-E738-A254-0498BDE27519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5T02:21:00.889" v="392" actId="20577"/>
          <ac:spMkLst>
            <pc:docMk/>
            <pc:sldMk cId="3082611328" sldId="366"/>
            <ac:spMk id="7" creationId="{76597178-0C46-359F-C512-80C28D96C117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6T01:03:44.100" v="519" actId="20577"/>
          <ac:spMkLst>
            <pc:docMk/>
            <pc:sldMk cId="3082611328" sldId="366"/>
            <ac:spMk id="8" creationId="{B2EB5D59-B6F1-2384-010D-91866E2D11AC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5T02:20:14.065" v="271" actId="1076"/>
          <ac:spMkLst>
            <pc:docMk/>
            <pc:sldMk cId="3082611328" sldId="366"/>
            <ac:spMk id="12" creationId="{B8A014D9-2313-9D19-BE85-599F71DA10A2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6T01:03:46.982" v="523" actId="20577"/>
          <ac:spMkLst>
            <pc:docMk/>
            <pc:sldMk cId="3082611328" sldId="366"/>
            <ac:spMk id="13" creationId="{5FF8737D-25B4-3F86-DA9F-764B719CC85D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5T01:55:03.659" v="17" actId="1036"/>
          <ac:spMkLst>
            <pc:docMk/>
            <pc:sldMk cId="3082611328" sldId="366"/>
            <ac:spMk id="23" creationId="{CD5E1F19-6AC1-0DE1-816A-298F0B8321BB}"/>
          </ac:spMkLst>
        </pc:spChg>
        <pc:spChg chg="del mod">
          <ac:chgData name="황재웅(JAEWOONG HWANG)[xyxowen1234]/선임/제조DX.자동보정.조립자동보정팀" userId="84481fad-ac5e-4a35-844e-8829e3f0212e" providerId="ADAL" clId="{018A4200-9568-4621-9AE7-B43649EB426A}" dt="2026-09-15T01:56:37.677" v="143" actId="478"/>
          <ac:spMkLst>
            <pc:docMk/>
            <pc:sldMk cId="3082611328" sldId="366"/>
            <ac:spMk id="28" creationId="{14AB0618-252E-84A9-2F49-579FE8C2F9BB}"/>
          </ac:spMkLst>
        </pc:spChg>
        <pc:spChg chg="del mod">
          <ac:chgData name="황재웅(JAEWOONG HWANG)[xyxowen1234]/선임/제조DX.자동보정.조립자동보정팀" userId="84481fad-ac5e-4a35-844e-8829e3f0212e" providerId="ADAL" clId="{018A4200-9568-4621-9AE7-B43649EB426A}" dt="2026-09-15T01:56:37.677" v="143" actId="478"/>
          <ac:spMkLst>
            <pc:docMk/>
            <pc:sldMk cId="3082611328" sldId="366"/>
            <ac:spMk id="29" creationId="{40FB6102-D868-B767-1A4A-1F849A94B276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5T01:55:03.659" v="17" actId="1036"/>
          <ac:spMkLst>
            <pc:docMk/>
            <pc:sldMk cId="3082611328" sldId="366"/>
            <ac:spMk id="50" creationId="{0A425F61-26AD-E5AA-CAE9-89AA09424E8E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5T01:55:03.659" v="17" actId="1036"/>
          <ac:spMkLst>
            <pc:docMk/>
            <pc:sldMk cId="3082611328" sldId="366"/>
            <ac:spMk id="51" creationId="{BDEF03A4-D1A5-CC2D-4A96-94CA88CD28A3}"/>
          </ac:spMkLst>
        </pc:spChg>
        <pc:spChg chg="del mod">
          <ac:chgData name="황재웅(JAEWOONG HWANG)[xyxowen1234]/선임/제조DX.자동보정.조립자동보정팀" userId="84481fad-ac5e-4a35-844e-8829e3f0212e" providerId="ADAL" clId="{018A4200-9568-4621-9AE7-B43649EB426A}" dt="2026-09-15T01:56:37.677" v="143" actId="478"/>
          <ac:spMkLst>
            <pc:docMk/>
            <pc:sldMk cId="3082611328" sldId="366"/>
            <ac:spMk id="61" creationId="{E240AD7B-6092-7FCD-01F0-DBE929320962}"/>
          </ac:spMkLst>
        </pc:spChg>
        <pc:spChg chg="del mod">
          <ac:chgData name="황재웅(JAEWOONG HWANG)[xyxowen1234]/선임/제조DX.자동보정.조립자동보정팀" userId="84481fad-ac5e-4a35-844e-8829e3f0212e" providerId="ADAL" clId="{018A4200-9568-4621-9AE7-B43649EB426A}" dt="2026-09-15T01:56:37.677" v="143" actId="478"/>
          <ac:spMkLst>
            <pc:docMk/>
            <pc:sldMk cId="3082611328" sldId="366"/>
            <ac:spMk id="64" creationId="{32A8522D-3712-F6E1-8A97-2E7EAFB053F0}"/>
          </ac:spMkLst>
        </pc:spChg>
        <pc:spChg chg="del mod">
          <ac:chgData name="황재웅(JAEWOONG HWANG)[xyxowen1234]/선임/제조DX.자동보정.조립자동보정팀" userId="84481fad-ac5e-4a35-844e-8829e3f0212e" providerId="ADAL" clId="{018A4200-9568-4621-9AE7-B43649EB426A}" dt="2026-09-15T01:56:37.677" v="143" actId="478"/>
          <ac:spMkLst>
            <pc:docMk/>
            <pc:sldMk cId="3082611328" sldId="366"/>
            <ac:spMk id="65" creationId="{529B9BDA-FDC3-98C0-1D0E-C455572C49D7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5T01:55:03.659" v="17" actId="1036"/>
          <ac:spMkLst>
            <pc:docMk/>
            <pc:sldMk cId="3082611328" sldId="366"/>
            <ac:spMk id="66" creationId="{7CEA134E-72AA-9CA4-E4AA-C6CB5D269798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5T01:55:03.659" v="17" actId="1036"/>
          <ac:spMkLst>
            <pc:docMk/>
            <pc:sldMk cId="3082611328" sldId="366"/>
            <ac:spMk id="67" creationId="{94821064-B21B-8FC0-8F76-AB1B114D22E5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5T01:55:03.659" v="17" actId="1036"/>
          <ac:spMkLst>
            <pc:docMk/>
            <pc:sldMk cId="3082611328" sldId="366"/>
            <ac:spMk id="68" creationId="{F9ACF1A9-8B9A-B380-4382-CD043F399612}"/>
          </ac:spMkLst>
        </pc:spChg>
        <pc:spChg chg="mod">
          <ac:chgData name="황재웅(JAEWOONG HWANG)[xyxowen1234]/선임/제조DX.자동보정.조립자동보정팀" userId="84481fad-ac5e-4a35-844e-8829e3f0212e" providerId="ADAL" clId="{018A4200-9568-4621-9AE7-B43649EB426A}" dt="2026-09-15T01:55:03.659" v="17" actId="1036"/>
          <ac:spMkLst>
            <pc:docMk/>
            <pc:sldMk cId="3082611328" sldId="366"/>
            <ac:spMk id="69" creationId="{8A3474DC-161B-164E-9B20-B67103F670BA}"/>
          </ac:spMkLst>
        </pc:spChg>
        <pc:spChg chg="add mod">
          <ac:chgData name="황재웅(JAEWOONG HWANG)[xyxowen1234]/선임/제조DX.자동보정.조립자동보정팀" userId="84481fad-ac5e-4a35-844e-8829e3f0212e" providerId="ADAL" clId="{018A4200-9568-4621-9AE7-B43649EB426A}" dt="2026-09-15T02:19:56.537" v="270" actId="1076"/>
          <ac:spMkLst>
            <pc:docMk/>
            <pc:sldMk cId="3082611328" sldId="366"/>
            <ac:spMk id="71" creationId="{6A0AA59B-D3A0-108D-76C6-C8DF2682582F}"/>
          </ac:spMkLst>
        </pc:spChg>
        <pc:grpChg chg="del mod">
          <ac:chgData name="황재웅(JAEWOONG HWANG)[xyxowen1234]/선임/제조DX.자동보정.조립자동보정팀" userId="84481fad-ac5e-4a35-844e-8829e3f0212e" providerId="ADAL" clId="{018A4200-9568-4621-9AE7-B43649EB426A}" dt="2026-09-15T01:56:37.677" v="143" actId="478"/>
          <ac:grpSpMkLst>
            <pc:docMk/>
            <pc:sldMk cId="3082611328" sldId="366"/>
            <ac:grpSpMk id="11" creationId="{18F48AB5-ABE5-1194-C47C-7070938FEC16}"/>
          </ac:grpSpMkLst>
        </pc:grpChg>
        <pc:graphicFrameChg chg="mod">
          <ac:chgData name="황재웅(JAEWOONG HWANG)[xyxowen1234]/선임/제조DX.자동보정.조립자동보정팀" userId="84481fad-ac5e-4a35-844e-8829e3f0212e" providerId="ADAL" clId="{018A4200-9568-4621-9AE7-B43649EB426A}" dt="2026-09-15T01:55:54.518" v="141" actId="1076"/>
          <ac:graphicFrameMkLst>
            <pc:docMk/>
            <pc:sldMk cId="3082611328" sldId="366"/>
            <ac:graphicFrameMk id="119" creationId="{00000000-0000-0000-0000-000000000000}"/>
          </ac:graphicFrameMkLst>
        </pc:graphicFrameChg>
        <pc:picChg chg="add mod">
          <ac:chgData name="황재웅(JAEWOONG HWANG)[xyxowen1234]/선임/제조DX.자동보정.조립자동보정팀" userId="84481fad-ac5e-4a35-844e-8829e3f0212e" providerId="ADAL" clId="{018A4200-9568-4621-9AE7-B43649EB426A}" dt="2026-09-15T02:19:08.138" v="187" actId="14100"/>
          <ac:picMkLst>
            <pc:docMk/>
            <pc:sldMk cId="3082611328" sldId="366"/>
            <ac:picMk id="22" creationId="{9F50EDFC-0071-AF75-F478-86F9592D2734}"/>
          </ac:picMkLst>
        </pc:picChg>
        <pc:picChg chg="del mod">
          <ac:chgData name="황재웅(JAEWOONG HWANG)[xyxowen1234]/선임/제조DX.자동보정.조립자동보정팀" userId="84481fad-ac5e-4a35-844e-8829e3f0212e" providerId="ADAL" clId="{018A4200-9568-4621-9AE7-B43649EB426A}" dt="2026-09-15T01:56:37.677" v="143" actId="478"/>
          <ac:picMkLst>
            <pc:docMk/>
            <pc:sldMk cId="3082611328" sldId="366"/>
            <ac:picMk id="123" creationId="{00000000-0000-0000-0000-000000000000}"/>
          </ac:picMkLst>
        </pc:picChg>
        <pc:cxnChg chg="add mod">
          <ac:chgData name="황재웅(JAEWOONG HWANG)[xyxowen1234]/선임/제조DX.자동보정.조립자동보정팀" userId="84481fad-ac5e-4a35-844e-8829e3f0212e" providerId="ADAL" clId="{018A4200-9568-4621-9AE7-B43649EB426A}" dt="2026-09-15T02:19:19.964" v="198" actId="14100"/>
          <ac:cxnSpMkLst>
            <pc:docMk/>
            <pc:sldMk cId="3082611328" sldId="366"/>
            <ac:cxnSpMk id="52" creationId="{56DC5086-4513-7FCE-9571-33B894B454CE}"/>
          </ac:cxnSpMkLst>
        </pc:cxnChg>
        <pc:cxnChg chg="mod">
          <ac:chgData name="황재웅(JAEWOONG HWANG)[xyxowen1234]/선임/제조DX.자동보정.조립자동보정팀" userId="84481fad-ac5e-4a35-844e-8829e3f0212e" providerId="ADAL" clId="{018A4200-9568-4621-9AE7-B43649EB426A}" dt="2026-09-15T01:55:03.659" v="17" actId="1036"/>
          <ac:cxnSpMkLst>
            <pc:docMk/>
            <pc:sldMk cId="3082611328" sldId="366"/>
            <ac:cxnSpMk id="53" creationId="{90F6A78A-7EF5-4A0F-9F72-C7630A8003E1}"/>
          </ac:cxnSpMkLst>
        </pc:cxnChg>
        <pc:cxnChg chg="mod">
          <ac:chgData name="황재웅(JAEWOONG HWANG)[xyxowen1234]/선임/제조DX.자동보정.조립자동보정팀" userId="84481fad-ac5e-4a35-844e-8829e3f0212e" providerId="ADAL" clId="{018A4200-9568-4621-9AE7-B43649EB426A}" dt="2026-09-15T01:55:03.659" v="17" actId="1036"/>
          <ac:cxnSpMkLst>
            <pc:docMk/>
            <pc:sldMk cId="3082611328" sldId="366"/>
            <ac:cxnSpMk id="55" creationId="{5E969521-BA8D-6487-8BA8-65AE4135B1D8}"/>
          </ac:cxnSpMkLst>
        </pc:cxnChg>
        <pc:cxnChg chg="add mod">
          <ac:chgData name="황재웅(JAEWOONG HWANG)[xyxowen1234]/선임/제조DX.자동보정.조립자동보정팀" userId="84481fad-ac5e-4a35-844e-8829e3f0212e" providerId="ADAL" clId="{018A4200-9568-4621-9AE7-B43649EB426A}" dt="2026-09-15T02:19:23.540" v="199" actId="571"/>
          <ac:cxnSpMkLst>
            <pc:docMk/>
            <pc:sldMk cId="3082611328" sldId="366"/>
            <ac:cxnSpMk id="56" creationId="{94802FE9-D58E-500E-15BE-0F37A67B1D6E}"/>
          </ac:cxnSpMkLst>
        </pc:cxnChg>
        <pc:cxnChg chg="mod">
          <ac:chgData name="황재웅(JAEWOONG HWANG)[xyxowen1234]/선임/제조DX.자동보정.조립자동보정팀" userId="84481fad-ac5e-4a35-844e-8829e3f0212e" providerId="ADAL" clId="{018A4200-9568-4621-9AE7-B43649EB426A}" dt="2026-09-15T01:55:03.659" v="17" actId="1036"/>
          <ac:cxnSpMkLst>
            <pc:docMk/>
            <pc:sldMk cId="3082611328" sldId="366"/>
            <ac:cxnSpMk id="57" creationId="{C16280C7-3DB3-7D7C-38A0-CD9DFABF2540}"/>
          </ac:cxnSpMkLst>
        </pc:cxnChg>
        <pc:cxnChg chg="add mod">
          <ac:chgData name="황재웅(JAEWOONG HWANG)[xyxowen1234]/선임/제조DX.자동보정.조립자동보정팀" userId="84481fad-ac5e-4a35-844e-8829e3f0212e" providerId="ADAL" clId="{018A4200-9568-4621-9AE7-B43649EB426A}" dt="2026-09-15T02:19:26.392" v="200" actId="571"/>
          <ac:cxnSpMkLst>
            <pc:docMk/>
            <pc:sldMk cId="3082611328" sldId="366"/>
            <ac:cxnSpMk id="58" creationId="{8EC09E50-B1BE-7BBF-594A-C5A1008018FD}"/>
          </ac:cxnSpMkLst>
        </pc:cxnChg>
        <pc:cxnChg chg="del mod">
          <ac:chgData name="황재웅(JAEWOONG HWANG)[xyxowen1234]/선임/제조DX.자동보정.조립자동보정팀" userId="84481fad-ac5e-4a35-844e-8829e3f0212e" providerId="ADAL" clId="{018A4200-9568-4621-9AE7-B43649EB426A}" dt="2026-09-15T01:56:37.677" v="143" actId="478"/>
          <ac:cxnSpMkLst>
            <pc:docMk/>
            <pc:sldMk cId="3082611328" sldId="366"/>
            <ac:cxnSpMk id="59" creationId="{79FD3945-8C63-5110-BC15-799D14366FF8}"/>
          </ac:cxnSpMkLst>
        </pc:cxnChg>
        <pc:cxnChg chg="del mod">
          <ac:chgData name="황재웅(JAEWOONG HWANG)[xyxowen1234]/선임/제조DX.자동보정.조립자동보정팀" userId="84481fad-ac5e-4a35-844e-8829e3f0212e" providerId="ADAL" clId="{018A4200-9568-4621-9AE7-B43649EB426A}" dt="2026-09-15T01:56:37.677" v="143" actId="478"/>
          <ac:cxnSpMkLst>
            <pc:docMk/>
            <pc:sldMk cId="3082611328" sldId="366"/>
            <ac:cxnSpMk id="60" creationId="{F71251B2-B183-EDA5-A05B-3475E0AF7287}"/>
          </ac:cxnSpMkLst>
        </pc:cxnChg>
        <pc:cxnChg chg="add mod">
          <ac:chgData name="황재웅(JAEWOONG HWANG)[xyxowen1234]/선임/제조DX.자동보정.조립자동보정팀" userId="84481fad-ac5e-4a35-844e-8829e3f0212e" providerId="ADAL" clId="{018A4200-9568-4621-9AE7-B43649EB426A}" dt="2026-09-15T02:19:29.996" v="201" actId="571"/>
          <ac:cxnSpMkLst>
            <pc:docMk/>
            <pc:sldMk cId="3082611328" sldId="366"/>
            <ac:cxnSpMk id="62" creationId="{D826922F-A130-54B8-9E0A-A3FB600CFB95}"/>
          </ac:cxnSpMkLst>
        </pc:cxnChg>
        <pc:cxnChg chg="add mod">
          <ac:chgData name="황재웅(JAEWOONG HWANG)[xyxowen1234]/선임/제조DX.자동보정.조립자동보정팀" userId="84481fad-ac5e-4a35-844e-8829e3f0212e" providerId="ADAL" clId="{018A4200-9568-4621-9AE7-B43649EB426A}" dt="2026-09-15T02:19:32.816" v="202" actId="571"/>
          <ac:cxnSpMkLst>
            <pc:docMk/>
            <pc:sldMk cId="3082611328" sldId="366"/>
            <ac:cxnSpMk id="63" creationId="{7772F92C-74D5-F0B9-A1E4-44253BD7A426}"/>
          </ac:cxnSpMkLst>
        </pc:cxnChg>
        <pc:cxnChg chg="add mod">
          <ac:chgData name="황재웅(JAEWOONG HWANG)[xyxowen1234]/선임/제조DX.자동보정.조립자동보정팀" userId="84481fad-ac5e-4a35-844e-8829e3f0212e" providerId="ADAL" clId="{018A4200-9568-4621-9AE7-B43649EB426A}" dt="2026-09-15T02:19:34.108" v="203" actId="571"/>
          <ac:cxnSpMkLst>
            <pc:docMk/>
            <pc:sldMk cId="3082611328" sldId="366"/>
            <ac:cxnSpMk id="70" creationId="{CD85FF76-706C-BFEA-3878-A0FA8DCABC2F}"/>
          </ac:cxnSpMkLst>
        </pc:cxnChg>
      </pc:sldChg>
      <pc:sldChg chg="modSp del mod">
        <pc:chgData name="황재웅(JAEWOONG HWANG)[xyxowen1234]/선임/제조DX.자동보정.조립자동보정팀" userId="84481fad-ac5e-4a35-844e-8829e3f0212e" providerId="ADAL" clId="{018A4200-9568-4621-9AE7-B43649EB426A}" dt="2026-09-15T01:54:48.083" v="4" actId="47"/>
        <pc:sldMkLst>
          <pc:docMk/>
          <pc:sldMk cId="2754141989" sldId="379"/>
        </pc:sldMkLst>
        <pc:spChg chg="mod">
          <ac:chgData name="황재웅(JAEWOONG HWANG)[xyxowen1234]/선임/제조DX.자동보정.조립자동보정팀" userId="84481fad-ac5e-4a35-844e-8829e3f0212e" providerId="ADAL" clId="{018A4200-9568-4621-9AE7-B43649EB426A}" dt="2026-09-15T01:54:34.947" v="3" actId="207"/>
          <ac:spMkLst>
            <pc:docMk/>
            <pc:sldMk cId="2754141989" sldId="379"/>
            <ac:spMk id="36" creationId="{8C5E7C45-07FA-0858-806B-6A5D879F2438}"/>
          </ac:spMkLst>
        </pc:spChg>
      </pc:sldChg>
    </pc:docChg>
  </pc:docChgLst>
  <pc:docChgLst>
    <pc:chgData name="김태욱(TAEWOOK KIM)[twkiii]/선임/제조DX.자동보정.자동보정선행개발팀" userId="S::twkiii@lgensol.com::7550169e-81b5-4b23-9cda-68528cfbbc51" providerId="AD" clId="Web-{FE1E7FF3-9AD5-CF39-9F45-DE9BD8A0FB80}"/>
    <pc:docChg chg="addSld delSld modSld sldOrd modSection">
      <pc:chgData name="김태욱(TAEWOOK KIM)[twkiii]/선임/제조DX.자동보정.자동보정선행개발팀" userId="S::twkiii@lgensol.com::7550169e-81b5-4b23-9cda-68528cfbbc51" providerId="AD" clId="Web-{FE1E7FF3-9AD5-CF39-9F45-DE9BD8A0FB80}" dt="2026-08-11T07:20:38.809" v="1146"/>
      <pc:docMkLst>
        <pc:docMk/>
      </pc:docMkLst>
      <pc:sldChg chg="addSp delSp modSp">
        <pc:chgData name="김태욱(TAEWOOK KIM)[twkiii]/선임/제조DX.자동보정.자동보정선행개발팀" userId="S::twkiii@lgensol.com::7550169e-81b5-4b23-9cda-68528cfbbc51" providerId="AD" clId="Web-{FE1E7FF3-9AD5-CF39-9F45-DE9BD8A0FB80}" dt="2026-08-11T07:20:38.809" v="1146"/>
        <pc:sldMkLst>
          <pc:docMk/>
          <pc:sldMk cId="928751940" sldId="266"/>
        </pc:sldMkLst>
        <pc:spChg chg="mod">
          <ac:chgData name="김태욱(TAEWOOK KIM)[twkiii]/선임/제조DX.자동보정.자동보정선행개발팀" userId="S::twkiii@lgensol.com::7550169e-81b5-4b23-9cda-68528cfbbc51" providerId="AD" clId="Web-{FE1E7FF3-9AD5-CF39-9F45-DE9BD8A0FB80}" dt="2026-08-11T06:43:28.448" v="1138" actId="20577"/>
          <ac:spMkLst>
            <pc:docMk/>
            <pc:sldMk cId="928751940" sldId="266"/>
            <ac:spMk id="8" creationId="{4D7CA610-EF36-A835-C1D0-D7653D39AA4E}"/>
          </ac:spMkLst>
        </pc:spChg>
        <pc:spChg chg="add mod">
          <ac:chgData name="김태욱(TAEWOOK KIM)[twkiii]/선임/제조DX.자동보정.자동보정선행개발팀" userId="S::twkiii@lgensol.com::7550169e-81b5-4b23-9cda-68528cfbbc51" providerId="AD" clId="Web-{FE1E7FF3-9AD5-CF39-9F45-DE9BD8A0FB80}" dt="2026-08-11T06:42:25.884" v="1097" actId="1076"/>
          <ac:spMkLst>
            <pc:docMk/>
            <pc:sldMk cId="928751940" sldId="266"/>
            <ac:spMk id="18" creationId="{7404FF60-2AE8-0BA4-3E6E-386942D887D5}"/>
          </ac:spMkLst>
        </pc:spChg>
        <pc:spChg chg="add mod">
          <ac:chgData name="김태욱(TAEWOOK KIM)[twkiii]/선임/제조DX.자동보정.자동보정선행개발팀" userId="S::twkiii@lgensol.com::7550169e-81b5-4b23-9cda-68528cfbbc51" providerId="AD" clId="Web-{FE1E7FF3-9AD5-CF39-9F45-DE9BD8A0FB80}" dt="2026-08-11T06:42:26.040" v="1098" actId="1076"/>
          <ac:spMkLst>
            <pc:docMk/>
            <pc:sldMk cId="928751940" sldId="266"/>
            <ac:spMk id="22" creationId="{228E3368-3915-A216-113E-C3908B218792}"/>
          </ac:spMkLst>
        </pc:spChg>
        <pc:spChg chg="add mod">
          <ac:chgData name="김태욱(TAEWOOK KIM)[twkiii]/선임/제조DX.자동보정.자동보정선행개발팀" userId="S::twkiii@lgensol.com::7550169e-81b5-4b23-9cda-68528cfbbc51" providerId="AD" clId="Web-{FE1E7FF3-9AD5-CF39-9F45-DE9BD8A0FB80}" dt="2026-08-11T06:39:21.097" v="1043" actId="14100"/>
          <ac:spMkLst>
            <pc:docMk/>
            <pc:sldMk cId="928751940" sldId="266"/>
            <ac:spMk id="25" creationId="{E25A5B4E-EAB2-2D08-8346-9EFFBDC74586}"/>
          </ac:spMkLst>
        </pc:spChg>
        <pc:spChg chg="add mod">
          <ac:chgData name="김태욱(TAEWOOK KIM)[twkiii]/선임/제조DX.자동보정.자동보정선행개발팀" userId="S::twkiii@lgensol.com::7550169e-81b5-4b23-9cda-68528cfbbc51" providerId="AD" clId="Web-{FE1E7FF3-9AD5-CF39-9F45-DE9BD8A0FB80}" dt="2026-08-11T06:39:21.097" v="1042" actId="14100"/>
          <ac:spMkLst>
            <pc:docMk/>
            <pc:sldMk cId="928751940" sldId="266"/>
            <ac:spMk id="27" creationId="{45BF7C3A-8871-DCB7-E84C-9C9152792648}"/>
          </ac:spMkLst>
        </pc:spChg>
        <pc:spChg chg="add mod">
          <ac:chgData name="김태욱(TAEWOOK KIM)[twkiii]/선임/제조DX.자동보정.자동보정선행개발팀" userId="S::twkiii@lgensol.com::7550169e-81b5-4b23-9cda-68528cfbbc51" providerId="AD" clId="Web-{FE1E7FF3-9AD5-CF39-9F45-DE9BD8A0FB80}" dt="2026-08-11T06:39:21.097" v="1040" actId="14100"/>
          <ac:spMkLst>
            <pc:docMk/>
            <pc:sldMk cId="928751940" sldId="266"/>
            <ac:spMk id="31" creationId="{9D6C01FB-18F3-11E7-6412-67E064A9933E}"/>
          </ac:spMkLst>
        </pc:spChg>
        <pc:spChg chg="add mod">
          <ac:chgData name="김태욱(TAEWOOK KIM)[twkiii]/선임/제조DX.자동보정.자동보정선행개발팀" userId="S::twkiii@lgensol.com::7550169e-81b5-4b23-9cda-68528cfbbc51" providerId="AD" clId="Web-{FE1E7FF3-9AD5-CF39-9F45-DE9BD8A0FB80}" dt="2026-08-11T06:39:21.097" v="1039" actId="14100"/>
          <ac:spMkLst>
            <pc:docMk/>
            <pc:sldMk cId="928751940" sldId="266"/>
            <ac:spMk id="33" creationId="{0D407D25-9ACB-B6C6-1936-F2B7B46CB604}"/>
          </ac:spMkLst>
        </pc:spChg>
        <pc:graphicFrameChg chg="mod modGraphic">
          <ac:chgData name="김태욱(TAEWOOK KIM)[twkiii]/선임/제조DX.자동보정.자동보정선행개발팀" userId="S::twkiii@lgensol.com::7550169e-81b5-4b23-9cda-68528cfbbc51" providerId="AD" clId="Web-{FE1E7FF3-9AD5-CF39-9F45-DE9BD8A0FB80}" dt="2026-08-11T05:50:39.580" v="247"/>
          <ac:graphicFrameMkLst>
            <pc:docMk/>
            <pc:sldMk cId="928751940" sldId="266"/>
            <ac:graphicFrameMk id="20" creationId="{193120E1-E7EF-5BA4-2828-1CCFCD233EC7}"/>
          </ac:graphicFrameMkLst>
        </pc:graphicFrameChg>
        <pc:picChg chg="add mod">
          <ac:chgData name="김태욱(TAEWOOK KIM)[twkiii]/선임/제조DX.자동보정.자동보정선행개발팀" userId="S::twkiii@lgensol.com::7550169e-81b5-4b23-9cda-68528cfbbc51" providerId="AD" clId="Web-{FE1E7FF3-9AD5-CF39-9F45-DE9BD8A0FB80}" dt="2026-08-11T06:39:38.957" v="1051" actId="1076"/>
          <ac:picMkLst>
            <pc:docMk/>
            <pc:sldMk cId="928751940" sldId="266"/>
            <ac:picMk id="9" creationId="{29D88D36-1EFB-B159-F717-57C668BAB7B0}"/>
          </ac:picMkLst>
        </pc:picChg>
        <pc:picChg chg="add mod">
          <ac:chgData name="김태욱(TAEWOOK KIM)[twkiii]/선임/제조DX.자동보정.자동보정선행개발팀" userId="S::twkiii@lgensol.com::7550169e-81b5-4b23-9cda-68528cfbbc51" providerId="AD" clId="Web-{FE1E7FF3-9AD5-CF39-9F45-DE9BD8A0FB80}" dt="2026-08-11T06:39:21.097" v="1046" actId="14100"/>
          <ac:picMkLst>
            <pc:docMk/>
            <pc:sldMk cId="928751940" sldId="266"/>
            <ac:picMk id="13" creationId="{440D7BC1-B515-65ED-22DA-A295133C3C36}"/>
          </ac:picMkLst>
        </pc:picChg>
        <pc:cxnChg chg="add mod">
          <ac:chgData name="김태욱(TAEWOOK KIM)[twkiii]/선임/제조DX.자동보정.자동보정선행개발팀" userId="S::twkiii@lgensol.com::7550169e-81b5-4b23-9cda-68528cfbbc51" providerId="AD" clId="Web-{FE1E7FF3-9AD5-CF39-9F45-DE9BD8A0FB80}" dt="2026-08-11T06:39:21.097" v="1041" actId="14100"/>
          <ac:cxnSpMkLst>
            <pc:docMk/>
            <pc:sldMk cId="928751940" sldId="266"/>
            <ac:cxnSpMk id="29" creationId="{54EE0CD9-333A-F0E9-9525-CDFF01295662}"/>
          </ac:cxnSpMkLst>
        </pc:cxnChg>
      </pc:sldChg>
      <pc:sldChg chg="add replId">
        <pc:chgData name="김태욱(TAEWOOK KIM)[twkiii]/선임/제조DX.자동보정.자동보정선행개발팀" userId="S::twkiii@lgensol.com::7550169e-81b5-4b23-9cda-68528cfbbc51" providerId="AD" clId="Web-{FE1E7FF3-9AD5-CF39-9F45-DE9BD8A0FB80}" dt="2026-08-11T06:35:56.732" v="960"/>
        <pc:sldMkLst>
          <pc:docMk/>
          <pc:sldMk cId="4009032242" sldId="271"/>
        </pc:sldMkLst>
      </pc:sldChg>
      <pc:sldChg chg="ord">
        <pc:chgData name="김태욱(TAEWOOK KIM)[twkiii]/선임/제조DX.자동보정.자동보정선행개발팀" userId="S::twkiii@lgensol.com::7550169e-81b5-4b23-9cda-68528cfbbc51" providerId="AD" clId="Web-{FE1E7FF3-9AD5-CF39-9F45-DE9BD8A0FB80}" dt="2026-08-11T06:18:22.970" v="802"/>
        <pc:sldMkLst>
          <pc:docMk/>
          <pc:sldMk cId="854844539" sldId="306"/>
        </pc:sldMkLst>
      </pc:sldChg>
      <pc:sldChg chg="addSp delSp modSp">
        <pc:chgData name="김태욱(TAEWOOK KIM)[twkiii]/선임/제조DX.자동보정.자동보정선행개발팀" userId="S::twkiii@lgensol.com::7550169e-81b5-4b23-9cda-68528cfbbc51" providerId="AD" clId="Web-{FE1E7FF3-9AD5-CF39-9F45-DE9BD8A0FB80}" dt="2026-08-11T06:35:37.013" v="956"/>
        <pc:sldMkLst>
          <pc:docMk/>
          <pc:sldMk cId="2114474638" sldId="312"/>
        </pc:sldMkLst>
        <pc:spChg chg="mod">
          <ac:chgData name="김태욱(TAEWOOK KIM)[twkiii]/선임/제조DX.자동보정.자동보정선행개발팀" userId="S::twkiii@lgensol.com::7550169e-81b5-4b23-9cda-68528cfbbc51" providerId="AD" clId="Web-{FE1E7FF3-9AD5-CF39-9F45-DE9BD8A0FB80}" dt="2026-08-11T06:35:09.887" v="955" actId="20577"/>
          <ac:spMkLst>
            <pc:docMk/>
            <pc:sldMk cId="2114474638" sldId="312"/>
            <ac:spMk id="8" creationId="{5D526505-D42E-9057-C001-0852EA8A52FC}"/>
          </ac:spMkLst>
        </pc:spChg>
      </pc:sldChg>
    </pc:docChg>
  </pc:docChgLst>
  <pc:docChgLst>
    <pc:chgData name="서재근(JAEGEUN SEO)[jaegeun_seo]/책임/제조DX.자동보정.조립자동보정팀" userId="7bb6d943-2582-47a8-abe5-eec9821e0b5c" providerId="ADAL" clId="{D17E1879-39DA-4874-BC6F-B43C27028D13}"/>
    <pc:docChg chg="undo custSel modSld">
      <pc:chgData name="서재근(JAEGEUN SEO)[jaegeun_seo]/책임/제조DX.자동보정.조립자동보정팀" userId="7bb6d943-2582-47a8-abe5-eec9821e0b5c" providerId="ADAL" clId="{D17E1879-39DA-4874-BC6F-B43C27028D13}" dt="2026-09-22T04:35:00.879" v="2523" actId="1076"/>
      <pc:docMkLst>
        <pc:docMk/>
      </pc:docMkLst>
      <pc:sldChg chg="addSp modSp">
        <pc:chgData name="서재근(JAEGEUN SEO)[jaegeun_seo]/책임/제조DX.자동보정.조립자동보정팀" userId="7bb6d943-2582-47a8-abe5-eec9821e0b5c" providerId="ADAL" clId="{D17E1879-39DA-4874-BC6F-B43C27028D13}" dt="2026-09-22T04:11:12.547" v="2060"/>
        <pc:sldMkLst>
          <pc:docMk/>
          <pc:sldMk cId="4136951071" sldId="311"/>
        </pc:sldMkLst>
        <pc:spChg chg="add mod">
          <ac:chgData name="서재근(JAEGEUN SEO)[jaegeun_seo]/책임/제조DX.자동보정.조립자동보정팀" userId="7bb6d943-2582-47a8-abe5-eec9821e0b5c" providerId="ADAL" clId="{D17E1879-39DA-4874-BC6F-B43C27028D13}" dt="2026-09-22T04:11:12.547" v="2060"/>
          <ac:spMkLst>
            <pc:docMk/>
            <pc:sldMk cId="4136951071" sldId="311"/>
            <ac:spMk id="2" creationId="{A69356F4-15D9-7459-A0F0-1E15FD09252C}"/>
          </ac:spMkLst>
        </pc:spChg>
      </pc:sldChg>
      <pc:sldChg chg="modSp mod">
        <pc:chgData name="서재근(JAEGEUN SEO)[jaegeun_seo]/책임/제조DX.자동보정.조립자동보정팀" userId="7bb6d943-2582-47a8-abe5-eec9821e0b5c" providerId="ADAL" clId="{D17E1879-39DA-4874-BC6F-B43C27028D13}" dt="2026-09-22T02:10:32.945" v="964" actId="20577"/>
        <pc:sldMkLst>
          <pc:docMk/>
          <pc:sldMk cId="4093150624" sldId="371"/>
        </pc:sldMkLst>
        <pc:spChg chg="mod">
          <ac:chgData name="서재근(JAEGEUN SEO)[jaegeun_seo]/책임/제조DX.자동보정.조립자동보정팀" userId="7bb6d943-2582-47a8-abe5-eec9821e0b5c" providerId="ADAL" clId="{D17E1879-39DA-4874-BC6F-B43C27028D13}" dt="2026-09-22T02:09:00.069" v="955" actId="20577"/>
          <ac:spMkLst>
            <pc:docMk/>
            <pc:sldMk cId="4093150624" sldId="371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D17E1879-39DA-4874-BC6F-B43C27028D13}" dt="2026-09-22T02:10:32.945" v="964" actId="20577"/>
          <ac:spMkLst>
            <pc:docMk/>
            <pc:sldMk cId="4093150624" sldId="371"/>
            <ac:spMk id="18" creationId="{5B20E7F4-5EC3-322A-DD64-FA9CB7EBD060}"/>
          </ac:spMkLst>
        </pc:spChg>
        <pc:spChg chg="mod">
          <ac:chgData name="서재근(JAEGEUN SEO)[jaegeun_seo]/책임/제조DX.자동보정.조립자동보정팀" userId="7bb6d943-2582-47a8-abe5-eec9821e0b5c" providerId="ADAL" clId="{D17E1879-39DA-4874-BC6F-B43C27028D13}" dt="2026-09-22T02:06:46.510" v="530" actId="20577"/>
          <ac:spMkLst>
            <pc:docMk/>
            <pc:sldMk cId="4093150624" sldId="371"/>
            <ac:spMk id="30" creationId="{0D42272B-7090-3E3D-C807-E7C5620E4BEA}"/>
          </ac:spMkLst>
        </pc:spChg>
        <pc:graphicFrameChg chg="mod modGraphic">
          <ac:chgData name="서재근(JAEGEUN SEO)[jaegeun_seo]/책임/제조DX.자동보정.조립자동보정팀" userId="7bb6d943-2582-47a8-abe5-eec9821e0b5c" providerId="ADAL" clId="{D17E1879-39DA-4874-BC6F-B43C27028D13}" dt="2026-09-22T02:08:54.926" v="951" actId="21"/>
          <ac:graphicFrameMkLst>
            <pc:docMk/>
            <pc:sldMk cId="4093150624" sldId="371"/>
            <ac:graphicFrameMk id="7" creationId="{149FBCF7-024F-3E37-9500-B9ECFB8AB4FB}"/>
          </ac:graphicFrameMkLst>
        </pc:graphicFrameChg>
      </pc:sldChg>
      <pc:sldChg chg="addSp delSp modSp mod">
        <pc:chgData name="서재근(JAEGEUN SEO)[jaegeun_seo]/책임/제조DX.자동보정.조립자동보정팀" userId="7bb6d943-2582-47a8-abe5-eec9821e0b5c" providerId="ADAL" clId="{D17E1879-39DA-4874-BC6F-B43C27028D13}" dt="2026-09-22T04:01:19.025" v="1716" actId="20577"/>
        <pc:sldMkLst>
          <pc:docMk/>
          <pc:sldMk cId="171816745" sldId="416"/>
        </pc:sldMkLst>
        <pc:spChg chg="mod">
          <ac:chgData name="서재근(JAEGEUN SEO)[jaegeun_seo]/책임/제조DX.자동보정.조립자동보정팀" userId="7bb6d943-2582-47a8-abe5-eec9821e0b5c" providerId="ADAL" clId="{D17E1879-39DA-4874-BC6F-B43C27028D13}" dt="2026-09-22T03:59:51.933" v="1392" actId="20577"/>
          <ac:spMkLst>
            <pc:docMk/>
            <pc:sldMk cId="171816745" sldId="416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D17E1879-39DA-4874-BC6F-B43C27028D13}" dt="2026-09-22T04:01:19.025" v="1716" actId="20577"/>
          <ac:spMkLst>
            <pc:docMk/>
            <pc:sldMk cId="171816745" sldId="416"/>
            <ac:spMk id="30" creationId="{0D42272B-7090-3E3D-C807-E7C5620E4BEA}"/>
          </ac:spMkLst>
        </pc:spChg>
        <pc:graphicFrameChg chg="add del mod">
          <ac:chgData name="서재근(JAEGEUN SEO)[jaegeun_seo]/책임/제조DX.자동보정.조립자동보정팀" userId="7bb6d943-2582-47a8-abe5-eec9821e0b5c" providerId="ADAL" clId="{D17E1879-39DA-4874-BC6F-B43C27028D13}" dt="2026-09-22T02:37:51.392" v="967" actId="21"/>
          <ac:graphicFrameMkLst>
            <pc:docMk/>
            <pc:sldMk cId="171816745" sldId="416"/>
            <ac:graphicFrameMk id="33" creationId="{5BE40ED4-91D8-C98C-2322-2C14C2673114}"/>
          </ac:graphicFrameMkLst>
        </pc:graphicFrameChg>
      </pc:sldChg>
      <pc:sldChg chg="addSp delSp modSp mod">
        <pc:chgData name="서재근(JAEGEUN SEO)[jaegeun_seo]/책임/제조DX.자동보정.조립자동보정팀" userId="7bb6d943-2582-47a8-abe5-eec9821e0b5c" providerId="ADAL" clId="{D17E1879-39DA-4874-BC6F-B43C27028D13}" dt="2026-09-22T04:35:00.879" v="2523" actId="1076"/>
        <pc:sldMkLst>
          <pc:docMk/>
          <pc:sldMk cId="2828155431" sldId="417"/>
        </pc:sldMkLst>
        <pc:spChg chg="mod">
          <ac:chgData name="서재근(JAEGEUN SEO)[jaegeun_seo]/책임/제조DX.자동보정.조립자동보정팀" userId="7bb6d943-2582-47a8-abe5-eec9821e0b5c" providerId="ADAL" clId="{D17E1879-39DA-4874-BC6F-B43C27028D13}" dt="2026-09-22T04:34:45.523" v="2485" actId="20577"/>
          <ac:spMkLst>
            <pc:docMk/>
            <pc:sldMk cId="2828155431" sldId="417"/>
            <ac:spMk id="2" creationId="{22EA30F0-CF52-3455-5749-990D08F2AD73}"/>
          </ac:spMkLst>
        </pc:spChg>
        <pc:spChg chg="add mod">
          <ac:chgData name="서재근(JAEGEUN SEO)[jaegeun_seo]/책임/제조DX.자동보정.조립자동보정팀" userId="7bb6d943-2582-47a8-abe5-eec9821e0b5c" providerId="ADAL" clId="{D17E1879-39DA-4874-BC6F-B43C27028D13}" dt="2026-09-22T04:34:57.397" v="2521" actId="1037"/>
          <ac:spMkLst>
            <pc:docMk/>
            <pc:sldMk cId="2828155431" sldId="417"/>
            <ac:spMk id="9" creationId="{EB7BB0E3-F210-69AF-B6C7-2EA6F3329D53}"/>
          </ac:spMkLst>
        </pc:spChg>
        <pc:spChg chg="add mod">
          <ac:chgData name="서재근(JAEGEUN SEO)[jaegeun_seo]/책임/제조DX.자동보정.조립자동보정팀" userId="7bb6d943-2582-47a8-abe5-eec9821e0b5c" providerId="ADAL" clId="{D17E1879-39DA-4874-BC6F-B43C27028D13}" dt="2026-09-22T04:34:52.110" v="2516" actId="1035"/>
          <ac:spMkLst>
            <pc:docMk/>
            <pc:sldMk cId="2828155431" sldId="417"/>
            <ac:spMk id="10" creationId="{C0AF3721-E118-3725-5485-37659723DA92}"/>
          </ac:spMkLst>
        </pc:spChg>
        <pc:spChg chg="mod">
          <ac:chgData name="서재근(JAEGEUN SEO)[jaegeun_seo]/책임/제조DX.자동보정.조립자동보정팀" userId="7bb6d943-2582-47a8-abe5-eec9821e0b5c" providerId="ADAL" clId="{D17E1879-39DA-4874-BC6F-B43C27028D13}" dt="2026-09-22T03:59:55.933" v="1396" actId="20577"/>
          <ac:spMkLst>
            <pc:docMk/>
            <pc:sldMk cId="2828155431" sldId="417"/>
            <ac:spMk id="17" creationId="{3D171D3E-1985-8A6E-7869-31CB77FE3666}"/>
          </ac:spMkLst>
        </pc:spChg>
        <pc:spChg chg="add mod">
          <ac:chgData name="서재근(JAEGEUN SEO)[jaegeun_seo]/책임/제조DX.자동보정.조립자동보정팀" userId="7bb6d943-2582-47a8-abe5-eec9821e0b5c" providerId="ADAL" clId="{D17E1879-39DA-4874-BC6F-B43C27028D13}" dt="2026-09-22T04:35:00.879" v="2523" actId="1076"/>
          <ac:spMkLst>
            <pc:docMk/>
            <pc:sldMk cId="2828155431" sldId="417"/>
            <ac:spMk id="20" creationId="{211706E8-B463-C32F-05ED-AE64F902810A}"/>
          </ac:spMkLst>
        </pc:spChg>
        <pc:spChg chg="add mod">
          <ac:chgData name="서재근(JAEGEUN SEO)[jaegeun_seo]/책임/제조DX.자동보정.조립자동보정팀" userId="7bb6d943-2582-47a8-abe5-eec9821e0b5c" providerId="ADAL" clId="{D17E1879-39DA-4874-BC6F-B43C27028D13}" dt="2026-09-22T04:35:00.879" v="2523" actId="1076"/>
          <ac:spMkLst>
            <pc:docMk/>
            <pc:sldMk cId="2828155431" sldId="417"/>
            <ac:spMk id="21" creationId="{D30126B2-7009-D1D3-F6AF-88ACFB90E792}"/>
          </ac:spMkLst>
        </pc:spChg>
        <pc:spChg chg="add mod">
          <ac:chgData name="서재근(JAEGEUN SEO)[jaegeun_seo]/책임/제조DX.자동보정.조립자동보정팀" userId="7bb6d943-2582-47a8-abe5-eec9821e0b5c" providerId="ADAL" clId="{D17E1879-39DA-4874-BC6F-B43C27028D13}" dt="2026-09-22T04:35:00.879" v="2523" actId="1076"/>
          <ac:spMkLst>
            <pc:docMk/>
            <pc:sldMk cId="2828155431" sldId="417"/>
            <ac:spMk id="22" creationId="{2FDCB0B5-FBA7-6C25-AF4F-3BDECE913BF9}"/>
          </ac:spMkLst>
        </pc:spChg>
        <pc:spChg chg="add mod">
          <ac:chgData name="서재근(JAEGEUN SEO)[jaegeun_seo]/책임/제조DX.자동보정.조립자동보정팀" userId="7bb6d943-2582-47a8-abe5-eec9821e0b5c" providerId="ADAL" clId="{D17E1879-39DA-4874-BC6F-B43C27028D13}" dt="2026-09-22T04:35:00.879" v="2523" actId="1076"/>
          <ac:spMkLst>
            <pc:docMk/>
            <pc:sldMk cId="2828155431" sldId="417"/>
            <ac:spMk id="23" creationId="{DF6222BD-B0CA-09B2-8A8B-3DCB628E8B6C}"/>
          </ac:spMkLst>
        </pc:spChg>
        <pc:graphicFrameChg chg="add del mod modGraphic">
          <ac:chgData name="서재근(JAEGEUN SEO)[jaegeun_seo]/책임/제조DX.자동보정.조립자동보정팀" userId="7bb6d943-2582-47a8-abe5-eec9821e0b5c" providerId="ADAL" clId="{D17E1879-39DA-4874-BC6F-B43C27028D13}" dt="2026-09-22T04:05:19.777" v="1717" actId="478"/>
          <ac:graphicFrameMkLst>
            <pc:docMk/>
            <pc:sldMk cId="2828155431" sldId="417"/>
            <ac:graphicFrameMk id="3" creationId="{C7C71006-333F-BA19-C161-3EBF0B5CF129}"/>
          </ac:graphicFrameMkLst>
        </pc:graphicFrameChg>
        <pc:graphicFrameChg chg="add mod modGraphic">
          <ac:chgData name="서재근(JAEGEUN SEO)[jaegeun_seo]/책임/제조DX.자동보정.조립자동보정팀" userId="7bb6d943-2582-47a8-abe5-eec9821e0b5c" providerId="ADAL" clId="{D17E1879-39DA-4874-BC6F-B43C27028D13}" dt="2026-09-22T04:05:40.512" v="1722" actId="1076"/>
          <ac:graphicFrameMkLst>
            <pc:docMk/>
            <pc:sldMk cId="2828155431" sldId="417"/>
            <ac:graphicFrameMk id="4" creationId="{A13A3B3D-9DD9-26EE-915C-33183A685DF4}"/>
          </ac:graphicFrameMkLst>
        </pc:graphicFrameChg>
        <pc:graphicFrameChg chg="add mod modGraphic">
          <ac:chgData name="서재근(JAEGEUN SEO)[jaegeun_seo]/책임/제조DX.자동보정.조립자동보정팀" userId="7bb6d943-2582-47a8-abe5-eec9821e0b5c" providerId="ADAL" clId="{D17E1879-39DA-4874-BC6F-B43C27028D13}" dt="2026-09-22T04:06:09.402" v="1728" actId="404"/>
          <ac:graphicFrameMkLst>
            <pc:docMk/>
            <pc:sldMk cId="2828155431" sldId="417"/>
            <ac:graphicFrameMk id="5" creationId="{705002F0-3239-988F-8D78-D4F3D6A99E16}"/>
          </ac:graphicFrameMkLst>
        </pc:graphicFrameChg>
        <pc:graphicFrameChg chg="add mod modGraphic">
          <ac:chgData name="서재근(JAEGEUN SEO)[jaegeun_seo]/책임/제조DX.자동보정.조립자동보정팀" userId="7bb6d943-2582-47a8-abe5-eec9821e0b5c" providerId="ADAL" clId="{D17E1879-39DA-4874-BC6F-B43C27028D13}" dt="2026-09-22T04:34:52.110" v="2516" actId="1035"/>
          <ac:graphicFrameMkLst>
            <pc:docMk/>
            <pc:sldMk cId="2828155431" sldId="417"/>
            <ac:graphicFrameMk id="7" creationId="{F87ABE7A-43F4-C8CC-742F-D72BF54672B2}"/>
          </ac:graphicFrameMkLst>
        </pc:graphicFrameChg>
        <pc:graphicFrameChg chg="add del mod modGraphic">
          <ac:chgData name="서재근(JAEGEUN SEO)[jaegeun_seo]/책임/제조DX.자동보정.조립자동보정팀" userId="7bb6d943-2582-47a8-abe5-eec9821e0b5c" providerId="ADAL" clId="{D17E1879-39DA-4874-BC6F-B43C27028D13}" dt="2026-09-22T02:42:44.970" v="1357" actId="478"/>
          <ac:graphicFrameMkLst>
            <pc:docMk/>
            <pc:sldMk cId="2828155431" sldId="417"/>
            <ac:graphicFrameMk id="33" creationId="{5BE40ED4-91D8-C98C-2322-2C14C2673114}"/>
          </ac:graphicFrameMkLst>
        </pc:graphicFrameChg>
        <pc:picChg chg="add mod">
          <ac:chgData name="서재근(JAEGEUN SEO)[jaegeun_seo]/책임/제조DX.자동보정.조립자동보정팀" userId="7bb6d943-2582-47a8-abe5-eec9821e0b5c" providerId="ADAL" clId="{D17E1879-39DA-4874-BC6F-B43C27028D13}" dt="2026-09-22T04:35:00.879" v="2523" actId="1076"/>
          <ac:picMkLst>
            <pc:docMk/>
            <pc:sldMk cId="2828155431" sldId="417"/>
            <ac:picMk id="11" creationId="{21FE6522-ED36-8C9A-237A-78CB74078BF6}"/>
          </ac:picMkLst>
        </pc:picChg>
      </pc:sldChg>
    </pc:docChg>
  </pc:docChgLst>
  <pc:docChgLst>
    <pc:chgData name="이기홍(GEEHONG LEE)[gihong]/선임/제조DX.자동보정.조립자동보정팀" userId="7eb4d326-2995-407e-9ec7-bafd98231306" providerId="ADAL" clId="{DA642517-8753-4302-A354-9D5BB797C994}"/>
    <pc:docChg chg="modSld">
      <pc:chgData name="이기홍(GEEHONG LEE)[gihong]/선임/제조DX.자동보정.조립자동보정팀" userId="7eb4d326-2995-407e-9ec7-bafd98231306" providerId="ADAL" clId="{DA642517-8753-4302-A354-9D5BB797C994}" dt="2026-08-11T14:26:04.588" v="3" actId="20577"/>
      <pc:docMkLst>
        <pc:docMk/>
      </pc:docMkLst>
      <pc:sldChg chg="modSp mod">
        <pc:chgData name="이기홍(GEEHONG LEE)[gihong]/선임/제조DX.자동보정.조립자동보정팀" userId="7eb4d326-2995-407e-9ec7-bafd98231306" providerId="ADAL" clId="{DA642517-8753-4302-A354-9D5BB797C994}" dt="2026-08-11T14:26:04.588" v="3" actId="20577"/>
        <pc:sldMkLst>
          <pc:docMk/>
          <pc:sldMk cId="2571904315" sldId="290"/>
        </pc:sldMkLst>
        <pc:spChg chg="mod">
          <ac:chgData name="이기홍(GEEHONG LEE)[gihong]/선임/제조DX.자동보정.조립자동보정팀" userId="7eb4d326-2995-407e-9ec7-bafd98231306" providerId="ADAL" clId="{DA642517-8753-4302-A354-9D5BB797C994}" dt="2026-08-11T14:26:04.588" v="3" actId="20577"/>
          <ac:spMkLst>
            <pc:docMk/>
            <pc:sldMk cId="2571904315" sldId="290"/>
            <ac:spMk id="58" creationId="{1A14E2F3-1D19-45A5-DC7A-6661315C09C3}"/>
          </ac:spMkLst>
        </pc:spChg>
      </pc:sldChg>
    </pc:docChg>
  </pc:docChgLst>
  <pc:docChgLst>
    <pc:chgData name="강현웅(HYEONWOONG KANG)[khw330]/선임/제조DX.자동보정.조립자동보정팀" userId="2b3cec2e-b960-4340-96c3-4469e2643969" providerId="ADAL" clId="{9F2C50FE-29B5-4ED8-B8A3-38B0B758F624}"/>
    <pc:docChg chg="undo custSel modSld">
      <pc:chgData name="강현웅(HYEONWOONG KANG)[khw330]/선임/제조DX.자동보정.조립자동보정팀" userId="2b3cec2e-b960-4340-96c3-4469e2643969" providerId="ADAL" clId="{9F2C50FE-29B5-4ED8-B8A3-38B0B758F624}" dt="2026-08-26T04:15:59.694" v="1187" actId="20577"/>
      <pc:docMkLst>
        <pc:docMk/>
      </pc:docMkLst>
      <pc:sldChg chg="delSp modSp mod">
        <pc:chgData name="강현웅(HYEONWOONG KANG)[khw330]/선임/제조DX.자동보정.조립자동보정팀" userId="2b3cec2e-b960-4340-96c3-4469e2643969" providerId="ADAL" clId="{9F2C50FE-29B5-4ED8-B8A3-38B0B758F624}" dt="2026-08-26T04:15:26.712" v="1167" actId="20577"/>
        <pc:sldMkLst>
          <pc:docMk/>
          <pc:sldMk cId="468470824" sldId="300"/>
        </pc:sldMkLst>
        <pc:spChg chg="mod">
          <ac:chgData name="강현웅(HYEONWOONG KANG)[khw330]/선임/제조DX.자동보정.조립자동보정팀" userId="2b3cec2e-b960-4340-96c3-4469e2643969" providerId="ADAL" clId="{9F2C50FE-29B5-4ED8-B8A3-38B0B758F624}" dt="2026-08-25T09:03:18.875" v="281" actId="20577"/>
          <ac:spMkLst>
            <pc:docMk/>
            <pc:sldMk cId="468470824" sldId="300"/>
            <ac:spMk id="34" creationId="{5C479A47-4E16-BC7C-34EB-658918D13778}"/>
          </ac:spMkLst>
        </pc:spChg>
        <pc:spChg chg="mod">
          <ac:chgData name="강현웅(HYEONWOONG KANG)[khw330]/선임/제조DX.자동보정.조립자동보정팀" userId="2b3cec2e-b960-4340-96c3-4469e2643969" providerId="ADAL" clId="{9F2C50FE-29B5-4ED8-B8A3-38B0B758F624}" dt="2026-08-26T04:15:26.712" v="1167" actId="20577"/>
          <ac:spMkLst>
            <pc:docMk/>
            <pc:sldMk cId="468470824" sldId="300"/>
            <ac:spMk id="35" creationId="{EBCD70C6-1B01-75ED-E0B9-C4F66A746D05}"/>
          </ac:spMkLst>
        </pc:spChg>
      </pc:sldChg>
      <pc:sldChg chg="addSp delSp modSp mod">
        <pc:chgData name="강현웅(HYEONWOONG KANG)[khw330]/선임/제조DX.자동보정.조립자동보정팀" userId="2b3cec2e-b960-4340-96c3-4469e2643969" providerId="ADAL" clId="{9F2C50FE-29B5-4ED8-B8A3-38B0B758F624}" dt="2026-08-26T04:15:59.694" v="1187" actId="20577"/>
        <pc:sldMkLst>
          <pc:docMk/>
          <pc:sldMk cId="1685038010" sldId="349"/>
        </pc:sldMkLst>
        <pc:spChg chg="mod">
          <ac:chgData name="강현웅(HYEONWOONG KANG)[khw330]/선임/제조DX.자동보정.조립자동보정팀" userId="2b3cec2e-b960-4340-96c3-4469e2643969" providerId="ADAL" clId="{9F2C50FE-29B5-4ED8-B8A3-38B0B758F624}" dt="2026-08-26T04:15:59.694" v="1187" actId="20577"/>
          <ac:spMkLst>
            <pc:docMk/>
            <pc:sldMk cId="1685038010" sldId="349"/>
            <ac:spMk id="22" creationId="{39007AA6-9C76-CC35-9003-766D6E57C2F2}"/>
          </ac:spMkLst>
        </pc:spChg>
        <pc:spChg chg="mod">
          <ac:chgData name="강현웅(HYEONWOONG KANG)[khw330]/선임/제조DX.자동보정.조립자동보정팀" userId="2b3cec2e-b960-4340-96c3-4469e2643969" providerId="ADAL" clId="{9F2C50FE-29B5-4ED8-B8A3-38B0B758F624}" dt="2026-08-25T09:03:14.244" v="279" actId="20577"/>
          <ac:spMkLst>
            <pc:docMk/>
            <pc:sldMk cId="1685038010" sldId="349"/>
            <ac:spMk id="34" creationId="{5C479A47-4E16-BC7C-34EB-658918D13778}"/>
          </ac:spMkLst>
        </pc:spChg>
        <pc:spChg chg="mod">
          <ac:chgData name="강현웅(HYEONWOONG KANG)[khw330]/선임/제조DX.자동보정.조립자동보정팀" userId="2b3cec2e-b960-4340-96c3-4469e2643969" providerId="ADAL" clId="{9F2C50FE-29B5-4ED8-B8A3-38B0B758F624}" dt="2026-08-26T00:09:45.991" v="451"/>
          <ac:spMkLst>
            <pc:docMk/>
            <pc:sldMk cId="1685038010" sldId="349"/>
            <ac:spMk id="35" creationId="{EBCD70C6-1B01-75ED-E0B9-C4F66A746D05}"/>
          </ac:spMkLst>
        </pc:spChg>
        <pc:graphicFrameChg chg="add mod">
          <ac:chgData name="강현웅(HYEONWOONG KANG)[khw330]/선임/제조DX.자동보정.조립자동보정팀" userId="2b3cec2e-b960-4340-96c3-4469e2643969" providerId="ADAL" clId="{9F2C50FE-29B5-4ED8-B8A3-38B0B758F624}" dt="2026-08-26T00:09:30.236" v="439" actId="1076"/>
          <ac:graphicFrameMkLst>
            <pc:docMk/>
            <pc:sldMk cId="1685038010" sldId="349"/>
            <ac:graphicFrameMk id="4" creationId="{2CEA2797-B455-A9DF-6621-6A6DAE2199C2}"/>
          </ac:graphicFrameMkLst>
        </pc:graphicFrameChg>
        <pc:graphicFrameChg chg="add mod">
          <ac:chgData name="강현웅(HYEONWOONG KANG)[khw330]/선임/제조DX.자동보정.조립자동보정팀" userId="2b3cec2e-b960-4340-96c3-4469e2643969" providerId="ADAL" clId="{9F2C50FE-29B5-4ED8-B8A3-38B0B758F624}" dt="2026-08-26T00:09:30.236" v="439" actId="1076"/>
          <ac:graphicFrameMkLst>
            <pc:docMk/>
            <pc:sldMk cId="1685038010" sldId="349"/>
            <ac:graphicFrameMk id="9" creationId="{3D8A0253-EC7A-E37F-8171-854B43A64FDA}"/>
          </ac:graphicFrameMkLst>
        </pc:graphicFrameChg>
      </pc:sldChg>
      <pc:sldChg chg="modSp mod">
        <pc:chgData name="강현웅(HYEONWOONG KANG)[khw330]/선임/제조DX.자동보정.조립자동보정팀" userId="2b3cec2e-b960-4340-96c3-4469e2643969" providerId="ADAL" clId="{9F2C50FE-29B5-4ED8-B8A3-38B0B758F624}" dt="2026-08-25T09:01:59.634" v="68" actId="20577"/>
        <pc:sldMkLst>
          <pc:docMk/>
          <pc:sldMk cId="302398732" sldId="350"/>
        </pc:sldMkLst>
        <pc:spChg chg="mod">
          <ac:chgData name="강현웅(HYEONWOONG KANG)[khw330]/선임/제조DX.자동보정.조립자동보정팀" userId="2b3cec2e-b960-4340-96c3-4469e2643969" providerId="ADAL" clId="{9F2C50FE-29B5-4ED8-B8A3-38B0B758F624}" dt="2026-08-25T09:01:59.634" v="68" actId="20577"/>
          <ac:spMkLst>
            <pc:docMk/>
            <pc:sldMk cId="302398732" sldId="350"/>
            <ac:spMk id="7" creationId="{76597178-0C46-359F-C512-80C28D96C117}"/>
          </ac:spMkLst>
        </pc:spChg>
        <pc:spChg chg="mod">
          <ac:chgData name="강현웅(HYEONWOONG KANG)[khw330]/선임/제조DX.자동보정.조립자동보정팀" userId="2b3cec2e-b960-4340-96c3-4469e2643969" providerId="ADAL" clId="{9F2C50FE-29B5-4ED8-B8A3-38B0B758F624}" dt="2026-08-25T09:01:54.540" v="66" actId="20577"/>
          <ac:spMkLst>
            <pc:docMk/>
            <pc:sldMk cId="302398732" sldId="350"/>
            <ac:spMk id="21" creationId="{D79119F6-A51B-078B-B1CF-0E4C415E152A}"/>
          </ac:spMkLst>
        </pc:spChg>
      </pc:sldChg>
      <pc:sldChg chg="addSp delSp modSp mod">
        <pc:chgData name="강현웅(HYEONWOONG KANG)[khw330]/선임/제조DX.자동보정.조립자동보정팀" userId="2b3cec2e-b960-4340-96c3-4469e2643969" providerId="ADAL" clId="{9F2C50FE-29B5-4ED8-B8A3-38B0B758F624}" dt="2026-08-26T00:17:08.734" v="1156" actId="1076"/>
        <pc:sldMkLst>
          <pc:docMk/>
          <pc:sldMk cId="3515206283" sldId="368"/>
        </pc:sldMkLst>
        <pc:spChg chg="mod">
          <ac:chgData name="강현웅(HYEONWOONG KANG)[khw330]/선임/제조DX.자동보정.조립자동보정팀" userId="2b3cec2e-b960-4340-96c3-4469e2643969" providerId="ADAL" clId="{9F2C50FE-29B5-4ED8-B8A3-38B0B758F624}" dt="2026-08-25T01:31:02.017" v="7" actId="20577"/>
          <ac:spMkLst>
            <pc:docMk/>
            <pc:sldMk cId="3515206283" sldId="368"/>
            <ac:spMk id="115" creationId="{9AB0CFA3-6992-FB78-C56A-76216688921E}"/>
          </ac:spMkLst>
        </pc:spChg>
        <pc:spChg chg="mod">
          <ac:chgData name="강현웅(HYEONWOONG KANG)[khw330]/선임/제조DX.자동보정.조립자동보정팀" userId="2b3cec2e-b960-4340-96c3-4469e2643969" providerId="ADAL" clId="{9F2C50FE-29B5-4ED8-B8A3-38B0B758F624}" dt="2026-08-26T00:17:08.734" v="1156" actId="1076"/>
          <ac:spMkLst>
            <pc:docMk/>
            <pc:sldMk cId="3515206283" sldId="368"/>
            <ac:spMk id="117" creationId="{B45E34AD-953D-56B3-CA45-148A857937E8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9F2C50FE-29B5-4ED8-B8A3-38B0B758F624}" dt="2026-08-25T09:02:17.762" v="73" actId="20577"/>
        <pc:sldMkLst>
          <pc:docMk/>
          <pc:sldMk cId="3572401588" sldId="384"/>
        </pc:sldMkLst>
        <pc:spChg chg="mod">
          <ac:chgData name="강현웅(HYEONWOONG KANG)[khw330]/선임/제조DX.자동보정.조립자동보정팀" userId="2b3cec2e-b960-4340-96c3-4469e2643969" providerId="ADAL" clId="{9F2C50FE-29B5-4ED8-B8A3-38B0B758F624}" dt="2026-08-25T09:02:17.762" v="73" actId="20577"/>
          <ac:spMkLst>
            <pc:docMk/>
            <pc:sldMk cId="3572401588" sldId="384"/>
            <ac:spMk id="7" creationId="{F8C488E4-45A5-19F5-41CE-0C6C7FDB6C5D}"/>
          </ac:spMkLst>
        </pc:spChg>
        <pc:spChg chg="mod">
          <ac:chgData name="강현웅(HYEONWOONG KANG)[khw330]/선임/제조DX.자동보정.조립자동보정팀" userId="2b3cec2e-b960-4340-96c3-4469e2643969" providerId="ADAL" clId="{9F2C50FE-29B5-4ED8-B8A3-38B0B758F624}" dt="2026-08-25T09:02:13.636" v="71" actId="207"/>
          <ac:spMkLst>
            <pc:docMk/>
            <pc:sldMk cId="3572401588" sldId="384"/>
            <ac:spMk id="20" creationId="{FF36B9CE-C4B6-E9B1-6EDB-42B8AC281614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9F2C50FE-29B5-4ED8-B8A3-38B0B758F624}" dt="2026-08-25T09:02:05.720" v="70" actId="20577"/>
        <pc:sldMkLst>
          <pc:docMk/>
          <pc:sldMk cId="2833016045" sldId="439"/>
        </pc:sldMkLst>
        <pc:spChg chg="mod">
          <ac:chgData name="강현웅(HYEONWOONG KANG)[khw330]/선임/제조DX.자동보정.조립자동보정팀" userId="2b3cec2e-b960-4340-96c3-4469e2643969" providerId="ADAL" clId="{9F2C50FE-29B5-4ED8-B8A3-38B0B758F624}" dt="2026-08-25T09:02:05.720" v="70" actId="20577"/>
          <ac:spMkLst>
            <pc:docMk/>
            <pc:sldMk cId="2833016045" sldId="439"/>
            <ac:spMk id="7" creationId="{F8C488E4-45A5-19F5-41CE-0C6C7FDB6C5D}"/>
          </ac:spMkLst>
        </pc:spChg>
      </pc:sldChg>
    </pc:docChg>
  </pc:docChgLst>
  <pc:docChgLst>
    <pc:chgData name="이동규(DONGGYU LEE)[dgyleeim]/사원/제조DX.자동보정.MC자동보정팀" userId="c229a3ce-3bdf-484f-938e-f4183d0055a7" providerId="ADAL" clId="{AEEC8AD6-2DCF-46E5-BBAA-631422019ECC}"/>
    <pc:docChg chg="modSld sldOrd">
      <pc:chgData name="이동규(DONGGYU LEE)[dgyleeim]/사원/제조DX.자동보정.MC자동보정팀" userId="c229a3ce-3bdf-484f-938e-f4183d0055a7" providerId="ADAL" clId="{AEEC8AD6-2DCF-46E5-BBAA-631422019ECC}" dt="2026-08-19T23:57:08.677" v="227" actId="20577"/>
      <pc:docMkLst>
        <pc:docMk/>
      </pc:docMkLst>
      <pc:sldChg chg="modSp mod">
        <pc:chgData name="이동규(DONGGYU LEE)[dgyleeim]/사원/제조DX.자동보정.MC자동보정팀" userId="c229a3ce-3bdf-484f-938e-f4183d0055a7" providerId="ADAL" clId="{AEEC8AD6-2DCF-46E5-BBAA-631422019ECC}" dt="2026-08-19T23:54:27.543" v="159" actId="207"/>
        <pc:sldMkLst>
          <pc:docMk/>
          <pc:sldMk cId="1594622344" sldId="283"/>
        </pc:sldMkLst>
        <pc:spChg chg="mod">
          <ac:chgData name="이동규(DONGGYU LEE)[dgyleeim]/사원/제조DX.자동보정.MC자동보정팀" userId="c229a3ce-3bdf-484f-938e-f4183d0055a7" providerId="ADAL" clId="{AEEC8AD6-2DCF-46E5-BBAA-631422019ECC}" dt="2026-08-19T23:53:28.312" v="96" actId="20577"/>
          <ac:spMkLst>
            <pc:docMk/>
            <pc:sldMk cId="1594622344" sldId="283"/>
            <ac:spMk id="7" creationId="{3F13345C-F75D-EB4A-4DD1-E59B547712E6}"/>
          </ac:spMkLst>
        </pc:spChg>
        <pc:spChg chg="mod">
          <ac:chgData name="이동규(DONGGYU LEE)[dgyleeim]/사원/제조DX.자동보정.MC자동보정팀" userId="c229a3ce-3bdf-484f-938e-f4183d0055a7" providerId="ADAL" clId="{AEEC8AD6-2DCF-46E5-BBAA-631422019ECC}" dt="2026-08-19T23:54:27.543" v="159" actId="207"/>
          <ac:spMkLst>
            <pc:docMk/>
            <pc:sldMk cId="1594622344" sldId="283"/>
            <ac:spMk id="10" creationId="{D0D0E927-B543-AC32-EC3A-82EF783FD995}"/>
          </ac:spMkLst>
        </pc:spChg>
        <pc:spChg chg="mod">
          <ac:chgData name="이동규(DONGGYU LEE)[dgyleeim]/사원/제조DX.자동보정.MC자동보정팀" userId="c229a3ce-3bdf-484f-938e-f4183d0055a7" providerId="ADAL" clId="{AEEC8AD6-2DCF-46E5-BBAA-631422019ECC}" dt="2026-08-19T23:53:22.704" v="92" actId="207"/>
          <ac:spMkLst>
            <pc:docMk/>
            <pc:sldMk cId="1594622344" sldId="283"/>
            <ac:spMk id="146" creationId="{98D26914-0135-B989-ABDD-05FADC65A9F7}"/>
          </ac:spMkLst>
        </pc:spChg>
        <pc:spChg chg="mod">
          <ac:chgData name="이동규(DONGGYU LEE)[dgyleeim]/사원/제조DX.자동보정.MC자동보정팀" userId="c229a3ce-3bdf-484f-938e-f4183d0055a7" providerId="ADAL" clId="{AEEC8AD6-2DCF-46E5-BBAA-631422019ECC}" dt="2026-08-19T23:53:22.704" v="92" actId="207"/>
          <ac:spMkLst>
            <pc:docMk/>
            <pc:sldMk cId="1594622344" sldId="283"/>
            <ac:spMk id="147" creationId="{D67D04AA-AED3-6AC4-091E-AD33564D90E8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AEEC8AD6-2DCF-46E5-BBAA-631422019ECC}" dt="2026-08-19T23:55:05.398" v="199" actId="20577"/>
        <pc:sldMkLst>
          <pc:docMk/>
          <pc:sldMk cId="3888871170" sldId="286"/>
        </pc:sldMkLst>
        <pc:spChg chg="mod">
          <ac:chgData name="이동규(DONGGYU LEE)[dgyleeim]/사원/제조DX.자동보정.MC자동보정팀" userId="c229a3ce-3bdf-484f-938e-f4183d0055a7" providerId="ADAL" clId="{AEEC8AD6-2DCF-46E5-BBAA-631422019ECC}" dt="2026-08-19T23:55:05.398" v="199" actId="20577"/>
          <ac:spMkLst>
            <pc:docMk/>
            <pc:sldMk cId="3888871170" sldId="286"/>
            <ac:spMk id="81" creationId="{DAA4A275-BF7A-13D2-8A88-C17B1854BCFB}"/>
          </ac:spMkLst>
        </pc:spChg>
      </pc:sldChg>
      <pc:sldChg chg="modSp mod ord">
        <pc:chgData name="이동규(DONGGYU LEE)[dgyleeim]/사원/제조DX.자동보정.MC자동보정팀" userId="c229a3ce-3bdf-484f-938e-f4183d0055a7" providerId="ADAL" clId="{AEEC8AD6-2DCF-46E5-BBAA-631422019ECC}" dt="2026-08-19T23:53:02.273" v="91" actId="20577"/>
        <pc:sldMkLst>
          <pc:docMk/>
          <pc:sldMk cId="2800363497" sldId="343"/>
        </pc:sldMkLst>
        <pc:spChg chg="mod">
          <ac:chgData name="이동규(DONGGYU LEE)[dgyleeim]/사원/제조DX.자동보정.MC자동보정팀" userId="c229a3ce-3bdf-484f-938e-f4183d0055a7" providerId="ADAL" clId="{AEEC8AD6-2DCF-46E5-BBAA-631422019ECC}" dt="2026-08-19T23:53:02.273" v="91" actId="20577"/>
          <ac:spMkLst>
            <pc:docMk/>
            <pc:sldMk cId="2800363497" sldId="343"/>
            <ac:spMk id="6" creationId="{72BBD197-F08B-54B1-60FA-22FDCCF94318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AEEC8AD6-2DCF-46E5-BBAA-631422019ECC}" dt="2026-08-19T23:57:08.677" v="227" actId="20577"/>
        <pc:sldMkLst>
          <pc:docMk/>
          <pc:sldMk cId="623629499" sldId="748"/>
        </pc:sldMkLst>
        <pc:spChg chg="mod">
          <ac:chgData name="이동규(DONGGYU LEE)[dgyleeim]/사원/제조DX.자동보정.MC자동보정팀" userId="c229a3ce-3bdf-484f-938e-f4183d0055a7" providerId="ADAL" clId="{AEEC8AD6-2DCF-46E5-BBAA-631422019ECC}" dt="2026-08-19T23:57:08.677" v="227" actId="20577"/>
          <ac:spMkLst>
            <pc:docMk/>
            <pc:sldMk cId="623629499" sldId="748"/>
            <ac:spMk id="10" creationId="{D0D0E927-B543-AC32-EC3A-82EF783FD995}"/>
          </ac:spMkLst>
        </pc:spChg>
      </pc:sldChg>
    </pc:docChg>
  </pc:docChgLst>
  <pc:docChgLst>
    <pc:chgData name="엄광호(KWANGHO EUM)[eum_kh]/팀장/제조DX.자동보정.MC자동보정팀" userId="0c104bed-bfc5-4d8d-93da-4ded022c412f" providerId="ADAL" clId="{25474591-25FA-407E-90C3-E006F74720B2}"/>
    <pc:docChg chg="undo custSel delSld modSld modSection">
      <pc:chgData name="엄광호(KWANGHO EUM)[eum_kh]/팀장/제조DX.자동보정.MC자동보정팀" userId="0c104bed-bfc5-4d8d-93da-4ded022c412f" providerId="ADAL" clId="{25474591-25FA-407E-90C3-E006F74720B2}" dt="2026-09-09T10:07:46.755" v="2645" actId="47"/>
      <pc:docMkLst>
        <pc:docMk/>
      </pc:docMkLst>
      <pc:sldChg chg="mod modShow">
        <pc:chgData name="엄광호(KWANGHO EUM)[eum_kh]/팀장/제조DX.자동보정.MC자동보정팀" userId="0c104bed-bfc5-4d8d-93da-4ded022c412f" providerId="ADAL" clId="{25474591-25FA-407E-90C3-E006F74720B2}" dt="2026-09-09T10:07:44.792" v="2644" actId="729"/>
        <pc:sldMkLst>
          <pc:docMk/>
          <pc:sldMk cId="3743058706" sldId="302"/>
        </pc:sldMkLst>
      </pc:sldChg>
      <pc:sldChg chg="addSp delSp modSp del mod">
        <pc:chgData name="엄광호(KWANGHO EUM)[eum_kh]/팀장/제조DX.자동보정.MC자동보정팀" userId="0c104bed-bfc5-4d8d-93da-4ded022c412f" providerId="ADAL" clId="{25474591-25FA-407E-90C3-E006F74720B2}" dt="2026-09-09T10:07:46.755" v="2645" actId="47"/>
        <pc:sldMkLst>
          <pc:docMk/>
          <pc:sldMk cId="2800363497" sldId="343"/>
        </pc:sldMkLst>
        <pc:spChg chg="mod">
          <ac:chgData name="엄광호(KWANGHO EUM)[eum_kh]/팀장/제조DX.자동보정.MC자동보정팀" userId="0c104bed-bfc5-4d8d-93da-4ded022c412f" providerId="ADAL" clId="{25474591-25FA-407E-90C3-E006F74720B2}" dt="2026-09-09T10:05:13.051" v="2643"/>
          <ac:spMkLst>
            <pc:docMk/>
            <pc:sldMk cId="2800363497" sldId="343"/>
            <ac:spMk id="4" creationId="{DB5972B5-317B-C8A7-C4C5-07370B826CC3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4:00.869" v="2574" actId="1076"/>
          <ac:spMkLst>
            <pc:docMk/>
            <pc:sldMk cId="2800363497" sldId="343"/>
            <ac:spMk id="5" creationId="{FA18EFED-D2D3-DCFD-2B36-B46F0150F6F9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4:02.982" v="2575" actId="1076"/>
          <ac:spMkLst>
            <pc:docMk/>
            <pc:sldMk cId="2800363497" sldId="343"/>
            <ac:spMk id="6" creationId="{72BBD197-F08B-54B1-60FA-22FDCCF94318}"/>
          </ac:spMkLst>
        </pc:spChg>
        <pc:spChg chg="mod topLvl">
          <ac:chgData name="엄광호(KWANGHO EUM)[eum_kh]/팀장/제조DX.자동보정.MC자동보정팀" userId="0c104bed-bfc5-4d8d-93da-4ded022c412f" providerId="ADAL" clId="{25474591-25FA-407E-90C3-E006F74720B2}" dt="2026-09-09T10:04:07.019" v="2577" actId="1076"/>
          <ac:spMkLst>
            <pc:docMk/>
            <pc:sldMk cId="2800363497" sldId="343"/>
            <ac:spMk id="7" creationId="{D12BE307-396F-F6AE-4841-CE7B441A23D9}"/>
          </ac:spMkLst>
        </pc:spChg>
        <pc:spChg chg="del mod topLvl">
          <ac:chgData name="엄광호(KWANGHO EUM)[eum_kh]/팀장/제조DX.자동보정.MC자동보정팀" userId="0c104bed-bfc5-4d8d-93da-4ded022c412f" providerId="ADAL" clId="{25474591-25FA-407E-90C3-E006F74720B2}" dt="2026-09-09T09:30:48.989" v="785" actId="478"/>
          <ac:spMkLst>
            <pc:docMk/>
            <pc:sldMk cId="2800363497" sldId="343"/>
            <ac:spMk id="8" creationId="{D04A2B30-B139-5899-FEC7-238E395E8514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1:06.563" v="2471" actId="1076"/>
          <ac:spMkLst>
            <pc:docMk/>
            <pc:sldMk cId="2800363497" sldId="343"/>
            <ac:spMk id="10" creationId="{7CC04D44-2A4F-8514-AEBC-0032218FF5F2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4:04.834" v="2576" actId="1076"/>
          <ac:spMkLst>
            <pc:docMk/>
            <pc:sldMk cId="2800363497" sldId="343"/>
            <ac:spMk id="11" creationId="{119FFC0B-9D11-698D-BBD2-F42C088382A8}"/>
          </ac:spMkLst>
        </pc:spChg>
        <pc:spChg chg="add del">
          <ac:chgData name="엄광호(KWANGHO EUM)[eum_kh]/팀장/제조DX.자동보정.MC자동보정팀" userId="0c104bed-bfc5-4d8d-93da-4ded022c412f" providerId="ADAL" clId="{25474591-25FA-407E-90C3-E006F74720B2}" dt="2026-09-09T09:17:11.417" v="630" actId="22"/>
          <ac:spMkLst>
            <pc:docMk/>
            <pc:sldMk cId="2800363497" sldId="343"/>
            <ac:spMk id="15" creationId="{71886C1F-565F-D871-9519-37B5510CDB50}"/>
          </ac:spMkLst>
        </pc:spChg>
        <pc:grpChg chg="del mod">
          <ac:chgData name="엄광호(KWANGHO EUM)[eum_kh]/팀장/제조DX.자동보정.MC자동보정팀" userId="0c104bed-bfc5-4d8d-93da-4ded022c412f" providerId="ADAL" clId="{25474591-25FA-407E-90C3-E006F74720B2}" dt="2026-09-09T09:30:48.989" v="785" actId="478"/>
          <ac:grpSpMkLst>
            <pc:docMk/>
            <pc:sldMk cId="2800363497" sldId="343"/>
            <ac:grpSpMk id="12" creationId="{AB9F36CD-F9F4-992D-B682-B288C8BDDF51}"/>
          </ac:grpSpMkLst>
        </pc:grpChg>
        <pc:graphicFrameChg chg="add mod">
          <ac:chgData name="엄광호(KWANGHO EUM)[eum_kh]/팀장/제조DX.자동보정.MC자동보정팀" userId="0c104bed-bfc5-4d8d-93da-4ded022c412f" providerId="ADAL" clId="{25474591-25FA-407E-90C3-E006F74720B2}" dt="2026-09-09T09:15:58.239" v="620"/>
          <ac:graphicFrameMkLst>
            <pc:docMk/>
            <pc:sldMk cId="2800363497" sldId="343"/>
            <ac:graphicFrameMk id="2" creationId="{6AB475CD-D81C-1B3A-C836-6C934FB780F9}"/>
          </ac:graphicFrameMkLst>
        </pc:graphicFrameChg>
        <pc:graphicFrameChg chg="add mod">
          <ac:chgData name="엄광호(KWANGHO EUM)[eum_kh]/팀장/제조DX.자동보정.MC자동보정팀" userId="0c104bed-bfc5-4d8d-93da-4ded022c412f" providerId="ADAL" clId="{25474591-25FA-407E-90C3-E006F74720B2}" dt="2026-09-09T09:17:07.101" v="627"/>
          <ac:graphicFrameMkLst>
            <pc:docMk/>
            <pc:sldMk cId="2800363497" sldId="343"/>
            <ac:graphicFrameMk id="13" creationId="{F87E0517-CAF9-DF04-AB83-288439683714}"/>
          </ac:graphicFrameMkLst>
        </pc:graphicFrameChg>
        <pc:graphicFrameChg chg="add mod">
          <ac:chgData name="엄광호(KWANGHO EUM)[eum_kh]/팀장/제조DX.자동보정.MC자동보정팀" userId="0c104bed-bfc5-4d8d-93da-4ded022c412f" providerId="ADAL" clId="{25474591-25FA-407E-90C3-E006F74720B2}" dt="2026-09-09T09:17:48.108" v="640"/>
          <ac:graphicFrameMkLst>
            <pc:docMk/>
            <pc:sldMk cId="2800363497" sldId="343"/>
            <ac:graphicFrameMk id="16" creationId="{9D9A25C4-2A44-502A-6037-6B2126B40255}"/>
          </ac:graphicFrameMkLst>
        </pc:graphicFrameChg>
      </pc:sldChg>
      <pc:sldChg chg="addSp modSp mod">
        <pc:chgData name="엄광호(KWANGHO EUM)[eum_kh]/팀장/제조DX.자동보정.MC자동보정팀" userId="0c104bed-bfc5-4d8d-93da-4ded022c412f" providerId="ADAL" clId="{25474591-25FA-407E-90C3-E006F74720B2}" dt="2026-09-09T10:05:04.715" v="2641" actId="20577"/>
        <pc:sldMkLst>
          <pc:docMk/>
          <pc:sldMk cId="414644102" sldId="352"/>
        </pc:sldMkLst>
        <pc:spChg chg="mod">
          <ac:chgData name="엄광호(KWANGHO EUM)[eum_kh]/팀장/제조DX.자동보정.MC자동보정팀" userId="0c104bed-bfc5-4d8d-93da-4ded022c412f" providerId="ADAL" clId="{25474591-25FA-407E-90C3-E006F74720B2}" dt="2026-09-09T10:03:32.242" v="2565" actId="1035"/>
          <ac:spMkLst>
            <pc:docMk/>
            <pc:sldMk cId="414644102" sldId="352"/>
            <ac:spMk id="3" creationId="{999C4A96-8054-1AD1-46BC-53E7B9C174CC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5:04.715" v="2641" actId="20577"/>
          <ac:spMkLst>
            <pc:docMk/>
            <pc:sldMk cId="414644102" sldId="352"/>
            <ac:spMk id="6" creationId="{727EEF6E-D257-401B-9F50-31396C955D78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3:32.242" v="2565" actId="1035"/>
          <ac:spMkLst>
            <pc:docMk/>
            <pc:sldMk cId="414644102" sldId="352"/>
            <ac:spMk id="8" creationId="{E966A8D6-63CE-C01F-2958-CFBDB6DE2F72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3:44.942" v="2569" actId="1076"/>
          <ac:spMkLst>
            <pc:docMk/>
            <pc:sldMk cId="414644102" sldId="352"/>
            <ac:spMk id="13" creationId="{1113CD3B-BE32-5ABD-6B46-54803F4551F7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3:36.830" v="2567" actId="1076"/>
          <ac:spMkLst>
            <pc:docMk/>
            <pc:sldMk cId="414644102" sldId="352"/>
            <ac:spMk id="65" creationId="{5E70D873-06A7-C097-20AA-3B94EFBD2110}"/>
          </ac:spMkLst>
        </pc:spChg>
        <pc:spChg chg="add mod">
          <ac:chgData name="엄광호(KWANGHO EUM)[eum_kh]/팀장/제조DX.자동보정.MC자동보정팀" userId="0c104bed-bfc5-4d8d-93da-4ded022c412f" providerId="ADAL" clId="{25474591-25FA-407E-90C3-E006F74720B2}" dt="2026-09-09T10:03:53.879" v="2572" actId="1076"/>
          <ac:spMkLst>
            <pc:docMk/>
            <pc:sldMk cId="414644102" sldId="352"/>
            <ac:spMk id="68" creationId="{4836A17F-0852-F6D6-ECB3-41D77FF212A8}"/>
          </ac:spMkLst>
        </pc:spChg>
        <pc:grpChg chg="mod">
          <ac:chgData name="엄광호(KWANGHO EUM)[eum_kh]/팀장/제조DX.자동보정.MC자동보정팀" userId="0c104bed-bfc5-4d8d-93da-4ded022c412f" providerId="ADAL" clId="{25474591-25FA-407E-90C3-E006F74720B2}" dt="2026-09-09T10:03:44.942" v="2569" actId="1076"/>
          <ac:grpSpMkLst>
            <pc:docMk/>
            <pc:sldMk cId="414644102" sldId="352"/>
            <ac:grpSpMk id="14" creationId="{814EE550-2267-4EE3-16AA-492A4D9C329F}"/>
          </ac:grpSpMkLst>
        </pc:grpChg>
        <pc:graphicFrameChg chg="mod">
          <ac:chgData name="엄광호(KWANGHO EUM)[eum_kh]/팀장/제조DX.자동보정.MC자동보정팀" userId="0c104bed-bfc5-4d8d-93da-4ded022c412f" providerId="ADAL" clId="{25474591-25FA-407E-90C3-E006F74720B2}" dt="2026-09-09T10:03:32.242" v="2565" actId="1035"/>
          <ac:graphicFrameMkLst>
            <pc:docMk/>
            <pc:sldMk cId="414644102" sldId="352"/>
            <ac:graphicFrameMk id="9" creationId="{99AD95C3-3356-6868-B12E-1C0AD176B84A}"/>
          </ac:graphicFrameMkLst>
        </pc:graphicFrameChg>
        <pc:graphicFrameChg chg="mod">
          <ac:chgData name="엄광호(KWANGHO EUM)[eum_kh]/팀장/제조DX.자동보정.MC자동보정팀" userId="0c104bed-bfc5-4d8d-93da-4ded022c412f" providerId="ADAL" clId="{25474591-25FA-407E-90C3-E006F74720B2}" dt="2026-09-09T10:03:32.242" v="2565" actId="1035"/>
          <ac:graphicFrameMkLst>
            <pc:docMk/>
            <pc:sldMk cId="414644102" sldId="352"/>
            <ac:graphicFrameMk id="12" creationId="{289C244B-3593-EA4E-9ABE-87E944DB50EC}"/>
          </ac:graphicFrameMkLst>
        </pc:graphicFrameChg>
      </pc:sldChg>
      <pc:sldChg chg="delSp modSp mod">
        <pc:chgData name="엄광호(KWANGHO EUM)[eum_kh]/팀장/제조DX.자동보정.MC자동보정팀" userId="0c104bed-bfc5-4d8d-93da-4ded022c412f" providerId="ADAL" clId="{25474591-25FA-407E-90C3-E006F74720B2}" dt="2026-09-09T10:05:09.541" v="2642"/>
        <pc:sldMkLst>
          <pc:docMk/>
          <pc:sldMk cId="3231850307" sldId="411"/>
        </pc:sldMkLst>
        <pc:spChg chg="mod">
          <ac:chgData name="엄광호(KWANGHO EUM)[eum_kh]/팀장/제조DX.자동보정.MC자동보정팀" userId="0c104bed-bfc5-4d8d-93da-4ded022c412f" providerId="ADAL" clId="{25474591-25FA-407E-90C3-E006F74720B2}" dt="2026-09-09T10:05:09.541" v="2642"/>
          <ac:spMkLst>
            <pc:docMk/>
            <pc:sldMk cId="3231850307" sldId="411"/>
            <ac:spMk id="6" creationId="{727EEF6E-D257-401B-9F50-31396C955D78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4:24.415" v="2628" actId="1035"/>
          <ac:spMkLst>
            <pc:docMk/>
            <pc:sldMk cId="3231850307" sldId="411"/>
            <ac:spMk id="7" creationId="{FF9D7A41-7B03-5BE2-F624-3C6CDFE3447D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4:24.415" v="2628" actId="1035"/>
          <ac:spMkLst>
            <pc:docMk/>
            <pc:sldMk cId="3231850307" sldId="411"/>
            <ac:spMk id="10" creationId="{AEA47A33-7D52-0506-3AB1-ED368AE87514}"/>
          </ac:spMkLst>
        </pc:spChg>
        <pc:spChg chg="mod">
          <ac:chgData name="엄광호(KWANGHO EUM)[eum_kh]/팀장/제조DX.자동보정.MC자동보정팀" userId="0c104bed-bfc5-4d8d-93da-4ded022c412f" providerId="ADAL" clId="{25474591-25FA-407E-90C3-E006F74720B2}" dt="2026-09-09T10:04:24.415" v="2628" actId="1035"/>
          <ac:spMkLst>
            <pc:docMk/>
            <pc:sldMk cId="3231850307" sldId="411"/>
            <ac:spMk id="67" creationId="{71A2530E-7B1A-4DA0-5354-43F86F23432B}"/>
          </ac:spMkLst>
        </pc:spChg>
        <pc:spChg chg="del mod">
          <ac:chgData name="엄광호(KWANGHO EUM)[eum_kh]/팀장/제조DX.자동보정.MC자동보정팀" userId="0c104bed-bfc5-4d8d-93da-4ded022c412f" providerId="ADAL" clId="{25474591-25FA-407E-90C3-E006F74720B2}" dt="2026-09-09T10:03:48.404" v="2570" actId="21"/>
          <ac:spMkLst>
            <pc:docMk/>
            <pc:sldMk cId="3231850307" sldId="411"/>
            <ac:spMk id="68" creationId="{4836A17F-0852-F6D6-ECB3-41D77FF212A8}"/>
          </ac:spMkLst>
        </pc:spChg>
      </pc:sldChg>
    </pc:docChg>
  </pc:docChgLst>
  <pc:docChgLst>
    <pc:chgData name="김치완(CHIWAN KIM)[kimchiwan04]/책임/제조DX.자동보정.RSND자동보정팀" userId="S::kimchiwan04@lgensol.com::022829bc-3ea1-441b-b8a3-451705c4a94d" providerId="AD" clId="Web-{592F3DB2-8274-2B05-7789-292D0057A32A}"/>
    <pc:docChg chg="modSld">
      <pc:chgData name="김치완(CHIWAN KIM)[kimchiwan04]/책임/제조DX.자동보정.RSND자동보정팀" userId="S::kimchiwan04@lgensol.com::022829bc-3ea1-441b-b8a3-451705c4a94d" providerId="AD" clId="Web-{592F3DB2-8274-2B05-7789-292D0057A32A}" dt="2026-08-19T01:29:50.548" v="27" actId="1076"/>
      <pc:docMkLst>
        <pc:docMk/>
      </pc:docMkLst>
      <pc:sldChg chg="modSp">
        <pc:chgData name="김치완(CHIWAN KIM)[kimchiwan04]/책임/제조DX.자동보정.RSND자동보정팀" userId="S::kimchiwan04@lgensol.com::022829bc-3ea1-441b-b8a3-451705c4a94d" providerId="AD" clId="Web-{592F3DB2-8274-2B05-7789-292D0057A32A}" dt="2026-08-19T01:29:50.548" v="27" actId="1076"/>
        <pc:sldMkLst>
          <pc:docMk/>
          <pc:sldMk cId="316323796" sldId="402"/>
        </pc:sldMkLst>
      </pc:sldChg>
      <pc:sldChg chg="modSp">
        <pc:chgData name="김치완(CHIWAN KIM)[kimchiwan04]/책임/제조DX.자동보정.RSND자동보정팀" userId="S::kimchiwan04@lgensol.com::022829bc-3ea1-441b-b8a3-451705c4a94d" providerId="AD" clId="Web-{592F3DB2-8274-2B05-7789-292D0057A32A}" dt="2026-08-19T00:11:15.680" v="21"/>
        <pc:sldMkLst>
          <pc:docMk/>
          <pc:sldMk cId="556584264" sldId="440"/>
        </pc:sldMkLst>
        <pc:graphicFrameChg chg="mod modGraphic">
          <ac:chgData name="김치완(CHIWAN KIM)[kimchiwan04]/책임/제조DX.자동보정.RSND자동보정팀" userId="S::kimchiwan04@lgensol.com::022829bc-3ea1-441b-b8a3-451705c4a94d" providerId="AD" clId="Web-{592F3DB2-8274-2B05-7789-292D0057A32A}" dt="2026-08-19T00:11:15.680" v="21"/>
          <ac:graphicFrameMkLst>
            <pc:docMk/>
            <pc:sldMk cId="556584264" sldId="440"/>
            <ac:graphicFrameMk id="12" creationId="{B9F3B7CC-1945-8DF7-D0AA-7E8D3ABF1C7B}"/>
          </ac:graphicFrameMkLst>
        </pc:graphicFrameChg>
      </pc:sldChg>
    </pc:docChg>
  </pc:docChgLst>
  <pc:docChgLst>
    <pc:chgData name="신재우(JAEWOO SHIN)[jaewoo.s]/선임/제조DX.자동보정.자동보정선행개발팀" userId="e0840e83-c9b5-4a8f-92d7-5eca1a37c5af" providerId="ADAL" clId="{B3E88E3B-713A-410C-A6A0-A1A847601CE1}"/>
    <pc:docChg chg="custSel modSld">
      <pc:chgData name="신재우(JAEWOO SHIN)[jaewoo.s]/선임/제조DX.자동보정.자동보정선행개발팀" userId="e0840e83-c9b5-4a8f-92d7-5eca1a37c5af" providerId="ADAL" clId="{B3E88E3B-713A-410C-A6A0-A1A847601CE1}" dt="2026-09-07T02:24:35.766" v="1798" actId="20577"/>
      <pc:docMkLst>
        <pc:docMk/>
      </pc:docMkLst>
      <pc:sldChg chg="addSp delSp modSp mod">
        <pc:chgData name="신재우(JAEWOO SHIN)[jaewoo.s]/선임/제조DX.자동보정.자동보정선행개발팀" userId="e0840e83-c9b5-4a8f-92d7-5eca1a37c5af" providerId="ADAL" clId="{B3E88E3B-713A-410C-A6A0-A1A847601CE1}" dt="2026-09-07T02:24:35.766" v="1798" actId="20577"/>
        <pc:sldMkLst>
          <pc:docMk/>
          <pc:sldMk cId="854844539" sldId="306"/>
        </pc:sldMkLst>
        <pc:spChg chg="mod">
          <ac:chgData name="신재우(JAEWOO SHIN)[jaewoo.s]/선임/제조DX.자동보정.자동보정선행개발팀" userId="e0840e83-c9b5-4a8f-92d7-5eca1a37c5af" providerId="ADAL" clId="{B3E88E3B-713A-410C-A6A0-A1A847601CE1}" dt="2026-09-07T02:24:35.766" v="1798" actId="20577"/>
          <ac:spMkLst>
            <pc:docMk/>
            <pc:sldMk cId="854844539" sldId="306"/>
            <ac:spMk id="2" creationId="{2A16A626-EF0E-253F-27D9-1C20223B7278}"/>
          </ac:spMkLst>
        </pc:spChg>
        <pc:spChg chg="mod">
          <ac:chgData name="신재우(JAEWOO SHIN)[jaewoo.s]/선임/제조DX.자동보정.자동보정선행개발팀" userId="e0840e83-c9b5-4a8f-92d7-5eca1a37c5af" providerId="ADAL" clId="{B3E88E3B-713A-410C-A6A0-A1A847601CE1}" dt="2026-09-07T01:54:47.482" v="3"/>
          <ac:spMkLst>
            <pc:docMk/>
            <pc:sldMk cId="854844539" sldId="306"/>
            <ac:spMk id="16" creationId="{432BB680-BBED-2F2B-C789-5B3A61E89253}"/>
          </ac:spMkLst>
        </pc:spChg>
        <pc:picChg chg="del">
          <ac:chgData name="신재우(JAEWOO SHIN)[jaewoo.s]/선임/제조DX.자동보정.자동보정선행개발팀" userId="e0840e83-c9b5-4a8f-92d7-5eca1a37c5af" providerId="ADAL" clId="{B3E88E3B-713A-410C-A6A0-A1A847601CE1}" dt="2026-09-07T02:12:21.744" v="937" actId="478"/>
          <ac:picMkLst>
            <pc:docMk/>
            <pc:sldMk cId="854844539" sldId="306"/>
            <ac:picMk id="6" creationId="{CE9B7C70-56F5-B82A-38E3-9FCF64151520}"/>
          </ac:picMkLst>
        </pc:picChg>
        <pc:picChg chg="add mod">
          <ac:chgData name="신재우(JAEWOO SHIN)[jaewoo.s]/선임/제조DX.자동보정.자동보정선행개발팀" userId="e0840e83-c9b5-4a8f-92d7-5eca1a37c5af" providerId="ADAL" clId="{B3E88E3B-713A-410C-A6A0-A1A847601CE1}" dt="2026-09-07T02:16:34.835" v="1434" actId="1076"/>
          <ac:picMkLst>
            <pc:docMk/>
            <pc:sldMk cId="854844539" sldId="306"/>
            <ac:picMk id="1026" creationId="{5A56A11C-8FA2-5897-F94D-443B00F246A0}"/>
          </ac:picMkLst>
        </pc:picChg>
      </pc:sldChg>
      <pc:sldChg chg="modSp mod">
        <pc:chgData name="신재우(JAEWOO SHIN)[jaewoo.s]/선임/제조DX.자동보정.자동보정선행개발팀" userId="e0840e83-c9b5-4a8f-92d7-5eca1a37c5af" providerId="ADAL" clId="{B3E88E3B-713A-410C-A6A0-A1A847601CE1}" dt="2026-09-07T01:54:43.144" v="2"/>
        <pc:sldMkLst>
          <pc:docMk/>
          <pc:sldMk cId="1311616244" sldId="397"/>
        </pc:sldMkLst>
        <pc:spChg chg="mod">
          <ac:chgData name="신재우(JAEWOO SHIN)[jaewoo.s]/선임/제조DX.자동보정.자동보정선행개발팀" userId="e0840e83-c9b5-4a8f-92d7-5eca1a37c5af" providerId="ADAL" clId="{B3E88E3B-713A-410C-A6A0-A1A847601CE1}" dt="2026-09-07T01:54:43.144" v="2"/>
          <ac:spMkLst>
            <pc:docMk/>
            <pc:sldMk cId="1311616244" sldId="397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B3E88E3B-713A-410C-A6A0-A1A847601CE1}" dt="2026-09-07T01:54:53.318" v="4"/>
        <pc:sldMkLst>
          <pc:docMk/>
          <pc:sldMk cId="4044710247" sldId="419"/>
        </pc:sldMkLst>
        <pc:spChg chg="mod">
          <ac:chgData name="신재우(JAEWOO SHIN)[jaewoo.s]/선임/제조DX.자동보정.자동보정선행개발팀" userId="e0840e83-c9b5-4a8f-92d7-5eca1a37c5af" providerId="ADAL" clId="{B3E88E3B-713A-410C-A6A0-A1A847601CE1}" dt="2026-09-07T01:54:53.318" v="4"/>
          <ac:spMkLst>
            <pc:docMk/>
            <pc:sldMk cId="4044710247" sldId="419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B3E88E3B-713A-410C-A6A0-A1A847601CE1}" dt="2026-09-07T02:23:58.055" v="1792" actId="20577"/>
        <pc:sldMkLst>
          <pc:docMk/>
          <pc:sldMk cId="913002350" sldId="2147483645"/>
        </pc:sldMkLst>
        <pc:spChg chg="mod">
          <ac:chgData name="신재우(JAEWOO SHIN)[jaewoo.s]/선임/제조DX.자동보정.자동보정선행개발팀" userId="e0840e83-c9b5-4a8f-92d7-5eca1a37c5af" providerId="ADAL" clId="{B3E88E3B-713A-410C-A6A0-A1A847601CE1}" dt="2026-09-07T01:54:05.181" v="1" actId="20577"/>
          <ac:spMkLst>
            <pc:docMk/>
            <pc:sldMk cId="913002350" sldId="2147483645"/>
            <ac:spMk id="7" creationId="{76597178-0C46-359F-C512-80C28D96C117}"/>
          </ac:spMkLst>
        </pc:spChg>
        <pc:spChg chg="mod">
          <ac:chgData name="신재우(JAEWOO SHIN)[jaewoo.s]/선임/제조DX.자동보정.자동보정선행개발팀" userId="e0840e83-c9b5-4a8f-92d7-5eca1a37c5af" providerId="ADAL" clId="{B3E88E3B-713A-410C-A6A0-A1A847601CE1}" dt="2026-09-07T02:23:58.055" v="1792" actId="20577"/>
          <ac:spMkLst>
            <pc:docMk/>
            <pc:sldMk cId="913002350" sldId="2147483645"/>
            <ac:spMk id="11" creationId="{72EE0B59-5A69-39CF-C375-4160042376A5}"/>
          </ac:spMkLst>
        </pc:spChg>
      </pc:sldChg>
    </pc:docChg>
  </pc:docChgLst>
  <pc:docChgLst>
    <pc:chgData name="신재우(JAEWOO SHIN)[jaewoo.s]/선임/제조DX.자동보정.자동보정선행개발팀" userId="e0840e83-c9b5-4a8f-92d7-5eca1a37c5af" providerId="ADAL" clId="{F41B72E8-479E-4996-8D0A-5AFDC61D08DA}"/>
    <pc:docChg chg="modSld">
      <pc:chgData name="신재우(JAEWOO SHIN)[jaewoo.s]/선임/제조DX.자동보정.자동보정선행개발팀" userId="e0840e83-c9b5-4a8f-92d7-5eca1a37c5af" providerId="ADAL" clId="{F41B72E8-479E-4996-8D0A-5AFDC61D08DA}" dt="2026-09-01T01:36:09.062" v="1102" actId="20577"/>
      <pc:docMkLst>
        <pc:docMk/>
      </pc:docMkLst>
      <pc:sldChg chg="modSp mod">
        <pc:chgData name="신재우(JAEWOO SHIN)[jaewoo.s]/선임/제조DX.자동보정.자동보정선행개발팀" userId="e0840e83-c9b5-4a8f-92d7-5eca1a37c5af" providerId="ADAL" clId="{F41B72E8-479E-4996-8D0A-5AFDC61D08DA}" dt="2026-09-01T01:36:09.062" v="1102" actId="20577"/>
        <pc:sldMkLst>
          <pc:docMk/>
          <pc:sldMk cId="854844539" sldId="306"/>
        </pc:sldMkLst>
        <pc:spChg chg="mod">
          <ac:chgData name="신재우(JAEWOO SHIN)[jaewoo.s]/선임/제조DX.자동보정.자동보정선행개발팀" userId="e0840e83-c9b5-4a8f-92d7-5eca1a37c5af" providerId="ADAL" clId="{F41B72E8-479E-4996-8D0A-5AFDC61D08DA}" dt="2026-09-01T01:36:09.062" v="1102" actId="20577"/>
          <ac:spMkLst>
            <pc:docMk/>
            <pc:sldMk cId="854844539" sldId="306"/>
            <ac:spMk id="2" creationId="{2A16A626-EF0E-253F-27D9-1C20223B7278}"/>
          </ac:spMkLst>
        </pc:spChg>
        <pc:spChg chg="mod">
          <ac:chgData name="신재우(JAEWOO SHIN)[jaewoo.s]/선임/제조DX.자동보정.자동보정선행개발팀" userId="e0840e83-c9b5-4a8f-92d7-5eca1a37c5af" providerId="ADAL" clId="{F41B72E8-479E-4996-8D0A-5AFDC61D08DA}" dt="2026-09-01T00:51:00.862" v="7"/>
          <ac:spMkLst>
            <pc:docMk/>
            <pc:sldMk cId="854844539" sldId="306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F41B72E8-479E-4996-8D0A-5AFDC61D08DA}" dt="2026-09-01T00:50:58.722" v="6"/>
        <pc:sldMkLst>
          <pc:docMk/>
          <pc:sldMk cId="1311616244" sldId="397"/>
        </pc:sldMkLst>
        <pc:spChg chg="mod">
          <ac:chgData name="신재우(JAEWOO SHIN)[jaewoo.s]/선임/제조DX.자동보정.자동보정선행개발팀" userId="e0840e83-c9b5-4a8f-92d7-5eca1a37c5af" providerId="ADAL" clId="{F41B72E8-479E-4996-8D0A-5AFDC61D08DA}" dt="2026-09-01T00:50:58.722" v="6"/>
          <ac:spMkLst>
            <pc:docMk/>
            <pc:sldMk cId="1311616244" sldId="397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F41B72E8-479E-4996-8D0A-5AFDC61D08DA}" dt="2026-09-01T00:51:06.753" v="8"/>
        <pc:sldMkLst>
          <pc:docMk/>
          <pc:sldMk cId="4044710247" sldId="419"/>
        </pc:sldMkLst>
        <pc:spChg chg="mod">
          <ac:chgData name="신재우(JAEWOO SHIN)[jaewoo.s]/선임/제조DX.자동보정.자동보정선행개발팀" userId="e0840e83-c9b5-4a8f-92d7-5eca1a37c5af" providerId="ADAL" clId="{F41B72E8-479E-4996-8D0A-5AFDC61D08DA}" dt="2026-09-01T00:51:06.753" v="8"/>
          <ac:spMkLst>
            <pc:docMk/>
            <pc:sldMk cId="4044710247" sldId="419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F41B72E8-479E-4996-8D0A-5AFDC61D08DA}" dt="2026-09-01T01:35:16.688" v="1048" actId="20577"/>
        <pc:sldMkLst>
          <pc:docMk/>
          <pc:sldMk cId="913002350" sldId="2147483645"/>
        </pc:sldMkLst>
        <pc:spChg chg="mod">
          <ac:chgData name="신재우(JAEWOO SHIN)[jaewoo.s]/선임/제조DX.자동보정.자동보정선행개발팀" userId="e0840e83-c9b5-4a8f-92d7-5eca1a37c5af" providerId="ADAL" clId="{F41B72E8-479E-4996-8D0A-5AFDC61D08DA}" dt="2026-09-01T00:50:21.599" v="5" actId="20577"/>
          <ac:spMkLst>
            <pc:docMk/>
            <pc:sldMk cId="913002350" sldId="2147483645"/>
            <ac:spMk id="7" creationId="{76597178-0C46-359F-C512-80C28D96C117}"/>
          </ac:spMkLst>
        </pc:spChg>
        <pc:spChg chg="mod">
          <ac:chgData name="신재우(JAEWOO SHIN)[jaewoo.s]/선임/제조DX.자동보정.자동보정선행개발팀" userId="e0840e83-c9b5-4a8f-92d7-5eca1a37c5af" providerId="ADAL" clId="{F41B72E8-479E-4996-8D0A-5AFDC61D08DA}" dt="2026-09-01T01:35:16.688" v="1048" actId="20577"/>
          <ac:spMkLst>
            <pc:docMk/>
            <pc:sldMk cId="913002350" sldId="2147483645"/>
            <ac:spMk id="11" creationId="{72EE0B59-5A69-39CF-C375-4160042376A5}"/>
          </ac:spMkLst>
        </pc:spChg>
      </pc:sldChg>
    </pc:docChg>
  </pc:docChgLst>
  <pc:docChgLst>
    <pc:chgData name="이기홍(GEEHONG LEE)[gihong]/선임/제조DX.자동보정.조립자동보정팀" userId="7eb4d326-2995-407e-9ec7-bafd98231306" providerId="ADAL" clId="{8A67F0C8-90F2-4EB8-91D2-808005DCD6FC}"/>
    <pc:docChg chg="undo custSel modSld">
      <pc:chgData name="이기홍(GEEHONG LEE)[gihong]/선임/제조DX.자동보정.조립자동보정팀" userId="7eb4d326-2995-407e-9ec7-bafd98231306" providerId="ADAL" clId="{8A67F0C8-90F2-4EB8-91D2-808005DCD6FC}" dt="2026-08-26T18:05:52.507" v="1563"/>
      <pc:docMkLst>
        <pc:docMk/>
      </pc:docMkLst>
      <pc:sldChg chg="modSp mod">
        <pc:chgData name="이기홍(GEEHONG LEE)[gihong]/선임/제조DX.자동보정.조립자동보정팀" userId="7eb4d326-2995-407e-9ec7-bafd98231306" providerId="ADAL" clId="{8A67F0C8-90F2-4EB8-91D2-808005DCD6FC}" dt="2026-08-26T18:05:52.507" v="1563"/>
        <pc:sldMkLst>
          <pc:docMk/>
          <pc:sldMk cId="3009852263" sldId="257"/>
        </pc:sldMkLst>
        <pc:spChg chg="mod">
          <ac:chgData name="이기홍(GEEHONG LEE)[gihong]/선임/제조DX.자동보정.조립자동보정팀" userId="7eb4d326-2995-407e-9ec7-bafd98231306" providerId="ADAL" clId="{8A67F0C8-90F2-4EB8-91D2-808005DCD6FC}" dt="2026-08-26T18:05:52.507" v="1563"/>
          <ac:spMkLst>
            <pc:docMk/>
            <pc:sldMk cId="3009852263" sldId="257"/>
            <ac:spMk id="62" creationId="{67087FE9-D3B8-3B61-8994-10F831D7EDD4}"/>
          </ac:spMkLst>
        </pc:spChg>
      </pc:sldChg>
      <pc:sldChg chg="addSp delSp modSp mod">
        <pc:chgData name="이기홍(GEEHONG LEE)[gihong]/선임/제조DX.자동보정.조립자동보정팀" userId="7eb4d326-2995-407e-9ec7-bafd98231306" providerId="ADAL" clId="{8A67F0C8-90F2-4EB8-91D2-808005DCD6FC}" dt="2026-08-25T23:55:48.652" v="1558" actId="20577"/>
        <pc:sldMkLst>
          <pc:docMk/>
          <pc:sldMk cId="2571904315" sldId="290"/>
        </pc:sldMkLst>
        <pc:spChg chg="add mod">
          <ac:chgData name="이기홍(GEEHONG LEE)[gihong]/선임/제조DX.자동보정.조립자동보정팀" userId="7eb4d326-2995-407e-9ec7-bafd98231306" providerId="ADAL" clId="{8A67F0C8-90F2-4EB8-91D2-808005DCD6FC}" dt="2026-08-25T23:54:58.664" v="1554" actId="1076"/>
          <ac:spMkLst>
            <pc:docMk/>
            <pc:sldMk cId="2571904315" sldId="290"/>
            <ac:spMk id="10" creationId="{9C780031-9B3C-A01E-7872-A50EEDB38798}"/>
          </ac:spMkLst>
        </pc:spChg>
        <pc:spChg chg="add mod">
          <ac:chgData name="이기홍(GEEHONG LEE)[gihong]/선임/제조DX.자동보정.조립자동보정팀" userId="7eb4d326-2995-407e-9ec7-bafd98231306" providerId="ADAL" clId="{8A67F0C8-90F2-4EB8-91D2-808005DCD6FC}" dt="2026-08-25T23:49:12.470" v="1096" actId="1076"/>
          <ac:spMkLst>
            <pc:docMk/>
            <pc:sldMk cId="2571904315" sldId="290"/>
            <ac:spMk id="18" creationId="{D8720A9A-2F59-B2E0-677F-B9F85900E21D}"/>
          </ac:spMkLst>
        </pc:spChg>
        <pc:spChg chg="add mod">
          <ac:chgData name="이기홍(GEEHONG LEE)[gihong]/선임/제조DX.자동보정.조립자동보정팀" userId="7eb4d326-2995-407e-9ec7-bafd98231306" providerId="ADAL" clId="{8A67F0C8-90F2-4EB8-91D2-808005DCD6FC}" dt="2026-08-25T23:49:16.346" v="1097" actId="1076"/>
          <ac:spMkLst>
            <pc:docMk/>
            <pc:sldMk cId="2571904315" sldId="290"/>
            <ac:spMk id="19" creationId="{2F6B73F0-E93C-3DF7-33B3-D8CE853A8E6F}"/>
          </ac:spMkLst>
        </pc:spChg>
        <pc:spChg chg="add mod">
          <ac:chgData name="이기홍(GEEHONG LEE)[gihong]/선임/제조DX.자동보정.조립자동보정팀" userId="7eb4d326-2995-407e-9ec7-bafd98231306" providerId="ADAL" clId="{8A67F0C8-90F2-4EB8-91D2-808005DCD6FC}" dt="2026-08-25T23:49:16.346" v="1097" actId="1076"/>
          <ac:spMkLst>
            <pc:docMk/>
            <pc:sldMk cId="2571904315" sldId="290"/>
            <ac:spMk id="21" creationId="{AFEBB0B2-E7B4-6242-F671-DE21769BA60A}"/>
          </ac:spMkLst>
        </pc:spChg>
        <pc:spChg chg="mod">
          <ac:chgData name="이기홍(GEEHONG LEE)[gihong]/선임/제조DX.자동보정.조립자동보정팀" userId="7eb4d326-2995-407e-9ec7-bafd98231306" providerId="ADAL" clId="{8A67F0C8-90F2-4EB8-91D2-808005DCD6FC}" dt="2026-08-25T23:55:48.652" v="1558" actId="20577"/>
          <ac:spMkLst>
            <pc:docMk/>
            <pc:sldMk cId="2571904315" sldId="290"/>
            <ac:spMk id="58" creationId="{1A14E2F3-1D19-45A5-DC7A-6661315C09C3}"/>
          </ac:spMkLst>
        </pc:spChg>
        <pc:spChg chg="mod">
          <ac:chgData name="이기홍(GEEHONG LEE)[gihong]/선임/제조DX.자동보정.조립자동보정팀" userId="7eb4d326-2995-407e-9ec7-bafd98231306" providerId="ADAL" clId="{8A67F0C8-90F2-4EB8-91D2-808005DCD6FC}" dt="2026-08-25T23:54:47.865" v="1553" actId="20577"/>
          <ac:spMkLst>
            <pc:docMk/>
            <pc:sldMk cId="2571904315" sldId="290"/>
            <ac:spMk id="59" creationId="{3EF71191-E2B1-E9EB-309A-60849C6D06F8}"/>
          </ac:spMkLst>
        </pc:spChg>
        <pc:spChg chg="mod">
          <ac:chgData name="이기홍(GEEHONG LEE)[gihong]/선임/제조DX.자동보정.조립자동보정팀" userId="7eb4d326-2995-407e-9ec7-bafd98231306" providerId="ADAL" clId="{8A67F0C8-90F2-4EB8-91D2-808005DCD6FC}" dt="2026-08-25T23:53:25.063" v="1518" actId="20577"/>
          <ac:spMkLst>
            <pc:docMk/>
            <pc:sldMk cId="2571904315" sldId="290"/>
            <ac:spMk id="62" creationId="{67087FE9-D3B8-3B61-8994-10F831D7EDD4}"/>
          </ac:spMkLst>
        </pc:spChg>
        <pc:graphicFrameChg chg="add mod modGraphic">
          <ac:chgData name="이기홍(GEEHONG LEE)[gihong]/선임/제조DX.자동보정.조립자동보정팀" userId="7eb4d326-2995-407e-9ec7-bafd98231306" providerId="ADAL" clId="{8A67F0C8-90F2-4EB8-91D2-808005DCD6FC}" dt="2026-08-25T23:54:58.664" v="1554" actId="1076"/>
          <ac:graphicFrameMkLst>
            <pc:docMk/>
            <pc:sldMk cId="2571904315" sldId="290"/>
            <ac:graphicFrameMk id="9" creationId="{D6DC6639-EE0C-4458-A05D-4A2F77A5021F}"/>
          </ac:graphicFrameMkLst>
        </pc:graphicFrameChg>
        <pc:picChg chg="add mod">
          <ac:chgData name="이기홍(GEEHONG LEE)[gihong]/선임/제조DX.자동보정.조립자동보정팀" userId="7eb4d326-2995-407e-9ec7-bafd98231306" providerId="ADAL" clId="{8A67F0C8-90F2-4EB8-91D2-808005DCD6FC}" dt="2026-08-25T23:49:12.470" v="1096" actId="1076"/>
          <ac:picMkLst>
            <pc:docMk/>
            <pc:sldMk cId="2571904315" sldId="290"/>
            <ac:picMk id="13" creationId="{5446C6FB-04C3-2001-340A-B288E998B5B5}"/>
          </ac:picMkLst>
        </pc:picChg>
        <pc:picChg chg="add mod">
          <ac:chgData name="이기홍(GEEHONG LEE)[gihong]/선임/제조DX.자동보정.조립자동보정팀" userId="7eb4d326-2995-407e-9ec7-bafd98231306" providerId="ADAL" clId="{8A67F0C8-90F2-4EB8-91D2-808005DCD6FC}" dt="2026-08-25T23:49:16.346" v="1097" actId="1076"/>
          <ac:picMkLst>
            <pc:docMk/>
            <pc:sldMk cId="2571904315" sldId="290"/>
            <ac:picMk id="15" creationId="{CA761956-0D95-15D7-59FC-1E0CB4255EA0}"/>
          </ac:picMkLst>
        </pc:picChg>
      </pc:sldChg>
    </pc:docChg>
  </pc:docChgLst>
  <pc:docChgLst>
    <pc:chgData name="이제희(JEHEE LEE)[jhlee5841]/책임/제조DX.자동보정.조립자동보정팀" userId="31773b35-80f3-44f0-bad0-f4c04c1e8eae" providerId="ADAL" clId="{9445229F-4666-4272-B01B-4B6A0410DC06}"/>
    <pc:docChg chg="undo custSel addSld modSld sldOrd">
      <pc:chgData name="이제희(JEHEE LEE)[jhlee5841]/책임/제조DX.자동보정.조립자동보정팀" userId="31773b35-80f3-44f0-bad0-f4c04c1e8eae" providerId="ADAL" clId="{9445229F-4666-4272-B01B-4B6A0410DC06}" dt="2026-09-08T08:55:34.003" v="6536" actId="1037"/>
      <pc:docMkLst>
        <pc:docMk/>
      </pc:docMkLst>
      <pc:sldChg chg="addSp delSp modSp mod">
        <pc:chgData name="이제희(JEHEE LEE)[jhlee5841]/책임/제조DX.자동보정.조립자동보정팀" userId="31773b35-80f3-44f0-bad0-f4c04c1e8eae" providerId="ADAL" clId="{9445229F-4666-4272-B01B-4B6A0410DC06}" dt="2026-09-08T08:39:35.479" v="5447" actId="20577"/>
        <pc:sldMkLst>
          <pc:docMk/>
          <pc:sldMk cId="238870570" sldId="361"/>
        </pc:sldMkLst>
        <pc:spChg chg="add mod">
          <ac:chgData name="이제희(JEHEE LEE)[jhlee5841]/책임/제조DX.자동보정.조립자동보정팀" userId="31773b35-80f3-44f0-bad0-f4c04c1e8eae" providerId="ADAL" clId="{9445229F-4666-4272-B01B-4B6A0410DC06}" dt="2026-09-08T08:07:14.948" v="2551" actId="14100"/>
          <ac:spMkLst>
            <pc:docMk/>
            <pc:sldMk cId="238870570" sldId="361"/>
            <ac:spMk id="5" creationId="{235D2EA7-9D57-5935-CB10-F4A35ABCBB51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3:46.008" v="2421"/>
          <ac:spMkLst>
            <pc:docMk/>
            <pc:sldMk cId="238870570" sldId="361"/>
            <ac:spMk id="6" creationId="{AB115A8C-A89F-F570-1BA1-3D408137DDA4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33:18.837" v="4707"/>
          <ac:spMkLst>
            <pc:docMk/>
            <pc:sldMk cId="238870570" sldId="361"/>
            <ac:spMk id="8" creationId="{3DAD0725-B65B-67CE-32EF-FD793C13482C}"/>
          </ac:spMkLst>
        </pc:spChg>
        <pc:spChg chg="add del mod">
          <ac:chgData name="이제희(JEHEE LEE)[jhlee5841]/책임/제조DX.자동보정.조립자동보정팀" userId="31773b35-80f3-44f0-bad0-f4c04c1e8eae" providerId="ADAL" clId="{9445229F-4666-4272-B01B-4B6A0410DC06}" dt="2026-09-08T08:03:01.595" v="2415" actId="478"/>
          <ac:spMkLst>
            <pc:docMk/>
            <pc:sldMk cId="238870570" sldId="361"/>
            <ac:spMk id="13" creationId="{79F62C6C-9662-E7EB-DCF2-7006EAC3E32B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05:09.091" v="2430" actId="571"/>
          <ac:spMkLst>
            <pc:docMk/>
            <pc:sldMk cId="238870570" sldId="361"/>
            <ac:spMk id="14" creationId="{92FED34D-0F2F-375D-B9ED-CACC5988AFD4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05:09.091" v="2430" actId="571"/>
          <ac:spMkLst>
            <pc:docMk/>
            <pc:sldMk cId="238870570" sldId="361"/>
            <ac:spMk id="15" creationId="{0BBB5EF9-6D8C-EFE1-C559-2BCDF249DDE3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05:33.803" v="2432"/>
          <ac:spMkLst>
            <pc:docMk/>
            <pc:sldMk cId="238870570" sldId="361"/>
            <ac:spMk id="16" creationId="{3D33BE0D-50C0-7CA9-1BDE-934A83F501E8}"/>
          </ac:spMkLst>
        </pc:spChg>
        <pc:spChg chg="del mod">
          <ac:chgData name="이제희(JEHEE LEE)[jhlee5841]/책임/제조DX.자동보정.조립자동보정팀" userId="31773b35-80f3-44f0-bad0-f4c04c1e8eae" providerId="ADAL" clId="{9445229F-4666-4272-B01B-4B6A0410DC06}" dt="2026-09-08T07:56:37.524" v="1801" actId="478"/>
          <ac:spMkLst>
            <pc:docMk/>
            <pc:sldMk cId="238870570" sldId="361"/>
            <ac:spMk id="18" creationId="{48D3B364-FB7B-D592-FC91-64593D9E73A4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22" creationId="{508D6B26-22CC-2A25-F5C7-CCB4C35830E1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24" creationId="{08B6692D-F26F-A1F6-F7B8-EEBC71B90F0F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25" creationId="{6F972FEF-B056-B462-AD42-D93EC1710298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26" creationId="{E2515EB2-90E0-FF1D-5784-D9A8D0848984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27" creationId="{439806AE-C542-E750-8EA7-9DC5EEF1E3A5}"/>
          </ac:spMkLst>
        </pc:spChg>
        <pc:spChg chg="del">
          <ac:chgData name="이제희(JEHEE LEE)[jhlee5841]/책임/제조DX.자동보정.조립자동보정팀" userId="31773b35-80f3-44f0-bad0-f4c04c1e8eae" providerId="ADAL" clId="{9445229F-4666-4272-B01B-4B6A0410DC06}" dt="2026-09-08T06:12:32.544" v="423" actId="478"/>
          <ac:spMkLst>
            <pc:docMk/>
            <pc:sldMk cId="238870570" sldId="361"/>
            <ac:spMk id="28" creationId="{55E15605-B5F7-D927-CE19-12E0D61A1B5B}"/>
          </ac:spMkLst>
        </pc:spChg>
        <pc:spChg chg="del">
          <ac:chgData name="이제희(JEHEE LEE)[jhlee5841]/책임/제조DX.자동보정.조립자동보정팀" userId="31773b35-80f3-44f0-bad0-f4c04c1e8eae" providerId="ADAL" clId="{9445229F-4666-4272-B01B-4B6A0410DC06}" dt="2026-09-08T06:12:32.544" v="423" actId="478"/>
          <ac:spMkLst>
            <pc:docMk/>
            <pc:sldMk cId="238870570" sldId="361"/>
            <ac:spMk id="29" creationId="{DDDA9FFA-78CF-D3AD-6B14-28069E118A99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0:55.322" v="2261" actId="113"/>
          <ac:spMkLst>
            <pc:docMk/>
            <pc:sldMk cId="238870570" sldId="361"/>
            <ac:spMk id="31" creationId="{85AAF112-A879-A804-3087-F2C3D1DA3028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32" creationId="{DD5B8B31-B908-5C97-B4BE-48CF6DA04772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33" creationId="{CB812F1B-4F2A-6D3E-4555-93D294C8D9AA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34" creationId="{4AFB87F4-67F2-FE56-B931-8AEA01706C22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35" creationId="{58957BD5-2C90-BBBD-F335-2B536ADC75CA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36" creationId="{99A1FE38-C71D-018E-9300-F1E1AEC0D436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37" creationId="{9ECF9ACB-9818-2234-2382-B57AC16E2703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38" creationId="{F90E1D1F-690C-0AE8-DCFA-2C80D653A60D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spMkLst>
            <pc:docMk/>
            <pc:sldMk cId="238870570" sldId="361"/>
            <ac:spMk id="39" creationId="{72ECB6C5-B25E-879E-55D7-E72774CC2491}"/>
          </ac:spMkLst>
        </pc:spChg>
        <pc:spChg chg="mod topLvl">
          <ac:chgData name="이제희(JEHEE LEE)[jhlee5841]/책임/제조DX.자동보정.조립자동보정팀" userId="31773b35-80f3-44f0-bad0-f4c04c1e8eae" providerId="ADAL" clId="{9445229F-4666-4272-B01B-4B6A0410DC06}" dt="2026-09-08T08:19:34.886" v="3574" actId="1076"/>
          <ac:spMkLst>
            <pc:docMk/>
            <pc:sldMk cId="238870570" sldId="361"/>
            <ac:spMk id="42" creationId="{6AA67EB7-D9C0-B7A5-D524-7ABDEADEF818}"/>
          </ac:spMkLst>
        </pc:spChg>
        <pc:spChg chg="mod topLvl">
          <ac:chgData name="이제희(JEHEE LEE)[jhlee5841]/책임/제조DX.자동보정.조립자동보정팀" userId="31773b35-80f3-44f0-bad0-f4c04c1e8eae" providerId="ADAL" clId="{9445229F-4666-4272-B01B-4B6A0410DC06}" dt="2026-09-08T08:32:37.646" v="4656" actId="20577"/>
          <ac:spMkLst>
            <pc:docMk/>
            <pc:sldMk cId="238870570" sldId="361"/>
            <ac:spMk id="43" creationId="{F0C38F79-AC0C-DDFE-620D-99F70CD3472B}"/>
          </ac:spMkLst>
        </pc:spChg>
        <pc:spChg chg="mod topLvl">
          <ac:chgData name="이제희(JEHEE LEE)[jhlee5841]/책임/제조DX.자동보정.조립자동보정팀" userId="31773b35-80f3-44f0-bad0-f4c04c1e8eae" providerId="ADAL" clId="{9445229F-4666-4272-B01B-4B6A0410DC06}" dt="2026-09-08T08:19:34.886" v="3574" actId="1076"/>
          <ac:spMkLst>
            <pc:docMk/>
            <pc:sldMk cId="238870570" sldId="361"/>
            <ac:spMk id="44" creationId="{3CBAF6F7-EAFB-9794-3D60-A7134C156D76}"/>
          </ac:spMkLst>
        </pc:spChg>
        <pc:spChg chg="mod topLvl">
          <ac:chgData name="이제희(JEHEE LEE)[jhlee5841]/책임/제조DX.자동보정.조립자동보정팀" userId="31773b35-80f3-44f0-bad0-f4c04c1e8eae" providerId="ADAL" clId="{9445229F-4666-4272-B01B-4B6A0410DC06}" dt="2026-09-08T08:19:34.886" v="3574" actId="1076"/>
          <ac:spMkLst>
            <pc:docMk/>
            <pc:sldMk cId="238870570" sldId="361"/>
            <ac:spMk id="45" creationId="{EBD4E087-137E-AAAD-A729-A1A83D4EEFEE}"/>
          </ac:spMkLst>
        </pc:spChg>
        <pc:spChg chg="mod topLvl">
          <ac:chgData name="이제희(JEHEE LEE)[jhlee5841]/책임/제조DX.자동보정.조립자동보정팀" userId="31773b35-80f3-44f0-bad0-f4c04c1e8eae" providerId="ADAL" clId="{9445229F-4666-4272-B01B-4B6A0410DC06}" dt="2026-09-08T08:19:34.886" v="3574" actId="1076"/>
          <ac:spMkLst>
            <pc:docMk/>
            <pc:sldMk cId="238870570" sldId="361"/>
            <ac:spMk id="46" creationId="{7C21C60D-E4B0-81F9-AD69-E265BD1A9FE0}"/>
          </ac:spMkLst>
        </pc:spChg>
        <pc:spChg chg="mod topLvl">
          <ac:chgData name="이제희(JEHEE LEE)[jhlee5841]/책임/제조DX.자동보정.조립자동보정팀" userId="31773b35-80f3-44f0-bad0-f4c04c1e8eae" providerId="ADAL" clId="{9445229F-4666-4272-B01B-4B6A0410DC06}" dt="2026-09-08T08:19:34.886" v="3574" actId="1076"/>
          <ac:spMkLst>
            <pc:docMk/>
            <pc:sldMk cId="238870570" sldId="361"/>
            <ac:spMk id="47" creationId="{7E6BB612-92A1-01E2-9367-BD3BD42DE10C}"/>
          </ac:spMkLst>
        </pc:spChg>
        <pc:spChg chg="del mod topLvl">
          <ac:chgData name="이제희(JEHEE LEE)[jhlee5841]/책임/제조DX.자동보정.조립자동보정팀" userId="31773b35-80f3-44f0-bad0-f4c04c1e8eae" providerId="ADAL" clId="{9445229F-4666-4272-B01B-4B6A0410DC06}" dt="2026-09-08T08:14:53.225" v="3132" actId="478"/>
          <ac:spMkLst>
            <pc:docMk/>
            <pc:sldMk cId="238870570" sldId="361"/>
            <ac:spMk id="48" creationId="{B5F38AF6-10D4-93CE-BA10-C014B8167791}"/>
          </ac:spMkLst>
        </pc:spChg>
        <pc:spChg chg="del mod topLvl">
          <ac:chgData name="이제희(JEHEE LEE)[jhlee5841]/책임/제조DX.자동보정.조립자동보정팀" userId="31773b35-80f3-44f0-bad0-f4c04c1e8eae" providerId="ADAL" clId="{9445229F-4666-4272-B01B-4B6A0410DC06}" dt="2026-09-08T08:14:41.411" v="3129" actId="478"/>
          <ac:spMkLst>
            <pc:docMk/>
            <pc:sldMk cId="238870570" sldId="361"/>
            <ac:spMk id="49" creationId="{CEE4A28E-3377-FD2D-3947-7492C07AC4BE}"/>
          </ac:spMkLst>
        </pc:spChg>
        <pc:spChg chg="del mod topLvl">
          <ac:chgData name="이제희(JEHEE LEE)[jhlee5841]/책임/제조DX.자동보정.조립자동보정팀" userId="31773b35-80f3-44f0-bad0-f4c04c1e8eae" providerId="ADAL" clId="{9445229F-4666-4272-B01B-4B6A0410DC06}" dt="2026-09-08T08:15:08.009" v="3138" actId="478"/>
          <ac:spMkLst>
            <pc:docMk/>
            <pc:sldMk cId="238870570" sldId="361"/>
            <ac:spMk id="50" creationId="{21E7DFC3-5FA9-30A2-4635-7FF328F89E1A}"/>
          </ac:spMkLst>
        </pc:spChg>
        <pc:spChg chg="del mod topLvl">
          <ac:chgData name="이제희(JEHEE LEE)[jhlee5841]/책임/제조DX.자동보정.조립자동보정팀" userId="31773b35-80f3-44f0-bad0-f4c04c1e8eae" providerId="ADAL" clId="{9445229F-4666-4272-B01B-4B6A0410DC06}" dt="2026-09-08T08:15:08.009" v="3138" actId="478"/>
          <ac:spMkLst>
            <pc:docMk/>
            <pc:sldMk cId="238870570" sldId="361"/>
            <ac:spMk id="51" creationId="{CD09EAD1-4B21-1B6B-4641-473D6842333C}"/>
          </ac:spMkLst>
        </pc:spChg>
        <pc:spChg chg="del mod topLvl">
          <ac:chgData name="이제희(JEHEE LEE)[jhlee5841]/책임/제조DX.자동보정.조립자동보정팀" userId="31773b35-80f3-44f0-bad0-f4c04c1e8eae" providerId="ADAL" clId="{9445229F-4666-4272-B01B-4B6A0410DC06}" dt="2026-09-08T08:15:09.572" v="3139" actId="478"/>
          <ac:spMkLst>
            <pc:docMk/>
            <pc:sldMk cId="238870570" sldId="361"/>
            <ac:spMk id="52" creationId="{48C95702-89E7-1FF7-4E35-35D58B7B6AD7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5:42:58.625" v="90"/>
          <ac:spMkLst>
            <pc:docMk/>
            <pc:sldMk cId="238870570" sldId="361"/>
            <ac:spMk id="53" creationId="{685D4899-7985-B960-6CDA-495D2CB59B39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5:43:02.169" v="91" actId="20577"/>
          <ac:spMkLst>
            <pc:docMk/>
            <pc:sldMk cId="238870570" sldId="361"/>
            <ac:spMk id="58" creationId="{1A14E2F3-1D19-45A5-DC7A-6661315C09C3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03:52.601" v="2425" actId="1076"/>
          <ac:spMkLst>
            <pc:docMk/>
            <pc:sldMk cId="238870570" sldId="361"/>
            <ac:spMk id="59" creationId="{3EF71191-E2B1-E9EB-309A-60849C6D06F8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39:35.479" v="5447" actId="20577"/>
          <ac:spMkLst>
            <pc:docMk/>
            <pc:sldMk cId="238870570" sldId="361"/>
            <ac:spMk id="61" creationId="{90AC4789-A3FE-4963-A335-E623E8C98F84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37:11.442" v="5374" actId="948"/>
          <ac:spMkLst>
            <pc:docMk/>
            <pc:sldMk cId="238870570" sldId="361"/>
            <ac:spMk id="62" creationId="{67087FE9-D3B8-3B61-8994-10F831D7EDD4}"/>
          </ac:spMkLst>
        </pc:spChg>
        <pc:spChg chg="del mod topLvl">
          <ac:chgData name="이제희(JEHEE LEE)[jhlee5841]/책임/제조DX.자동보정.조립자동보정팀" userId="31773b35-80f3-44f0-bad0-f4c04c1e8eae" providerId="ADAL" clId="{9445229F-4666-4272-B01B-4B6A0410DC06}" dt="2026-09-08T08:15:08.009" v="3138" actId="478"/>
          <ac:spMkLst>
            <pc:docMk/>
            <pc:sldMk cId="238870570" sldId="361"/>
            <ac:spMk id="63" creationId="{15299552-CE51-EF16-8361-68BC2DBBF595}"/>
          </ac:spMkLst>
        </pc:spChg>
        <pc:spChg chg="del mod topLvl">
          <ac:chgData name="이제희(JEHEE LEE)[jhlee5841]/책임/제조DX.자동보정.조립자동보정팀" userId="31773b35-80f3-44f0-bad0-f4c04c1e8eae" providerId="ADAL" clId="{9445229F-4666-4272-B01B-4B6A0410DC06}" dt="2026-09-08T08:15:08.009" v="3138" actId="478"/>
          <ac:spMkLst>
            <pc:docMk/>
            <pc:sldMk cId="238870570" sldId="361"/>
            <ac:spMk id="64" creationId="{98265025-4F9B-E09D-F4B3-E894BA387FFE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11:52.160" v="2756" actId="571"/>
          <ac:spMkLst>
            <pc:docMk/>
            <pc:sldMk cId="238870570" sldId="361"/>
            <ac:spMk id="66" creationId="{FFDB0F5A-90CD-9C0F-58A3-FB3F60EF2EBF}"/>
          </ac:spMkLst>
        </pc:spChg>
        <pc:spChg chg="add del mod">
          <ac:chgData name="이제희(JEHEE LEE)[jhlee5841]/책임/제조DX.자동보정.조립자동보정팀" userId="31773b35-80f3-44f0-bad0-f4c04c1e8eae" providerId="ADAL" clId="{9445229F-4666-4272-B01B-4B6A0410DC06}" dt="2026-09-08T08:14:51.129" v="3131" actId="478"/>
          <ac:spMkLst>
            <pc:docMk/>
            <pc:sldMk cId="238870570" sldId="361"/>
            <ac:spMk id="67" creationId="{4C174748-A2F6-B337-B975-C4AE1C2A6311}"/>
          </ac:spMkLst>
        </pc:spChg>
        <pc:spChg chg="add del mod">
          <ac:chgData name="이제희(JEHEE LEE)[jhlee5841]/책임/제조DX.자동보정.조립자동보정팀" userId="31773b35-80f3-44f0-bad0-f4c04c1e8eae" providerId="ADAL" clId="{9445229F-4666-4272-B01B-4B6A0410DC06}" dt="2026-09-08T08:14:51.129" v="3131" actId="478"/>
          <ac:spMkLst>
            <pc:docMk/>
            <pc:sldMk cId="238870570" sldId="361"/>
            <ac:spMk id="68" creationId="{02137656-FFDD-C5ED-FEB1-BC50FA416658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15:01.219" v="3136" actId="571"/>
          <ac:spMkLst>
            <pc:docMk/>
            <pc:sldMk cId="238870570" sldId="361"/>
            <ac:spMk id="69" creationId="{7B6691DE-2745-FCA6-9B13-DBA44F91061C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15:01.219" v="3136" actId="571"/>
          <ac:spMkLst>
            <pc:docMk/>
            <pc:sldMk cId="238870570" sldId="361"/>
            <ac:spMk id="70" creationId="{FE523BD9-9DB5-14C2-1DFE-59C2F180FF55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15:01.219" v="3136" actId="571"/>
          <ac:spMkLst>
            <pc:docMk/>
            <pc:sldMk cId="238870570" sldId="361"/>
            <ac:spMk id="71" creationId="{6D0D5086-CBD2-9BF9-6859-04D919666BAA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19:34.886" v="3574" actId="1076"/>
          <ac:spMkLst>
            <pc:docMk/>
            <pc:sldMk cId="238870570" sldId="361"/>
            <ac:spMk id="72" creationId="{3536DE45-86F8-C68E-0972-F7536A24D60E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19:55.749" v="3587" actId="20577"/>
          <ac:spMkLst>
            <pc:docMk/>
            <pc:sldMk cId="238870570" sldId="361"/>
            <ac:spMk id="73" creationId="{43749B2D-5A9B-E5E3-B83A-FF4ED250A087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19:34.886" v="3574" actId="1076"/>
          <ac:spMkLst>
            <pc:docMk/>
            <pc:sldMk cId="238870570" sldId="361"/>
            <ac:spMk id="74" creationId="{F74B0001-4C99-34D4-D956-5D87194B7CF6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17:45.060" v="3363" actId="571"/>
          <ac:spMkLst>
            <pc:docMk/>
            <pc:sldMk cId="238870570" sldId="361"/>
            <ac:spMk id="75" creationId="{302BBEB0-E91E-6E66-9775-B1ADD272E1D6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19:34.886" v="3574" actId="1076"/>
          <ac:spMkLst>
            <pc:docMk/>
            <pc:sldMk cId="238870570" sldId="361"/>
            <ac:spMk id="76" creationId="{B3A9FD94-FC42-6092-B063-F61AD14A9A3B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20:22.027" v="3594" actId="20577"/>
          <ac:spMkLst>
            <pc:docMk/>
            <pc:sldMk cId="238870570" sldId="361"/>
            <ac:spMk id="77" creationId="{193AF6B2-9DB3-41AB-3BC0-91125FF6E7C2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20:08.905" v="3591" actId="207"/>
          <ac:spMkLst>
            <pc:docMk/>
            <pc:sldMk cId="238870570" sldId="361"/>
            <ac:spMk id="78" creationId="{3B911704-CE58-7CB2-0088-EE918F0EAD2A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28:52.570" v="4292" actId="207"/>
          <ac:spMkLst>
            <pc:docMk/>
            <pc:sldMk cId="238870570" sldId="361"/>
            <ac:spMk id="79" creationId="{F498C77D-DC59-63BB-66B9-F3DDFF7BDCDB}"/>
          </ac:spMkLst>
        </pc:spChg>
        <pc:spChg chg="add del mod">
          <ac:chgData name="이제희(JEHEE LEE)[jhlee5841]/책임/제조DX.자동보정.조립자동보정팀" userId="31773b35-80f3-44f0-bad0-f4c04c1e8eae" providerId="ADAL" clId="{9445229F-4666-4272-B01B-4B6A0410DC06}" dt="2026-09-08T08:19:45.372" v="3577" actId="478"/>
          <ac:spMkLst>
            <pc:docMk/>
            <pc:sldMk cId="238870570" sldId="361"/>
            <ac:spMk id="80" creationId="{CDBCCA1E-CBB8-BF98-4A7D-BD814D250190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28:47.106" v="4291" actId="207"/>
          <ac:spMkLst>
            <pc:docMk/>
            <pc:sldMk cId="238870570" sldId="361"/>
            <ac:spMk id="81" creationId="{E514F84E-27E0-8016-A282-14138C53FC96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27:32.156" v="4047" actId="1076"/>
          <ac:spMkLst>
            <pc:docMk/>
            <pc:sldMk cId="238870570" sldId="361"/>
            <ac:spMk id="83" creationId="{BE2591D4-0002-A7F9-253E-FC2998ABA03E}"/>
          </ac:spMkLst>
        </pc:spChg>
        <pc:spChg chg="add del mod">
          <ac:chgData name="이제희(JEHEE LEE)[jhlee5841]/책임/제조DX.자동보정.조립자동보정팀" userId="31773b35-80f3-44f0-bad0-f4c04c1e8eae" providerId="ADAL" clId="{9445229F-4666-4272-B01B-4B6A0410DC06}" dt="2026-09-08T08:39:16.562" v="5442" actId="478"/>
          <ac:spMkLst>
            <pc:docMk/>
            <pc:sldMk cId="238870570" sldId="361"/>
            <ac:spMk id="85" creationId="{A74C8B5F-9D16-6F0D-5F61-EF74CF49BE92}"/>
          </ac:spMkLst>
        </pc:spChg>
        <pc:grpChg chg="add 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grpSpMkLst>
            <pc:docMk/>
            <pc:sldMk cId="238870570" sldId="361"/>
            <ac:grpSpMk id="17" creationId="{7BAE27FF-2E2E-CD72-7F16-572B1008D365}"/>
          </ac:grpSpMkLst>
        </pc:grpChg>
        <pc:grpChg chg="del">
          <ac:chgData name="이제희(JEHEE LEE)[jhlee5841]/책임/제조DX.자동보정.조립자동보정팀" userId="31773b35-80f3-44f0-bad0-f4c04c1e8eae" providerId="ADAL" clId="{9445229F-4666-4272-B01B-4B6A0410DC06}" dt="2026-09-08T06:12:32.544" v="423" actId="478"/>
          <ac:grpSpMkLst>
            <pc:docMk/>
            <pc:sldMk cId="238870570" sldId="361"/>
            <ac:grpSpMk id="20" creationId="{89D83EBF-3492-5334-CA89-DF8BAA4E84B2}"/>
          </ac:grpSpMkLst>
        </pc:grpChg>
        <pc:grpChg chg="add del mod">
          <ac:chgData name="이제희(JEHEE LEE)[jhlee5841]/책임/제조DX.자동보정.조립자동보정팀" userId="31773b35-80f3-44f0-bad0-f4c04c1e8eae" providerId="ADAL" clId="{9445229F-4666-4272-B01B-4B6A0410DC06}" dt="2026-09-08T08:05:46.865" v="2435" actId="165"/>
          <ac:grpSpMkLst>
            <pc:docMk/>
            <pc:sldMk cId="238870570" sldId="361"/>
            <ac:grpSpMk id="40" creationId="{3E0A7F38-EBB2-0BE5-3514-A57C78D7EB57}"/>
          </ac:grpSpMkLst>
        </pc:grpChg>
        <pc:graphicFrameChg chg="add del mod modGraphic">
          <ac:chgData name="이제희(JEHEE LEE)[jhlee5841]/책임/제조DX.자동보정.조립자동보정팀" userId="31773b35-80f3-44f0-bad0-f4c04c1e8eae" providerId="ADAL" clId="{9445229F-4666-4272-B01B-4B6A0410DC06}" dt="2026-09-08T08:27:12.262" v="4041" actId="478"/>
          <ac:graphicFrameMkLst>
            <pc:docMk/>
            <pc:sldMk cId="238870570" sldId="361"/>
            <ac:graphicFrameMk id="7" creationId="{FCD10E80-0ABC-EDBB-1FF7-840C57AF5F6C}"/>
          </ac:graphicFrameMkLst>
        </pc:graphicFrameChg>
        <pc:graphicFrameChg chg="mod modGraphic">
          <ac:chgData name="이제희(JEHEE LEE)[jhlee5841]/책임/제조DX.자동보정.조립자동보정팀" userId="31773b35-80f3-44f0-bad0-f4c04c1e8eae" providerId="ADAL" clId="{9445229F-4666-4272-B01B-4B6A0410DC06}" dt="2026-09-08T08:38:59.376" v="5392"/>
          <ac:graphicFrameMkLst>
            <pc:docMk/>
            <pc:sldMk cId="238870570" sldId="361"/>
            <ac:graphicFrameMk id="9" creationId="{449F626A-DBC8-4A3C-AC31-96A9EDF90D6A}"/>
          </ac:graphicFrameMkLst>
        </pc:graphicFrameChg>
        <pc:graphicFrameChg chg="mod modGraphic">
          <ac:chgData name="이제희(JEHEE LEE)[jhlee5841]/책임/제조DX.자동보정.조립자동보정팀" userId="31773b35-80f3-44f0-bad0-f4c04c1e8eae" providerId="ADAL" clId="{9445229F-4666-4272-B01B-4B6A0410DC06}" dt="2026-09-08T08:00:29.390" v="2212" actId="14100"/>
          <ac:graphicFrameMkLst>
            <pc:docMk/>
            <pc:sldMk cId="238870570" sldId="361"/>
            <ac:graphicFrameMk id="30" creationId="{B409A7FA-6042-3D09-4EF8-AC4D9617463F}"/>
          </ac:graphicFrameMkLst>
        </pc:graphicFrameChg>
        <pc:graphicFrameChg chg="add mod modGraphic">
          <ac:chgData name="이제희(JEHEE LEE)[jhlee5841]/책임/제조DX.자동보정.조립자동보정팀" userId="31773b35-80f3-44f0-bad0-f4c04c1e8eae" providerId="ADAL" clId="{9445229F-4666-4272-B01B-4B6A0410DC06}" dt="2026-09-08T08:27:20.518" v="4044" actId="1076"/>
          <ac:graphicFrameMkLst>
            <pc:docMk/>
            <pc:sldMk cId="238870570" sldId="361"/>
            <ac:graphicFrameMk id="82" creationId="{0792740D-7452-F4A4-2ECB-4C3A69AFC25D}"/>
          </ac:graphicFrameMkLst>
        </pc:graphicFrameChg>
        <pc:cxnChg chg="mod">
          <ac:chgData name="이제희(JEHEE LEE)[jhlee5841]/책임/제조DX.자동보정.조립자동보정팀" userId="31773b35-80f3-44f0-bad0-f4c04c1e8eae" providerId="ADAL" clId="{9445229F-4666-4272-B01B-4B6A0410DC06}" dt="2026-09-08T08:05:32.484" v="2431"/>
          <ac:cxnSpMkLst>
            <pc:docMk/>
            <pc:sldMk cId="238870570" sldId="361"/>
            <ac:cxnSpMk id="19" creationId="{C690CB79-4F78-9504-3CE8-7E26C333C3C8}"/>
          </ac:cxnSpMkLst>
        </pc:cxnChg>
        <pc:cxnChg chg="mod topLvl">
          <ac:chgData name="이제희(JEHEE LEE)[jhlee5841]/책임/제조DX.자동보정.조립자동보정팀" userId="31773b35-80f3-44f0-bad0-f4c04c1e8eae" providerId="ADAL" clId="{9445229F-4666-4272-B01B-4B6A0410DC06}" dt="2026-09-08T08:19:34.886" v="3574" actId="1076"/>
          <ac:cxnSpMkLst>
            <pc:docMk/>
            <pc:sldMk cId="238870570" sldId="361"/>
            <ac:cxnSpMk id="41" creationId="{3E38CC1E-88AD-7F9F-D8F5-275062585D06}"/>
          </ac:cxnSpMkLst>
        </pc:cxnChg>
      </pc:sldChg>
      <pc:sldChg chg="addSp delSp modSp add mod">
        <pc:chgData name="이제희(JEHEE LEE)[jhlee5841]/책임/제조DX.자동보정.조립자동보정팀" userId="31773b35-80f3-44f0-bad0-f4c04c1e8eae" providerId="ADAL" clId="{9445229F-4666-4272-B01B-4B6A0410DC06}" dt="2026-09-08T08:55:34.003" v="6536" actId="1037"/>
        <pc:sldMkLst>
          <pc:docMk/>
          <pc:sldMk cId="92261207" sldId="364"/>
        </pc:sldMkLst>
        <pc:spChg chg="del">
          <ac:chgData name="이제희(JEHEE LEE)[jhlee5841]/책임/제조DX.자동보정.조립자동보정팀" userId="31773b35-80f3-44f0-bad0-f4c04c1e8eae" providerId="ADAL" clId="{9445229F-4666-4272-B01B-4B6A0410DC06}" dt="2026-09-08T08:38:09.822" v="5383" actId="478"/>
          <ac:spMkLst>
            <pc:docMk/>
            <pc:sldMk cId="92261207" sldId="364"/>
            <ac:spMk id="2" creationId="{C4C60739-AEDE-8606-BC44-C7851030531A}"/>
          </ac:spMkLst>
        </pc:spChg>
        <pc:spChg chg="del">
          <ac:chgData name="이제희(JEHEE LEE)[jhlee5841]/책임/제조DX.자동보정.조립자동보정팀" userId="31773b35-80f3-44f0-bad0-f4c04c1e8eae" providerId="ADAL" clId="{9445229F-4666-4272-B01B-4B6A0410DC06}" dt="2026-09-08T08:38:08.545" v="5382" actId="478"/>
          <ac:spMkLst>
            <pc:docMk/>
            <pc:sldMk cId="92261207" sldId="364"/>
            <ac:spMk id="3" creationId="{532BFF96-A9B6-4A39-C2EA-37B1B584C274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48:04.541" v="5901" actId="20577"/>
          <ac:spMkLst>
            <pc:docMk/>
            <pc:sldMk cId="92261207" sldId="364"/>
            <ac:spMk id="5" creationId="{51736E12-0FEF-65C2-134E-99AFC4E8551D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38:16.324" v="5387" actId="20577"/>
          <ac:spMkLst>
            <pc:docMk/>
            <pc:sldMk cId="92261207" sldId="364"/>
            <ac:spMk id="6" creationId="{AB115A8C-A89F-F570-1BA1-3D408137DDA4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53:05.545" v="6221" actId="207"/>
          <ac:spMkLst>
            <pc:docMk/>
            <pc:sldMk cId="92261207" sldId="364"/>
            <ac:spMk id="7" creationId="{B7A8D8D6-8E47-0872-38F1-6EA3C057A91B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53:01.429" v="6220" actId="207"/>
          <ac:spMkLst>
            <pc:docMk/>
            <pc:sldMk cId="92261207" sldId="364"/>
            <ac:spMk id="8" creationId="{5919198A-CDB5-FF93-3169-8D8F18829103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52:56.256" v="6219" actId="1076"/>
          <ac:spMkLst>
            <pc:docMk/>
            <pc:sldMk cId="92261207" sldId="364"/>
            <ac:spMk id="13" creationId="{38F59D01-83A1-8EDB-A942-CFCC8A24A16D}"/>
          </ac:spMkLst>
        </pc:spChg>
        <pc:spChg chg="add mod">
          <ac:chgData name="이제희(JEHEE LEE)[jhlee5841]/책임/제조DX.자동보정.조립자동보정팀" userId="31773b35-80f3-44f0-bad0-f4c04c1e8eae" providerId="ADAL" clId="{9445229F-4666-4272-B01B-4B6A0410DC06}" dt="2026-09-08T08:52:56.256" v="6219" actId="1076"/>
          <ac:spMkLst>
            <pc:docMk/>
            <pc:sldMk cId="92261207" sldId="364"/>
            <ac:spMk id="14" creationId="{8F7AE809-E3E3-4B22-D095-AC790C9334D4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17" creationId="{C83AA19D-274F-FD10-326A-8B0844F18ED4}"/>
          </ac:spMkLst>
        </pc:spChg>
        <pc:spChg chg="del mod">
          <ac:chgData name="이제희(JEHEE LEE)[jhlee5841]/책임/제조DX.자동보정.조립자동보정팀" userId="31773b35-80f3-44f0-bad0-f4c04c1e8eae" providerId="ADAL" clId="{9445229F-4666-4272-B01B-4B6A0410DC06}" dt="2026-09-08T08:39:45.839" v="5448" actId="478"/>
          <ac:spMkLst>
            <pc:docMk/>
            <pc:sldMk cId="92261207" sldId="364"/>
            <ac:spMk id="18" creationId="{48D3B364-FB7B-D592-FC91-64593D9E73A4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19" creationId="{0481594E-E76B-FD16-0904-C521548C92EB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20" creationId="{C6B72011-3746-BD26-3F50-ACB434ED62FC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21" creationId="{56D842D1-8EA5-C31F-1798-65C09146280D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22" creationId="{E2C8D423-9243-D8C4-F797-CD6560CB3D97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23" creationId="{7B64E933-1F42-410F-5899-1BB0CA49BB31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24" creationId="{C129FC8D-3365-E25A-D682-06B534993DF5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25" creationId="{91A308E2-C6E9-1509-D3BB-2CB8E6F6E330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28" creationId="{24D31FC1-49DE-8E59-BD09-812E1E7CFE16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29" creationId="{75131A73-867B-D6CC-9163-23C10D0051D0}"/>
          </ac:spMkLst>
        </pc:spChg>
        <pc:spChg chg="del">
          <ac:chgData name="이제희(JEHEE LEE)[jhlee5841]/책임/제조DX.자동보정.조립자동보정팀" userId="31773b35-80f3-44f0-bad0-f4c04c1e8eae" providerId="ADAL" clId="{9445229F-4666-4272-B01B-4B6A0410DC06}" dt="2026-09-08T08:38:20.914" v="5389" actId="478"/>
          <ac:spMkLst>
            <pc:docMk/>
            <pc:sldMk cId="92261207" sldId="364"/>
            <ac:spMk id="31" creationId="{85AAF112-A879-A804-3087-F2C3D1DA3028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32" creationId="{BEB19DB4-A532-A389-DAB1-0DFE4AC69831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33" creationId="{697194FF-8F10-C126-FE7B-0AA0BDDE9AFD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spMkLst>
            <pc:docMk/>
            <pc:sldMk cId="92261207" sldId="364"/>
            <ac:spMk id="35" creationId="{D97EE2BB-862A-89C6-1AB1-4CA49C898880}"/>
          </ac:spMkLst>
        </pc:spChg>
        <pc:spChg chg="add del mod">
          <ac:chgData name="이제희(JEHEE LEE)[jhlee5841]/책임/제조DX.자동보정.조립자동보정팀" userId="31773b35-80f3-44f0-bad0-f4c04c1e8eae" providerId="ADAL" clId="{9445229F-4666-4272-B01B-4B6A0410DC06}" dt="2026-09-08T08:50:42.335" v="6176" actId="478"/>
          <ac:spMkLst>
            <pc:docMk/>
            <pc:sldMk cId="92261207" sldId="364"/>
            <ac:spMk id="37" creationId="{17A938BC-40B7-A2B1-94EC-F9309B338482}"/>
          </ac:spMkLst>
        </pc:spChg>
        <pc:spChg chg="add del mod">
          <ac:chgData name="이제희(JEHEE LEE)[jhlee5841]/책임/제조DX.자동보정.조립자동보정팀" userId="31773b35-80f3-44f0-bad0-f4c04c1e8eae" providerId="ADAL" clId="{9445229F-4666-4272-B01B-4B6A0410DC06}" dt="2026-09-08T08:51:14.707" v="6180" actId="478"/>
          <ac:spMkLst>
            <pc:docMk/>
            <pc:sldMk cId="92261207" sldId="364"/>
            <ac:spMk id="38" creationId="{098122D9-862E-7AB9-1C68-9B1425271F6C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spMkLst>
            <pc:docMk/>
            <pc:sldMk cId="92261207" sldId="364"/>
            <ac:spMk id="44" creationId="{C5A7A87C-D9E6-964F-E94D-E99F5804052A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spMkLst>
            <pc:docMk/>
            <pc:sldMk cId="92261207" sldId="364"/>
            <ac:spMk id="45" creationId="{7D77C737-DC7F-BDB8-220E-D9E104CFE111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spMkLst>
            <pc:docMk/>
            <pc:sldMk cId="92261207" sldId="364"/>
            <ac:spMk id="46" creationId="{C3E8CE4C-088B-2F7E-4FFB-5854F3929292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spMkLst>
            <pc:docMk/>
            <pc:sldMk cId="92261207" sldId="364"/>
            <ac:spMk id="47" creationId="{F05E6E68-B571-63D1-6199-8B773772EDF0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spMkLst>
            <pc:docMk/>
            <pc:sldMk cId="92261207" sldId="364"/>
            <ac:spMk id="50" creationId="{94F73C63-F179-EA17-448F-3AE8C8193024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spMkLst>
            <pc:docMk/>
            <pc:sldMk cId="92261207" sldId="364"/>
            <ac:spMk id="51" creationId="{29953665-1273-8AA5-DAF3-86E30F20CD52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spMkLst>
            <pc:docMk/>
            <pc:sldMk cId="92261207" sldId="364"/>
            <ac:spMk id="52" creationId="{C7380659-AD6E-DD81-9F78-3657D616E129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2:56.256" v="6219" actId="1076"/>
          <ac:spMkLst>
            <pc:docMk/>
            <pc:sldMk cId="92261207" sldId="364"/>
            <ac:spMk id="59" creationId="{3EF71191-E2B1-E9EB-309A-60849C6D06F8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37:48.208" v="5375" actId="20577"/>
          <ac:spMkLst>
            <pc:docMk/>
            <pc:sldMk cId="92261207" sldId="364"/>
            <ac:spMk id="61" creationId="{90AC4789-A3FE-4963-A335-E623E8C98F84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5:34.003" v="6536" actId="1037"/>
          <ac:spMkLst>
            <pc:docMk/>
            <pc:sldMk cId="92261207" sldId="364"/>
            <ac:spMk id="62" creationId="{67087FE9-D3B8-3B61-8994-10F831D7EDD4}"/>
          </ac:spMkLst>
        </pc:spChg>
        <pc:spChg chg="add del mod">
          <ac:chgData name="이제희(JEHEE LEE)[jhlee5841]/책임/제조DX.자동보정.조립자동보정팀" userId="31773b35-80f3-44f0-bad0-f4c04c1e8eae" providerId="ADAL" clId="{9445229F-4666-4272-B01B-4B6A0410DC06}" dt="2026-09-08T08:52:27.560" v="6206" actId="478"/>
          <ac:spMkLst>
            <pc:docMk/>
            <pc:sldMk cId="92261207" sldId="364"/>
            <ac:spMk id="63" creationId="{C2D4E70C-B679-2633-ACBD-78B27A50D887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spMkLst>
            <pc:docMk/>
            <pc:sldMk cId="92261207" sldId="364"/>
            <ac:spMk id="68" creationId="{2931355F-52A4-8533-E367-F73A2B7182C7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spMkLst>
            <pc:docMk/>
            <pc:sldMk cId="92261207" sldId="364"/>
            <ac:spMk id="72" creationId="{BD303822-6EB9-419E-83BE-964C66E2E49A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spMkLst>
            <pc:docMk/>
            <pc:sldMk cId="92261207" sldId="364"/>
            <ac:spMk id="73" creationId="{142E390E-963C-22EF-9CB4-9FA22B18E417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spMkLst>
            <pc:docMk/>
            <pc:sldMk cId="92261207" sldId="364"/>
            <ac:spMk id="74" creationId="{AD63551A-FB47-3C2B-21ED-4004D49A2216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spMkLst>
            <pc:docMk/>
            <pc:sldMk cId="92261207" sldId="364"/>
            <ac:spMk id="75" creationId="{00649290-F9B1-FF8F-6D73-4D5BF333F7A5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spMkLst>
            <pc:docMk/>
            <pc:sldMk cId="92261207" sldId="364"/>
            <ac:spMk id="78" creationId="{CC5F053A-C699-2DF4-B647-65C2F6942054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spMkLst>
            <pc:docMk/>
            <pc:sldMk cId="92261207" sldId="364"/>
            <ac:spMk id="79" creationId="{9604B461-927D-AF6E-F9EC-7B29C4A318FF}"/>
          </ac:spMkLst>
        </pc:spChg>
        <pc:spChg chg="mod">
          <ac:chgData name="이제희(JEHEE LEE)[jhlee5841]/책임/제조DX.자동보정.조립자동보정팀" userId="31773b35-80f3-44f0-bad0-f4c04c1e8eae" providerId="ADAL" clId="{9445229F-4666-4272-B01B-4B6A0410DC06}" dt="2026-09-08T08:52:49.144" v="6216" actId="1076"/>
          <ac:spMkLst>
            <pc:docMk/>
            <pc:sldMk cId="92261207" sldId="364"/>
            <ac:spMk id="80" creationId="{DBE6DDFF-7B37-7006-9E03-03D67FD62C86}"/>
          </ac:spMkLst>
        </pc:spChg>
        <pc:grpChg chg="del">
          <ac:chgData name="이제희(JEHEE LEE)[jhlee5841]/책임/제조DX.자동보정.조립자동보정팀" userId="31773b35-80f3-44f0-bad0-f4c04c1e8eae" providerId="ADAL" clId="{9445229F-4666-4272-B01B-4B6A0410DC06}" dt="2026-09-08T08:38:21.823" v="5390" actId="478"/>
          <ac:grpSpMkLst>
            <pc:docMk/>
            <pc:sldMk cId="92261207" sldId="364"/>
            <ac:grpSpMk id="10" creationId="{A4FE4196-3330-330D-B115-11D1670A0A52}"/>
          </ac:grpSpMkLst>
        </pc:grpChg>
        <pc:grpChg chg="add del mod">
          <ac:chgData name="이제희(JEHEE LEE)[jhlee5841]/책임/제조DX.자동보정.조립자동보정팀" userId="31773b35-80f3-44f0-bad0-f4c04c1e8eae" providerId="ADAL" clId="{9445229F-4666-4272-B01B-4B6A0410DC06}" dt="2026-09-08T08:50:35.916" v="6172" actId="478"/>
          <ac:grpSpMkLst>
            <pc:docMk/>
            <pc:sldMk cId="92261207" sldId="364"/>
            <ac:grpSpMk id="15" creationId="{7C8C6D6F-6664-D98D-DB55-286C83930EFA}"/>
          </ac:grpSpMkLst>
        </pc:grpChg>
        <pc:grpChg chg="add del mod">
          <ac:chgData name="이제희(JEHEE LEE)[jhlee5841]/책임/제조DX.자동보정.조립자동보정팀" userId="31773b35-80f3-44f0-bad0-f4c04c1e8eae" providerId="ADAL" clId="{9445229F-4666-4272-B01B-4B6A0410DC06}" dt="2026-09-08T08:52:26.199" v="6205" actId="478"/>
          <ac:grpSpMkLst>
            <pc:docMk/>
            <pc:sldMk cId="92261207" sldId="364"/>
            <ac:grpSpMk id="41" creationId="{BBF3DC72-781C-CF11-0F4C-A3303A9DAAE7}"/>
          </ac:grpSpMkLst>
        </pc:grpChg>
        <pc:grpChg chg="add mod">
          <ac:chgData name="이제희(JEHEE LEE)[jhlee5841]/책임/제조DX.자동보정.조립자동보정팀" userId="31773b35-80f3-44f0-bad0-f4c04c1e8eae" providerId="ADAL" clId="{9445229F-4666-4272-B01B-4B6A0410DC06}" dt="2026-09-08T08:52:44.540" v="6215" actId="14100"/>
          <ac:grpSpMkLst>
            <pc:docMk/>
            <pc:sldMk cId="92261207" sldId="364"/>
            <ac:grpSpMk id="66" creationId="{78C394CF-98DA-5D85-3B8A-97C542685FAE}"/>
          </ac:grpSpMkLst>
        </pc:grpChg>
        <pc:grp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grpSpMkLst>
            <pc:docMk/>
            <pc:sldMk cId="92261207" sldId="364"/>
            <ac:grpSpMk id="67" creationId="{339B7453-CD54-394B-7326-0DC4240CD1D4}"/>
          </ac:grpSpMkLst>
        </pc:grpChg>
        <pc:graphicFrameChg chg="del">
          <ac:chgData name="이제희(JEHEE LEE)[jhlee5841]/책임/제조DX.자동보정.조립자동보정팀" userId="31773b35-80f3-44f0-bad0-f4c04c1e8eae" providerId="ADAL" clId="{9445229F-4666-4272-B01B-4B6A0410DC06}" dt="2026-09-08T08:38:06.516" v="5381" actId="478"/>
          <ac:graphicFrameMkLst>
            <pc:docMk/>
            <pc:sldMk cId="92261207" sldId="364"/>
            <ac:graphicFrameMk id="9" creationId="{449F626A-DBC8-4A3C-AC31-96A9EDF90D6A}"/>
          </ac:graphicFrameMkLst>
        </pc:graphicFrameChg>
        <pc:graphicFrameChg chg="del">
          <ac:chgData name="이제희(JEHEE LEE)[jhlee5841]/책임/제조DX.자동보정.조립자동보정팀" userId="31773b35-80f3-44f0-bad0-f4c04c1e8eae" providerId="ADAL" clId="{9445229F-4666-4272-B01B-4B6A0410DC06}" dt="2026-09-08T08:38:19.345" v="5388" actId="478"/>
          <ac:graphicFrameMkLst>
            <pc:docMk/>
            <pc:sldMk cId="92261207" sldId="364"/>
            <ac:graphicFrameMk id="30" creationId="{B409A7FA-6042-3D09-4EF8-AC4D9617463F}"/>
          </ac:graphicFrameMkLst>
        </pc:graphicFrameChg>
        <pc:graphicFrameChg chg="add del mod">
          <ac:chgData name="이제희(JEHEE LEE)[jhlee5841]/책임/제조DX.자동보정.조립자동보정팀" userId="31773b35-80f3-44f0-bad0-f4c04c1e8eae" providerId="ADAL" clId="{9445229F-4666-4272-B01B-4B6A0410DC06}" dt="2026-09-08T08:51:20.434" v="6183" actId="21"/>
          <ac:graphicFrameMkLst>
            <pc:docMk/>
            <pc:sldMk cId="92261207" sldId="364"/>
            <ac:graphicFrameMk id="39" creationId="{DE7069B4-A731-7B04-4D52-C3B76F45C005}"/>
          </ac:graphicFrameMkLst>
        </pc:graphicFrameChg>
        <pc:graphicFrameChg chg="add mod modGraphic">
          <ac:chgData name="이제희(JEHEE LEE)[jhlee5841]/책임/제조DX.자동보정.조립자동보정팀" userId="31773b35-80f3-44f0-bad0-f4c04c1e8eae" providerId="ADAL" clId="{9445229F-4666-4272-B01B-4B6A0410DC06}" dt="2026-09-08T08:51:50.279" v="6190" actId="1076"/>
          <ac:graphicFrameMkLst>
            <pc:docMk/>
            <pc:sldMk cId="92261207" sldId="364"/>
            <ac:graphicFrameMk id="40" creationId="{DE7069B4-A731-7B04-4D52-C3B76F45C005}"/>
          </ac:graphicFrameMkLst>
        </pc:graphicFrameChg>
        <pc:pic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picMkLst>
            <pc:docMk/>
            <pc:sldMk cId="92261207" sldId="364"/>
            <ac:picMk id="16" creationId="{68259FB5-83F5-A6DC-F176-BE1B1FDEEB4B}"/>
          </ac:picMkLst>
        </pc:picChg>
        <pc:pic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picMkLst>
            <pc:docMk/>
            <pc:sldMk cId="92261207" sldId="364"/>
            <ac:picMk id="42" creationId="{214236B1-D6A4-82C6-D08A-FD1FEACAF9A0}"/>
          </ac:picMkLst>
        </pc:picChg>
        <pc:pic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picMkLst>
            <pc:docMk/>
            <pc:sldMk cId="92261207" sldId="364"/>
            <ac:picMk id="43" creationId="{353799DA-1A1E-9E4B-2AA7-2FC7F55B8121}"/>
          </ac:picMkLst>
        </pc:picChg>
        <pc:pic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picMkLst>
            <pc:docMk/>
            <pc:sldMk cId="92261207" sldId="364"/>
            <ac:picMk id="70" creationId="{C4B75423-5702-EC17-C088-2CD6CEAF6BF5}"/>
          </ac:picMkLst>
        </pc:picChg>
        <pc:pic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picMkLst>
            <pc:docMk/>
            <pc:sldMk cId="92261207" sldId="364"/>
            <ac:picMk id="71" creationId="{05AE332A-FE37-25D2-7010-604C54C76039}"/>
          </ac:picMkLst>
        </pc:picChg>
        <pc:cxn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cxnSpMkLst>
            <pc:docMk/>
            <pc:sldMk cId="92261207" sldId="364"/>
            <ac:cxnSpMk id="26" creationId="{5EA77522-C220-C8D0-C641-72AA90707584}"/>
          </ac:cxnSpMkLst>
        </pc:cxnChg>
        <pc:cxn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cxnSpMkLst>
            <pc:docMk/>
            <pc:sldMk cId="92261207" sldId="364"/>
            <ac:cxnSpMk id="27" creationId="{79D44D51-37F8-7421-1B3C-898B1A240214}"/>
          </ac:cxnSpMkLst>
        </pc:cxnChg>
        <pc:cxnChg chg="mod">
          <ac:chgData name="이제희(JEHEE LEE)[jhlee5841]/책임/제조DX.자동보정.조립자동보정팀" userId="31773b35-80f3-44f0-bad0-f4c04c1e8eae" providerId="ADAL" clId="{9445229F-4666-4272-B01B-4B6A0410DC06}" dt="2026-09-08T08:49:39.245" v="6126"/>
          <ac:cxnSpMkLst>
            <pc:docMk/>
            <pc:sldMk cId="92261207" sldId="364"/>
            <ac:cxnSpMk id="34" creationId="{EB864A73-F8F6-6328-8542-0608BDAE24AE}"/>
          </ac:cxnSpMkLst>
        </pc:cxnChg>
        <pc:cxn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cxnSpMkLst>
            <pc:docMk/>
            <pc:sldMk cId="92261207" sldId="364"/>
            <ac:cxnSpMk id="48" creationId="{7A2ECFB7-8B1C-0D41-B60A-D4BE44F9EF14}"/>
          </ac:cxnSpMkLst>
        </pc:cxnChg>
        <pc:cxnChg chg="mod">
          <ac:chgData name="이제희(JEHEE LEE)[jhlee5841]/책임/제조DX.자동보정.조립자동보정팀" userId="31773b35-80f3-44f0-bad0-f4c04c1e8eae" providerId="ADAL" clId="{9445229F-4666-4272-B01B-4B6A0410DC06}" dt="2026-09-08T08:51:57.615" v="6191"/>
          <ac:cxnSpMkLst>
            <pc:docMk/>
            <pc:sldMk cId="92261207" sldId="364"/>
            <ac:cxnSpMk id="49" creationId="{60FEA9D5-6402-2DC4-3E5D-6762E795A55E}"/>
          </ac:cxnSpMkLst>
        </pc:cxnChg>
        <pc:cxnChg chg="add del mod">
          <ac:chgData name="이제희(JEHEE LEE)[jhlee5841]/책임/제조DX.자동보정.조립자동보정팀" userId="31773b35-80f3-44f0-bad0-f4c04c1e8eae" providerId="ADAL" clId="{9445229F-4666-4272-B01B-4B6A0410DC06}" dt="2026-09-08T08:52:28.168" v="6207" actId="478"/>
          <ac:cxnSpMkLst>
            <pc:docMk/>
            <pc:sldMk cId="92261207" sldId="364"/>
            <ac:cxnSpMk id="64" creationId="{3DD1C6F6-5E61-3CDF-5F74-1E3C7B6A5F68}"/>
          </ac:cxnSpMkLst>
        </pc:cxnChg>
        <pc:cxn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cxnSpMkLst>
            <pc:docMk/>
            <pc:sldMk cId="92261207" sldId="364"/>
            <ac:cxnSpMk id="69" creationId="{D784BC43-33C7-0F11-8787-FADBF7467B67}"/>
          </ac:cxnSpMkLst>
        </pc:cxnChg>
        <pc:cxn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cxnSpMkLst>
            <pc:docMk/>
            <pc:sldMk cId="92261207" sldId="364"/>
            <ac:cxnSpMk id="76" creationId="{85A691AF-5741-BBC1-9927-765E8CDD8D7C}"/>
          </ac:cxnSpMkLst>
        </pc:cxnChg>
        <pc:cxnChg chg="mod">
          <ac:chgData name="이제희(JEHEE LEE)[jhlee5841]/책임/제조DX.자동보정.조립자동보정팀" userId="31773b35-80f3-44f0-bad0-f4c04c1e8eae" providerId="ADAL" clId="{9445229F-4666-4272-B01B-4B6A0410DC06}" dt="2026-09-08T08:52:35.156" v="6208"/>
          <ac:cxnSpMkLst>
            <pc:docMk/>
            <pc:sldMk cId="92261207" sldId="364"/>
            <ac:cxnSpMk id="77" creationId="{05C9AE0A-0A00-8E3C-06B5-E3E36A89B86A}"/>
          </ac:cxnSpMkLst>
        </pc:cxnChg>
      </pc:sldChg>
      <pc:sldChg chg="ord">
        <pc:chgData name="이제희(JEHEE LEE)[jhlee5841]/책임/제조DX.자동보정.조립자동보정팀" userId="31773b35-80f3-44f0-bad0-f4c04c1e8eae" providerId="ADAL" clId="{9445229F-4666-4272-B01B-4B6A0410DC06}" dt="2026-09-08T04:45:19.770" v="1"/>
        <pc:sldMkLst>
          <pc:docMk/>
          <pc:sldMk cId="2078861670" sldId="2147483568"/>
        </pc:sldMkLst>
      </pc:sldChg>
    </pc:docChg>
  </pc:docChgLst>
  <pc:docChgLst>
    <pc:chgData name="강호종(HOJONG KANG)[hojong.kang]/책임/제조DX.자동보정.MC자동보정팀" userId="bc22bbe6-6c82-4228-8cf3-ea75f80faae5" providerId="ADAL" clId="{A9CC5293-8A51-4E2E-9C8D-8CAC7F61D296}"/>
    <pc:docChg chg="undo custSel modSld">
      <pc:chgData name="강호종(HOJONG KANG)[hojong.kang]/책임/제조DX.자동보정.MC자동보정팀" userId="bc22bbe6-6c82-4228-8cf3-ea75f80faae5" providerId="ADAL" clId="{A9CC5293-8A51-4E2E-9C8D-8CAC7F61D296}" dt="2026-09-21T23:32:13.512" v="874" actId="6549"/>
      <pc:docMkLst>
        <pc:docMk/>
      </pc:docMkLst>
      <pc:sldChg chg="modSp mod">
        <pc:chgData name="강호종(HOJONG KANG)[hojong.kang]/책임/제조DX.자동보정.MC자동보정팀" userId="bc22bbe6-6c82-4228-8cf3-ea75f80faae5" providerId="ADAL" clId="{A9CC5293-8A51-4E2E-9C8D-8CAC7F61D296}" dt="2026-09-21T09:54:28.200" v="219"/>
        <pc:sldMkLst>
          <pc:docMk/>
          <pc:sldMk cId="2316929721" sldId="277"/>
        </pc:sldMkLst>
        <pc:spChg chg="mod">
          <ac:chgData name="강호종(HOJONG KANG)[hojong.kang]/책임/제조DX.자동보정.MC자동보정팀" userId="bc22bbe6-6c82-4228-8cf3-ea75f80faae5" providerId="ADAL" clId="{A9CC5293-8A51-4E2E-9C8D-8CAC7F61D296}" dt="2026-09-21T09:54:28.200" v="219"/>
          <ac:spMkLst>
            <pc:docMk/>
            <pc:sldMk cId="2316929721" sldId="277"/>
            <ac:spMk id="18" creationId="{F688FD03-6D08-9B73-8011-25ED415FE508}"/>
          </ac:spMkLst>
        </pc:spChg>
        <pc:spChg chg="mod">
          <ac:chgData name="강호종(HOJONG KANG)[hojong.kang]/책임/제조DX.자동보정.MC자동보정팀" userId="bc22bbe6-6c82-4228-8cf3-ea75f80faae5" providerId="ADAL" clId="{A9CC5293-8A51-4E2E-9C8D-8CAC7F61D296}" dt="2026-09-21T09:53:11.619" v="195"/>
          <ac:spMkLst>
            <pc:docMk/>
            <pc:sldMk cId="2316929721" sldId="277"/>
            <ac:spMk id="19" creationId="{3EFC02BB-EDAB-B584-B2E0-9AFACE447E71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A9CC5293-8A51-4E2E-9C8D-8CAC7F61D296}" dt="2026-09-21T09:54:18.661" v="217"/>
        <pc:sldMkLst>
          <pc:docMk/>
          <pc:sldMk cId="2205649748" sldId="291"/>
        </pc:sldMkLst>
        <pc:spChg chg="mod">
          <ac:chgData name="강호종(HOJONG KANG)[hojong.kang]/책임/제조DX.자동보정.MC자동보정팀" userId="bc22bbe6-6c82-4228-8cf3-ea75f80faae5" providerId="ADAL" clId="{A9CC5293-8A51-4E2E-9C8D-8CAC7F61D296}" dt="2026-09-21T09:54:18.661" v="217"/>
          <ac:spMkLst>
            <pc:docMk/>
            <pc:sldMk cId="2205649748" sldId="291"/>
            <ac:spMk id="18" creationId="{F688FD03-6D08-9B73-8011-25ED415FE508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A9CC5293-8A51-4E2E-9C8D-8CAC7F61D296}" dt="2026-09-21T09:54:23.474" v="218"/>
        <pc:sldMkLst>
          <pc:docMk/>
          <pc:sldMk cId="1312155356" sldId="295"/>
        </pc:sldMkLst>
        <pc:spChg chg="mod">
          <ac:chgData name="강호종(HOJONG KANG)[hojong.kang]/책임/제조DX.자동보정.MC자동보정팀" userId="bc22bbe6-6c82-4228-8cf3-ea75f80faae5" providerId="ADAL" clId="{A9CC5293-8A51-4E2E-9C8D-8CAC7F61D296}" dt="2026-09-21T09:54:23.474" v="218"/>
          <ac:spMkLst>
            <pc:docMk/>
            <pc:sldMk cId="1312155356" sldId="295"/>
            <ac:spMk id="18" creationId="{F688FD03-6D08-9B73-8011-25ED415FE508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A9CC5293-8A51-4E2E-9C8D-8CAC7F61D296}" dt="2026-09-21T23:14:44.324" v="855"/>
        <pc:sldMkLst>
          <pc:docMk/>
          <pc:sldMk cId="2391201169" sldId="301"/>
        </pc:sldMkLst>
        <pc:spChg chg="mod">
          <ac:chgData name="강호종(HOJONG KANG)[hojong.kang]/책임/제조DX.자동보정.MC자동보정팀" userId="bc22bbe6-6c82-4228-8cf3-ea75f80faae5" providerId="ADAL" clId="{A9CC5293-8A51-4E2E-9C8D-8CAC7F61D296}" dt="2026-09-21T09:47:45.669" v="34" actId="20577"/>
          <ac:spMkLst>
            <pc:docMk/>
            <pc:sldMk cId="2391201169" sldId="301"/>
            <ac:spMk id="17" creationId="{24078160-BD87-7DDB-35FF-AC266021525D}"/>
          </ac:spMkLst>
        </pc:spChg>
        <pc:spChg chg="mod">
          <ac:chgData name="강호종(HOJONG KANG)[hojong.kang]/책임/제조DX.자동보정.MC자동보정팀" userId="bc22bbe6-6c82-4228-8cf3-ea75f80faae5" providerId="ADAL" clId="{A9CC5293-8A51-4E2E-9C8D-8CAC7F61D296}" dt="2026-09-21T23:14:44.324" v="855"/>
          <ac:spMkLst>
            <pc:docMk/>
            <pc:sldMk cId="2391201169" sldId="301"/>
            <ac:spMk id="30" creationId="{5A93FBA8-E3C4-0943-75E5-74D25EF1452D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A9CC5293-8A51-4E2E-9C8D-8CAC7F61D296}" dt="2026-09-21T23:32:13.512" v="874" actId="6549"/>
        <pc:sldMkLst>
          <pc:docMk/>
          <pc:sldMk cId="634019489" sldId="321"/>
        </pc:sldMkLst>
        <pc:spChg chg="mod">
          <ac:chgData name="강호종(HOJONG KANG)[hojong.kang]/책임/제조DX.자동보정.MC자동보정팀" userId="bc22bbe6-6c82-4228-8cf3-ea75f80faae5" providerId="ADAL" clId="{A9CC5293-8A51-4E2E-9C8D-8CAC7F61D296}" dt="2026-09-21T23:32:13.512" v="874" actId="6549"/>
          <ac:spMkLst>
            <pc:docMk/>
            <pc:sldMk cId="634019489" sldId="321"/>
            <ac:spMk id="5" creationId="{77B34011-1F67-38F5-CDBA-55AA234ECBCD}"/>
          </ac:spMkLst>
        </pc:spChg>
        <pc:spChg chg="mod">
          <ac:chgData name="강호종(HOJONG KANG)[hojong.kang]/책임/제조DX.자동보정.MC자동보정팀" userId="bc22bbe6-6c82-4228-8cf3-ea75f80faae5" providerId="ADAL" clId="{A9CC5293-8A51-4E2E-9C8D-8CAC7F61D296}" dt="2026-09-21T09:54:07.851" v="216" actId="20577"/>
          <ac:spMkLst>
            <pc:docMk/>
            <pc:sldMk cId="634019489" sldId="321"/>
            <ac:spMk id="34" creationId="{D8B60436-CB69-037E-0252-E096A9F06E49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A9CC5293-8A51-4E2E-9C8D-8CAC7F61D296}" dt="2026-09-21T23:15:33.132" v="871" actId="207"/>
        <pc:sldMkLst>
          <pc:docMk/>
          <pc:sldMk cId="1971500730" sldId="333"/>
        </pc:sldMkLst>
        <pc:spChg chg="mod">
          <ac:chgData name="강호종(HOJONG KANG)[hojong.kang]/책임/제조DX.자동보정.MC자동보정팀" userId="bc22bbe6-6c82-4228-8cf3-ea75f80faae5" providerId="ADAL" clId="{A9CC5293-8A51-4E2E-9C8D-8CAC7F61D296}" dt="2026-09-21T09:47:57.282" v="35"/>
          <ac:spMkLst>
            <pc:docMk/>
            <pc:sldMk cId="1971500730" sldId="333"/>
            <ac:spMk id="18" creationId="{7EF05392-A902-0609-C73A-057F6C72F700}"/>
          </ac:spMkLst>
        </pc:spChg>
        <pc:spChg chg="mod">
          <ac:chgData name="강호종(HOJONG KANG)[hojong.kang]/책임/제조DX.자동보정.MC자동보정팀" userId="bc22bbe6-6c82-4228-8cf3-ea75f80faae5" providerId="ADAL" clId="{A9CC5293-8A51-4E2E-9C8D-8CAC7F61D296}" dt="2026-09-21T23:15:33.132" v="871" actId="207"/>
          <ac:spMkLst>
            <pc:docMk/>
            <pc:sldMk cId="1971500730" sldId="333"/>
            <ac:spMk id="19" creationId="{F9171EF0-5806-3F08-4D17-10AB3CA02CFA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A9CC5293-8A51-4E2E-9C8D-8CAC7F61D296}" dt="2026-09-21T10:00:50.030" v="443" actId="20577"/>
        <pc:sldMkLst>
          <pc:docMk/>
          <pc:sldMk cId="1417770791" sldId="747"/>
        </pc:sldMkLst>
        <pc:spChg chg="mod">
          <ac:chgData name="강호종(HOJONG KANG)[hojong.kang]/책임/제조DX.자동보정.MC자동보정팀" userId="bc22bbe6-6c82-4228-8cf3-ea75f80faae5" providerId="ADAL" clId="{A9CC5293-8A51-4E2E-9C8D-8CAC7F61D296}" dt="2026-09-21T10:00:50.030" v="443" actId="20577"/>
          <ac:spMkLst>
            <pc:docMk/>
            <pc:sldMk cId="1417770791" sldId="747"/>
            <ac:spMk id="5" creationId="{77B34011-1F67-38F5-CDBA-55AA234ECBCD}"/>
          </ac:spMkLst>
        </pc:spChg>
        <pc:graphicFrameChg chg="mod modGraphic">
          <ac:chgData name="강호종(HOJONG KANG)[hojong.kang]/책임/제조DX.자동보정.MC자동보정팀" userId="bc22bbe6-6c82-4228-8cf3-ea75f80faae5" providerId="ADAL" clId="{A9CC5293-8A51-4E2E-9C8D-8CAC7F61D296}" dt="2026-09-21T09:57:11.953" v="307" actId="207"/>
          <ac:graphicFrameMkLst>
            <pc:docMk/>
            <pc:sldMk cId="1417770791" sldId="747"/>
            <ac:graphicFrameMk id="10" creationId="{936B9609-882B-E136-9489-2810323605FB}"/>
          </ac:graphicFrameMkLst>
        </pc:graphicFrameChg>
      </pc:sldChg>
    </pc:docChg>
  </pc:docChgLst>
  <pc:docChgLst>
    <pc:chgData name="최가을(GAEUL CHOI)[gaeul_choi]/선임/제조DX.자동보정.MC자동보정팀" userId="530680f4-fbc6-468a-9c4b-7cc53ec80c4a" providerId="ADAL" clId="{43040200-E1B5-40F8-8A7C-0C82974BC593}"/>
    <pc:docChg chg="undo custSel modSld">
      <pc:chgData name="최가을(GAEUL CHOI)[gaeul_choi]/선임/제조DX.자동보정.MC자동보정팀" userId="530680f4-fbc6-468a-9c4b-7cc53ec80c4a" providerId="ADAL" clId="{43040200-E1B5-40F8-8A7C-0C82974BC593}" dt="2026-08-24T02:09:46.421" v="203" actId="20577"/>
      <pc:docMkLst>
        <pc:docMk/>
      </pc:docMkLst>
      <pc:sldChg chg="modSp mod">
        <pc:chgData name="최가을(GAEUL CHOI)[gaeul_choi]/선임/제조DX.자동보정.MC자동보정팀" userId="530680f4-fbc6-468a-9c4b-7cc53ec80c4a" providerId="ADAL" clId="{43040200-E1B5-40F8-8A7C-0C82974BC593}" dt="2026-08-24T02:05:55.818" v="7" actId="20577"/>
        <pc:sldMkLst>
          <pc:docMk/>
          <pc:sldMk cId="3606521851" sldId="256"/>
        </pc:sldMkLst>
        <pc:spChg chg="mod">
          <ac:chgData name="최가을(GAEUL CHOI)[gaeul_choi]/선임/제조DX.자동보정.MC자동보정팀" userId="530680f4-fbc6-468a-9c4b-7cc53ec80c4a" providerId="ADAL" clId="{43040200-E1B5-40F8-8A7C-0C82974BC593}" dt="2026-08-24T02:05:55.818" v="7" actId="20577"/>
          <ac:spMkLst>
            <pc:docMk/>
            <pc:sldMk cId="3606521851" sldId="256"/>
            <ac:spMk id="7" creationId="{3F13345C-F75D-EB4A-4DD1-E59B547712E6}"/>
          </ac:spMkLst>
        </pc:spChg>
      </pc:sldChg>
      <pc:sldChg chg="modSp mod">
        <pc:chgData name="최가을(GAEUL CHOI)[gaeul_choi]/선임/제조DX.자동보정.MC자동보정팀" userId="530680f4-fbc6-468a-9c4b-7cc53ec80c4a" providerId="ADAL" clId="{43040200-E1B5-40F8-8A7C-0C82974BC593}" dt="2026-08-24T02:08:17.157" v="191" actId="207"/>
        <pc:sldMkLst>
          <pc:docMk/>
          <pc:sldMk cId="3970612940" sldId="329"/>
        </pc:sldMkLst>
        <pc:spChg chg="mod">
          <ac:chgData name="최가을(GAEUL CHOI)[gaeul_choi]/선임/제조DX.자동보정.MC자동보정팀" userId="530680f4-fbc6-468a-9c4b-7cc53ec80c4a" providerId="ADAL" clId="{43040200-E1B5-40F8-8A7C-0C82974BC593}" dt="2026-08-24T02:05:59.537" v="11" actId="20577"/>
          <ac:spMkLst>
            <pc:docMk/>
            <pc:sldMk cId="3970612940" sldId="329"/>
            <ac:spMk id="7" creationId="{3F13345C-F75D-EB4A-4DD1-E59B547712E6}"/>
          </ac:spMkLst>
        </pc:spChg>
        <pc:spChg chg="mod">
          <ac:chgData name="최가을(GAEUL CHOI)[gaeul_choi]/선임/제조DX.자동보정.MC자동보정팀" userId="530680f4-fbc6-468a-9c4b-7cc53ec80c4a" providerId="ADAL" clId="{43040200-E1B5-40F8-8A7C-0C82974BC593}" dt="2026-08-24T02:08:17.157" v="191" actId="207"/>
          <ac:spMkLst>
            <pc:docMk/>
            <pc:sldMk cId="3970612940" sldId="329"/>
            <ac:spMk id="10" creationId="{D0D0E927-B543-AC32-EC3A-82EF783FD995}"/>
          </ac:spMkLst>
        </pc:spChg>
      </pc:sldChg>
      <pc:sldChg chg="modSp mod">
        <pc:chgData name="최가을(GAEUL CHOI)[gaeul_choi]/선임/제조DX.자동보정.MC자동보정팀" userId="530680f4-fbc6-468a-9c4b-7cc53ec80c4a" providerId="ADAL" clId="{43040200-E1B5-40F8-8A7C-0C82974BC593}" dt="2026-08-24T02:07:21.526" v="144" actId="207"/>
        <pc:sldMkLst>
          <pc:docMk/>
          <pc:sldMk cId="1417770791" sldId="747"/>
        </pc:sldMkLst>
        <pc:spChg chg="mod">
          <ac:chgData name="최가을(GAEUL CHOI)[gaeul_choi]/선임/제조DX.자동보정.MC자동보정팀" userId="530680f4-fbc6-468a-9c4b-7cc53ec80c4a" providerId="ADAL" clId="{43040200-E1B5-40F8-8A7C-0C82974BC593}" dt="2026-08-24T02:06:54.707" v="125" actId="20577"/>
          <ac:spMkLst>
            <pc:docMk/>
            <pc:sldMk cId="1417770791" sldId="747"/>
            <ac:spMk id="5" creationId="{77B34011-1F67-38F5-CDBA-55AA234ECBCD}"/>
          </ac:spMkLst>
        </pc:spChg>
        <pc:spChg chg="mod">
          <ac:chgData name="최가을(GAEUL CHOI)[gaeul_choi]/선임/제조DX.자동보정.MC자동보정팀" userId="530680f4-fbc6-468a-9c4b-7cc53ec80c4a" providerId="ADAL" clId="{43040200-E1B5-40F8-8A7C-0C82974BC593}" dt="2026-08-24T02:05:51.444" v="3" actId="20577"/>
          <ac:spMkLst>
            <pc:docMk/>
            <pc:sldMk cId="1417770791" sldId="747"/>
            <ac:spMk id="25" creationId="{F763AEEB-526E-8057-48DD-A4DCA13D31B7}"/>
          </ac:spMkLst>
        </pc:spChg>
        <pc:graphicFrameChg chg="mod modGraphic">
          <ac:chgData name="최가을(GAEUL CHOI)[gaeul_choi]/선임/제조DX.자동보정.MC자동보정팀" userId="530680f4-fbc6-468a-9c4b-7cc53ec80c4a" providerId="ADAL" clId="{43040200-E1B5-40F8-8A7C-0C82974BC593}" dt="2026-08-24T02:07:21.526" v="144" actId="207"/>
          <ac:graphicFrameMkLst>
            <pc:docMk/>
            <pc:sldMk cId="1417770791" sldId="747"/>
            <ac:graphicFrameMk id="10" creationId="{936B9609-882B-E136-9489-2810323605FB}"/>
          </ac:graphicFrameMkLst>
        </pc:graphicFrameChg>
      </pc:sldChg>
    </pc:docChg>
  </pc:docChgLst>
  <pc:docChgLst>
    <pc:chgData name="김태승(TAESEUNG KIM)[kim_ts]/사원/제조DX.자동보정.조립자동보정팀" userId="dcaa50d5-2a4b-4c24-8466-13e3b9f9beaf" providerId="ADAL" clId="{CECC27AF-3CC1-4EAB-9606-F7FFF8F1BD18}"/>
    <pc:docChg chg="undo custSel modSld">
      <pc:chgData name="김태승(TAESEUNG KIM)[kim_ts]/사원/제조DX.자동보정.조립자동보정팀" userId="dcaa50d5-2a4b-4c24-8466-13e3b9f9beaf" providerId="ADAL" clId="{CECC27AF-3CC1-4EAB-9606-F7FFF8F1BD18}" dt="2026-09-15T04:57:31.369" v="2431" actId="207"/>
      <pc:docMkLst>
        <pc:docMk/>
      </pc:docMkLst>
      <pc:sldChg chg="addSp modSp mod">
        <pc:chgData name="김태승(TAESEUNG KIM)[kim_ts]/사원/제조DX.자동보정.조립자동보정팀" userId="dcaa50d5-2a4b-4c24-8466-13e3b9f9beaf" providerId="ADAL" clId="{CECC27AF-3CC1-4EAB-9606-F7FFF8F1BD18}" dt="2026-09-15T04:52:35.887" v="2262" actId="403"/>
        <pc:sldMkLst>
          <pc:docMk/>
          <pc:sldMk cId="3801312616" sldId="358"/>
        </pc:sldMkLst>
        <pc:spChg chg="add mod">
          <ac:chgData name="김태승(TAESEUNG KIM)[kim_ts]/사원/제조DX.자동보정.조립자동보정팀" userId="dcaa50d5-2a4b-4c24-8466-13e3b9f9beaf" providerId="ADAL" clId="{CECC27AF-3CC1-4EAB-9606-F7FFF8F1BD18}" dt="2026-09-15T04:51:42.543" v="2261" actId="1036"/>
          <ac:spMkLst>
            <pc:docMk/>
            <pc:sldMk cId="3801312616" sldId="358"/>
            <ac:spMk id="2" creationId="{C9557575-8521-2E00-594A-6F9728EC0A43}"/>
          </ac:spMkLst>
        </pc:spChg>
        <pc:spChg chg="mod">
          <ac:chgData name="김태승(TAESEUNG KIM)[kim_ts]/사원/제조DX.자동보정.조립자동보정팀" userId="dcaa50d5-2a4b-4c24-8466-13e3b9f9beaf" providerId="ADAL" clId="{CECC27AF-3CC1-4EAB-9606-F7FFF8F1BD18}" dt="2026-09-15T04:51:27.142" v="2259" actId="20577"/>
          <ac:spMkLst>
            <pc:docMk/>
            <pc:sldMk cId="3801312616" sldId="358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CECC27AF-3CC1-4EAB-9606-F7FFF8F1BD18}" dt="2026-09-15T04:51:10.996" v="2247" actId="207"/>
          <ac:spMkLst>
            <pc:docMk/>
            <pc:sldMk cId="3801312616" sldId="358"/>
            <ac:spMk id="10" creationId="{55AA7477-70AD-14D9-10D7-7077E3CA5079}"/>
          </ac:spMkLst>
        </pc:spChg>
        <pc:spChg chg="mod">
          <ac:chgData name="김태승(TAESEUNG KIM)[kim_ts]/사원/제조DX.자동보정.조립자동보정팀" userId="dcaa50d5-2a4b-4c24-8466-13e3b9f9beaf" providerId="ADAL" clId="{CECC27AF-3CC1-4EAB-9606-F7FFF8F1BD18}" dt="2026-09-15T04:50:22.753" v="2236" actId="1036"/>
          <ac:spMkLst>
            <pc:docMk/>
            <pc:sldMk cId="3801312616" sldId="358"/>
            <ac:spMk id="20" creationId="{2B3B1A3F-CCF1-3A22-91C2-DD514C8BE5B6}"/>
          </ac:spMkLst>
        </pc:spChg>
        <pc:spChg chg="mod">
          <ac:chgData name="김태승(TAESEUNG KIM)[kim_ts]/사원/제조DX.자동보정.조립자동보정팀" userId="dcaa50d5-2a4b-4c24-8466-13e3b9f9beaf" providerId="ADAL" clId="{CECC27AF-3CC1-4EAB-9606-F7FFF8F1BD18}" dt="2026-09-15T04:52:35.887" v="2262" actId="403"/>
          <ac:spMkLst>
            <pc:docMk/>
            <pc:sldMk cId="3801312616" sldId="358"/>
            <ac:spMk id="36" creationId="{00ED7720-6B6E-1AA6-BC90-E12E3D75CCFF}"/>
          </ac:spMkLst>
        </pc:spChg>
        <pc:graphicFrameChg chg="add mod">
          <ac:chgData name="김태승(TAESEUNG KIM)[kim_ts]/사원/제조DX.자동보정.조립자동보정팀" userId="dcaa50d5-2a4b-4c24-8466-13e3b9f9beaf" providerId="ADAL" clId="{CECC27AF-3CC1-4EAB-9606-F7FFF8F1BD18}" dt="2026-09-15T04:50:05.330" v="2187" actId="1036"/>
          <ac:graphicFrameMkLst>
            <pc:docMk/>
            <pc:sldMk cId="3801312616" sldId="358"/>
            <ac:graphicFrameMk id="3" creationId="{37BFD323-F151-D9EB-8C8E-A1FC8239862F}"/>
          </ac:graphicFrameMkLst>
        </pc:graphicFrameChg>
        <pc:graphicFrameChg chg="mod">
          <ac:chgData name="김태승(TAESEUNG KIM)[kim_ts]/사원/제조DX.자동보정.조립자동보정팀" userId="dcaa50d5-2a4b-4c24-8466-13e3b9f9beaf" providerId="ADAL" clId="{CECC27AF-3CC1-4EAB-9606-F7FFF8F1BD18}" dt="2026-09-15T04:50:22.753" v="2236" actId="1036"/>
          <ac:graphicFrameMkLst>
            <pc:docMk/>
            <pc:sldMk cId="3801312616" sldId="358"/>
            <ac:graphicFrameMk id="15" creationId="{93A9065D-008B-A1A6-DE20-42F5EF47BB22}"/>
          </ac:graphicFrameMkLst>
        </pc:graphicFrameChg>
      </pc:sldChg>
      <pc:sldChg chg="addSp delSp modSp mod">
        <pc:chgData name="김태승(TAESEUNG KIM)[kim_ts]/사원/제조DX.자동보정.조립자동보정팀" userId="dcaa50d5-2a4b-4c24-8466-13e3b9f9beaf" providerId="ADAL" clId="{CECC27AF-3CC1-4EAB-9606-F7FFF8F1BD18}" dt="2026-09-15T04:51:19.649" v="2253" actId="20577"/>
        <pc:sldMkLst>
          <pc:docMk/>
          <pc:sldMk cId="3658455393" sldId="437"/>
        </pc:sldMkLst>
        <pc:spChg chg="mod">
          <ac:chgData name="김태승(TAESEUNG KIM)[kim_ts]/사원/제조DX.자동보정.조립자동보정팀" userId="dcaa50d5-2a4b-4c24-8466-13e3b9f9beaf" providerId="ADAL" clId="{CECC27AF-3CC1-4EAB-9606-F7FFF8F1BD18}" dt="2026-09-15T04:51:19.649" v="2253" actId="20577"/>
          <ac:spMkLst>
            <pc:docMk/>
            <pc:sldMk cId="3658455393" sldId="437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CECC27AF-3CC1-4EAB-9606-F7FFF8F1BD18}" dt="2026-09-15T04:08:52.292" v="0" actId="207"/>
          <ac:spMkLst>
            <pc:docMk/>
            <pc:sldMk cId="3658455393" sldId="437"/>
            <ac:spMk id="10" creationId="{55AA7477-70AD-14D9-10D7-7077E3CA5079}"/>
          </ac:spMkLst>
        </pc:spChg>
        <pc:spChg chg="del mod">
          <ac:chgData name="김태승(TAESEUNG KIM)[kim_ts]/사원/제조DX.자동보정.조립자동보정팀" userId="dcaa50d5-2a4b-4c24-8466-13e3b9f9beaf" providerId="ADAL" clId="{CECC27AF-3CC1-4EAB-9606-F7FFF8F1BD18}" dt="2026-09-15T04:36:23.428" v="1534" actId="478"/>
          <ac:spMkLst>
            <pc:docMk/>
            <pc:sldMk cId="3658455393" sldId="437"/>
            <ac:spMk id="12" creationId="{62337F84-989B-BC93-11EB-D01E0731942A}"/>
          </ac:spMkLst>
        </pc:spChg>
        <pc:spChg chg="mod">
          <ac:chgData name="김태승(TAESEUNG KIM)[kim_ts]/사원/제조DX.자동보정.조립자동보정팀" userId="dcaa50d5-2a4b-4c24-8466-13e3b9f9beaf" providerId="ADAL" clId="{CECC27AF-3CC1-4EAB-9606-F7FFF8F1BD18}" dt="2026-09-15T04:51:00.692" v="2246" actId="207"/>
          <ac:spMkLst>
            <pc:docMk/>
            <pc:sldMk cId="3658455393" sldId="437"/>
            <ac:spMk id="40" creationId="{6D83938E-EACF-6171-3002-446A6495CB39}"/>
          </ac:spMkLst>
        </pc:spChg>
        <pc:graphicFrameChg chg="add mod modGraphic">
          <ac:chgData name="김태승(TAESEUNG KIM)[kim_ts]/사원/제조DX.자동보정.조립자동보정팀" userId="dcaa50d5-2a4b-4c24-8466-13e3b9f9beaf" providerId="ADAL" clId="{CECC27AF-3CC1-4EAB-9606-F7FFF8F1BD18}" dt="2026-09-15T04:50:55.614" v="2245" actId="207"/>
          <ac:graphicFrameMkLst>
            <pc:docMk/>
            <pc:sldMk cId="3658455393" sldId="437"/>
            <ac:graphicFrameMk id="15" creationId="{82737A26-8E40-A8DA-67A4-A7DDE6E62E70}"/>
          </ac:graphicFrameMkLst>
        </pc:graphicFrameChg>
        <pc:graphicFrameChg chg="add del mod">
          <ac:chgData name="김태승(TAESEUNG KIM)[kim_ts]/사원/제조DX.자동보정.조립자동보정팀" userId="dcaa50d5-2a4b-4c24-8466-13e3b9f9beaf" providerId="ADAL" clId="{CECC27AF-3CC1-4EAB-9606-F7FFF8F1BD18}" dt="2026-09-15T04:49:17.236" v="2147" actId="478"/>
          <ac:graphicFrameMkLst>
            <pc:docMk/>
            <pc:sldMk cId="3658455393" sldId="437"/>
            <ac:graphicFrameMk id="21" creationId="{F24ACE57-CD90-B542-C1C1-F3DBBFB07A04}"/>
          </ac:graphicFrameMkLst>
        </pc:graphicFrameChg>
        <pc:graphicFrameChg chg="del mod">
          <ac:chgData name="김태승(TAESEUNG KIM)[kim_ts]/사원/제조DX.자동보정.조립자동보정팀" userId="dcaa50d5-2a4b-4c24-8466-13e3b9f9beaf" providerId="ADAL" clId="{CECC27AF-3CC1-4EAB-9606-F7FFF8F1BD18}" dt="2026-09-15T04:36:22.274" v="1533" actId="478"/>
          <ac:graphicFrameMkLst>
            <pc:docMk/>
            <pc:sldMk cId="3658455393" sldId="437"/>
            <ac:graphicFrameMk id="25" creationId="{E5D92C58-65B5-9B28-4A57-01C8F4C354B8}"/>
          </ac:graphicFrameMkLst>
        </pc:graphicFrameChg>
      </pc:sldChg>
      <pc:sldChg chg="modSp mod">
        <pc:chgData name="김태승(TAESEUNG KIM)[kim_ts]/사원/제조DX.자동보정.조립자동보정팀" userId="dcaa50d5-2a4b-4c24-8466-13e3b9f9beaf" providerId="ADAL" clId="{CECC27AF-3CC1-4EAB-9606-F7FFF8F1BD18}" dt="2026-09-15T04:57:31.369" v="2431" actId="207"/>
        <pc:sldMkLst>
          <pc:docMk/>
          <pc:sldMk cId="4122308118" sldId="2147483617"/>
        </pc:sldMkLst>
        <pc:spChg chg="mod">
          <ac:chgData name="김태승(TAESEUNG KIM)[kim_ts]/사원/제조DX.자동보정.조립자동보정팀" userId="dcaa50d5-2a4b-4c24-8466-13e3b9f9beaf" providerId="ADAL" clId="{CECC27AF-3CC1-4EAB-9606-F7FFF8F1BD18}" dt="2026-09-15T04:54:19.627" v="2264" actId="20577"/>
          <ac:spMkLst>
            <pc:docMk/>
            <pc:sldMk cId="4122308118" sldId="2147483617"/>
            <ac:spMk id="2" creationId="{88539A7A-691C-A91F-92D4-163C0AF1D559}"/>
          </ac:spMkLst>
        </pc:spChg>
        <pc:spChg chg="mod">
          <ac:chgData name="김태승(TAESEUNG KIM)[kim_ts]/사원/제조DX.자동보정.조립자동보정팀" userId="dcaa50d5-2a4b-4c24-8466-13e3b9f9beaf" providerId="ADAL" clId="{CECC27AF-3CC1-4EAB-9606-F7FFF8F1BD18}" dt="2026-09-15T04:54:22.875" v="2266" actId="20577"/>
          <ac:spMkLst>
            <pc:docMk/>
            <pc:sldMk cId="4122308118" sldId="2147483617"/>
            <ac:spMk id="3" creationId="{400864A3-84C9-BF63-E78A-6234F7832030}"/>
          </ac:spMkLst>
        </pc:spChg>
        <pc:spChg chg="mod">
          <ac:chgData name="김태승(TAESEUNG KIM)[kim_ts]/사원/제조DX.자동보정.조립자동보정팀" userId="dcaa50d5-2a4b-4c24-8466-13e3b9f9beaf" providerId="ADAL" clId="{CECC27AF-3CC1-4EAB-9606-F7FFF8F1BD18}" dt="2026-09-15T04:54:25.624" v="2268" actId="20577"/>
          <ac:spMkLst>
            <pc:docMk/>
            <pc:sldMk cId="4122308118" sldId="2147483617"/>
            <ac:spMk id="4" creationId="{BE104905-26D4-2B6E-B759-C2B6927D4EE8}"/>
          </ac:spMkLst>
        </pc:spChg>
        <pc:graphicFrameChg chg="mod modGraphic">
          <ac:chgData name="김태승(TAESEUNG KIM)[kim_ts]/사원/제조DX.자동보정.조립자동보정팀" userId="dcaa50d5-2a4b-4c24-8466-13e3b9f9beaf" providerId="ADAL" clId="{CECC27AF-3CC1-4EAB-9606-F7FFF8F1BD18}" dt="2026-09-15T04:57:31.369" v="2431" actId="207"/>
          <ac:graphicFrameMkLst>
            <pc:docMk/>
            <pc:sldMk cId="4122308118" sldId="2147483617"/>
            <ac:graphicFrameMk id="9" creationId="{BB054EC1-1123-65FC-CE1F-0946B478AB40}"/>
          </ac:graphicFrameMkLst>
        </pc:graphicFrameChg>
      </pc:sldChg>
    </pc:docChg>
  </pc:docChgLst>
  <pc:docChgLst>
    <pc:chgData name="김태욱(TAEWOOK KIM)[twkiii]/선임/제조DX.자동보정.자동보정선행개발팀" userId="7550169e-81b5-4b23-9cda-68528cfbbc51" providerId="ADAL" clId="{CAC7716A-ABCA-47AD-8EF3-A5ED6C63873B}"/>
    <pc:docChg chg="undo custSel modSld">
      <pc:chgData name="김태욱(TAEWOOK KIM)[twkiii]/선임/제조DX.자동보정.자동보정선행개발팀" userId="7550169e-81b5-4b23-9cda-68528cfbbc51" providerId="ADAL" clId="{CAC7716A-ABCA-47AD-8EF3-A5ED6C63873B}" dt="2026-09-15T02:25:16.371" v="1111" actId="20577"/>
      <pc:docMkLst>
        <pc:docMk/>
      </pc:docMkLst>
      <pc:sldChg chg="modSp mod">
        <pc:chgData name="김태욱(TAEWOOK KIM)[twkiii]/선임/제조DX.자동보정.자동보정선행개발팀" userId="7550169e-81b5-4b23-9cda-68528cfbbc51" providerId="ADAL" clId="{CAC7716A-ABCA-47AD-8EF3-A5ED6C63873B}" dt="2026-09-15T02:05:03.835" v="584" actId="20577"/>
        <pc:sldMkLst>
          <pc:docMk/>
          <pc:sldMk cId="928751940" sldId="266"/>
        </pc:sldMkLst>
        <pc:spChg chg="mod">
          <ac:chgData name="김태욱(TAEWOOK KIM)[twkiii]/선임/제조DX.자동보정.자동보정선행개발팀" userId="7550169e-81b5-4b23-9cda-68528cfbbc51" providerId="ADAL" clId="{CAC7716A-ABCA-47AD-8EF3-A5ED6C63873B}" dt="2026-09-15T02:05:03.835" v="584" actId="20577"/>
          <ac:spMkLst>
            <pc:docMk/>
            <pc:sldMk cId="928751940" sldId="266"/>
            <ac:spMk id="16" creationId="{F49D00FE-AF2E-74AA-4922-481FEC90E68B}"/>
          </ac:spMkLst>
        </pc:spChg>
      </pc:sldChg>
      <pc:sldChg chg="modSp mod">
        <pc:chgData name="김태욱(TAEWOOK KIM)[twkiii]/선임/제조DX.자동보정.자동보정선행개발팀" userId="7550169e-81b5-4b23-9cda-68528cfbbc51" providerId="ADAL" clId="{CAC7716A-ABCA-47AD-8EF3-A5ED6C63873B}" dt="2026-09-15T02:25:16.371" v="1111" actId="20577"/>
        <pc:sldMkLst>
          <pc:docMk/>
          <pc:sldMk cId="4009032242" sldId="271"/>
        </pc:sldMkLst>
        <pc:spChg chg="mod">
          <ac:chgData name="김태욱(TAEWOOK KIM)[twkiii]/선임/제조DX.자동보정.자동보정선행개발팀" userId="7550169e-81b5-4b23-9cda-68528cfbbc51" providerId="ADAL" clId="{CAC7716A-ABCA-47AD-8EF3-A5ED6C63873B}" dt="2026-09-15T02:25:16.371" v="1111" actId="20577"/>
          <ac:spMkLst>
            <pc:docMk/>
            <pc:sldMk cId="4009032242" sldId="271"/>
            <ac:spMk id="8" creationId="{DA3D18A2-7C82-8530-AC9E-4A17033BD0C2}"/>
          </ac:spMkLst>
        </pc:spChg>
        <pc:spChg chg="mod">
          <ac:chgData name="김태욱(TAEWOOK KIM)[twkiii]/선임/제조DX.자동보정.자동보정선행개발팀" userId="7550169e-81b5-4b23-9cda-68528cfbbc51" providerId="ADAL" clId="{CAC7716A-ABCA-47AD-8EF3-A5ED6C63873B}" dt="2026-09-15T02:04:59.069" v="582" actId="20577"/>
          <ac:spMkLst>
            <pc:docMk/>
            <pc:sldMk cId="4009032242" sldId="271"/>
            <ac:spMk id="16" creationId="{58C0F4AB-DBC0-D0E4-E983-8BE073494085}"/>
          </ac:spMkLst>
        </pc:spChg>
      </pc:sldChg>
      <pc:sldChg chg="modSp mod">
        <pc:chgData name="김태욱(TAEWOOK KIM)[twkiii]/선임/제조DX.자동보정.자동보정선행개발팀" userId="7550169e-81b5-4b23-9cda-68528cfbbc51" providerId="ADAL" clId="{CAC7716A-ABCA-47AD-8EF3-A5ED6C63873B}" dt="2026-09-15T02:04:30.999" v="578" actId="20577"/>
        <pc:sldMkLst>
          <pc:docMk/>
          <pc:sldMk cId="648264874" sldId="279"/>
        </pc:sldMkLst>
        <pc:spChg chg="mod">
          <ac:chgData name="김태욱(TAEWOOK KIM)[twkiii]/선임/제조DX.자동보정.자동보정선행개발팀" userId="7550169e-81b5-4b23-9cda-68528cfbbc51" providerId="ADAL" clId="{CAC7716A-ABCA-47AD-8EF3-A5ED6C63873B}" dt="2026-09-15T02:04:30.999" v="578" actId="20577"/>
          <ac:spMkLst>
            <pc:docMk/>
            <pc:sldMk cId="648264874" sldId="279"/>
            <ac:spMk id="8" creationId="{DA3D18A2-7C82-8530-AC9E-4A17033BD0C2}"/>
          </ac:spMkLst>
        </pc:spChg>
        <pc:spChg chg="mod">
          <ac:chgData name="김태욱(TAEWOOK KIM)[twkiii]/선임/제조DX.자동보정.자동보정선행개발팀" userId="7550169e-81b5-4b23-9cda-68528cfbbc51" providerId="ADAL" clId="{CAC7716A-ABCA-47AD-8EF3-A5ED6C63873B}" dt="2026-09-15T02:04:22.993" v="570" actId="20577"/>
          <ac:spMkLst>
            <pc:docMk/>
            <pc:sldMk cId="648264874" sldId="279"/>
            <ac:spMk id="16" creationId="{58C0F4AB-DBC0-D0E4-E983-8BE073494085}"/>
          </ac:spMkLst>
        </pc:spChg>
        <pc:picChg chg="mod">
          <ac:chgData name="김태욱(TAEWOOK KIM)[twkiii]/선임/제조DX.자동보정.자동보정선행개발팀" userId="7550169e-81b5-4b23-9cda-68528cfbbc51" providerId="ADAL" clId="{CAC7716A-ABCA-47AD-8EF3-A5ED6C63873B}" dt="2026-09-15T01:47:35.143" v="161" actId="1076"/>
          <ac:picMkLst>
            <pc:docMk/>
            <pc:sldMk cId="648264874" sldId="279"/>
            <ac:picMk id="24" creationId="{C4F3733E-E899-DEF1-3AFE-7BB84C3E2D25}"/>
          </ac:picMkLst>
        </pc:picChg>
      </pc:sldChg>
      <pc:sldChg chg="modSp mod">
        <pc:chgData name="김태욱(TAEWOOK KIM)[twkiii]/선임/제조DX.자동보정.자동보정선행개발팀" userId="7550169e-81b5-4b23-9cda-68528cfbbc51" providerId="ADAL" clId="{CAC7716A-ABCA-47AD-8EF3-A5ED6C63873B}" dt="2026-09-15T02:05:46.460" v="586" actId="20577"/>
        <pc:sldMkLst>
          <pc:docMk/>
          <pc:sldMk cId="2114474638" sldId="312"/>
        </pc:sldMkLst>
        <pc:spChg chg="mod">
          <ac:chgData name="김태욱(TAEWOOK KIM)[twkiii]/선임/제조DX.자동보정.자동보정선행개발팀" userId="7550169e-81b5-4b23-9cda-68528cfbbc51" providerId="ADAL" clId="{CAC7716A-ABCA-47AD-8EF3-A5ED6C63873B}" dt="2026-09-15T02:05:46.460" v="586" actId="20577"/>
          <ac:spMkLst>
            <pc:docMk/>
            <pc:sldMk cId="2114474638" sldId="312"/>
            <ac:spMk id="7" creationId="{C19DCC39-960B-65E7-46B8-BF0210E803F4}"/>
          </ac:spMkLst>
        </pc:spChg>
        <pc:spChg chg="mod">
          <ac:chgData name="김태욱(TAEWOOK KIM)[twkiii]/선임/제조DX.자동보정.자동보정선행개발팀" userId="7550169e-81b5-4b23-9cda-68528cfbbc51" providerId="ADAL" clId="{CAC7716A-ABCA-47AD-8EF3-A5ED6C63873B}" dt="2026-09-15T01:45:06.188" v="0" actId="207"/>
          <ac:spMkLst>
            <pc:docMk/>
            <pc:sldMk cId="2114474638" sldId="312"/>
            <ac:spMk id="8" creationId="{5D526505-D42E-9057-C001-0852EA8A52FC}"/>
          </ac:spMkLst>
        </pc:spChg>
      </pc:sldChg>
    </pc:docChg>
  </pc:docChgLst>
  <pc:docChgLst>
    <pc:chgData name="박연탁(YEONTARK PARK)[parkyt]/책임/제조DX.자동보정.자동보정선행개발팀" userId="S::parkyt@lgensol.com::ed32861b-bebc-4d6e-be9d-42a82b4a008b" providerId="AD" clId="Web-{9C843AB9-9D48-664D-E5A7-77131C0C031B}"/>
    <pc:docChg chg="modSld">
      <pc:chgData name="박연탁(YEONTARK PARK)[parkyt]/책임/제조DX.자동보정.자동보정선행개발팀" userId="S::parkyt@lgensol.com::ed32861b-bebc-4d6e-be9d-42a82b4a008b" providerId="AD" clId="Web-{9C843AB9-9D48-664D-E5A7-77131C0C031B}" dt="2026-08-12T01:17:43.487" v="114"/>
      <pc:docMkLst>
        <pc:docMk/>
      </pc:docMkLst>
      <pc:sldChg chg="delSp modSp">
        <pc:chgData name="박연탁(YEONTARK PARK)[parkyt]/책임/제조DX.자동보정.자동보정선행개발팀" userId="S::parkyt@lgensol.com::ed32861b-bebc-4d6e-be9d-42a82b4a008b" providerId="AD" clId="Web-{9C843AB9-9D48-664D-E5A7-77131C0C031B}" dt="2026-08-12T01:17:43.487" v="114"/>
        <pc:sldMkLst>
          <pc:docMk/>
          <pc:sldMk cId="1770964036" sldId="258"/>
        </pc:sldMkLst>
        <pc:spChg chg="mod">
          <ac:chgData name="박연탁(YEONTARK PARK)[parkyt]/책임/제조DX.자동보정.자동보정선행개발팀" userId="S::parkyt@lgensol.com::ed32861b-bebc-4d6e-be9d-42a82b4a008b" providerId="AD" clId="Web-{9C843AB9-9D48-664D-E5A7-77131C0C031B}" dt="2026-08-12T00:39:33.224" v="0" actId="20577"/>
          <ac:spMkLst>
            <pc:docMk/>
            <pc:sldMk cId="1770964036" sldId="258"/>
            <ac:spMk id="16" creationId="{769F82A6-8E4D-553A-903B-600E937C469F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9C843AB9-9D48-664D-E5A7-77131C0C031B}" dt="2026-08-12T01:17:07.141" v="110" actId="20577"/>
          <ac:spMkLst>
            <pc:docMk/>
            <pc:sldMk cId="1770964036" sldId="258"/>
            <ac:spMk id="17" creationId="{2B8DB565-1F9F-0BA9-BC00-00A940B01B0E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9C843AB9-9D48-664D-E5A7-77131C0C031B}" dt="2026-08-12T01:14:30.273" v="96" actId="20577"/>
        <pc:sldMkLst>
          <pc:docMk/>
          <pc:sldMk cId="745550584" sldId="274"/>
        </pc:sldMkLst>
        <pc:spChg chg="mod">
          <ac:chgData name="박연탁(YEONTARK PARK)[parkyt]/책임/제조DX.자동보정.자동보정선행개발팀" userId="S::parkyt@lgensol.com::ed32861b-bebc-4d6e-be9d-42a82b4a008b" providerId="AD" clId="Web-{9C843AB9-9D48-664D-E5A7-77131C0C031B}" dt="2026-08-12T01:14:30.273" v="96" actId="20577"/>
          <ac:spMkLst>
            <pc:docMk/>
            <pc:sldMk cId="745550584" sldId="274"/>
            <ac:spMk id="6" creationId="{D76BC9C0-41CE-9870-7B1A-176FEE059FB6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9C843AB9-9D48-664D-E5A7-77131C0C031B}" dt="2026-08-12T00:45:34.041" v="31" actId="20577"/>
          <ac:spMkLst>
            <pc:docMk/>
            <pc:sldMk cId="745550584" sldId="274"/>
            <ac:spMk id="16" creationId="{CA14BD47-DFA1-853E-ADCF-D39F25AEACF8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9C843AB9-9D48-664D-E5A7-77131C0C031B}" dt="2026-08-12T01:12:20.562" v="60" actId="1076"/>
          <ac:spMkLst>
            <pc:docMk/>
            <pc:sldMk cId="745550584" sldId="274"/>
            <ac:spMk id="23" creationId="{56D42748-BD55-4F67-859A-F21A40F84A33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9C843AB9-9D48-664D-E5A7-77131C0C031B}" dt="2026-08-12T00:45:17.274" v="30" actId="20577"/>
        <pc:sldMkLst>
          <pc:docMk/>
          <pc:sldMk cId="2456550573" sldId="276"/>
        </pc:sldMkLst>
        <pc:spChg chg="mod">
          <ac:chgData name="박연탁(YEONTARK PARK)[parkyt]/책임/제조DX.자동보정.자동보정선행개발팀" userId="S::parkyt@lgensol.com::ed32861b-bebc-4d6e-be9d-42a82b4a008b" providerId="AD" clId="Web-{9C843AB9-9D48-664D-E5A7-77131C0C031B}" dt="2026-08-12T00:45:17.274" v="30" actId="20577"/>
          <ac:spMkLst>
            <pc:docMk/>
            <pc:sldMk cId="2456550573" sldId="276"/>
            <ac:spMk id="7" creationId="{2CF3A0B0-9DBA-BCFE-0D94-D0FA7982030F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9C843AB9-9D48-664D-E5A7-77131C0C031B}" dt="2026-08-12T00:40:54.103" v="3" actId="20577"/>
          <ac:spMkLst>
            <pc:docMk/>
            <pc:sldMk cId="2456550573" sldId="276"/>
            <ac:spMk id="16" creationId="{7C7AB55B-45A4-E533-7823-AAA977943996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9C843AB9-9D48-664D-E5A7-77131C0C031B}" dt="2026-08-12T01:14:40.711" v="97" actId="20577"/>
        <pc:sldMkLst>
          <pc:docMk/>
          <pc:sldMk cId="2927333236" sldId="323"/>
        </pc:sldMkLst>
        <pc:spChg chg="mod">
          <ac:chgData name="박연탁(YEONTARK PARK)[parkyt]/책임/제조DX.자동보정.자동보정선행개발팀" userId="S::parkyt@lgensol.com::ed32861b-bebc-4d6e-be9d-42a82b4a008b" providerId="AD" clId="Web-{9C843AB9-9D48-664D-E5A7-77131C0C031B}" dt="2026-08-12T01:14:40.711" v="97" actId="20577"/>
          <ac:spMkLst>
            <pc:docMk/>
            <pc:sldMk cId="2927333236" sldId="323"/>
            <ac:spMk id="16" creationId="{CA14BD47-DFA1-853E-ADCF-D39F25AEACF8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9C843AB9-9D48-664D-E5A7-77131C0C031B}" dt="2026-08-12T00:40:40.868" v="2" actId="20577"/>
        <pc:sldMkLst>
          <pc:docMk/>
          <pc:sldMk cId="3782446933" sldId="328"/>
        </pc:sldMkLst>
        <pc:spChg chg="mod">
          <ac:chgData name="박연탁(YEONTARK PARK)[parkyt]/책임/제조DX.자동보정.자동보정선행개발팀" userId="S::parkyt@lgensol.com::ed32861b-bebc-4d6e-be9d-42a82b4a008b" providerId="AD" clId="Web-{9C843AB9-9D48-664D-E5A7-77131C0C031B}" dt="2026-08-12T00:40:40.868" v="2" actId="20577"/>
          <ac:spMkLst>
            <pc:docMk/>
            <pc:sldMk cId="3782446933" sldId="328"/>
            <ac:spMk id="16" creationId="{94620310-0E9B-7F74-5A5B-AD30FE87E27B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9C843AB9-9D48-664D-E5A7-77131C0C031B}" dt="2026-08-12T00:39:43.380" v="1" actId="20577"/>
        <pc:sldMkLst>
          <pc:docMk/>
          <pc:sldMk cId="2964207914" sldId="399"/>
        </pc:sldMkLst>
        <pc:spChg chg="mod">
          <ac:chgData name="박연탁(YEONTARK PARK)[parkyt]/책임/제조DX.자동보정.자동보정선행개발팀" userId="S::parkyt@lgensol.com::ed32861b-bebc-4d6e-be9d-42a82b4a008b" providerId="AD" clId="Web-{9C843AB9-9D48-664D-E5A7-77131C0C031B}" dt="2026-08-12T00:39:43.380" v="1" actId="20577"/>
          <ac:spMkLst>
            <pc:docMk/>
            <pc:sldMk cId="2964207914" sldId="399"/>
            <ac:spMk id="16" creationId="{769F82A6-8E4D-553A-903B-600E937C469F}"/>
          </ac:spMkLst>
        </pc:spChg>
      </pc:sldChg>
    </pc:docChg>
  </pc:docChgLst>
  <pc:docChgLst>
    <pc:chgData name="김하람(HARAM KIM)[haram4297]/사원/제조DX.자동보정.RSND자동보정팀" userId="S::haram4297@lgensol.com::60aede17-52c5-4431-9086-10d07ec242fe" providerId="AD" clId="Web-{9BF65172-75FB-B9EE-E2C1-5D3F10355F34}"/>
    <pc:docChg chg="modSld">
      <pc:chgData name="김하람(HARAM KIM)[haram4297]/사원/제조DX.자동보정.RSND자동보정팀" userId="S::haram4297@lgensol.com::60aede17-52c5-4431-9086-10d07ec242fe" providerId="AD" clId="Web-{9BF65172-75FB-B9EE-E2C1-5D3F10355F34}" dt="2026-09-22T06:48:12.759" v="2" actId="20577"/>
      <pc:docMkLst>
        <pc:docMk/>
      </pc:docMkLst>
      <pc:sldChg chg="modSp">
        <pc:chgData name="김하람(HARAM KIM)[haram4297]/사원/제조DX.자동보정.RSND자동보정팀" userId="S::haram4297@lgensol.com::60aede17-52c5-4431-9086-10d07ec242fe" providerId="AD" clId="Web-{9BF65172-75FB-B9EE-E2C1-5D3F10355F34}" dt="2026-09-22T06:48:12.759" v="2" actId="20577"/>
        <pc:sldMkLst>
          <pc:docMk/>
          <pc:sldMk cId="70802679" sldId="376"/>
        </pc:sldMkLst>
        <pc:spChg chg="mod">
          <ac:chgData name="김하람(HARAM KIM)[haram4297]/사원/제조DX.자동보정.RSND자동보정팀" userId="S::haram4297@lgensol.com::60aede17-52c5-4431-9086-10d07ec242fe" providerId="AD" clId="Web-{9BF65172-75FB-B9EE-E2C1-5D3F10355F34}" dt="2026-09-22T06:48:12.759" v="2" actId="20577"/>
          <ac:spMkLst>
            <pc:docMk/>
            <pc:sldMk cId="70802679" sldId="376"/>
            <ac:spMk id="8" creationId="{4E4C90C9-A019-5679-6ED0-4DA8526529E6}"/>
          </ac:spMkLst>
        </pc:spChg>
        <pc:spChg chg="mod">
          <ac:chgData name="김하람(HARAM KIM)[haram4297]/사원/제조DX.자동보정.RSND자동보정팀" userId="S::haram4297@lgensol.com::60aede17-52c5-4431-9086-10d07ec242fe" providerId="AD" clId="Web-{9BF65172-75FB-B9EE-E2C1-5D3F10355F34}" dt="2026-09-22T06:48:03.087" v="1" actId="20577"/>
          <ac:spMkLst>
            <pc:docMk/>
            <pc:sldMk cId="70802679" sldId="376"/>
            <ac:spMk id="16" creationId="{0A8513CF-8D68-D321-D10C-6D4A43E1A14E}"/>
          </ac:spMkLst>
        </pc:spChg>
        <pc:spChg chg="mod">
          <ac:chgData name="김하람(HARAM KIM)[haram4297]/사원/제조DX.자동보정.RSND자동보정팀" userId="S::haram4297@lgensol.com::60aede17-52c5-4431-9086-10d07ec242fe" providerId="AD" clId="Web-{9BF65172-75FB-B9EE-E2C1-5D3F10355F34}" dt="2026-09-22T06:47:50.290" v="0" actId="20577"/>
          <ac:spMkLst>
            <pc:docMk/>
            <pc:sldMk cId="70802679" sldId="376"/>
            <ac:spMk id="19" creationId="{31E243ED-0DCD-3CC7-3BF6-185ECD776406}"/>
          </ac:spMkLst>
        </pc:spChg>
      </pc:sldChg>
    </pc:docChg>
  </pc:docChgLst>
  <pc:docChgLst>
    <pc:chgData name="박연탁(YEONTARK PARK)[parkyt]/책임/제조DX.자동보정.자동보정선행개발팀" userId="S::parkyt@lgensol.com::ed32861b-bebc-4d6e-be9d-42a82b4a008b" providerId="AD" clId="Web-{7C04E7F8-FFCC-AC70-EF44-23FC8E96512D}"/>
    <pc:docChg chg="modSld">
      <pc:chgData name="박연탁(YEONTARK PARK)[parkyt]/책임/제조DX.자동보정.자동보정선행개발팀" userId="S::parkyt@lgensol.com::ed32861b-bebc-4d6e-be9d-42a82b4a008b" providerId="AD" clId="Web-{7C04E7F8-FFCC-AC70-EF44-23FC8E96512D}" dt="2026-08-19T02:41:33.131" v="206" actId="20577"/>
      <pc:docMkLst>
        <pc:docMk/>
      </pc:docMkLst>
      <pc:sldChg chg="delSp modSp">
        <pc:chgData name="박연탁(YEONTARK PARK)[parkyt]/책임/제조DX.자동보정.자동보정선행개발팀" userId="S::parkyt@lgensol.com::ed32861b-bebc-4d6e-be9d-42a82b4a008b" providerId="AD" clId="Web-{7C04E7F8-FFCC-AC70-EF44-23FC8E96512D}" dt="2026-08-19T02:41:33.131" v="206" actId="20577"/>
        <pc:sldMkLst>
          <pc:docMk/>
          <pc:sldMk cId="1770964036" sldId="258"/>
        </pc:sldMkLst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10:34.661" v="33" actId="20577"/>
          <ac:spMkLst>
            <pc:docMk/>
            <pc:sldMk cId="1770964036" sldId="258"/>
            <ac:spMk id="7" creationId="{AB3C64F9-9A9C-58C3-0E5C-7AA382004820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40:28.378" v="181" actId="20577"/>
          <ac:spMkLst>
            <pc:docMk/>
            <pc:sldMk cId="1770964036" sldId="258"/>
            <ac:spMk id="9" creationId="{F8731133-4A75-27D0-2C14-D05840358326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10:43.193" v="34" actId="20577"/>
          <ac:spMkLst>
            <pc:docMk/>
            <pc:sldMk cId="1770964036" sldId="258"/>
            <ac:spMk id="16" creationId="{769F82A6-8E4D-553A-903B-600E937C469F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41:33.131" v="206" actId="20577"/>
          <ac:spMkLst>
            <pc:docMk/>
            <pc:sldMk cId="1770964036" sldId="258"/>
            <ac:spMk id="17" creationId="{2B8DB565-1F9F-0BA9-BC00-00A940B01B0E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7C04E7F8-FFCC-AC70-EF44-23FC8E96512D}" dt="2026-08-19T02:16:58.758" v="97" actId="20577"/>
        <pc:sldMkLst>
          <pc:docMk/>
          <pc:sldMk cId="745550584" sldId="274"/>
        </pc:sldMkLst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16:58.758" v="97" actId="20577"/>
          <ac:spMkLst>
            <pc:docMk/>
            <pc:sldMk cId="745550584" sldId="274"/>
            <ac:spMk id="6" creationId="{D76BC9C0-41CE-9870-7B1A-176FEE059FB6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14:51.158" v="52" actId="20577"/>
          <ac:spMkLst>
            <pc:docMk/>
            <pc:sldMk cId="745550584" sldId="274"/>
            <ac:spMk id="7" creationId="{6C2D1C03-A825-5D21-D944-BD343EC40397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13:11.888" v="39" actId="20577"/>
          <ac:spMkLst>
            <pc:docMk/>
            <pc:sldMk cId="745550584" sldId="274"/>
            <ac:spMk id="16" creationId="{CA14BD47-DFA1-853E-ADCF-D39F25AEACF8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7C04E7F8-FFCC-AC70-EF44-23FC8E96512D}" dt="2026-08-19T02:12:26.448" v="37" actId="20577"/>
        <pc:sldMkLst>
          <pc:docMk/>
          <pc:sldMk cId="2456550573" sldId="276"/>
        </pc:sldMkLst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12:26.448" v="37" actId="20577"/>
          <ac:spMkLst>
            <pc:docMk/>
            <pc:sldMk cId="2456550573" sldId="276"/>
            <ac:spMk id="16" creationId="{7C7AB55B-45A4-E533-7823-AAA977943996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7C04E7F8-FFCC-AC70-EF44-23FC8E96512D}" dt="2026-08-19T02:17:38.401" v="112" actId="20577"/>
        <pc:sldMkLst>
          <pc:docMk/>
          <pc:sldMk cId="2927333236" sldId="323"/>
        </pc:sldMkLst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13:22.419" v="40" actId="20577"/>
          <ac:spMkLst>
            <pc:docMk/>
            <pc:sldMk cId="2927333236" sldId="323"/>
            <ac:spMk id="16" creationId="{CA14BD47-DFA1-853E-ADCF-D39F25AEACF8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17:38.401" v="112" actId="20577"/>
          <ac:spMkLst>
            <pc:docMk/>
            <pc:sldMk cId="2927333236" sldId="323"/>
            <ac:spMk id="22" creationId="{5C231B9C-120D-C56C-BD2E-17293E405982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7C04E7F8-FFCC-AC70-EF44-23FC8E96512D}" dt="2026-08-19T02:12:18.135" v="36" actId="20577"/>
        <pc:sldMkLst>
          <pc:docMk/>
          <pc:sldMk cId="3782446933" sldId="328"/>
        </pc:sldMkLst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12:18.135" v="36" actId="20577"/>
          <ac:spMkLst>
            <pc:docMk/>
            <pc:sldMk cId="3782446933" sldId="328"/>
            <ac:spMk id="16" creationId="{94620310-0E9B-7F74-5A5B-AD30FE87E27B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7C04E7F8-FFCC-AC70-EF44-23FC8E96512D}" dt="2026-08-19T02:12:09.869" v="35" actId="20577"/>
        <pc:sldMkLst>
          <pc:docMk/>
          <pc:sldMk cId="2964207914" sldId="399"/>
        </pc:sldMkLst>
        <pc:spChg chg="mod">
          <ac:chgData name="박연탁(YEONTARK PARK)[parkyt]/책임/제조DX.자동보정.자동보정선행개발팀" userId="S::parkyt@lgensol.com::ed32861b-bebc-4d6e-be9d-42a82b4a008b" providerId="AD" clId="Web-{7C04E7F8-FFCC-AC70-EF44-23FC8E96512D}" dt="2026-08-19T02:12:09.869" v="35" actId="20577"/>
          <ac:spMkLst>
            <pc:docMk/>
            <pc:sldMk cId="2964207914" sldId="399"/>
            <ac:spMk id="16" creationId="{769F82A6-8E4D-553A-903B-600E937C469F}"/>
          </ac:spMkLst>
        </pc:spChg>
      </pc:sldChg>
    </pc:docChg>
  </pc:docChgLst>
  <pc:docChgLst>
    <pc:chgData name="박수종(SUJONG PARK)[sujong.park]/팀장/제조DX.자동보정.조립자동보정팀" userId="ab82824d-b00b-4730-b1d5-e6a89197d8e8" providerId="ADAL" clId="{4FFBAC1A-8D44-458C-BFCE-E7F8C67CE82E}"/>
    <pc:docChg chg="undo custSel modSld">
      <pc:chgData name="박수종(SUJONG PARK)[sujong.park]/팀장/제조DX.자동보정.조립자동보정팀" userId="ab82824d-b00b-4730-b1d5-e6a89197d8e8" providerId="ADAL" clId="{4FFBAC1A-8D44-458C-BFCE-E7F8C67CE82E}" dt="2026-08-26T23:54:57.076" v="920" actId="6549"/>
      <pc:docMkLst>
        <pc:docMk/>
      </pc:docMkLst>
      <pc:sldChg chg="modSp mod">
        <pc:chgData name="박수종(SUJONG PARK)[sujong.park]/팀장/제조DX.자동보정.조립자동보정팀" userId="ab82824d-b00b-4730-b1d5-e6a89197d8e8" providerId="ADAL" clId="{4FFBAC1A-8D44-458C-BFCE-E7F8C67CE82E}" dt="2026-08-26T23:52:58.042" v="867" actId="20577"/>
        <pc:sldMkLst>
          <pc:docMk/>
          <pc:sldMk cId="414644102" sldId="352"/>
        </pc:sldMkLst>
        <pc:spChg chg="mod">
          <ac:chgData name="박수종(SUJONG PARK)[sujong.park]/팀장/제조DX.자동보정.조립자동보정팀" userId="ab82824d-b00b-4730-b1d5-e6a89197d8e8" providerId="ADAL" clId="{4FFBAC1A-8D44-458C-BFCE-E7F8C67CE82E}" dt="2026-08-26T23:52:58.042" v="867" actId="20577"/>
          <ac:spMkLst>
            <pc:docMk/>
            <pc:sldMk cId="414644102" sldId="352"/>
            <ac:spMk id="6" creationId="{727EEF6E-D257-401B-9F50-31396C955D78}"/>
          </ac:spMkLst>
        </pc:spChg>
      </pc:sldChg>
      <pc:sldChg chg="modSp mod">
        <pc:chgData name="박수종(SUJONG PARK)[sujong.park]/팀장/제조DX.자동보정.조립자동보정팀" userId="ab82824d-b00b-4730-b1d5-e6a89197d8e8" providerId="ADAL" clId="{4FFBAC1A-8D44-458C-BFCE-E7F8C67CE82E}" dt="2026-08-26T10:26:48.991" v="855" actId="20577"/>
        <pc:sldMkLst>
          <pc:docMk/>
          <pc:sldMk cId="3266697761" sldId="2278"/>
        </pc:sldMkLst>
        <pc:spChg chg="mod">
          <ac:chgData name="박수종(SUJONG PARK)[sujong.park]/팀장/제조DX.자동보정.조립자동보정팀" userId="ab82824d-b00b-4730-b1d5-e6a89197d8e8" providerId="ADAL" clId="{4FFBAC1A-8D44-458C-BFCE-E7F8C67CE82E}" dt="2026-08-26T10:26:46.388" v="853"/>
          <ac:spMkLst>
            <pc:docMk/>
            <pc:sldMk cId="3266697761" sldId="2278"/>
            <ac:spMk id="2" creationId="{8E99BE72-48B6-9C58-C9B8-037818FE6F8A}"/>
          </ac:spMkLst>
        </pc:spChg>
        <pc:spChg chg="mod">
          <ac:chgData name="박수종(SUJONG PARK)[sujong.park]/팀장/제조DX.자동보정.조립자동보정팀" userId="ab82824d-b00b-4730-b1d5-e6a89197d8e8" providerId="ADAL" clId="{4FFBAC1A-8D44-458C-BFCE-E7F8C67CE82E}" dt="2026-08-26T10:26:48.991" v="855" actId="20577"/>
          <ac:spMkLst>
            <pc:docMk/>
            <pc:sldMk cId="3266697761" sldId="2278"/>
            <ac:spMk id="3" creationId="{FA989627-D337-A87A-296A-932B058907A6}"/>
          </ac:spMkLst>
        </pc:spChg>
        <pc:spChg chg="mod">
          <ac:chgData name="박수종(SUJONG PARK)[sujong.park]/팀장/제조DX.자동보정.조립자동보정팀" userId="ab82824d-b00b-4730-b1d5-e6a89197d8e8" providerId="ADAL" clId="{4FFBAC1A-8D44-458C-BFCE-E7F8C67CE82E}" dt="2026-08-26T10:21:08.708" v="767" actId="207"/>
          <ac:spMkLst>
            <pc:docMk/>
            <pc:sldMk cId="3266697761" sldId="2278"/>
            <ac:spMk id="5" creationId="{6456310C-04B9-BC56-E1F1-0AD8676A8298}"/>
          </ac:spMkLst>
        </pc:spChg>
      </pc:sldChg>
      <pc:sldChg chg="modSp mod">
        <pc:chgData name="박수종(SUJONG PARK)[sujong.park]/팀장/제조DX.자동보정.조립자동보정팀" userId="ab82824d-b00b-4730-b1d5-e6a89197d8e8" providerId="ADAL" clId="{4FFBAC1A-8D44-458C-BFCE-E7F8C67CE82E}" dt="2026-08-26T10:26:21.659" v="825" actId="20577"/>
        <pc:sldMkLst>
          <pc:docMk/>
          <pc:sldMk cId="2440852975" sldId="2147481923"/>
        </pc:sldMkLst>
        <pc:spChg chg="mod">
          <ac:chgData name="박수종(SUJONG PARK)[sujong.park]/팀장/제조DX.자동보정.조립자동보정팀" userId="ab82824d-b00b-4730-b1d5-e6a89197d8e8" providerId="ADAL" clId="{4FFBAC1A-8D44-458C-BFCE-E7F8C67CE82E}" dt="2026-08-26T10:02:06.365" v="143" actId="6549"/>
          <ac:spMkLst>
            <pc:docMk/>
            <pc:sldMk cId="2440852975" sldId="2147481923"/>
            <ac:spMk id="2" creationId="{A6ECDAEA-1C22-3669-9BA9-A90A7929C5AA}"/>
          </ac:spMkLst>
        </pc:spChg>
        <pc:spChg chg="mod">
          <ac:chgData name="박수종(SUJONG PARK)[sujong.park]/팀장/제조DX.자동보정.조립자동보정팀" userId="ab82824d-b00b-4730-b1d5-e6a89197d8e8" providerId="ADAL" clId="{4FFBAC1A-8D44-458C-BFCE-E7F8C67CE82E}" dt="2026-08-26T10:26:17.902" v="823"/>
          <ac:spMkLst>
            <pc:docMk/>
            <pc:sldMk cId="2440852975" sldId="2147481923"/>
            <ac:spMk id="4" creationId="{CAF8038D-B381-7704-952B-B54B831B0039}"/>
          </ac:spMkLst>
        </pc:spChg>
        <pc:spChg chg="mod">
          <ac:chgData name="박수종(SUJONG PARK)[sujong.park]/팀장/제조DX.자동보정.조립자동보정팀" userId="ab82824d-b00b-4730-b1d5-e6a89197d8e8" providerId="ADAL" clId="{4FFBAC1A-8D44-458C-BFCE-E7F8C67CE82E}" dt="2026-08-26T10:26:21.659" v="825" actId="20577"/>
          <ac:spMkLst>
            <pc:docMk/>
            <pc:sldMk cId="2440852975" sldId="2147481923"/>
            <ac:spMk id="6" creationId="{426D7752-9184-00D0-D165-3030B2D6CF10}"/>
          </ac:spMkLst>
        </pc:spChg>
        <pc:spChg chg="mod">
          <ac:chgData name="박수종(SUJONG PARK)[sujong.park]/팀장/제조DX.자동보정.조립자동보정팀" userId="ab82824d-b00b-4730-b1d5-e6a89197d8e8" providerId="ADAL" clId="{4FFBAC1A-8D44-458C-BFCE-E7F8C67CE82E}" dt="2026-08-26T10:02:59.338" v="156" actId="207"/>
          <ac:spMkLst>
            <pc:docMk/>
            <pc:sldMk cId="2440852975" sldId="2147481923"/>
            <ac:spMk id="7" creationId="{8D7F82E9-1F8E-061D-8384-37E3403DDD85}"/>
          </ac:spMkLst>
        </pc:spChg>
      </pc:sldChg>
      <pc:sldChg chg="addSp delSp modSp mod">
        <pc:chgData name="박수종(SUJONG PARK)[sujong.park]/팀장/제조DX.자동보정.조립자동보정팀" userId="ab82824d-b00b-4730-b1d5-e6a89197d8e8" providerId="ADAL" clId="{4FFBAC1A-8D44-458C-BFCE-E7F8C67CE82E}" dt="2026-08-26T23:54:57.076" v="920" actId="6549"/>
        <pc:sldMkLst>
          <pc:docMk/>
          <pc:sldMk cId="2543445665" sldId="2147483561"/>
        </pc:sldMkLst>
        <pc:spChg chg="add del mod">
          <ac:chgData name="박수종(SUJONG PARK)[sujong.park]/팀장/제조DX.자동보정.조립자동보정팀" userId="ab82824d-b00b-4730-b1d5-e6a89197d8e8" providerId="ADAL" clId="{4FFBAC1A-8D44-458C-BFCE-E7F8C67CE82E}" dt="2026-08-26T10:26:36.082" v="840"/>
          <ac:spMkLst>
            <pc:docMk/>
            <pc:sldMk cId="2543445665" sldId="2147483561"/>
            <ac:spMk id="2" creationId="{C890420D-8C0F-1B6E-625B-CED74C70A53E}"/>
          </ac:spMkLst>
        </pc:spChg>
        <pc:spChg chg="add del mod">
          <ac:chgData name="박수종(SUJONG PARK)[sujong.park]/팀장/제조DX.자동보정.조립자동보정팀" userId="ab82824d-b00b-4730-b1d5-e6a89197d8e8" providerId="ADAL" clId="{4FFBAC1A-8D44-458C-BFCE-E7F8C67CE82E}" dt="2026-08-26T10:26:39.188" v="842" actId="20577"/>
          <ac:spMkLst>
            <pc:docMk/>
            <pc:sldMk cId="2543445665" sldId="2147483561"/>
            <ac:spMk id="3" creationId="{D500E21D-3DDF-ECB7-263D-14F9679641C3}"/>
          </ac:spMkLst>
        </pc:spChg>
        <pc:spChg chg="mod">
          <ac:chgData name="박수종(SUJONG PARK)[sujong.park]/팀장/제조DX.자동보정.조립자동보정팀" userId="ab82824d-b00b-4730-b1d5-e6a89197d8e8" providerId="ADAL" clId="{4FFBAC1A-8D44-458C-BFCE-E7F8C67CE82E}" dt="2026-08-26T23:54:57.076" v="920" actId="6549"/>
          <ac:spMkLst>
            <pc:docMk/>
            <pc:sldMk cId="2543445665" sldId="2147483561"/>
            <ac:spMk id="4" creationId="{B4CD27EE-5736-0A68-F3C7-9738C509246D}"/>
          </ac:spMkLst>
        </pc:spChg>
      </pc:sldChg>
    </pc:docChg>
  </pc:docChgLst>
  <pc:docChgLst>
    <pc:chgData name="박신아(SHINA PARK)[shina.p]/책임/제조DX.자동보정.MC자동보정팀" userId="54a067cc-2ef7-4970-a3f1-b2a185fa6bcc" providerId="ADAL" clId="{8A2F804F-3EBB-474B-8E3C-2FA46379C1F6}"/>
    <pc:docChg chg="custSel modSld">
      <pc:chgData name="박신아(SHINA PARK)[shina.p]/책임/제조DX.자동보정.MC자동보정팀" userId="54a067cc-2ef7-4970-a3f1-b2a185fa6bcc" providerId="ADAL" clId="{8A2F804F-3EBB-474B-8E3C-2FA46379C1F6}" dt="2026-09-17T08:50:33.720" v="1220" actId="478"/>
      <pc:docMkLst>
        <pc:docMk/>
      </pc:docMkLst>
      <pc:sldChg chg="modSp mod">
        <pc:chgData name="박신아(SHINA PARK)[shina.p]/책임/제조DX.자동보정.MC자동보정팀" userId="54a067cc-2ef7-4970-a3f1-b2a185fa6bcc" providerId="ADAL" clId="{8A2F804F-3EBB-474B-8E3C-2FA46379C1F6}" dt="2026-09-16T11:24:12.994" v="757" actId="20577"/>
        <pc:sldMkLst>
          <pc:docMk/>
          <pc:sldMk cId="20157088" sldId="280"/>
        </pc:sldMkLst>
        <pc:spChg chg="mod">
          <ac:chgData name="박신아(SHINA PARK)[shina.p]/책임/제조DX.자동보정.MC자동보정팀" userId="54a067cc-2ef7-4970-a3f1-b2a185fa6bcc" providerId="ADAL" clId="{8A2F804F-3EBB-474B-8E3C-2FA46379C1F6}" dt="2026-09-16T11:23:56.443" v="749" actId="20577"/>
          <ac:spMkLst>
            <pc:docMk/>
            <pc:sldMk cId="20157088" sldId="280"/>
            <ac:spMk id="30" creationId="{82316C5F-CBE3-A95F-7CC8-EF8564695C5E}"/>
          </ac:spMkLst>
        </pc:spChg>
        <pc:spChg chg="mod">
          <ac:chgData name="박신아(SHINA PARK)[shina.p]/책임/제조DX.자동보정.MC자동보정팀" userId="54a067cc-2ef7-4970-a3f1-b2a185fa6bcc" providerId="ADAL" clId="{8A2F804F-3EBB-474B-8E3C-2FA46379C1F6}" dt="2026-09-16T11:24:12.994" v="757" actId="20577"/>
          <ac:spMkLst>
            <pc:docMk/>
            <pc:sldMk cId="20157088" sldId="280"/>
            <ac:spMk id="235" creationId="{F0809C5E-7541-A47D-9EB0-F5C95B7891AC}"/>
          </ac:spMkLst>
        </pc:spChg>
      </pc:sldChg>
      <pc:sldChg chg="addSp delSp modSp mod">
        <pc:chgData name="박신아(SHINA PARK)[shina.p]/책임/제조DX.자동보정.MC자동보정팀" userId="54a067cc-2ef7-4970-a3f1-b2a185fa6bcc" providerId="ADAL" clId="{8A2F804F-3EBB-474B-8E3C-2FA46379C1F6}" dt="2026-09-16T11:19:08.606" v="257" actId="2711"/>
        <pc:sldMkLst>
          <pc:docMk/>
          <pc:sldMk cId="3743058706" sldId="302"/>
        </pc:sldMkLst>
        <pc:spChg chg="mod">
          <ac:chgData name="박신아(SHINA PARK)[shina.p]/책임/제조DX.자동보정.MC자동보정팀" userId="54a067cc-2ef7-4970-a3f1-b2a185fa6bcc" providerId="ADAL" clId="{8A2F804F-3EBB-474B-8E3C-2FA46379C1F6}" dt="2026-09-16T11:19:08.606" v="257" actId="2711"/>
          <ac:spMkLst>
            <pc:docMk/>
            <pc:sldMk cId="3743058706" sldId="302"/>
            <ac:spMk id="5" creationId="{FA18EFED-D2D3-DCFD-2B36-B46F0150F6F9}"/>
          </ac:spMkLst>
        </pc:spChg>
        <pc:cxnChg chg="add del">
          <ac:chgData name="박신아(SHINA PARK)[shina.p]/책임/제조DX.자동보정.MC자동보정팀" userId="54a067cc-2ef7-4970-a3f1-b2a185fa6bcc" providerId="ADAL" clId="{8A2F804F-3EBB-474B-8E3C-2FA46379C1F6}" dt="2026-09-16T11:15:45.722" v="149" actId="478"/>
          <ac:cxnSpMkLst>
            <pc:docMk/>
            <pc:sldMk cId="3743058706" sldId="302"/>
            <ac:cxnSpMk id="8" creationId="{6FA41A8C-0EED-298E-4F5B-BF8AD49BA137}"/>
          </ac:cxnSpMkLst>
        </pc:cxnChg>
      </pc:sldChg>
      <pc:sldChg chg="addSp modSp mod">
        <pc:chgData name="박신아(SHINA PARK)[shina.p]/책임/제조DX.자동보정.MC자동보정팀" userId="54a067cc-2ef7-4970-a3f1-b2a185fa6bcc" providerId="ADAL" clId="{8A2F804F-3EBB-474B-8E3C-2FA46379C1F6}" dt="2026-09-17T08:50:22.704" v="1219" actId="14100"/>
        <pc:sldMkLst>
          <pc:docMk/>
          <pc:sldMk cId="2306170091" sldId="325"/>
        </pc:sldMkLst>
        <pc:spChg chg="add mod">
          <ac:chgData name="박신아(SHINA PARK)[shina.p]/책임/제조DX.자동보정.MC자동보정팀" userId="54a067cc-2ef7-4970-a3f1-b2a185fa6bcc" providerId="ADAL" clId="{8A2F804F-3EBB-474B-8E3C-2FA46379C1F6}" dt="2026-09-17T08:50:22.704" v="1219" actId="14100"/>
          <ac:spMkLst>
            <pc:docMk/>
            <pc:sldMk cId="2306170091" sldId="325"/>
            <ac:spMk id="4" creationId="{26CD2461-A2B2-BB05-1424-77C3583EDC61}"/>
          </ac:spMkLst>
        </pc:spChg>
        <pc:spChg chg="mod">
          <ac:chgData name="박신아(SHINA PARK)[shina.p]/책임/제조DX.자동보정.MC자동보정팀" userId="54a067cc-2ef7-4970-a3f1-b2a185fa6bcc" providerId="ADAL" clId="{8A2F804F-3EBB-474B-8E3C-2FA46379C1F6}" dt="2026-09-16T11:24:49.605" v="781" actId="20577"/>
          <ac:spMkLst>
            <pc:docMk/>
            <pc:sldMk cId="2306170091" sldId="325"/>
            <ac:spMk id="12" creationId="{59A7692E-132F-84DE-65A9-565713D24F53}"/>
          </ac:spMkLst>
        </pc:spChg>
        <pc:spChg chg="mod">
          <ac:chgData name="박신아(SHINA PARK)[shina.p]/책임/제조DX.자동보정.MC자동보정팀" userId="54a067cc-2ef7-4970-a3f1-b2a185fa6bcc" providerId="ADAL" clId="{8A2F804F-3EBB-474B-8E3C-2FA46379C1F6}" dt="2026-09-16T11:33:26.430" v="1164" actId="20577"/>
          <ac:spMkLst>
            <pc:docMk/>
            <pc:sldMk cId="2306170091" sldId="325"/>
            <ac:spMk id="35" creationId="{491769FB-8F95-9F23-9FD4-56A08DF9C8BA}"/>
          </ac:spMkLst>
        </pc:spChg>
        <pc:graphicFrameChg chg="add mod modGraphic">
          <ac:chgData name="박신아(SHINA PARK)[shina.p]/책임/제조DX.자동보정.MC자동보정팀" userId="54a067cc-2ef7-4970-a3f1-b2a185fa6bcc" providerId="ADAL" clId="{8A2F804F-3EBB-474B-8E3C-2FA46379C1F6}" dt="2026-09-17T08:49:47.843" v="1176" actId="1076"/>
          <ac:graphicFrameMkLst>
            <pc:docMk/>
            <pc:sldMk cId="2306170091" sldId="325"/>
            <ac:graphicFrameMk id="3" creationId="{10F3A8C3-FF98-9F10-DDF7-EBF981A50212}"/>
          </ac:graphicFrameMkLst>
        </pc:graphicFrameChg>
      </pc:sldChg>
      <pc:sldChg chg="modSp mod">
        <pc:chgData name="박신아(SHINA PARK)[shina.p]/책임/제조DX.자동보정.MC자동보정팀" userId="54a067cc-2ef7-4970-a3f1-b2a185fa6bcc" providerId="ADAL" clId="{8A2F804F-3EBB-474B-8E3C-2FA46379C1F6}" dt="2026-09-16T11:24:28.357" v="765" actId="20577"/>
        <pc:sldMkLst>
          <pc:docMk/>
          <pc:sldMk cId="939909045" sldId="375"/>
        </pc:sldMkLst>
        <pc:spChg chg="mod">
          <ac:chgData name="박신아(SHINA PARK)[shina.p]/책임/제조DX.자동보정.MC자동보정팀" userId="54a067cc-2ef7-4970-a3f1-b2a185fa6bcc" providerId="ADAL" clId="{8A2F804F-3EBB-474B-8E3C-2FA46379C1F6}" dt="2026-09-16T11:24:28.357" v="765" actId="20577"/>
          <ac:spMkLst>
            <pc:docMk/>
            <pc:sldMk cId="939909045" sldId="375"/>
            <ac:spMk id="12" creationId="{59A7692E-132F-84DE-65A9-565713D24F53}"/>
          </ac:spMkLst>
        </pc:spChg>
      </pc:sldChg>
      <pc:sldChg chg="addSp delSp modSp mod">
        <pc:chgData name="박신아(SHINA PARK)[shina.p]/책임/제조DX.자동보정.MC자동보정팀" userId="54a067cc-2ef7-4970-a3f1-b2a185fa6bcc" providerId="ADAL" clId="{8A2F804F-3EBB-474B-8E3C-2FA46379C1F6}" dt="2026-09-17T08:50:33.720" v="1220" actId="478"/>
        <pc:sldMkLst>
          <pc:docMk/>
          <pc:sldMk cId="3040185142" sldId="420"/>
        </pc:sldMkLst>
        <pc:spChg chg="mod">
          <ac:chgData name="박신아(SHINA PARK)[shina.p]/책임/제조DX.자동보정.MC자동보정팀" userId="54a067cc-2ef7-4970-a3f1-b2a185fa6bcc" providerId="ADAL" clId="{8A2F804F-3EBB-474B-8E3C-2FA46379C1F6}" dt="2026-09-16T11:24:41.195" v="773" actId="20577"/>
          <ac:spMkLst>
            <pc:docMk/>
            <pc:sldMk cId="3040185142" sldId="420"/>
            <ac:spMk id="12" creationId="{EB0232BC-C8FE-7E7A-B0D6-CBAC46802505}"/>
          </ac:spMkLst>
        </pc:spChg>
        <pc:graphicFrameChg chg="add del mod">
          <ac:chgData name="박신아(SHINA PARK)[shina.p]/책임/제조DX.자동보정.MC자동보정팀" userId="54a067cc-2ef7-4970-a3f1-b2a185fa6bcc" providerId="ADAL" clId="{8A2F804F-3EBB-474B-8E3C-2FA46379C1F6}" dt="2026-09-17T08:50:33.720" v="1220" actId="478"/>
          <ac:graphicFrameMkLst>
            <pc:docMk/>
            <pc:sldMk cId="3040185142" sldId="420"/>
            <ac:graphicFrameMk id="3" creationId="{CD644647-4611-8DC2-4184-D6DAF28B224F}"/>
          </ac:graphicFrameMkLst>
        </pc:graphicFrameChg>
      </pc:sldChg>
    </pc:docChg>
  </pc:docChgLst>
  <pc:docChgLst>
    <pc:chgData name="최가을(GAEUL CHOI)[gaeul_choi]/선임/제조DX.자동보정.MC자동보정팀" userId="530680f4-fbc6-468a-9c4b-7cc53ec80c4a" providerId="ADAL" clId="{A13A2AFE-D780-45CF-B5A9-513186885581}"/>
    <pc:docChg chg="undo custSel modSld">
      <pc:chgData name="최가을(GAEUL CHOI)[gaeul_choi]/선임/제조DX.자동보정.MC자동보정팀" userId="530680f4-fbc6-468a-9c4b-7cc53ec80c4a" providerId="ADAL" clId="{A13A2AFE-D780-45CF-B5A9-513186885581}" dt="2026-09-07T02:19:50.508" v="583" actId="207"/>
      <pc:docMkLst>
        <pc:docMk/>
      </pc:docMkLst>
      <pc:sldChg chg="modSp mod">
        <pc:chgData name="최가을(GAEUL CHOI)[gaeul_choi]/선임/제조DX.자동보정.MC자동보정팀" userId="530680f4-fbc6-468a-9c4b-7cc53ec80c4a" providerId="ADAL" clId="{A13A2AFE-D780-45CF-B5A9-513186885581}" dt="2026-09-07T02:15:08.509" v="534" actId="20577"/>
        <pc:sldMkLst>
          <pc:docMk/>
          <pc:sldMk cId="3606521851" sldId="256"/>
        </pc:sldMkLst>
        <pc:spChg chg="mod">
          <ac:chgData name="최가을(GAEUL CHOI)[gaeul_choi]/선임/제조DX.자동보정.MC자동보정팀" userId="530680f4-fbc6-468a-9c4b-7cc53ec80c4a" providerId="ADAL" clId="{A13A2AFE-D780-45CF-B5A9-513186885581}" dt="2026-09-07T02:15:08.509" v="534" actId="20577"/>
          <ac:spMkLst>
            <pc:docMk/>
            <pc:sldMk cId="3606521851" sldId="256"/>
            <ac:spMk id="7" creationId="{3F13345C-F75D-EB4A-4DD1-E59B547712E6}"/>
          </ac:spMkLst>
        </pc:spChg>
      </pc:sldChg>
      <pc:sldChg chg="modSp mod">
        <pc:chgData name="최가을(GAEUL CHOI)[gaeul_choi]/선임/제조DX.자동보정.MC자동보정팀" userId="530680f4-fbc6-468a-9c4b-7cc53ec80c4a" providerId="ADAL" clId="{A13A2AFE-D780-45CF-B5A9-513186885581}" dt="2026-09-07T02:15:15.198" v="540" actId="20577"/>
        <pc:sldMkLst>
          <pc:docMk/>
          <pc:sldMk cId="3970612940" sldId="329"/>
        </pc:sldMkLst>
        <pc:spChg chg="mod">
          <ac:chgData name="최가을(GAEUL CHOI)[gaeul_choi]/선임/제조DX.자동보정.MC자동보정팀" userId="530680f4-fbc6-468a-9c4b-7cc53ec80c4a" providerId="ADAL" clId="{A13A2AFE-D780-45CF-B5A9-513186885581}" dt="2026-09-07T02:15:15.198" v="540" actId="20577"/>
          <ac:spMkLst>
            <pc:docMk/>
            <pc:sldMk cId="3970612940" sldId="329"/>
            <ac:spMk id="7" creationId="{3F13345C-F75D-EB4A-4DD1-E59B547712E6}"/>
          </ac:spMkLst>
        </pc:spChg>
        <pc:spChg chg="mod">
          <ac:chgData name="최가을(GAEUL CHOI)[gaeul_choi]/선임/제조DX.자동보정.MC자동보정팀" userId="530680f4-fbc6-468a-9c4b-7cc53ec80c4a" providerId="ADAL" clId="{A13A2AFE-D780-45CF-B5A9-513186885581}" dt="2026-09-07T02:14:39.652" v="517" actId="20577"/>
          <ac:spMkLst>
            <pc:docMk/>
            <pc:sldMk cId="3970612940" sldId="329"/>
            <ac:spMk id="10" creationId="{D0D0E927-B543-AC32-EC3A-82EF783FD995}"/>
          </ac:spMkLst>
        </pc:spChg>
        <pc:grpChg chg="mod">
          <ac:chgData name="최가을(GAEUL CHOI)[gaeul_choi]/선임/제조DX.자동보정.MC자동보정팀" userId="530680f4-fbc6-468a-9c4b-7cc53ec80c4a" providerId="ADAL" clId="{A13A2AFE-D780-45CF-B5A9-513186885581}" dt="2026-09-07T02:12:49.468" v="373" actId="1036"/>
          <ac:grpSpMkLst>
            <pc:docMk/>
            <pc:sldMk cId="3970612940" sldId="329"/>
            <ac:grpSpMk id="21" creationId="{D2FD0580-839D-755B-2E3D-1AA4F903DEE9}"/>
          </ac:grpSpMkLst>
        </pc:grpChg>
      </pc:sldChg>
      <pc:sldChg chg="modSp mod">
        <pc:chgData name="최가을(GAEUL CHOI)[gaeul_choi]/선임/제조DX.자동보정.MC자동보정팀" userId="530680f4-fbc6-468a-9c4b-7cc53ec80c4a" providerId="ADAL" clId="{A13A2AFE-D780-45CF-B5A9-513186885581}" dt="2026-09-07T02:19:50.508" v="583" actId="207"/>
        <pc:sldMkLst>
          <pc:docMk/>
          <pc:sldMk cId="414644102" sldId="352"/>
        </pc:sldMkLst>
        <pc:spChg chg="mod">
          <ac:chgData name="최가을(GAEUL CHOI)[gaeul_choi]/선임/제조DX.자동보정.MC자동보정팀" userId="530680f4-fbc6-468a-9c4b-7cc53ec80c4a" providerId="ADAL" clId="{A13A2AFE-D780-45CF-B5A9-513186885581}" dt="2026-09-07T02:19:50.508" v="583" actId="207"/>
          <ac:spMkLst>
            <pc:docMk/>
            <pc:sldMk cId="414644102" sldId="352"/>
            <ac:spMk id="3" creationId="{999C4A96-8054-1AD1-46BC-53E7B9C174CC}"/>
          </ac:spMkLst>
        </pc:spChg>
        <pc:graphicFrameChg chg="mod modGraphic">
          <ac:chgData name="최가을(GAEUL CHOI)[gaeul_choi]/선임/제조DX.자동보정.MC자동보정팀" userId="530680f4-fbc6-468a-9c4b-7cc53ec80c4a" providerId="ADAL" clId="{A13A2AFE-D780-45CF-B5A9-513186885581}" dt="2026-09-07T02:18:58.356" v="582"/>
          <ac:graphicFrameMkLst>
            <pc:docMk/>
            <pc:sldMk cId="414644102" sldId="352"/>
            <ac:graphicFrameMk id="9" creationId="{99AD95C3-3356-6868-B12E-1C0AD176B84A}"/>
          </ac:graphicFrameMkLst>
        </pc:graphicFrameChg>
      </pc:sldChg>
      <pc:sldChg chg="modSp mod">
        <pc:chgData name="최가을(GAEUL CHOI)[gaeul_choi]/선임/제조DX.자동보정.MC자동보정팀" userId="530680f4-fbc6-468a-9c4b-7cc53ec80c4a" providerId="ADAL" clId="{A13A2AFE-D780-45CF-B5A9-513186885581}" dt="2026-09-07T02:15:00.540" v="528" actId="20577"/>
        <pc:sldMkLst>
          <pc:docMk/>
          <pc:sldMk cId="1417770791" sldId="747"/>
        </pc:sldMkLst>
        <pc:spChg chg="mod">
          <ac:chgData name="최가을(GAEUL CHOI)[gaeul_choi]/선임/제조DX.자동보정.MC자동보정팀" userId="530680f4-fbc6-468a-9c4b-7cc53ec80c4a" providerId="ADAL" clId="{A13A2AFE-D780-45CF-B5A9-513186885581}" dt="2026-09-07T02:14:53.311" v="522" actId="20577"/>
          <ac:spMkLst>
            <pc:docMk/>
            <pc:sldMk cId="1417770791" sldId="747"/>
            <ac:spMk id="5" creationId="{77B34011-1F67-38F5-CDBA-55AA234ECBCD}"/>
          </ac:spMkLst>
        </pc:spChg>
        <pc:spChg chg="mod">
          <ac:chgData name="최가을(GAEUL CHOI)[gaeul_choi]/선임/제조DX.자동보정.MC자동보정팀" userId="530680f4-fbc6-468a-9c4b-7cc53ec80c4a" providerId="ADAL" clId="{A13A2AFE-D780-45CF-B5A9-513186885581}" dt="2026-09-07T02:15:00.540" v="528" actId="20577"/>
          <ac:spMkLst>
            <pc:docMk/>
            <pc:sldMk cId="1417770791" sldId="747"/>
            <ac:spMk id="25" creationId="{F763AEEB-526E-8057-48DD-A4DCA13D31B7}"/>
          </ac:spMkLst>
        </pc:spChg>
      </pc:sldChg>
    </pc:docChg>
  </pc:docChgLst>
  <pc:docChgLst>
    <pc:chgData name="김형원(HYUNGWON KIM)[hyungwon]/사원/제조DX.자동보정.조립자동보정팀" userId="7d3d3187-387b-4f0d-81bf-ac57af5a795a" providerId="ADAL" clId="{9FA67A62-C01F-4623-8134-B33E6197CBDB}"/>
    <pc:docChg chg="undo custSel modSld">
      <pc:chgData name="김형원(HYUNGWON KIM)[hyungwon]/사원/제조DX.자동보정.조립자동보정팀" userId="7d3d3187-387b-4f0d-81bf-ac57af5a795a" providerId="ADAL" clId="{9FA67A62-C01F-4623-8134-B33E6197CBDB}" dt="2026-09-01T02:04:21.839" v="39" actId="14734"/>
      <pc:docMkLst>
        <pc:docMk/>
      </pc:docMkLst>
      <pc:sldChg chg="modSp mod">
        <pc:chgData name="김형원(HYUNGWON KIM)[hyungwon]/사원/제조DX.자동보정.조립자동보정팀" userId="7d3d3187-387b-4f0d-81bf-ac57af5a795a" providerId="ADAL" clId="{9FA67A62-C01F-4623-8134-B33E6197CBDB}" dt="2026-09-01T02:03:29.823" v="28" actId="20577"/>
        <pc:sldMkLst>
          <pc:docMk/>
          <pc:sldMk cId="1077623371" sldId="353"/>
        </pc:sldMkLst>
        <pc:spChg chg="mod">
          <ac:chgData name="김형원(HYUNGWON KIM)[hyungwon]/사원/제조DX.자동보정.조립자동보정팀" userId="7d3d3187-387b-4f0d-81bf-ac57af5a795a" providerId="ADAL" clId="{9FA67A62-C01F-4623-8134-B33E6197CBDB}" dt="2026-09-01T02:02:51.881" v="13" actId="20577"/>
          <ac:spMkLst>
            <pc:docMk/>
            <pc:sldMk cId="1077623371" sldId="353"/>
            <ac:spMk id="27" creationId="{F1F0155F-26F4-EDD1-2334-EC9049245013}"/>
          </ac:spMkLst>
        </pc:spChg>
        <pc:spChg chg="mod">
          <ac:chgData name="김형원(HYUNGWON KIM)[hyungwon]/사원/제조DX.자동보정.조립자동보정팀" userId="7d3d3187-387b-4f0d-81bf-ac57af5a795a" providerId="ADAL" clId="{9FA67A62-C01F-4623-8134-B33E6197CBDB}" dt="2026-09-01T02:03:29.823" v="28" actId="20577"/>
          <ac:spMkLst>
            <pc:docMk/>
            <pc:sldMk cId="1077623371" sldId="353"/>
            <ac:spMk id="31" creationId="{6A17E368-C27F-5246-106D-2999D66311CE}"/>
          </ac:spMkLst>
        </pc:spChg>
      </pc:sldChg>
      <pc:sldChg chg="modSp mod">
        <pc:chgData name="김형원(HYUNGWON KIM)[hyungwon]/사원/제조DX.자동보정.조립자동보정팀" userId="7d3d3187-387b-4f0d-81bf-ac57af5a795a" providerId="ADAL" clId="{9FA67A62-C01F-4623-8134-B33E6197CBDB}" dt="2026-09-01T01:54:47.464" v="7" actId="20577"/>
        <pc:sldMkLst>
          <pc:docMk/>
          <pc:sldMk cId="4141335619" sldId="364"/>
        </pc:sldMkLst>
        <pc:spChg chg="mod">
          <ac:chgData name="김형원(HYUNGWON KIM)[hyungwon]/사원/제조DX.자동보정.조립자동보정팀" userId="7d3d3187-387b-4f0d-81bf-ac57af5a795a" providerId="ADAL" clId="{9FA67A62-C01F-4623-8134-B33E6197CBDB}" dt="2026-09-01T01:54:47.464" v="7" actId="20577"/>
          <ac:spMkLst>
            <pc:docMk/>
            <pc:sldMk cId="4141335619" sldId="364"/>
            <ac:spMk id="22" creationId="{C7970D80-B455-6236-C4C7-4A7804772545}"/>
          </ac:spMkLst>
        </pc:spChg>
        <pc:spChg chg="mod">
          <ac:chgData name="김형원(HYUNGWON KIM)[hyungwon]/사원/제조DX.자동보정.조립자동보정팀" userId="7d3d3187-387b-4f0d-81bf-ac57af5a795a" providerId="ADAL" clId="{9FA67A62-C01F-4623-8134-B33E6197CBDB}" dt="2026-09-01T01:54:43.405" v="6" actId="20577"/>
          <ac:spMkLst>
            <pc:docMk/>
            <pc:sldMk cId="4141335619" sldId="364"/>
            <ac:spMk id="26" creationId="{642B6F00-121F-7DCE-C70A-1916EC038E61}"/>
          </ac:spMkLst>
        </pc:spChg>
        <pc:spChg chg="mod">
          <ac:chgData name="김형원(HYUNGWON KIM)[hyungwon]/사원/제조DX.자동보정.조립자동보정팀" userId="7d3d3187-387b-4f0d-81bf-ac57af5a795a" providerId="ADAL" clId="{9FA67A62-C01F-4623-8134-B33E6197CBDB}" dt="2026-09-01T01:54:22.637" v="5" actId="20577"/>
          <ac:spMkLst>
            <pc:docMk/>
            <pc:sldMk cId="4141335619" sldId="364"/>
            <ac:spMk id="27" creationId="{F1F0155F-26F4-EDD1-2334-EC9049245013}"/>
          </ac:spMkLst>
        </pc:spChg>
      </pc:sldChg>
      <pc:sldChg chg="modSp mod">
        <pc:chgData name="김형원(HYUNGWON KIM)[hyungwon]/사원/제조DX.자동보정.조립자동보정팀" userId="7d3d3187-387b-4f0d-81bf-ac57af5a795a" providerId="ADAL" clId="{9FA67A62-C01F-4623-8134-B33E6197CBDB}" dt="2026-09-01T02:04:21.839" v="39" actId="14734"/>
        <pc:sldMkLst>
          <pc:docMk/>
          <pc:sldMk cId="4122308118" sldId="2147483617"/>
        </pc:sldMkLst>
        <pc:spChg chg="mod">
          <ac:chgData name="김형원(HYUNGWON KIM)[hyungwon]/사원/제조DX.자동보정.조립자동보정팀" userId="7d3d3187-387b-4f0d-81bf-ac57af5a795a" providerId="ADAL" clId="{9FA67A62-C01F-4623-8134-B33E6197CBDB}" dt="2026-09-01T02:04:12.320" v="37" actId="20577"/>
          <ac:spMkLst>
            <pc:docMk/>
            <pc:sldMk cId="4122308118" sldId="2147483617"/>
            <ac:spMk id="2" creationId="{88539A7A-691C-A91F-92D4-163C0AF1D559}"/>
          </ac:spMkLst>
        </pc:spChg>
        <pc:spChg chg="mod">
          <ac:chgData name="김형원(HYUNGWON KIM)[hyungwon]/사원/제조DX.자동보정.조립자동보정팀" userId="7d3d3187-387b-4f0d-81bf-ac57af5a795a" providerId="ADAL" clId="{9FA67A62-C01F-4623-8134-B33E6197CBDB}" dt="2026-09-01T02:04:04.935" v="35" actId="20577"/>
          <ac:spMkLst>
            <pc:docMk/>
            <pc:sldMk cId="4122308118" sldId="2147483617"/>
            <ac:spMk id="42" creationId="{51BF0D86-1DF9-4CDD-9ADF-D9D78254A144}"/>
          </ac:spMkLst>
        </pc:spChg>
        <pc:graphicFrameChg chg="modGraphic">
          <ac:chgData name="김형원(HYUNGWON KIM)[hyungwon]/사원/제조DX.자동보정.조립자동보정팀" userId="7d3d3187-387b-4f0d-81bf-ac57af5a795a" providerId="ADAL" clId="{9FA67A62-C01F-4623-8134-B33E6197CBDB}" dt="2026-09-01T02:04:21.839" v="39" actId="14734"/>
          <ac:graphicFrameMkLst>
            <pc:docMk/>
            <pc:sldMk cId="4122308118" sldId="2147483617"/>
            <ac:graphicFrameMk id="9" creationId="{BB054EC1-1123-65FC-CE1F-0946B478AB40}"/>
          </ac:graphicFrameMkLst>
        </pc:graphicFrameChg>
      </pc:sldChg>
    </pc:docChg>
  </pc:docChgLst>
  <pc:docChgLst>
    <pc:chgData name="안다현(DAHYUN AHN)[dahyun.ahn]/사원/제조DX.자동보정.조립자동보정팀" userId="S::dahyun.ahn@lgensol.com::7637ba88-3042-4a41-bc1d-63ce7574c848" providerId="AD" clId="Web-{BE8BCD72-98D6-F57D-1562-5A03D013707D}"/>
    <pc:docChg chg="modSld">
      <pc:chgData name="안다현(DAHYUN AHN)[dahyun.ahn]/사원/제조DX.자동보정.조립자동보정팀" userId="S::dahyun.ahn@lgensol.com::7637ba88-3042-4a41-bc1d-63ce7574c848" providerId="AD" clId="Web-{BE8BCD72-98D6-F57D-1562-5A03D013707D}" dt="2026-08-18T09:08:20.962" v="33"/>
      <pc:docMkLst>
        <pc:docMk/>
      </pc:docMkLst>
      <pc:sldChg chg="addSp delSp modSp">
        <pc:chgData name="안다현(DAHYUN AHN)[dahyun.ahn]/사원/제조DX.자동보정.조립자동보정팀" userId="S::dahyun.ahn@lgensol.com::7637ba88-3042-4a41-bc1d-63ce7574c848" providerId="AD" clId="Web-{BE8BCD72-98D6-F57D-1562-5A03D013707D}" dt="2026-08-18T09:08:20.962" v="33"/>
        <pc:sldMkLst>
          <pc:docMk/>
          <pc:sldMk cId="622908435" sldId="351"/>
        </pc:sldMkLst>
      </pc:sldChg>
    </pc:docChg>
  </pc:docChgLst>
  <pc:docChgLst>
    <pc:chgData name="최문석(MOON SEOK CHOI)[mschoi19]/책임/제조DX.자동보정.자동보정선행개발팀" userId="b461c574-904d-49dd-b4c4-a0a522fe5e7c" providerId="ADAL" clId="{2715DB41-2C77-4156-9B79-93D7FE1D590B}"/>
    <pc:docChg chg="undo custSel addSld delSld modSld">
      <pc:chgData name="최문석(MOON SEOK CHOI)[mschoi19]/책임/제조DX.자동보정.자동보정선행개발팀" userId="b461c574-904d-49dd-b4c4-a0a522fe5e7c" providerId="ADAL" clId="{2715DB41-2C77-4156-9B79-93D7FE1D590B}" dt="2026-08-19T08:41:40.805" v="2253" actId="478"/>
      <pc:docMkLst>
        <pc:docMk/>
      </pc:docMkLst>
      <pc:sldChg chg="delSp modSp mod">
        <pc:chgData name="최문석(MOON SEOK CHOI)[mschoi19]/책임/제조DX.자동보정.자동보정선행개발팀" userId="b461c574-904d-49dd-b4c4-a0a522fe5e7c" providerId="ADAL" clId="{2715DB41-2C77-4156-9B79-93D7FE1D590B}" dt="2026-08-19T02:34:37.363" v="2146" actId="478"/>
        <pc:sldMkLst>
          <pc:docMk/>
          <pc:sldMk cId="1329909849" sldId="261"/>
        </pc:sldMkLst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01:06.380" v="4" actId="20577"/>
          <ac:spMkLst>
            <pc:docMk/>
            <pc:sldMk cId="1329909849" sldId="261"/>
            <ac:spMk id="7" creationId="{C19DCC39-960B-65E7-46B8-BF0210E803F4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2715DB41-2C77-4156-9B79-93D7FE1D590B}" dt="2026-08-19T02:33:25.249" v="2145" actId="20577"/>
        <pc:sldMkLst>
          <pc:docMk/>
          <pc:sldMk cId="928751940" sldId="266"/>
        </pc:sldMkLst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33:25.249" v="2145" actId="20577"/>
          <ac:spMkLst>
            <pc:docMk/>
            <pc:sldMk cId="928751940" sldId="266"/>
            <ac:spMk id="16" creationId="{F49D00FE-AF2E-74AA-4922-481FEC90E68B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2715DB41-2C77-4156-9B79-93D7FE1D590B}" dt="2026-08-19T02:27:59.444" v="1791" actId="20577"/>
        <pc:sldMkLst>
          <pc:docMk/>
          <pc:sldMk cId="4009032242" sldId="271"/>
        </pc:sldMkLst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27:59.444" v="1791" actId="20577"/>
          <ac:spMkLst>
            <pc:docMk/>
            <pc:sldMk cId="4009032242" sldId="271"/>
            <ac:spMk id="8" creationId="{DA3D18A2-7C82-8530-AC9E-4A17033BD0C2}"/>
          </ac:spMkLst>
        </pc:spChg>
      </pc:sldChg>
      <pc:sldChg chg="delSp modSp add mod">
        <pc:chgData name="최문석(MOON SEOK CHOI)[mschoi19]/책임/제조DX.자동보정.자동보정선행개발팀" userId="b461c574-904d-49dd-b4c4-a0a522fe5e7c" providerId="ADAL" clId="{2715DB41-2C77-4156-9B79-93D7FE1D590B}" dt="2026-08-19T02:03:23.712" v="24" actId="20577"/>
        <pc:sldMkLst>
          <pc:docMk/>
          <pc:sldMk cId="1767957080" sldId="299"/>
        </pc:sldMkLst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03:23.712" v="24" actId="20577"/>
          <ac:spMkLst>
            <pc:docMk/>
            <pc:sldMk cId="1767957080" sldId="299"/>
            <ac:spMk id="36" creationId="{352782FD-3495-D4DB-7456-196000273472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2715DB41-2C77-4156-9B79-93D7FE1D590B}" dt="2026-08-19T02:31:39.741" v="2141" actId="20577"/>
        <pc:sldMkLst>
          <pc:docMk/>
          <pc:sldMk cId="2114474638" sldId="312"/>
        </pc:sldMkLst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31:39.741" v="2141" actId="20577"/>
          <ac:spMkLst>
            <pc:docMk/>
            <pc:sldMk cId="2114474638" sldId="312"/>
            <ac:spMk id="19" creationId="{1988D2CF-F024-5909-FDED-6AB4B56B22DE}"/>
          </ac:spMkLst>
        </pc:spChg>
      </pc:sldChg>
      <pc:sldChg chg="delSp modSp mod">
        <pc:chgData name="최문석(MOON SEOK CHOI)[mschoi19]/책임/제조DX.자동보정.자동보정선행개발팀" userId="b461c574-904d-49dd-b4c4-a0a522fe5e7c" providerId="ADAL" clId="{2715DB41-2C77-4156-9B79-93D7FE1D590B}" dt="2026-08-19T02:34:53.471" v="2148" actId="478"/>
        <pc:sldMkLst>
          <pc:docMk/>
          <pc:sldMk cId="1767993320" sldId="324"/>
        </pc:sldMkLst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01:22.429" v="10" actId="20577"/>
          <ac:spMkLst>
            <pc:docMk/>
            <pc:sldMk cId="1767993320" sldId="324"/>
            <ac:spMk id="16" creationId="{F49D00FE-AF2E-74AA-4922-481FEC90E68B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2715DB41-2C77-4156-9B79-93D7FE1D590B}" dt="2026-08-19T02:18:51.659" v="1208" actId="14100"/>
        <pc:sldMkLst>
          <pc:docMk/>
          <pc:sldMk cId="679677941" sldId="339"/>
        </pc:sldMkLst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7:33.411" v="1192" actId="20577"/>
          <ac:spMkLst>
            <pc:docMk/>
            <pc:sldMk cId="679677941" sldId="339"/>
            <ac:spMk id="7" creationId="{C19DCC39-960B-65E7-46B8-BF0210E803F4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02:03.673" v="12" actId="20577"/>
          <ac:spMkLst>
            <pc:docMk/>
            <pc:sldMk cId="679677941" sldId="339"/>
            <ac:spMk id="8" creationId="{5D526505-D42E-9057-C001-0852EA8A52FC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8:51.659" v="1208" actId="14100"/>
          <ac:spMkLst>
            <pc:docMk/>
            <pc:sldMk cId="679677941" sldId="339"/>
            <ac:spMk id="19" creationId="{1988D2CF-F024-5909-FDED-6AB4B56B22DE}"/>
          </ac:spMkLst>
        </pc:spChg>
      </pc:sldChg>
      <pc:sldChg chg="addSp delSp modSp mod">
        <pc:chgData name="최문석(MOON SEOK CHOI)[mschoi19]/책임/제조DX.자동보정.자동보정선행개발팀" userId="b461c574-904d-49dd-b4c4-a0a522fe5e7c" providerId="ADAL" clId="{2715DB41-2C77-4156-9B79-93D7FE1D590B}" dt="2026-08-19T08:41:40.805" v="2253" actId="478"/>
        <pc:sldMkLst>
          <pc:docMk/>
          <pc:sldMk cId="907841183" sldId="396"/>
        </pc:sldMkLst>
        <pc:spChg chg="mod">
          <ac:chgData name="최문석(MOON SEOK CHOI)[mschoi19]/책임/제조DX.자동보정.자동보정선행개발팀" userId="b461c574-904d-49dd-b4c4-a0a522fe5e7c" providerId="ADAL" clId="{2715DB41-2C77-4156-9B79-93D7FE1D590B}" dt="2026-08-19T08:40:24.105" v="2251" actId="20577"/>
          <ac:spMkLst>
            <pc:docMk/>
            <pc:sldMk cId="907841183" sldId="396"/>
            <ac:spMk id="8" creationId="{4D7CA610-EF36-A835-C1D0-D7653D39AA4E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20:15.459" v="1210" actId="20577"/>
          <ac:spMkLst>
            <pc:docMk/>
            <pc:sldMk cId="907841183" sldId="396"/>
            <ac:spMk id="16" creationId="{F49D00FE-AF2E-74AA-4922-481FEC90E68B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22" creationId="{04077767-86FB-F431-9FC2-068BA618B0E4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23" creationId="{AA6E0F5C-8387-90E4-153C-A8160E432082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24" creationId="{AC7C1142-62E6-6429-1725-4D612F857159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25" creationId="{7D1D4962-0EC7-D761-1B39-BC84DD89638F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40" creationId="{8D45F1A5-E105-7A2D-BB4B-4459564F3066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41" creationId="{03D3C2E8-3574-B408-BBC4-6BB260950B7D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43" creationId="{8928C18C-F5C8-05F3-B76C-40C72F506039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44" creationId="{53F5633C-D596-C359-05C2-EE10ED438EB4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45" creationId="{0F1BA3F1-34B2-AAE1-88B7-4292AADAE448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46" creationId="{698B0E6F-22F6-C678-2B5A-ABA2ECF7B221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47" creationId="{EF627F9F-0C81-F4B1-30EF-39E902EAC5C8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48" creationId="{97F569AA-33E8-AA79-796C-4D04FEECC107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51" creationId="{E7B1E6AB-BB00-3FA5-4A91-78E4660D24B6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52" creationId="{119C4E6D-260B-03C5-E4FB-180B936F28A9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53" creationId="{96971529-19E5-B279-702F-D61BF40D2ADC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54" creationId="{B895813E-4369-CEA7-35B1-717EB734E058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55" creationId="{236842DF-120B-FDC0-7E59-A8BC8EAD3BC6}"/>
          </ac:spMkLst>
        </pc:spChg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spMkLst>
            <pc:docMk/>
            <pc:sldMk cId="907841183" sldId="396"/>
            <ac:spMk id="56" creationId="{8CF504BF-34DE-5741-4CB4-0C0A1735CD8B}"/>
          </ac:spMkLst>
        </pc:spChg>
        <pc:spChg chg="add mod">
          <ac:chgData name="최문석(MOON SEOK CHOI)[mschoi19]/책임/제조DX.자동보정.자동보정선행개발팀" userId="b461c574-904d-49dd-b4c4-a0a522fe5e7c" providerId="ADAL" clId="{2715DB41-2C77-4156-9B79-93D7FE1D590B}" dt="2026-08-19T02:12:40.732" v="809" actId="164"/>
          <ac:spMkLst>
            <pc:docMk/>
            <pc:sldMk cId="907841183" sldId="396"/>
            <ac:spMk id="58" creationId="{24D4E79D-CD37-41AA-D643-428EE2A0EC1F}"/>
          </ac:spMkLst>
        </pc:spChg>
        <pc:spChg chg="add mod">
          <ac:chgData name="최문석(MOON SEOK CHOI)[mschoi19]/책임/제조DX.자동보정.자동보정선행개발팀" userId="b461c574-904d-49dd-b4c4-a0a522fe5e7c" providerId="ADAL" clId="{2715DB41-2C77-4156-9B79-93D7FE1D590B}" dt="2026-08-19T02:12:40.732" v="809" actId="164"/>
          <ac:spMkLst>
            <pc:docMk/>
            <pc:sldMk cId="907841183" sldId="396"/>
            <ac:spMk id="59" creationId="{05A36823-A7E9-93BB-0D45-B6692EA13600}"/>
          </ac:spMkLst>
        </pc:spChg>
        <pc:grpChg chg="add mod">
          <ac:chgData name="최문석(MOON SEOK CHOI)[mschoi19]/책임/제조DX.자동보정.자동보정선행개발팀" userId="b461c574-904d-49dd-b4c4-a0a522fe5e7c" providerId="ADAL" clId="{2715DB41-2C77-4156-9B79-93D7FE1D590B}" dt="2026-08-19T02:12:40.732" v="809" actId="164"/>
          <ac:grpSpMkLst>
            <pc:docMk/>
            <pc:sldMk cId="907841183" sldId="396"/>
            <ac:grpSpMk id="19" creationId="{E730BD73-5C13-3F00-02D8-7A2097EEF6D7}"/>
          </ac:grpSpMkLst>
        </pc:grpChg>
        <pc:grp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grpSpMkLst>
            <pc:docMk/>
            <pc:sldMk cId="907841183" sldId="396"/>
            <ac:grpSpMk id="21" creationId="{DB8F550B-EB2C-25EA-5B2D-B1273DCF48F8}"/>
          </ac:grpSpMkLst>
        </pc:grpChg>
        <pc:grpChg chg="add mod">
          <ac:chgData name="최문석(MOON SEOK CHOI)[mschoi19]/책임/제조DX.자동보정.자동보정선행개발팀" userId="b461c574-904d-49dd-b4c4-a0a522fe5e7c" providerId="ADAL" clId="{2715DB41-2C77-4156-9B79-93D7FE1D590B}" dt="2026-08-19T02:13:49.036" v="963" actId="1076"/>
          <ac:grpSpMkLst>
            <pc:docMk/>
            <pc:sldMk cId="907841183" sldId="396"/>
            <ac:grpSpMk id="60" creationId="{B9583A18-FF7C-9166-3473-75F6355712D9}"/>
          </ac:grpSpMkLst>
        </pc:grpChg>
        <pc:graphicFrameChg chg="add mod modGraphic">
          <ac:chgData name="최문석(MOON SEOK CHOI)[mschoi19]/책임/제조DX.자동보정.자동보정선행개발팀" userId="b461c574-904d-49dd-b4c4-a0a522fe5e7c" providerId="ADAL" clId="{2715DB41-2C77-4156-9B79-93D7FE1D590B}" dt="2026-08-19T08:40:43.235" v="2252" actId="1076"/>
          <ac:graphicFrameMkLst>
            <pc:docMk/>
            <pc:sldMk cId="907841183" sldId="396"/>
            <ac:graphicFrameMk id="65" creationId="{75F154BC-8D8D-9493-2E60-71111563E489}"/>
          </ac:graphicFrameMkLst>
        </pc:graphicFrameChg>
        <pc:cxn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cxnSpMkLst>
            <pc:docMk/>
            <pc:sldMk cId="907841183" sldId="396"/>
            <ac:cxnSpMk id="49" creationId="{85FB76CC-E812-A7E1-08DF-C9B728501042}"/>
          </ac:cxnSpMkLst>
        </pc:cxnChg>
        <pc:cxnChg chg="mod">
          <ac:chgData name="최문석(MOON SEOK CHOI)[mschoi19]/책임/제조DX.자동보정.자동보정선행개발팀" userId="b461c574-904d-49dd-b4c4-a0a522fe5e7c" providerId="ADAL" clId="{2715DB41-2C77-4156-9B79-93D7FE1D590B}" dt="2026-08-19T02:12:03.166" v="789"/>
          <ac:cxnSpMkLst>
            <pc:docMk/>
            <pc:sldMk cId="907841183" sldId="396"/>
            <ac:cxnSpMk id="50" creationId="{B019441E-10AE-2E1B-7E63-5F003EC2063D}"/>
          </ac:cxnSpMkLst>
        </pc:cxnChg>
      </pc:sldChg>
      <pc:sldChg chg="modSp mod">
        <pc:chgData name="최문석(MOON SEOK CHOI)[mschoi19]/책임/제조DX.자동보정.자동보정선행개발팀" userId="b461c574-904d-49dd-b4c4-a0a522fe5e7c" providerId="ADAL" clId="{2715DB41-2C77-4156-9B79-93D7FE1D590B}" dt="2026-08-19T02:01:14.529" v="8" actId="20577"/>
        <pc:sldMkLst>
          <pc:docMk/>
          <pc:sldMk cId="2867748510" sldId="408"/>
        </pc:sldMkLst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01:14.529" v="8" actId="20577"/>
          <ac:spMkLst>
            <pc:docMk/>
            <pc:sldMk cId="2867748510" sldId="408"/>
            <ac:spMk id="16" creationId="{432BB680-BBED-2F2B-C789-5B3A61E89253}"/>
          </ac:spMkLst>
        </pc:spChg>
      </pc:sldChg>
      <pc:sldChg chg="delSp modSp mod">
        <pc:chgData name="최문석(MOON SEOK CHOI)[mschoi19]/책임/제조DX.자동보정.자동보정선행개발팀" userId="b461c574-904d-49dd-b4c4-a0a522fe5e7c" providerId="ADAL" clId="{2715DB41-2C77-4156-9B79-93D7FE1D590B}" dt="2026-08-19T02:34:42.690" v="2147" actId="478"/>
        <pc:sldMkLst>
          <pc:docMk/>
          <pc:sldMk cId="215568041" sldId="430"/>
        </pc:sldMkLst>
        <pc:spChg chg="mod">
          <ac:chgData name="최문석(MOON SEOK CHOI)[mschoi19]/책임/제조DX.자동보정.자동보정선행개발팀" userId="b461c574-904d-49dd-b4c4-a0a522fe5e7c" providerId="ADAL" clId="{2715DB41-2C77-4156-9B79-93D7FE1D590B}" dt="2026-08-19T02:01:09.958" v="6" actId="20577"/>
          <ac:spMkLst>
            <pc:docMk/>
            <pc:sldMk cId="215568041" sldId="430"/>
            <ac:spMk id="16" creationId="{432BB680-BBED-2F2B-C789-5B3A61E89253}"/>
          </ac:spMkLst>
        </pc:spChg>
      </pc:sldChg>
    </pc:docChg>
  </pc:docChgLst>
  <pc:docChgLst>
    <pc:chgData name="박연탁(YEONTARK PARK)[parkyt]/책임/제조DX.자동보정.자동보정선행개발팀" userId="S::parkyt@lgensol.com::ed32861b-bebc-4d6e-be9d-42a82b4a008b" providerId="AD" clId="Web-{75596C33-D96E-CD9C-A4CA-07776F6ACD19}"/>
    <pc:docChg chg="modSld">
      <pc:chgData name="박연탁(YEONTARK PARK)[parkyt]/책임/제조DX.자동보정.자동보정선행개발팀" userId="S::parkyt@lgensol.com::ed32861b-bebc-4d6e-be9d-42a82b4a008b" providerId="AD" clId="Web-{75596C33-D96E-CD9C-A4CA-07776F6ACD19}" dt="2026-09-09T05:38:46.015" v="2" actId="20577"/>
      <pc:docMkLst>
        <pc:docMk/>
      </pc:docMkLst>
      <pc:sldChg chg="modSp">
        <pc:chgData name="박연탁(YEONTARK PARK)[parkyt]/책임/제조DX.자동보정.자동보정선행개발팀" userId="S::parkyt@lgensol.com::ed32861b-bebc-4d6e-be9d-42a82b4a008b" providerId="AD" clId="Web-{75596C33-D96E-CD9C-A4CA-07776F6ACD19}" dt="2026-09-09T05:38:46.015" v="2" actId="20577"/>
        <pc:sldMkLst>
          <pc:docMk/>
          <pc:sldMk cId="1770964036" sldId="258"/>
        </pc:sldMkLst>
        <pc:spChg chg="mod">
          <ac:chgData name="박연탁(YEONTARK PARK)[parkyt]/책임/제조DX.자동보정.자동보정선행개발팀" userId="S::parkyt@lgensol.com::ed32861b-bebc-4d6e-be9d-42a82b4a008b" providerId="AD" clId="Web-{75596C33-D96E-CD9C-A4CA-07776F6ACD19}" dt="2026-09-09T05:38:46.015" v="2" actId="20577"/>
          <ac:spMkLst>
            <pc:docMk/>
            <pc:sldMk cId="1770964036" sldId="258"/>
            <ac:spMk id="17" creationId="{2B8DB565-1F9F-0BA9-BC00-00A940B01B0E}"/>
          </ac:spMkLst>
        </pc:spChg>
      </pc:sldChg>
    </pc:docChg>
  </pc:docChgLst>
  <pc:docChgLst>
    <pc:chgData name="정돈규(DONKYU JUNG)[donkyu]/팀장/제조DX.자동보정.RSND자동보정팀" userId="129dd0d3-f7f1-47f5-9573-5d4a6dd9ccfb" providerId="ADAL" clId="{76FCDFB7-622B-4936-A202-F8FAC3B85C1D}"/>
    <pc:docChg chg="modSld">
      <pc:chgData name="정돈규(DONKYU JUNG)[donkyu]/팀장/제조DX.자동보정.RSND자동보정팀" userId="129dd0d3-f7f1-47f5-9573-5d4a6dd9ccfb" providerId="ADAL" clId="{76FCDFB7-622B-4936-A202-F8FAC3B85C1D}" dt="2026-09-27T22:40:22.003" v="49" actId="20577"/>
      <pc:docMkLst>
        <pc:docMk/>
      </pc:docMkLst>
      <pc:sldChg chg="modSp mod">
        <pc:chgData name="정돈규(DONKYU JUNG)[donkyu]/팀장/제조DX.자동보정.RSND자동보정팀" userId="129dd0d3-f7f1-47f5-9573-5d4a6dd9ccfb" providerId="ADAL" clId="{76FCDFB7-622B-4936-A202-F8FAC3B85C1D}" dt="2026-09-27T22:40:22.003" v="49" actId="20577"/>
        <pc:sldMkLst>
          <pc:docMk/>
          <pc:sldMk cId="318835780" sldId="348"/>
        </pc:sldMkLst>
        <pc:spChg chg="mod">
          <ac:chgData name="정돈규(DONKYU JUNG)[donkyu]/팀장/제조DX.자동보정.RSND자동보정팀" userId="129dd0d3-f7f1-47f5-9573-5d4a6dd9ccfb" providerId="ADAL" clId="{76FCDFB7-622B-4936-A202-F8FAC3B85C1D}" dt="2026-09-27T22:40:22.003" v="49" actId="20577"/>
          <ac:spMkLst>
            <pc:docMk/>
            <pc:sldMk cId="318835780" sldId="348"/>
            <ac:spMk id="8" creationId="{044CCC0A-C677-A445-6A3F-26925CAD22F6}"/>
          </ac:spMkLst>
        </pc:spChg>
      </pc:sldChg>
      <pc:sldChg chg="modSp mod">
        <pc:chgData name="정돈규(DONKYU JUNG)[donkyu]/팀장/제조DX.자동보정.RSND자동보정팀" userId="129dd0d3-f7f1-47f5-9573-5d4a6dd9ccfb" providerId="ADAL" clId="{76FCDFB7-622B-4936-A202-F8FAC3B85C1D}" dt="2026-09-27T22:39:26.298" v="45" actId="1035"/>
        <pc:sldMkLst>
          <pc:docMk/>
          <pc:sldMk cId="2137932498" sldId="355"/>
        </pc:sldMkLst>
        <pc:spChg chg="mod">
          <ac:chgData name="정돈규(DONKYU JUNG)[donkyu]/팀장/제조DX.자동보정.RSND자동보정팀" userId="129dd0d3-f7f1-47f5-9573-5d4a6dd9ccfb" providerId="ADAL" clId="{76FCDFB7-622B-4936-A202-F8FAC3B85C1D}" dt="2026-09-27T22:39:17.562" v="4" actId="20577"/>
          <ac:spMkLst>
            <pc:docMk/>
            <pc:sldMk cId="2137932498" sldId="355"/>
            <ac:spMk id="4" creationId="{95E2093E-1E21-8AF8-88E2-C6BD5DB288BD}"/>
          </ac:spMkLst>
        </pc:spChg>
        <pc:spChg chg="mod">
          <ac:chgData name="정돈규(DONKYU JUNG)[donkyu]/팀장/제조DX.자동보정.RSND자동보정팀" userId="129dd0d3-f7f1-47f5-9573-5d4a6dd9ccfb" providerId="ADAL" clId="{76FCDFB7-622B-4936-A202-F8FAC3B85C1D}" dt="2026-09-27T22:39:26.298" v="45" actId="1035"/>
          <ac:spMkLst>
            <pc:docMk/>
            <pc:sldMk cId="2137932498" sldId="355"/>
            <ac:spMk id="82" creationId="{7EC7BCBD-8BCE-59CE-5155-5393BBB31FF4}"/>
          </ac:spMkLst>
        </pc:spChg>
      </pc:sldChg>
    </pc:docChg>
  </pc:docChgLst>
  <pc:docChgLst>
    <pc:chgData name="오두섭(DOOSEOB OH)[jack.oh]/선임/제조DX.자동보정.자동보정선행개발팀" userId="4f0a6e31-5f23-40ca-a7fe-97e6784d5889" providerId="ADAL" clId="{DE4D15B0-571E-4605-9C30-6E95B34EB795}"/>
    <pc:docChg chg="undo custSel addSld delSld modSld sldOrd modSection">
      <pc:chgData name="오두섭(DOOSEOB OH)[jack.oh]/선임/제조DX.자동보정.자동보정선행개발팀" userId="4f0a6e31-5f23-40ca-a7fe-97e6784d5889" providerId="ADAL" clId="{DE4D15B0-571E-4605-9C30-6E95B34EB795}" dt="2026-09-17T00:46:40.982" v="40658" actId="20577"/>
      <pc:docMkLst>
        <pc:docMk/>
      </pc:docMkLst>
      <pc:sldChg chg="addSp delSp modSp mod">
        <pc:chgData name="오두섭(DOOSEOB OH)[jack.oh]/선임/제조DX.자동보정.자동보정선행개발팀" userId="4f0a6e31-5f23-40ca-a7fe-97e6784d5889" providerId="ADAL" clId="{DE4D15B0-571E-4605-9C30-6E95B34EB795}" dt="2026-09-17T00:45:45.712" v="40652" actId="20577"/>
        <pc:sldMkLst>
          <pc:docMk/>
          <pc:sldMk cId="2871339379" sldId="273"/>
        </pc:sldMkLst>
        <pc:spChg chg="mod">
          <ac:chgData name="오두섭(DOOSEOB OH)[jack.oh]/선임/제조DX.자동보정.자동보정선행개발팀" userId="4f0a6e31-5f23-40ca-a7fe-97e6784d5889" providerId="ADAL" clId="{DE4D15B0-571E-4605-9C30-6E95B34EB795}" dt="2026-09-15T10:09:48.104" v="39603" actId="20577"/>
          <ac:spMkLst>
            <pc:docMk/>
            <pc:sldMk cId="2871339379" sldId="273"/>
            <ac:spMk id="7" creationId="{76597178-0C46-359F-C512-80C28D96C117}"/>
          </ac:spMkLst>
        </pc:spChg>
        <pc:spChg chg="mod">
          <ac:chgData name="오두섭(DOOSEOB OH)[jack.oh]/선임/제조DX.자동보정.자동보정선행개발팀" userId="4f0a6e31-5f23-40ca-a7fe-97e6784d5889" providerId="ADAL" clId="{DE4D15B0-571E-4605-9C30-6E95B34EB795}" dt="2026-09-17T00:45:45.712" v="40652" actId="20577"/>
          <ac:spMkLst>
            <pc:docMk/>
            <pc:sldMk cId="2871339379" sldId="273"/>
            <ac:spMk id="8" creationId="{9408B95E-73A6-D91A-F6E6-D9C1BE27039E}"/>
          </ac:spMkLst>
        </pc:spChg>
        <pc:spChg chg="mod">
          <ac:chgData name="오두섭(DOOSEOB OH)[jack.oh]/선임/제조DX.자동보정.자동보정선행개발팀" userId="4f0a6e31-5f23-40ca-a7fe-97e6784d5889" providerId="ADAL" clId="{DE4D15B0-571E-4605-9C30-6E95B34EB795}" dt="2026-09-17T00:45:41.218" v="40650" actId="20577"/>
          <ac:spMkLst>
            <pc:docMk/>
            <pc:sldMk cId="2871339379" sldId="273"/>
            <ac:spMk id="16" creationId="{A2175831-DEA3-1410-1CC0-4EA054F06B9B}"/>
          </ac:spMkLst>
        </pc:spChg>
        <pc:picChg chg="add mod">
          <ac:chgData name="오두섭(DOOSEOB OH)[jack.oh]/선임/제조DX.자동보정.자동보정선행개발팀" userId="4f0a6e31-5f23-40ca-a7fe-97e6784d5889" providerId="ADAL" clId="{DE4D15B0-571E-4605-9C30-6E95B34EB795}" dt="2026-09-15T10:10:11.475" v="39621" actId="14100"/>
          <ac:picMkLst>
            <pc:docMk/>
            <pc:sldMk cId="2871339379" sldId="273"/>
            <ac:picMk id="12" creationId="{5F7FACD1-8566-E5A5-D9D2-A96407F642D6}"/>
          </ac:picMkLst>
        </pc:picChg>
      </pc:sldChg>
      <pc:sldChg chg="addSp delSp modSp add del mod ord">
        <pc:chgData name="오두섭(DOOSEOB OH)[jack.oh]/선임/제조DX.자동보정.자동보정선행개발팀" userId="4f0a6e31-5f23-40ca-a7fe-97e6784d5889" providerId="ADAL" clId="{DE4D15B0-571E-4605-9C30-6E95B34EB795}" dt="2026-09-17T00:44:55.247" v="40608" actId="20577"/>
        <pc:sldMkLst>
          <pc:docMk/>
          <pc:sldMk cId="2312120207" sldId="356"/>
        </pc:sldMkLst>
        <pc:spChg chg="mod">
          <ac:chgData name="오두섭(DOOSEOB OH)[jack.oh]/선임/제조DX.자동보정.자동보정선행개발팀" userId="4f0a6e31-5f23-40ca-a7fe-97e6784d5889" providerId="ADAL" clId="{DE4D15B0-571E-4605-9C30-6E95B34EB795}" dt="2026-09-15T10:12:55.851" v="40269" actId="20577"/>
          <ac:spMkLst>
            <pc:docMk/>
            <pc:sldMk cId="2312120207" sldId="356"/>
            <ac:spMk id="7" creationId="{97538483-11A4-34C6-ACB3-0A23F7158C4A}"/>
          </ac:spMkLst>
        </pc:spChg>
        <pc:spChg chg="mod">
          <ac:chgData name="오두섭(DOOSEOB OH)[jack.oh]/선임/제조DX.자동보정.자동보정선행개발팀" userId="4f0a6e31-5f23-40ca-a7fe-97e6784d5889" providerId="ADAL" clId="{DE4D15B0-571E-4605-9C30-6E95B34EB795}" dt="2026-09-17T00:44:55.247" v="40608" actId="20577"/>
          <ac:spMkLst>
            <pc:docMk/>
            <pc:sldMk cId="2312120207" sldId="356"/>
            <ac:spMk id="8" creationId="{AF224945-AACF-D8BB-41E5-A27F2F9C981C}"/>
          </ac:spMkLst>
        </pc:spChg>
        <pc:spChg chg="mod">
          <ac:chgData name="오두섭(DOOSEOB OH)[jack.oh]/선임/제조DX.자동보정.자동보정선행개발팀" userId="4f0a6e31-5f23-40ca-a7fe-97e6784d5889" providerId="ADAL" clId="{DE4D15B0-571E-4605-9C30-6E95B34EB795}" dt="2026-09-15T10:13:31.743" v="40354" actId="20577"/>
          <ac:spMkLst>
            <pc:docMk/>
            <pc:sldMk cId="2312120207" sldId="356"/>
            <ac:spMk id="16" creationId="{D8CBA079-78EC-26EB-BEFE-5E0669B238F5}"/>
          </ac:spMkLst>
        </pc:spChg>
        <pc:picChg chg="add mod">
          <ac:chgData name="오두섭(DOOSEOB OH)[jack.oh]/선임/제조DX.자동보정.자동보정선행개발팀" userId="4f0a6e31-5f23-40ca-a7fe-97e6784d5889" providerId="ADAL" clId="{DE4D15B0-571E-4605-9C30-6E95B34EB795}" dt="2026-09-17T00:43:17.261" v="40372" actId="14100"/>
          <ac:picMkLst>
            <pc:docMk/>
            <pc:sldMk cId="2312120207" sldId="356"/>
            <ac:picMk id="12" creationId="{2ADDDED5-1591-F0DB-40C2-8CE8E0A64932}"/>
          </ac:picMkLst>
        </pc:picChg>
        <pc:picChg chg="add mod">
          <ac:chgData name="오두섭(DOOSEOB OH)[jack.oh]/선임/제조DX.자동보정.자동보정선행개발팀" userId="4f0a6e31-5f23-40ca-a7fe-97e6784d5889" providerId="ADAL" clId="{DE4D15B0-571E-4605-9C30-6E95B34EB795}" dt="2026-09-15T10:13:02.043" v="40272" actId="1076"/>
          <ac:picMkLst>
            <pc:docMk/>
            <pc:sldMk cId="2312120207" sldId="356"/>
            <ac:picMk id="13" creationId="{7B829AF2-5688-2BB6-2B05-A275F299D46B}"/>
          </ac:picMkLst>
        </pc:picChg>
      </pc:sldChg>
      <pc:sldChg chg="modSp mod">
        <pc:chgData name="오두섭(DOOSEOB OH)[jack.oh]/선임/제조DX.자동보정.자동보정선행개발팀" userId="4f0a6e31-5f23-40ca-a7fe-97e6784d5889" providerId="ADAL" clId="{DE4D15B0-571E-4605-9C30-6E95B34EB795}" dt="2026-08-25T06:15:39.846" v="38480" actId="207"/>
        <pc:sldMkLst>
          <pc:docMk/>
          <pc:sldMk cId="4294123761" sldId="395"/>
        </pc:sldMkLst>
        <pc:spChg chg="mod">
          <ac:chgData name="오두섭(DOOSEOB OH)[jack.oh]/선임/제조DX.자동보정.자동보정선행개발팀" userId="4f0a6e31-5f23-40ca-a7fe-97e6784d5889" providerId="ADAL" clId="{DE4D15B0-571E-4605-9C30-6E95B34EB795}" dt="2026-08-25T06:15:39.846" v="38480" actId="207"/>
          <ac:spMkLst>
            <pc:docMk/>
            <pc:sldMk cId="4294123761" sldId="395"/>
            <ac:spMk id="8" creationId="{4799BF26-CF80-B206-848C-D522DA6762E1}"/>
          </ac:spMkLst>
        </pc:spChg>
      </pc:sldChg>
      <pc:sldChg chg="modSp mod">
        <pc:chgData name="오두섭(DOOSEOB OH)[jack.oh]/선임/제조DX.자동보정.자동보정선행개발팀" userId="4f0a6e31-5f23-40ca-a7fe-97e6784d5889" providerId="ADAL" clId="{DE4D15B0-571E-4605-9C30-6E95B34EB795}" dt="2026-09-17T00:46:40.982" v="40658" actId="20577"/>
        <pc:sldMkLst>
          <pc:docMk/>
          <pc:sldMk cId="722830885" sldId="2147483567"/>
        </pc:sldMkLst>
        <pc:spChg chg="mod">
          <ac:chgData name="오두섭(DOOSEOB OH)[jack.oh]/선임/제조DX.자동보정.자동보정선행개발팀" userId="4f0a6e31-5f23-40ca-a7fe-97e6784d5889" providerId="ADAL" clId="{DE4D15B0-571E-4605-9C30-6E95B34EB795}" dt="2026-09-17T00:46:40.982" v="40658" actId="20577"/>
          <ac:spMkLst>
            <pc:docMk/>
            <pc:sldMk cId="722830885" sldId="2147483567"/>
            <ac:spMk id="17" creationId="{9343EBA5-E928-3C62-EB7D-E97447A45ACA}"/>
          </ac:spMkLst>
        </pc:spChg>
      </pc:sldChg>
    </pc:docChg>
  </pc:docChgLst>
  <pc:docChgLst>
    <pc:chgData name="성연욱(YEONUK SEONG)[ynk_seong]/책임/제조DX.자동보정.조립자동보정팀" userId="eb9793e5-3a20-40c8-9b24-fa4dc89e30c1" providerId="ADAL" clId="{A9BFB352-E81B-439A-B709-20D5E7356638}"/>
    <pc:docChg chg="undo custSel modSld">
      <pc:chgData name="성연욱(YEONUK SEONG)[ynk_seong]/책임/제조DX.자동보정.조립자동보정팀" userId="eb9793e5-3a20-40c8-9b24-fa4dc89e30c1" providerId="ADAL" clId="{A9BFB352-E81B-439A-B709-20D5E7356638}" dt="2026-09-09T00:54:51.749" v="899" actId="20577"/>
      <pc:docMkLst>
        <pc:docMk/>
      </pc:docMkLst>
      <pc:sldChg chg="modSp mod">
        <pc:chgData name="성연욱(YEONUK SEONG)[ynk_seong]/책임/제조DX.자동보정.조립자동보정팀" userId="eb9793e5-3a20-40c8-9b24-fa4dc89e30c1" providerId="ADAL" clId="{A9BFB352-E81B-439A-B709-20D5E7356638}" dt="2026-09-08T06:01:19.574" v="110" actId="20577"/>
        <pc:sldMkLst>
          <pc:docMk/>
          <pc:sldMk cId="3009852263" sldId="257"/>
        </pc:sldMkLst>
        <pc:spChg chg="mod">
          <ac:chgData name="성연욱(YEONUK SEONG)[ynk_seong]/책임/제조DX.자동보정.조립자동보정팀" userId="eb9793e5-3a20-40c8-9b24-fa4dc89e30c1" providerId="ADAL" clId="{A9BFB352-E81B-439A-B709-20D5E7356638}" dt="2026-09-08T06:01:19.574" v="110" actId="20577"/>
          <ac:spMkLst>
            <pc:docMk/>
            <pc:sldMk cId="3009852263" sldId="257"/>
            <ac:spMk id="58" creationId="{1A14E2F3-1D19-45A5-DC7A-6661315C09C3}"/>
          </ac:spMkLst>
        </pc:spChg>
        <pc:spChg chg="mod">
          <ac:chgData name="성연욱(YEONUK SEONG)[ynk_seong]/책임/제조DX.자동보정.조립자동보정팀" userId="eb9793e5-3a20-40c8-9b24-fa4dc89e30c1" providerId="ADAL" clId="{A9BFB352-E81B-439A-B709-20D5E7356638}" dt="2026-09-08T06:01:04.764" v="108" actId="20577"/>
          <ac:spMkLst>
            <pc:docMk/>
            <pc:sldMk cId="3009852263" sldId="257"/>
            <ac:spMk id="62" creationId="{67087FE9-D3B8-3B61-8994-10F831D7EDD4}"/>
          </ac:spMkLst>
        </pc:spChg>
      </pc:sldChg>
      <pc:sldChg chg="modSp mod">
        <pc:chgData name="성연욱(YEONUK SEONG)[ynk_seong]/책임/제조DX.자동보정.조립자동보정팀" userId="eb9793e5-3a20-40c8-9b24-fa4dc89e30c1" providerId="ADAL" clId="{A9BFB352-E81B-439A-B709-20D5E7356638}" dt="2026-09-08T06:01:24.756" v="112" actId="20577"/>
        <pc:sldMkLst>
          <pc:docMk/>
          <pc:sldMk cId="678299215" sldId="346"/>
        </pc:sldMkLst>
        <pc:spChg chg="mod">
          <ac:chgData name="성연욱(YEONUK SEONG)[ynk_seong]/책임/제조DX.자동보정.조립자동보정팀" userId="eb9793e5-3a20-40c8-9b24-fa4dc89e30c1" providerId="ADAL" clId="{A9BFB352-E81B-439A-B709-20D5E7356638}" dt="2026-09-08T06:01:24.756" v="112" actId="20577"/>
          <ac:spMkLst>
            <pc:docMk/>
            <pc:sldMk cId="678299215" sldId="346"/>
            <ac:spMk id="58" creationId="{1A14E2F3-1D19-45A5-DC7A-6661315C09C3}"/>
          </ac:spMkLst>
        </pc:spChg>
        <pc:spChg chg="mod">
          <ac:chgData name="성연욱(YEONUK SEONG)[ynk_seong]/책임/제조DX.자동보정.조립자동보정팀" userId="eb9793e5-3a20-40c8-9b24-fa4dc89e30c1" providerId="ADAL" clId="{A9BFB352-E81B-439A-B709-20D5E7356638}" dt="2026-09-08T06:00:36.814" v="37" actId="207"/>
          <ac:spMkLst>
            <pc:docMk/>
            <pc:sldMk cId="678299215" sldId="346"/>
            <ac:spMk id="59" creationId="{3EF71191-E2B1-E9EB-309A-60849C6D06F8}"/>
          </ac:spMkLst>
        </pc:spChg>
        <pc:spChg chg="mod">
          <ac:chgData name="성연욱(YEONUK SEONG)[ynk_seong]/책임/제조DX.자동보정.조립자동보정팀" userId="eb9793e5-3a20-40c8-9b24-fa4dc89e30c1" providerId="ADAL" clId="{A9BFB352-E81B-439A-B709-20D5E7356638}" dt="2026-09-08T06:00:27.114" v="35" actId="20577"/>
          <ac:spMkLst>
            <pc:docMk/>
            <pc:sldMk cId="678299215" sldId="346"/>
            <ac:spMk id="62" creationId="{67087FE9-D3B8-3B61-8994-10F831D7EDD4}"/>
          </ac:spMkLst>
        </pc:spChg>
      </pc:sldChg>
      <pc:sldChg chg="modSp mod">
        <pc:chgData name="성연욱(YEONUK SEONG)[ynk_seong]/책임/제조DX.자동보정.조립자동보정팀" userId="eb9793e5-3a20-40c8-9b24-fa4dc89e30c1" providerId="ADAL" clId="{A9BFB352-E81B-439A-B709-20D5E7356638}" dt="2026-09-08T09:07:00.458" v="756" actId="20577"/>
        <pc:sldMkLst>
          <pc:docMk/>
          <pc:sldMk cId="3978769968" sldId="357"/>
        </pc:sldMkLst>
        <pc:spChg chg="mod">
          <ac:chgData name="성연욱(YEONUK SEONG)[ynk_seong]/책임/제조DX.자동보정.조립자동보정팀" userId="eb9793e5-3a20-40c8-9b24-fa4dc89e30c1" providerId="ADAL" clId="{A9BFB352-E81B-439A-B709-20D5E7356638}" dt="2026-09-08T09:07:00.458" v="756" actId="20577"/>
          <ac:spMkLst>
            <pc:docMk/>
            <pc:sldMk cId="3978769968" sldId="357"/>
            <ac:spMk id="10" creationId="{E8C1EBAE-B0E8-E451-1E13-5D832E027262}"/>
          </ac:spMkLst>
        </pc:spChg>
        <pc:spChg chg="mod">
          <ac:chgData name="성연욱(YEONUK SEONG)[ynk_seong]/책임/제조DX.자동보정.조립자동보정팀" userId="eb9793e5-3a20-40c8-9b24-fa4dc89e30c1" providerId="ADAL" clId="{A9BFB352-E81B-439A-B709-20D5E7356638}" dt="2026-09-08T06:01:28.927" v="114" actId="20577"/>
          <ac:spMkLst>
            <pc:docMk/>
            <pc:sldMk cId="3978769968" sldId="357"/>
            <ac:spMk id="58" creationId="{1A14E2F3-1D19-45A5-DC7A-6661315C09C3}"/>
          </ac:spMkLst>
        </pc:spChg>
        <pc:spChg chg="mod">
          <ac:chgData name="성연욱(YEONUK SEONG)[ynk_seong]/책임/제조DX.자동보정.조립자동보정팀" userId="eb9793e5-3a20-40c8-9b24-fa4dc89e30c1" providerId="ADAL" clId="{A9BFB352-E81B-439A-B709-20D5E7356638}" dt="2026-09-08T06:00:49.847" v="72" actId="20577"/>
          <ac:spMkLst>
            <pc:docMk/>
            <pc:sldMk cId="3978769968" sldId="357"/>
            <ac:spMk id="62" creationId="{67087FE9-D3B8-3B61-8994-10F831D7EDD4}"/>
          </ac:spMkLst>
        </pc:spChg>
      </pc:sldChg>
      <pc:sldChg chg="modSp mod">
        <pc:chgData name="성연욱(YEONUK SEONG)[ynk_seong]/책임/제조DX.자동보정.조립자동보정팀" userId="eb9793e5-3a20-40c8-9b24-fa4dc89e30c1" providerId="ADAL" clId="{A9BFB352-E81B-439A-B709-20D5E7356638}" dt="2026-09-09T00:53:58.623" v="877" actId="207"/>
        <pc:sldMkLst>
          <pc:docMk/>
          <pc:sldMk cId="3801312616" sldId="358"/>
        </pc:sldMkLst>
        <pc:spChg chg="mod">
          <ac:chgData name="성연욱(YEONUK SEONG)[ynk_seong]/책임/제조DX.자동보정.조립자동보정팀" userId="eb9793e5-3a20-40c8-9b24-fa4dc89e30c1" providerId="ADAL" clId="{A9BFB352-E81B-439A-B709-20D5E7356638}" dt="2026-09-09T00:43:03.583" v="840" actId="207"/>
          <ac:spMkLst>
            <pc:docMk/>
            <pc:sldMk cId="3801312616" sldId="358"/>
            <ac:spMk id="10" creationId="{55AA7477-70AD-14D9-10D7-7077E3CA5079}"/>
          </ac:spMkLst>
        </pc:spChg>
        <pc:spChg chg="mod">
          <ac:chgData name="성연욱(YEONUK SEONG)[ynk_seong]/책임/제조DX.자동보정.조립자동보정팀" userId="eb9793e5-3a20-40c8-9b24-fa4dc89e30c1" providerId="ADAL" clId="{A9BFB352-E81B-439A-B709-20D5E7356638}" dt="2026-09-09T00:53:58.623" v="877" actId="207"/>
          <ac:spMkLst>
            <pc:docMk/>
            <pc:sldMk cId="3801312616" sldId="358"/>
            <ac:spMk id="36" creationId="{00ED7720-6B6E-1AA6-BC90-E12E3D75CCFF}"/>
          </ac:spMkLst>
        </pc:spChg>
      </pc:sldChg>
      <pc:sldChg chg="modSp mod">
        <pc:chgData name="성연욱(YEONUK SEONG)[ynk_seong]/책임/제조DX.자동보정.조립자동보정팀" userId="eb9793e5-3a20-40c8-9b24-fa4dc89e30c1" providerId="ADAL" clId="{A9BFB352-E81B-439A-B709-20D5E7356638}" dt="2026-09-09T00:54:51.749" v="899" actId="20577"/>
        <pc:sldMkLst>
          <pc:docMk/>
          <pc:sldMk cId="3658455393" sldId="437"/>
        </pc:sldMkLst>
        <pc:spChg chg="mod">
          <ac:chgData name="성연욱(YEONUK SEONG)[ynk_seong]/책임/제조DX.자동보정.조립자동보정팀" userId="eb9793e5-3a20-40c8-9b24-fa4dc89e30c1" providerId="ADAL" clId="{A9BFB352-E81B-439A-B709-20D5E7356638}" dt="2026-09-09T00:42:59.260" v="839" actId="207"/>
          <ac:spMkLst>
            <pc:docMk/>
            <pc:sldMk cId="3658455393" sldId="437"/>
            <ac:spMk id="10" creationId="{55AA7477-70AD-14D9-10D7-7077E3CA5079}"/>
          </ac:spMkLst>
        </pc:spChg>
        <pc:spChg chg="mod">
          <ac:chgData name="성연욱(YEONUK SEONG)[ynk_seong]/책임/제조DX.자동보정.조립자동보정팀" userId="eb9793e5-3a20-40c8-9b24-fa4dc89e30c1" providerId="ADAL" clId="{A9BFB352-E81B-439A-B709-20D5E7356638}" dt="2026-09-09T00:54:32.280" v="895" actId="6549"/>
          <ac:spMkLst>
            <pc:docMk/>
            <pc:sldMk cId="3658455393" sldId="437"/>
            <ac:spMk id="40" creationId="{6D83938E-EACF-6171-3002-446A6495CB39}"/>
          </ac:spMkLst>
        </pc:spChg>
        <pc:graphicFrameChg chg="mod modGraphic">
          <ac:chgData name="성연욱(YEONUK SEONG)[ynk_seong]/책임/제조DX.자동보정.조립자동보정팀" userId="eb9793e5-3a20-40c8-9b24-fa4dc89e30c1" providerId="ADAL" clId="{A9BFB352-E81B-439A-B709-20D5E7356638}" dt="2026-09-09T00:54:51.749" v="899" actId="20577"/>
          <ac:graphicFrameMkLst>
            <pc:docMk/>
            <pc:sldMk cId="3658455393" sldId="437"/>
            <ac:graphicFrameMk id="25" creationId="{E5D92C58-65B5-9B28-4A57-01C8F4C354B8}"/>
          </ac:graphicFrameMkLst>
        </pc:graphicFrameChg>
      </pc:sldChg>
    </pc:docChg>
  </pc:docChgLst>
  <pc:docChgLst>
    <pc:chgData name="심은찬(EUNCHAN SIM)[sec1021]/선임/제조DX.자동보정.조립자동보정팀" userId="9090956e-ab5b-49d1-9c87-2078b7755aae" providerId="ADAL" clId="{3DAA7BA9-D9AD-4FBD-BCD9-E9F09C0A65B3}"/>
    <pc:docChg chg="undo custSel addSld delSld modSld modSection">
      <pc:chgData name="심은찬(EUNCHAN SIM)[sec1021]/선임/제조DX.자동보정.조립자동보정팀" userId="9090956e-ab5b-49d1-9c87-2078b7755aae" providerId="ADAL" clId="{3DAA7BA9-D9AD-4FBD-BCD9-E9F09C0A65B3}" dt="2026-09-09T07:49:55.961" v="1222" actId="20577"/>
      <pc:docMkLst>
        <pc:docMk/>
      </pc:docMkLst>
      <pc:sldChg chg="addSp delSp modSp mod">
        <pc:chgData name="심은찬(EUNCHAN SIM)[sec1021]/선임/제조DX.자동보정.조립자동보정팀" userId="9090956e-ab5b-49d1-9c87-2078b7755aae" providerId="ADAL" clId="{3DAA7BA9-D9AD-4FBD-BCD9-E9F09C0A65B3}" dt="2026-09-09T07:49:55.961" v="1222" actId="20577"/>
        <pc:sldMkLst>
          <pc:docMk/>
          <pc:sldMk cId="3932546465" sldId="275"/>
        </pc:sldMkLst>
        <pc:spChg chg="del mod">
          <ac:chgData name="심은찬(EUNCHAN SIM)[sec1021]/선임/제조DX.자동보정.조립자동보정팀" userId="9090956e-ab5b-49d1-9c87-2078b7755aae" providerId="ADAL" clId="{3DAA7BA9-D9AD-4FBD-BCD9-E9F09C0A65B3}" dt="2026-09-08T09:08:25.220" v="1055" actId="478"/>
          <ac:spMkLst>
            <pc:docMk/>
            <pc:sldMk cId="3932546465" sldId="275"/>
            <ac:spMk id="2" creationId="{5748F319-FE8D-4ECF-AFB9-B7E0916A513F}"/>
          </ac:spMkLst>
        </pc:spChg>
        <pc:spChg chg="del">
          <ac:chgData name="심은찬(EUNCHAN SIM)[sec1021]/선임/제조DX.자동보정.조립자동보정팀" userId="9090956e-ab5b-49d1-9c87-2078b7755aae" providerId="ADAL" clId="{3DAA7BA9-D9AD-4FBD-BCD9-E9F09C0A65B3}" dt="2026-09-08T08:57:49.873" v="851" actId="478"/>
          <ac:spMkLst>
            <pc:docMk/>
            <pc:sldMk cId="3932546465" sldId="275"/>
            <ac:spMk id="5" creationId="{1615D8B7-2F76-467E-B74D-9F119B978A4C}"/>
          </ac:spMkLst>
        </pc:spChg>
        <pc:spChg chg="add mod">
          <ac:chgData name="심은찬(EUNCHAN SIM)[sec1021]/선임/제조DX.자동보정.조립자동보정팀" userId="9090956e-ab5b-49d1-9c87-2078b7755aae" providerId="ADAL" clId="{3DAA7BA9-D9AD-4FBD-BCD9-E9F09C0A65B3}" dt="2026-09-09T07:48:26.835" v="1201" actId="1035"/>
          <ac:spMkLst>
            <pc:docMk/>
            <pc:sldMk cId="3932546465" sldId="275"/>
            <ac:spMk id="6" creationId="{D59E10BC-4F15-8E5D-965A-FC3A4281CCF5}"/>
          </ac:spMkLst>
        </pc:spChg>
        <pc:spChg chg="add del mod">
          <ac:chgData name="심은찬(EUNCHAN SIM)[sec1021]/선임/제조DX.자동보정.조립자동보정팀" userId="9090956e-ab5b-49d1-9c87-2078b7755aae" providerId="ADAL" clId="{3DAA7BA9-D9AD-4FBD-BCD9-E9F09C0A65B3}" dt="2026-09-08T09:11:20.866" v="1103" actId="478"/>
          <ac:spMkLst>
            <pc:docMk/>
            <pc:sldMk cId="3932546465" sldId="275"/>
            <ac:spMk id="7" creationId="{A0115104-CC21-34A9-1F81-0118AB18C0C7}"/>
          </ac:spMkLst>
        </pc:spChg>
        <pc:spChg chg="add del mod">
          <ac:chgData name="심은찬(EUNCHAN SIM)[sec1021]/선임/제조DX.자동보정.조립자동보정팀" userId="9090956e-ab5b-49d1-9c87-2078b7755aae" providerId="ADAL" clId="{3DAA7BA9-D9AD-4FBD-BCD9-E9F09C0A65B3}" dt="2026-09-08T09:12:06.521" v="1179"/>
          <ac:spMkLst>
            <pc:docMk/>
            <pc:sldMk cId="3932546465" sldId="275"/>
            <ac:spMk id="9" creationId="{40B16B30-DDF8-548C-73DB-625899D49CE3}"/>
          </ac:spMkLst>
        </pc:spChg>
        <pc:spChg chg="mod">
          <ac:chgData name="심은찬(EUNCHAN SIM)[sec1021]/선임/제조DX.자동보정.조립자동보정팀" userId="9090956e-ab5b-49d1-9c87-2078b7755aae" providerId="ADAL" clId="{3DAA7BA9-D9AD-4FBD-BCD9-E9F09C0A65B3}" dt="2026-09-08T08:42:41.790" v="425" actId="20577"/>
          <ac:spMkLst>
            <pc:docMk/>
            <pc:sldMk cId="3932546465" sldId="275"/>
            <ac:spMk id="10" creationId="{BDADEB63-FA2A-413A-90C3-F27F4D564C57}"/>
          </ac:spMkLst>
        </pc:spChg>
        <pc:spChg chg="add mod">
          <ac:chgData name="심은찬(EUNCHAN SIM)[sec1021]/선임/제조DX.자동보정.조립자동보정팀" userId="9090956e-ab5b-49d1-9c87-2078b7755aae" providerId="ADAL" clId="{3DAA7BA9-D9AD-4FBD-BCD9-E9F09C0A65B3}" dt="2026-09-09T07:49:55.961" v="1222" actId="20577"/>
          <ac:spMkLst>
            <pc:docMk/>
            <pc:sldMk cId="3932546465" sldId="275"/>
            <ac:spMk id="11" creationId="{56BCFD90-59BF-3E4B-2DBE-E1EEB172D805}"/>
          </ac:spMkLst>
        </pc:spChg>
        <pc:spChg chg="mod">
          <ac:chgData name="심은찬(EUNCHAN SIM)[sec1021]/선임/제조DX.자동보정.조립자동보정팀" userId="9090956e-ab5b-49d1-9c87-2078b7755aae" providerId="ADAL" clId="{3DAA7BA9-D9AD-4FBD-BCD9-E9F09C0A65B3}" dt="2026-09-08T09:09:48.708" v="1095" actId="6549"/>
          <ac:spMkLst>
            <pc:docMk/>
            <pc:sldMk cId="3932546465" sldId="275"/>
            <ac:spMk id="13" creationId="{0BBE4109-8FC1-4977-8E81-7AB450FAE32D}"/>
          </ac:spMkLst>
        </pc:spChg>
        <pc:spChg chg="add del">
          <ac:chgData name="심은찬(EUNCHAN SIM)[sec1021]/선임/제조DX.자동보정.조립자동보정팀" userId="9090956e-ab5b-49d1-9c87-2078b7755aae" providerId="ADAL" clId="{3DAA7BA9-D9AD-4FBD-BCD9-E9F09C0A65B3}" dt="2026-09-08T08:43:43.744" v="439" actId="478"/>
          <ac:spMkLst>
            <pc:docMk/>
            <pc:sldMk cId="3932546465" sldId="275"/>
            <ac:spMk id="36" creationId="{12DCADD3-5E0D-4461-AB04-98CD2AC10881}"/>
          </ac:spMkLst>
        </pc:spChg>
        <pc:spChg chg="mod">
          <ac:chgData name="심은찬(EUNCHAN SIM)[sec1021]/선임/제조DX.자동보정.조립자동보정팀" userId="9090956e-ab5b-49d1-9c87-2078b7755aae" providerId="ADAL" clId="{3DAA7BA9-D9AD-4FBD-BCD9-E9F09C0A65B3}" dt="2026-09-08T09:08:43.940" v="1086" actId="20577"/>
          <ac:spMkLst>
            <pc:docMk/>
            <pc:sldMk cId="3932546465" sldId="275"/>
            <ac:spMk id="58" creationId="{960A0393-6219-4F55-98F3-41CFDE704183}"/>
          </ac:spMkLst>
        </pc:spChg>
        <pc:graphicFrameChg chg="add mod modGraphic">
          <ac:chgData name="심은찬(EUNCHAN SIM)[sec1021]/선임/제조DX.자동보정.조립자동보정팀" userId="9090956e-ab5b-49d1-9c87-2078b7755aae" providerId="ADAL" clId="{3DAA7BA9-D9AD-4FBD-BCD9-E9F09C0A65B3}" dt="2026-09-09T07:48:26.835" v="1201" actId="1035"/>
          <ac:graphicFrameMkLst>
            <pc:docMk/>
            <pc:sldMk cId="3932546465" sldId="275"/>
            <ac:graphicFrameMk id="3" creationId="{6B1AD0A5-7518-3208-2929-8D0399367C7B}"/>
          </ac:graphicFrameMkLst>
        </pc:graphicFrameChg>
        <pc:graphicFrameChg chg="del modGraphic">
          <ac:chgData name="심은찬(EUNCHAN SIM)[sec1021]/선임/제조DX.자동보정.조립자동보정팀" userId="9090956e-ab5b-49d1-9c87-2078b7755aae" providerId="ADAL" clId="{3DAA7BA9-D9AD-4FBD-BCD9-E9F09C0A65B3}" dt="2026-09-08T09:11:04.949" v="1096" actId="478"/>
          <ac:graphicFrameMkLst>
            <pc:docMk/>
            <pc:sldMk cId="3932546465" sldId="275"/>
            <ac:graphicFrameMk id="4" creationId="{FA3240C7-2182-41B1-AE1F-AC51AA1BB276}"/>
          </ac:graphicFrameMkLst>
        </pc:graphicFrameChg>
      </pc:sldChg>
      <pc:sldChg chg="modSp del mod">
        <pc:chgData name="심은찬(EUNCHAN SIM)[sec1021]/선임/제조DX.자동보정.조립자동보정팀" userId="9090956e-ab5b-49d1-9c87-2078b7755aae" providerId="ADAL" clId="{3DAA7BA9-D9AD-4FBD-BCD9-E9F09C0A65B3}" dt="2026-09-09T07:47:21.808" v="1182" actId="47"/>
        <pc:sldMkLst>
          <pc:docMk/>
          <pc:sldMk cId="191980343" sldId="302"/>
        </pc:sldMkLst>
        <pc:spChg chg="mod">
          <ac:chgData name="심은찬(EUNCHAN SIM)[sec1021]/선임/제조DX.자동보정.조립자동보정팀" userId="9090956e-ab5b-49d1-9c87-2078b7755aae" providerId="ADAL" clId="{3DAA7BA9-D9AD-4FBD-BCD9-E9F09C0A65B3}" dt="2026-09-08T08:58:09.890" v="853" actId="20577"/>
          <ac:spMkLst>
            <pc:docMk/>
            <pc:sldMk cId="191980343" sldId="302"/>
            <ac:spMk id="17" creationId="{69C4D000-39BF-F434-5699-02CDBE60AB91}"/>
          </ac:spMkLst>
        </pc:spChg>
      </pc:sldChg>
      <pc:sldChg chg="addSp delSp modSp add del mod">
        <pc:chgData name="심은찬(EUNCHAN SIM)[sec1021]/선임/제조DX.자동보정.조립자동보정팀" userId="9090956e-ab5b-49d1-9c87-2078b7755aae" providerId="ADAL" clId="{3DAA7BA9-D9AD-4FBD-BCD9-E9F09C0A65B3}" dt="2026-09-08T09:08:53.944" v="1091" actId="47"/>
        <pc:sldMkLst>
          <pc:docMk/>
          <pc:sldMk cId="2411073522" sldId="344"/>
        </pc:sldMkLst>
        <pc:spChg chg="del">
          <ac:chgData name="심은찬(EUNCHAN SIM)[sec1021]/선임/제조DX.자동보정.조립자동보정팀" userId="9090956e-ab5b-49d1-9c87-2078b7755aae" providerId="ADAL" clId="{3DAA7BA9-D9AD-4FBD-BCD9-E9F09C0A65B3}" dt="2026-09-08T08:42:36.470" v="423" actId="478"/>
          <ac:spMkLst>
            <pc:docMk/>
            <pc:sldMk cId="2411073522" sldId="344"/>
            <ac:spMk id="2" creationId="{5748F319-FE8D-4ECF-AFB9-B7E0916A513F}"/>
          </ac:spMkLst>
        </pc:spChg>
        <pc:spChg chg="add mod">
          <ac:chgData name="심은찬(EUNCHAN SIM)[sec1021]/선임/제조DX.자동보정.조립자동보정팀" userId="9090956e-ab5b-49d1-9c87-2078b7755aae" providerId="ADAL" clId="{3DAA7BA9-D9AD-4FBD-BCD9-E9F09C0A65B3}" dt="2026-09-08T09:08:46.952" v="1090" actId="6549"/>
          <ac:spMkLst>
            <pc:docMk/>
            <pc:sldMk cId="2411073522" sldId="344"/>
            <ac:spMk id="3" creationId="{8DCF1406-7AFE-7444-CDB9-C02D4F757A97}"/>
          </ac:spMkLst>
        </pc:spChg>
        <pc:spChg chg="del">
          <ac:chgData name="심은찬(EUNCHAN SIM)[sec1021]/선임/제조DX.자동보정.조립자동보정팀" userId="9090956e-ab5b-49d1-9c87-2078b7755aae" providerId="ADAL" clId="{3DAA7BA9-D9AD-4FBD-BCD9-E9F09C0A65B3}" dt="2026-09-08T08:41:51.529" v="405" actId="478"/>
          <ac:spMkLst>
            <pc:docMk/>
            <pc:sldMk cId="2411073522" sldId="344"/>
            <ac:spMk id="5" creationId="{1615D8B7-2F76-467E-B74D-9F119B978A4C}"/>
          </ac:spMkLst>
        </pc:spChg>
        <pc:spChg chg="add del mod">
          <ac:chgData name="심은찬(EUNCHAN SIM)[sec1021]/선임/제조DX.자동보정.조립자동보정팀" userId="9090956e-ab5b-49d1-9c87-2078b7755aae" providerId="ADAL" clId="{3DAA7BA9-D9AD-4FBD-BCD9-E9F09C0A65B3}" dt="2026-09-08T08:51:03.187" v="820" actId="478"/>
          <ac:spMkLst>
            <pc:docMk/>
            <pc:sldMk cId="2411073522" sldId="344"/>
            <ac:spMk id="6" creationId="{F7228533-E5FE-7DE0-4CE7-DFA2D9777DFD}"/>
          </ac:spMkLst>
        </pc:spChg>
        <pc:spChg chg="add mod">
          <ac:chgData name="심은찬(EUNCHAN SIM)[sec1021]/선임/제조DX.자동보정.조립자동보정팀" userId="9090956e-ab5b-49d1-9c87-2078b7755aae" providerId="ADAL" clId="{3DAA7BA9-D9AD-4FBD-BCD9-E9F09C0A65B3}" dt="2026-09-08T08:51:01.217" v="819" actId="20577"/>
          <ac:spMkLst>
            <pc:docMk/>
            <pc:sldMk cId="2411073522" sldId="344"/>
            <ac:spMk id="7" creationId="{7949ED48-D4FD-CD54-1691-44AD2D91E95F}"/>
          </ac:spMkLst>
        </pc:spChg>
        <pc:spChg chg="mod">
          <ac:chgData name="심은찬(EUNCHAN SIM)[sec1021]/선임/제조DX.자동보정.조립자동보정팀" userId="9090956e-ab5b-49d1-9c87-2078b7755aae" providerId="ADAL" clId="{3DAA7BA9-D9AD-4FBD-BCD9-E9F09C0A65B3}" dt="2026-09-08T08:42:46.977" v="427" actId="20577"/>
          <ac:spMkLst>
            <pc:docMk/>
            <pc:sldMk cId="2411073522" sldId="344"/>
            <ac:spMk id="10" creationId="{BDADEB63-FA2A-413A-90C3-F27F4D564C57}"/>
          </ac:spMkLst>
        </pc:spChg>
        <pc:graphicFrameChg chg="mod modGraphic">
          <ac:chgData name="심은찬(EUNCHAN SIM)[sec1021]/선임/제조DX.자동보정.조립자동보정팀" userId="9090956e-ab5b-49d1-9c87-2078b7755aae" providerId="ADAL" clId="{3DAA7BA9-D9AD-4FBD-BCD9-E9F09C0A65B3}" dt="2026-09-08T09:07:46.610" v="1052" actId="207"/>
          <ac:graphicFrameMkLst>
            <pc:docMk/>
            <pc:sldMk cId="2411073522" sldId="344"/>
            <ac:graphicFrameMk id="4" creationId="{FA3240C7-2182-41B1-AE1F-AC51AA1BB276}"/>
          </ac:graphicFrameMkLst>
        </pc:graphicFrameChg>
      </pc:sldChg>
    </pc:docChg>
  </pc:docChgLst>
  <pc:docChgLst>
    <pc:chgData name="차영은(YEONGEUN CHA)[yeongeun.cha]/선임/제조DX.자동보정.RSND자동보정팀" userId="e4ba232c-cf2d-4452-bd1b-f0a465a6692d" providerId="ADAL" clId="{5E737E2E-1E08-4521-AABE-B215F9181699}"/>
    <pc:docChg chg="custSel modSld modMainMaster">
      <pc:chgData name="차영은(YEONGEUN CHA)[yeongeun.cha]/선임/제조DX.자동보정.RSND자동보정팀" userId="e4ba232c-cf2d-4452-bd1b-f0a465a6692d" providerId="ADAL" clId="{5E737E2E-1E08-4521-AABE-B215F9181699}" dt="2026-09-17T04:58:16.007" v="355" actId="20577"/>
      <pc:docMkLst>
        <pc:docMk/>
      </pc:docMkLst>
      <pc:sldChg chg="modSp mod">
        <pc:chgData name="차영은(YEONGEUN CHA)[yeongeun.cha]/선임/제조DX.자동보정.RSND자동보정팀" userId="e4ba232c-cf2d-4452-bd1b-f0a465a6692d" providerId="ADAL" clId="{5E737E2E-1E08-4521-AABE-B215F9181699}" dt="2026-09-17T04:47:48.306" v="294" actId="207"/>
        <pc:sldMkLst>
          <pc:docMk/>
          <pc:sldMk cId="3009852263" sldId="257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7:48.306" v="294" actId="207"/>
          <ac:spMkLst>
            <pc:docMk/>
            <pc:sldMk cId="3009852263" sldId="257"/>
            <ac:spMk id="54" creationId="{8030C1DC-5326-EC42-A029-1BE0A9D33AD1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4:53.676" v="276" actId="20577"/>
        <pc:sldMkLst>
          <pc:docMk/>
          <pc:sldMk cId="1770964036" sldId="258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4:53.676" v="276" actId="20577"/>
          <ac:spMkLst>
            <pc:docMk/>
            <pc:sldMk cId="1770964036" sldId="258"/>
            <ac:spMk id="19" creationId="{7E1D3908-9832-B8C1-1F4F-8BE77E2B6FFA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7:43.294" v="347" actId="20577"/>
        <pc:sldMkLst>
          <pc:docMk/>
          <pc:sldMk cId="981450646" sldId="262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7:43.294" v="347" actId="20577"/>
          <ac:spMkLst>
            <pc:docMk/>
            <pc:sldMk cId="981450646" sldId="262"/>
            <ac:spMk id="11" creationId="{13775259-D263-E589-1DAC-748419BEB596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9:54.615" v="304" actId="20577"/>
        <pc:sldMkLst>
          <pc:docMk/>
          <pc:sldMk cId="1688006984" sldId="264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9:54.615" v="304" actId="20577"/>
          <ac:spMkLst>
            <pc:docMk/>
            <pc:sldMk cId="1688006984" sldId="264"/>
            <ac:spMk id="30" creationId="{7673F75A-473D-96CE-E0D3-994F08DCA38E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7T04:23:53.575" v="254" actId="20577"/>
          <ac:spMkLst>
            <pc:docMk/>
            <pc:sldMk cId="1688006984" sldId="264"/>
            <ac:spMk id="34" creationId="{0DBB8F14-223A-56DE-7946-DE15F19C0CCB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7:43.993" v="293" actId="20577"/>
        <pc:sldMkLst>
          <pc:docMk/>
          <pc:sldMk cId="3282732139" sldId="268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7:43.993" v="293" actId="20577"/>
          <ac:spMkLst>
            <pc:docMk/>
            <pc:sldMk cId="3282732139" sldId="268"/>
            <ac:spMk id="54" creationId="{8030C1DC-5326-EC42-A029-1BE0A9D33AD1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6:31.339" v="288" actId="20577"/>
        <pc:sldMkLst>
          <pc:docMk/>
          <pc:sldMk cId="2871339379" sldId="273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6:31.339" v="288" actId="20577"/>
          <ac:spMkLst>
            <pc:docMk/>
            <pc:sldMk cId="2871339379" sldId="273"/>
            <ac:spMk id="3" creationId="{1608638E-6615-5095-C2EF-6DB8A3D967D4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5:05.387" v="284" actId="20577"/>
        <pc:sldMkLst>
          <pc:docMk/>
          <pc:sldMk cId="2456550573" sldId="276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5:05.387" v="284" actId="20577"/>
          <ac:spMkLst>
            <pc:docMk/>
            <pc:sldMk cId="2456550573" sldId="276"/>
            <ac:spMk id="19" creationId="{8A0FB844-6251-AF04-C6E8-F85325E8B83A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3:27.894" v="326" actId="20577"/>
        <pc:sldMkLst>
          <pc:docMk/>
          <pc:sldMk cId="1594622344" sldId="283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3:10.825" v="322" actId="20577"/>
          <ac:spMkLst>
            <pc:docMk/>
            <pc:sldMk cId="1594622344" sldId="283"/>
            <ac:spMk id="3" creationId="{0397BA78-7EBE-49DE-3481-AA4E5201E03D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7T04:53:27.894" v="326" actId="20577"/>
          <ac:spMkLst>
            <pc:docMk/>
            <pc:sldMk cId="1594622344" sldId="283"/>
            <ac:spMk id="14" creationId="{C8DE30E1-55D7-72B6-5C4F-531E533FF387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3:24.888" v="324" actId="20577"/>
        <pc:sldMkLst>
          <pc:docMk/>
          <pc:sldMk cId="3888871170" sldId="286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3:24.888" v="324" actId="20577"/>
          <ac:spMkLst>
            <pc:docMk/>
            <pc:sldMk cId="3888871170" sldId="286"/>
            <ac:spMk id="5" creationId="{654313CD-BFDC-8122-A50A-58ADE98DA461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7T04:53:06.888" v="320" actId="20577"/>
          <ac:spMkLst>
            <pc:docMk/>
            <pc:sldMk cId="3888871170" sldId="286"/>
            <ac:spMk id="80" creationId="{A78D30DC-4AEA-1CE8-855B-F8EC687A0C2B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24:17.391" v="266" actId="20577"/>
        <pc:sldMkLst>
          <pc:docMk/>
          <pc:sldMk cId="468470824" sldId="300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24:17.391" v="266" actId="20577"/>
          <ac:spMkLst>
            <pc:docMk/>
            <pc:sldMk cId="468470824" sldId="300"/>
            <ac:spMk id="34" creationId="{5C479A47-4E16-BC7C-34EB-658918D13778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5T08:53:35.020" v="239"/>
        <pc:sldMkLst>
          <pc:docMk/>
          <pc:sldMk cId="1554108962" sldId="305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5T08:53:35.020" v="239"/>
          <ac:spMkLst>
            <pc:docMk/>
            <pc:sldMk cId="1554108962" sldId="305"/>
            <ac:spMk id="29" creationId="{49DA39B3-398D-2AAF-EBF5-47D29CEC495E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5T08:52:25.067" v="59" actId="20577"/>
          <ac:spMkLst>
            <pc:docMk/>
            <pc:sldMk cId="1554108962" sldId="305"/>
            <ac:spMk id="44" creationId="{6F3BC2FF-E945-9DC3-7A0D-1FE966BFB24D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24:58.145" v="270" actId="20577"/>
        <pc:sldMkLst>
          <pc:docMk/>
          <pc:sldMk cId="3548227425" sldId="322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24:58.145" v="270" actId="20577"/>
          <ac:spMkLst>
            <pc:docMk/>
            <pc:sldMk cId="3548227425" sldId="322"/>
            <ac:spMk id="7" creationId="{8F89D843-D256-6012-EF95-2DF1105019B5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5:00.700" v="280" actId="20577"/>
        <pc:sldMkLst>
          <pc:docMk/>
          <pc:sldMk cId="3782446933" sldId="328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5:00.700" v="280" actId="20577"/>
          <ac:spMkLst>
            <pc:docMk/>
            <pc:sldMk cId="3782446933" sldId="328"/>
            <ac:spMk id="19" creationId="{D152A71E-0135-763F-B57A-8CF53F3D36CB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7:51.622" v="353" actId="20577"/>
        <pc:sldMkLst>
          <pc:docMk/>
          <pc:sldMk cId="25689677" sldId="337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7:51.622" v="353" actId="20577"/>
          <ac:spMkLst>
            <pc:docMk/>
            <pc:sldMk cId="25689677" sldId="337"/>
            <ac:spMk id="11" creationId="{BC791658-43DE-56EB-34AE-CBEB6F4981FB}"/>
          </ac:spMkLst>
        </pc:spChg>
      </pc:sldChg>
      <pc:sldChg chg="delSp modSp mod">
        <pc:chgData name="차영은(YEONGEUN CHA)[yeongeun.cha]/선임/제조DX.자동보정.RSND자동보정팀" userId="e4ba232c-cf2d-4452-bd1b-f0a465a6692d" providerId="ADAL" clId="{5E737E2E-1E08-4521-AABE-B215F9181699}" dt="2026-09-15T08:49:05.244" v="51" actId="20577"/>
        <pc:sldMkLst>
          <pc:docMk/>
          <pc:sldMk cId="661465298" sldId="342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5T08:49:05.244" v="51" actId="20577"/>
          <ac:spMkLst>
            <pc:docMk/>
            <pc:sldMk cId="661465298" sldId="342"/>
            <ac:spMk id="2" creationId="{D870BF07-90AC-7A2A-880E-1B5A7B602E6C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5T08:48:40.789" v="42" actId="20577"/>
          <ac:spMkLst>
            <pc:docMk/>
            <pc:sldMk cId="661465298" sldId="342"/>
            <ac:spMk id="6" creationId="{BA506919-60AE-DB89-3196-A65609B894F8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5T08:48:34.372" v="31" actId="1076"/>
          <ac:spMkLst>
            <pc:docMk/>
            <pc:sldMk cId="661465298" sldId="342"/>
            <ac:spMk id="17" creationId="{8D44279E-4BE6-59AD-C6D1-78108263D1CB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5T08:48:46.529" v="50" actId="20577"/>
          <ac:spMkLst>
            <pc:docMk/>
            <pc:sldMk cId="661465298" sldId="342"/>
            <ac:spMk id="21" creationId="{4F078F07-9CEE-F863-E0CE-A463105D5F4F}"/>
          </ac:spMkLst>
        </pc:spChg>
        <pc:graphicFrameChg chg="modGraphic">
          <ac:chgData name="차영은(YEONGEUN CHA)[yeongeun.cha]/선임/제조DX.자동보정.RSND자동보정팀" userId="e4ba232c-cf2d-4452-bd1b-f0a465a6692d" providerId="ADAL" clId="{5E737E2E-1E08-4521-AABE-B215F9181699}" dt="2026-09-15T08:48:29.439" v="30" actId="20577"/>
          <ac:graphicFrameMkLst>
            <pc:docMk/>
            <pc:sldMk cId="661465298" sldId="342"/>
            <ac:graphicFrameMk id="14" creationId="{961EE5DC-4776-A2A8-D3C7-BD4704E2FB4A}"/>
          </ac:graphicFrameMkLst>
        </pc:graphicFrameChg>
        <pc:graphicFrameChg chg="mod">
          <ac:chgData name="차영은(YEONGEUN CHA)[yeongeun.cha]/선임/제조DX.자동보정.RSND자동보정팀" userId="e4ba232c-cf2d-4452-bd1b-f0a465a6692d" providerId="ADAL" clId="{5E737E2E-1E08-4521-AABE-B215F9181699}" dt="2026-09-15T08:48:34.372" v="31" actId="1076"/>
          <ac:graphicFrameMkLst>
            <pc:docMk/>
            <pc:sldMk cId="661465298" sldId="342"/>
            <ac:graphicFrameMk id="18" creationId="{14B6C7E6-E443-DC8A-4D0C-AEC09AD52AA5}"/>
          </ac:graphicFrameMkLst>
        </pc:graphicFrameChg>
        <pc:graphicFrameChg chg="del">
          <ac:chgData name="차영은(YEONGEUN CHA)[yeongeun.cha]/선임/제조DX.자동보정.RSND자동보정팀" userId="e4ba232c-cf2d-4452-bd1b-f0a465a6692d" providerId="ADAL" clId="{5E737E2E-1E08-4521-AABE-B215F9181699}" dt="2026-09-15T08:48:21.377" v="26" actId="478"/>
          <ac:graphicFrameMkLst>
            <pc:docMk/>
            <pc:sldMk cId="661465298" sldId="342"/>
            <ac:graphicFrameMk id="19" creationId="{9B92E172-7A15-81B5-9A18-027BCFA8E403}"/>
          </ac:graphicFrameMkLst>
        </pc:graphicFrame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25:01.890" v="274" actId="20577"/>
        <pc:sldMkLst>
          <pc:docMk/>
          <pc:sldMk cId="1642726127" sldId="344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25:01.890" v="274" actId="20577"/>
          <ac:spMkLst>
            <pc:docMk/>
            <pc:sldMk cId="1642726127" sldId="344"/>
            <ac:spMk id="13" creationId="{B0F42EEC-6055-A2E3-220F-C6CA8D97AB6E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7:56.297" v="295" actId="207"/>
        <pc:sldMkLst>
          <pc:docMk/>
          <pc:sldMk cId="678299215" sldId="346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7:56.297" v="295" actId="207"/>
          <ac:spMkLst>
            <pc:docMk/>
            <pc:sldMk cId="678299215" sldId="346"/>
            <ac:spMk id="54" creationId="{8030C1DC-5326-EC42-A029-1BE0A9D33AD1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24:13.845" v="262" actId="20577"/>
        <pc:sldMkLst>
          <pc:docMk/>
          <pc:sldMk cId="1685038010" sldId="349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24:13.845" v="262" actId="20577"/>
          <ac:spMkLst>
            <pc:docMk/>
            <pc:sldMk cId="1685038010" sldId="349"/>
            <ac:spMk id="34" creationId="{5C479A47-4E16-BC7C-34EB-658918D13778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0:00.894" v="308" actId="20577"/>
        <pc:sldMkLst>
          <pc:docMk/>
          <pc:sldMk cId="3521588699" sldId="354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0:00.894" v="308" actId="20577"/>
          <ac:spMkLst>
            <pc:docMk/>
            <pc:sldMk cId="3521588699" sldId="354"/>
            <ac:spMk id="30" creationId="{7673F75A-473D-96CE-E0D3-994F08DCA38E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7T04:23:58.322" v="258" actId="20577"/>
          <ac:spMkLst>
            <pc:docMk/>
            <pc:sldMk cId="3521588699" sldId="354"/>
            <ac:spMk id="34" creationId="{0DBB8F14-223A-56DE-7946-DE15F19C0CCB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6:24.814" v="286" actId="20577"/>
        <pc:sldMkLst>
          <pc:docMk/>
          <pc:sldMk cId="2312120207" sldId="356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6:24.814" v="286" actId="20577"/>
          <ac:spMkLst>
            <pc:docMk/>
            <pc:sldMk cId="2312120207" sldId="356"/>
            <ac:spMk id="3" creationId="{961BEFF6-3840-E717-8F50-2AA7E4054313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8:00.692" v="296" actId="207"/>
        <pc:sldMkLst>
          <pc:docMk/>
          <pc:sldMk cId="3978769968" sldId="357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8:00.692" v="296" actId="207"/>
          <ac:spMkLst>
            <pc:docMk/>
            <pc:sldMk cId="3978769968" sldId="357"/>
            <ac:spMk id="54" creationId="{8030C1DC-5326-EC42-A029-1BE0A9D33AD1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2:08.687" v="318" actId="20577"/>
        <pc:sldMkLst>
          <pc:docMk/>
          <pc:sldMk cId="999305360" sldId="360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2:08.687" v="318" actId="20577"/>
          <ac:spMkLst>
            <pc:docMk/>
            <pc:sldMk cId="999305360" sldId="360"/>
            <ac:spMk id="13" creationId="{AA979836-0918-7F92-3F64-DA17D7CA2D83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7T04:51:30.167" v="314" actId="20577"/>
          <ac:spMkLst>
            <pc:docMk/>
            <pc:sldMk cId="999305360" sldId="360"/>
            <ac:spMk id="21" creationId="{B5533EC2-3E98-BDA1-33B4-B3F4CFD17522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7:31.602" v="289" actId="207"/>
        <pc:sldMkLst>
          <pc:docMk/>
          <pc:sldMk cId="238870570" sldId="361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7:31.602" v="289" actId="207"/>
          <ac:spMkLst>
            <pc:docMk/>
            <pc:sldMk cId="238870570" sldId="361"/>
            <ac:spMk id="54" creationId="{8030C1DC-5326-EC42-A029-1BE0A9D33AD1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7:35.716" v="290" actId="207"/>
        <pc:sldMkLst>
          <pc:docMk/>
          <pc:sldMk cId="92261207" sldId="364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7:35.716" v="290" actId="207"/>
          <ac:spMkLst>
            <pc:docMk/>
            <pc:sldMk cId="92261207" sldId="364"/>
            <ac:spMk id="54" creationId="{8030C1DC-5326-EC42-A029-1BE0A9D33AD1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9:32.598" v="298" actId="20577"/>
        <pc:sldMkLst>
          <pc:docMk/>
          <pc:sldMk cId="3501312549" sldId="380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9:32.598" v="298" actId="20577"/>
          <ac:spMkLst>
            <pc:docMk/>
            <pc:sldMk cId="3501312549" sldId="380"/>
            <ac:spMk id="13" creationId="{B1F6AF25-0D3A-5DEF-1701-94ABFC49567D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23:28.947" v="248" actId="20577"/>
        <pc:sldMkLst>
          <pc:docMk/>
          <pc:sldMk cId="3572401588" sldId="384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23:28.947" v="248" actId="20577"/>
          <ac:spMkLst>
            <pc:docMk/>
            <pc:sldMk cId="3572401588" sldId="384"/>
            <ac:spMk id="7" creationId="{F8C488E4-45A5-19F5-41CE-0C6C7FDB6C5D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6:09.386" v="336" actId="20577"/>
        <pc:sldMkLst>
          <pc:docMk/>
          <pc:sldMk cId="1421194858" sldId="386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6:01.627" v="333" actId="20577"/>
          <ac:spMkLst>
            <pc:docMk/>
            <pc:sldMk cId="1421194858" sldId="386"/>
            <ac:spMk id="12" creationId="{9E4C4BF2-4631-4A60-C7E8-2DFE1CAB12FA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7T04:56:09.386" v="336" actId="20577"/>
          <ac:spMkLst>
            <pc:docMk/>
            <pc:sldMk cId="1421194858" sldId="386"/>
            <ac:spMk id="13" creationId="{5FD01129-B01B-A181-10EF-7EABB40A45D6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4:57.359" v="278" actId="20577"/>
        <pc:sldMkLst>
          <pc:docMk/>
          <pc:sldMk cId="2964207914" sldId="399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4:57.359" v="278" actId="20577"/>
          <ac:spMkLst>
            <pc:docMk/>
            <pc:sldMk cId="2964207914" sldId="399"/>
            <ac:spMk id="19" creationId="{7E1D3908-9832-B8C1-1F4F-8BE77E2B6FFA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5T08:53:22.679" v="238" actId="20577"/>
        <pc:sldMkLst>
          <pc:docMk/>
          <pc:sldMk cId="4050359468" sldId="400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5T08:52:21.354" v="55" actId="20577"/>
          <ac:spMkLst>
            <pc:docMk/>
            <pc:sldMk cId="4050359468" sldId="400"/>
            <ac:spMk id="6" creationId="{8434DB26-0989-42D9-FE33-922D5D878913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5T08:52:44.648" v="61" actId="20577"/>
          <ac:spMkLst>
            <pc:docMk/>
            <pc:sldMk cId="4050359468" sldId="400"/>
            <ac:spMk id="79" creationId="{6A48F3AD-C54E-4294-1198-C0F435D563BC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5T08:53:22.679" v="238" actId="20577"/>
          <ac:spMkLst>
            <pc:docMk/>
            <pc:sldMk cId="4050359468" sldId="400"/>
            <ac:spMk id="105" creationId="{2771C1D7-2247-F8F9-F1AA-79933194FFF0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8:16.007" v="355" actId="20577"/>
        <pc:sldMkLst>
          <pc:docMk/>
          <pc:sldMk cId="316323796" sldId="402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8:16.007" v="355" actId="20577"/>
          <ac:spMkLst>
            <pc:docMk/>
            <pc:sldMk cId="316323796" sldId="402"/>
            <ac:spMk id="3" creationId="{F9D7542C-0957-5E29-0B65-B07FAC9EA98C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2:05.591" v="316" actId="20577"/>
        <pc:sldMkLst>
          <pc:docMk/>
          <pc:sldMk cId="1546881092" sldId="409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2:05.591" v="316" actId="20577"/>
          <ac:spMkLst>
            <pc:docMk/>
            <pc:sldMk cId="1546881092" sldId="409"/>
            <ac:spMk id="30" creationId="{75CEF561-4C7B-5A10-1F01-A6A006700BA0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7T04:51:26.207" v="310" actId="20577"/>
          <ac:spMkLst>
            <pc:docMk/>
            <pc:sldMk cId="1546881092" sldId="409"/>
            <ac:spMk id="37" creationId="{3A648268-2222-8020-8956-FFB85C8B0E6B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49:37.879" v="300" actId="20577"/>
        <pc:sldMkLst>
          <pc:docMk/>
          <pc:sldMk cId="3908212712" sldId="413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49:37.879" v="300" actId="20577"/>
          <ac:spMkLst>
            <pc:docMk/>
            <pc:sldMk cId="3908212712" sldId="413"/>
            <ac:spMk id="30" creationId="{7673F75A-473D-96CE-E0D3-994F08DCA38E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7T04:23:50.096" v="250" actId="20577"/>
          <ac:spMkLst>
            <pc:docMk/>
            <pc:sldMk cId="3908212712" sldId="413"/>
            <ac:spMk id="34" creationId="{0DBB8F14-223A-56DE-7946-DE15F19C0CCB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6:12.631" v="338" actId="20577"/>
        <pc:sldMkLst>
          <pc:docMk/>
          <pc:sldMk cId="339509220" sldId="418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6:04.387" v="334" actId="20577"/>
          <ac:spMkLst>
            <pc:docMk/>
            <pc:sldMk cId="339509220" sldId="418"/>
            <ac:spMk id="2" creationId="{64C42B0E-366D-4FA9-E791-9879755AF763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7T04:56:12.631" v="338" actId="20577"/>
          <ac:spMkLst>
            <pc:docMk/>
            <pc:sldMk cId="339509220" sldId="418"/>
            <ac:spMk id="3" creationId="{FEE52821-67E5-94BA-1A39-4060CBDED7BC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7:47.052" v="350" actId="20577"/>
        <pc:sldMkLst>
          <pc:docMk/>
          <pc:sldMk cId="275474770" sldId="433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7:47.052" v="350" actId="20577"/>
          <ac:spMkLst>
            <pc:docMk/>
            <pc:sldMk cId="275474770" sldId="433"/>
            <ac:spMk id="11" creationId="{13775259-D263-E589-1DAC-748419BEB596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23:25.174" v="244" actId="20577"/>
        <pc:sldMkLst>
          <pc:docMk/>
          <pc:sldMk cId="2833016045" sldId="439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23:25.174" v="244" actId="20577"/>
          <ac:spMkLst>
            <pc:docMk/>
            <pc:sldMk cId="2833016045" sldId="439"/>
            <ac:spMk id="7" creationId="{F8C488E4-45A5-19F5-41CE-0C6C7FDB6C5D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5T00:22:45.390" v="1" actId="20577"/>
        <pc:sldMkLst>
          <pc:docMk/>
          <pc:sldMk cId="2751367990" sldId="746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5T00:22:45.390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53:39.005" v="332" actId="20577"/>
        <pc:sldMkLst>
          <pc:docMk/>
          <pc:sldMk cId="623629499" sldId="748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53:39.005" v="332" actId="20577"/>
          <ac:spMkLst>
            <pc:docMk/>
            <pc:sldMk cId="623629499" sldId="748"/>
            <ac:spMk id="3" creationId="{0397BA78-7EBE-49DE-3481-AA4E5201E03D}"/>
          </ac:spMkLst>
        </pc:spChg>
        <pc:spChg chg="mod">
          <ac:chgData name="차영은(YEONGEUN CHA)[yeongeun.cha]/선임/제조DX.자동보정.RSND자동보정팀" userId="e4ba232c-cf2d-4452-bd1b-f0a465a6692d" providerId="ADAL" clId="{5E737E2E-1E08-4521-AABE-B215F9181699}" dt="2026-09-17T04:53:33.347" v="330" actId="20577"/>
          <ac:spMkLst>
            <pc:docMk/>
            <pc:sldMk cId="623629499" sldId="748"/>
            <ac:spMk id="14" creationId="{C8DE30E1-55D7-72B6-5C4F-531E533FF387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5E737E2E-1E08-4521-AABE-B215F9181699}" dt="2026-09-17T04:23:08.313" v="240" actId="20577"/>
        <pc:sldMkLst>
          <pc:docMk/>
          <pc:sldMk cId="4122308118" sldId="2147483617"/>
        </pc:sldMkLst>
        <pc:spChg chg="mod">
          <ac:chgData name="차영은(YEONGEUN CHA)[yeongeun.cha]/선임/제조DX.자동보정.RSND자동보정팀" userId="e4ba232c-cf2d-4452-bd1b-f0a465a6692d" providerId="ADAL" clId="{5E737E2E-1E08-4521-AABE-B215F9181699}" dt="2026-09-17T04:23:08.313" v="240" actId="20577"/>
          <ac:spMkLst>
            <pc:docMk/>
            <pc:sldMk cId="4122308118" sldId="2147483617"/>
            <ac:spMk id="42" creationId="{51BF0D86-1DF9-4CDD-9ADF-D9D78254A144}"/>
          </ac:spMkLst>
        </pc:spChg>
      </pc:sldChg>
      <pc:sldMasterChg chg="modSp mod modSldLayout">
        <pc:chgData name="차영은(YEONGEUN CHA)[yeongeun.cha]/선임/제조DX.자동보정.RSND자동보정팀" userId="e4ba232c-cf2d-4452-bd1b-f0a465a6692d" providerId="ADAL" clId="{5E737E2E-1E08-4521-AABE-B215F9181699}" dt="2026-09-15T00:23:39.814" v="19" actId="20577"/>
        <pc:sldMasterMkLst>
          <pc:docMk/>
          <pc:sldMasterMk cId="2856474258" sldId="2147483926"/>
        </pc:sldMasterMkLst>
        <pc:spChg chg="mod">
          <ac:chgData name="차영은(YEONGEUN CHA)[yeongeun.cha]/선임/제조DX.자동보정.RSND자동보정팀" userId="e4ba232c-cf2d-4452-bd1b-f0a465a6692d" providerId="ADAL" clId="{5E737E2E-1E08-4521-AABE-B215F9181699}" dt="2026-09-15T00:22:59.833" v="3" actId="20577"/>
          <ac:spMkLst>
            <pc:docMk/>
            <pc:sldMasterMk cId="2856474258" sldId="2147483926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5E737E2E-1E08-4521-AABE-B215F9181699}" dt="2026-09-15T00:23:34.458" v="17" actId="20577"/>
          <pc:sldLayoutMkLst>
            <pc:docMk/>
            <pc:sldMasterMk cId="2856474258" sldId="2147483926"/>
            <pc:sldLayoutMk cId="1399280870" sldId="2147483927"/>
          </pc:sldLayoutMkLst>
          <pc:graphicFrameChg chg="modGraphic">
            <ac:chgData name="차영은(YEONGEUN CHA)[yeongeun.cha]/선임/제조DX.자동보정.RSND자동보정팀" userId="e4ba232c-cf2d-4452-bd1b-f0a465a6692d" providerId="ADAL" clId="{5E737E2E-1E08-4521-AABE-B215F9181699}" dt="2026-09-15T00:23:31.463" v="15" actId="20577"/>
            <ac:graphicFrameMkLst>
              <pc:docMk/>
              <pc:sldMasterMk cId="2856474258" sldId="2147483926"/>
              <pc:sldLayoutMk cId="1399280870" sldId="2147483927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5E737E2E-1E08-4521-AABE-B215F9181699}" dt="2026-09-15T00:23:34.458" v="17" actId="20577"/>
            <ac:graphicFrameMkLst>
              <pc:docMk/>
              <pc:sldMasterMk cId="2856474258" sldId="2147483926"/>
              <pc:sldLayoutMk cId="1399280870" sldId="2147483927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5E737E2E-1E08-4521-AABE-B215F9181699}" dt="2026-09-15T00:23:39.814" v="19" actId="20577"/>
          <pc:sldLayoutMkLst>
            <pc:docMk/>
            <pc:sldMasterMk cId="2856474258" sldId="2147483926"/>
            <pc:sldLayoutMk cId="383816557" sldId="2147483928"/>
          </pc:sldLayoutMkLst>
          <pc:graphicFrameChg chg="modGraphic">
            <ac:chgData name="차영은(YEONGEUN CHA)[yeongeun.cha]/선임/제조DX.자동보정.RSND자동보정팀" userId="e4ba232c-cf2d-4452-bd1b-f0a465a6692d" providerId="ADAL" clId="{5E737E2E-1E08-4521-AABE-B215F9181699}" dt="2026-09-15T00:23:39.814" v="19" actId="20577"/>
            <ac:graphicFrameMkLst>
              <pc:docMk/>
              <pc:sldMasterMk cId="2856474258" sldId="2147483926"/>
              <pc:sldLayoutMk cId="383816557" sldId="2147483928"/>
              <ac:graphicFrameMk id="3" creationId="{8100811F-687F-3281-8CE1-309FC13722E0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5E737E2E-1E08-4521-AABE-B215F9181699}" dt="2026-09-15T00:23:25.574" v="13" actId="20577"/>
          <pc:sldLayoutMkLst>
            <pc:docMk/>
            <pc:sldMasterMk cId="2856474258" sldId="2147483926"/>
            <pc:sldLayoutMk cId="431942297" sldId="2147483956"/>
          </pc:sldLayoutMkLst>
          <pc:graphicFrameChg chg="modGraphic">
            <ac:chgData name="차영은(YEONGEUN CHA)[yeongeun.cha]/선임/제조DX.자동보정.RSND자동보정팀" userId="e4ba232c-cf2d-4452-bd1b-f0a465a6692d" providerId="ADAL" clId="{5E737E2E-1E08-4521-AABE-B215F9181699}" dt="2026-09-15T00:23:25.574" v="13" actId="20577"/>
            <ac:graphicFrameMkLst>
              <pc:docMk/>
              <pc:sldMasterMk cId="2856474258" sldId="2147483926"/>
              <pc:sldLayoutMk cId="431942297" sldId="2147483956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5E737E2E-1E08-4521-AABE-B215F9181699}" dt="2026-09-15T00:23:19.066" v="11" actId="20577"/>
            <ac:graphicFrameMkLst>
              <pc:docMk/>
              <pc:sldMasterMk cId="2856474258" sldId="2147483926"/>
              <pc:sldLayoutMk cId="431942297" sldId="2147483956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5E737E2E-1E08-4521-AABE-B215F9181699}" dt="2026-09-15T00:23:15.085" v="9" actId="20577"/>
          <pc:sldLayoutMkLst>
            <pc:docMk/>
            <pc:sldMasterMk cId="2856474258" sldId="2147483926"/>
            <pc:sldLayoutMk cId="431942297" sldId="2147483962"/>
          </pc:sldLayoutMkLst>
          <pc:graphicFrameChg chg="modGraphic">
            <ac:chgData name="차영은(YEONGEUN CHA)[yeongeun.cha]/선임/제조DX.자동보정.RSND자동보정팀" userId="e4ba232c-cf2d-4452-bd1b-f0a465a6692d" providerId="ADAL" clId="{5E737E2E-1E08-4521-AABE-B215F9181699}" dt="2026-09-15T00:23:15.085" v="9" actId="20577"/>
            <ac:graphicFrameMkLst>
              <pc:docMk/>
              <pc:sldMasterMk cId="2856474258" sldId="2147483926"/>
              <pc:sldLayoutMk cId="431942297" sldId="2147483962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5E737E2E-1E08-4521-AABE-B215F9181699}" dt="2026-09-15T00:23:12.694" v="7" actId="20577"/>
            <ac:graphicFrameMkLst>
              <pc:docMk/>
              <pc:sldMasterMk cId="2856474258" sldId="2147483926"/>
              <pc:sldLayoutMk cId="431942297" sldId="2147483962"/>
              <ac:graphicFrameMk id="33" creationId="{3833E550-6C35-B912-9D04-3025DA16CA8C}"/>
            </ac:graphicFrameMkLst>
          </pc:graphicFrameChg>
        </pc:sldLayoutChg>
      </pc:sldMasterChg>
      <pc:sldMasterChg chg="modSp mod modSldLayout">
        <pc:chgData name="차영은(YEONGEUN CHA)[yeongeun.cha]/선임/제조DX.자동보정.RSND자동보정팀" userId="e4ba232c-cf2d-4452-bd1b-f0a465a6692d" providerId="ADAL" clId="{5E737E2E-1E08-4521-AABE-B215F9181699}" dt="2026-09-15T00:23:52.965" v="25" actId="20577"/>
        <pc:sldMasterMkLst>
          <pc:docMk/>
          <pc:sldMasterMk cId="3554001616" sldId="2147483943"/>
        </pc:sldMasterMkLst>
        <pc:spChg chg="mod">
          <ac:chgData name="차영은(YEONGEUN CHA)[yeongeun.cha]/선임/제조DX.자동보정.RSND자동보정팀" userId="e4ba232c-cf2d-4452-bd1b-f0a465a6692d" providerId="ADAL" clId="{5E737E2E-1E08-4521-AABE-B215F9181699}" dt="2026-09-15T00:23:06.736" v="5" actId="20577"/>
          <ac:spMkLst>
            <pc:docMk/>
            <pc:sldMasterMk cId="3554001616" sldId="2147483943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5E737E2E-1E08-4521-AABE-B215F9181699}" dt="2026-09-15T00:23:49.509" v="23" actId="20577"/>
          <pc:sldLayoutMkLst>
            <pc:docMk/>
            <pc:sldMasterMk cId="3554001616" sldId="2147483943"/>
            <pc:sldLayoutMk cId="1070217101" sldId="2147483945"/>
          </pc:sldLayoutMkLst>
          <pc:graphicFrameChg chg="modGraphic">
            <ac:chgData name="차영은(YEONGEUN CHA)[yeongeun.cha]/선임/제조DX.자동보정.RSND자동보정팀" userId="e4ba232c-cf2d-4452-bd1b-f0a465a6692d" providerId="ADAL" clId="{5E737E2E-1E08-4521-AABE-B215F9181699}" dt="2026-09-15T00:23:46.364" v="21" actId="20577"/>
            <ac:graphicFrameMkLst>
              <pc:docMk/>
              <pc:sldMasterMk cId="3554001616" sldId="2147483943"/>
              <pc:sldLayoutMk cId="1070217101" sldId="2147483945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5E737E2E-1E08-4521-AABE-B215F9181699}" dt="2026-09-15T00:23:49.509" v="23" actId="20577"/>
            <ac:graphicFrameMkLst>
              <pc:docMk/>
              <pc:sldMasterMk cId="3554001616" sldId="2147483943"/>
              <pc:sldLayoutMk cId="1070217101" sldId="2147483945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5E737E2E-1E08-4521-AABE-B215F9181699}" dt="2026-09-15T00:23:52.965" v="25" actId="20577"/>
          <pc:sldLayoutMkLst>
            <pc:docMk/>
            <pc:sldMasterMk cId="3554001616" sldId="2147483943"/>
            <pc:sldLayoutMk cId="4071920373" sldId="2147483946"/>
          </pc:sldLayoutMkLst>
          <pc:graphicFrameChg chg="modGraphic">
            <ac:chgData name="차영은(YEONGEUN CHA)[yeongeun.cha]/선임/제조DX.자동보정.RSND자동보정팀" userId="e4ba232c-cf2d-4452-bd1b-f0a465a6692d" providerId="ADAL" clId="{5E737E2E-1E08-4521-AABE-B215F9181699}" dt="2026-09-15T00:23:52.965" v="25" actId="20577"/>
            <ac:graphicFrameMkLst>
              <pc:docMk/>
              <pc:sldMasterMk cId="3554001616" sldId="2147483943"/>
              <pc:sldLayoutMk cId="4071920373" sldId="2147483946"/>
              <ac:graphicFrameMk id="3" creationId="{8100811F-687F-3281-8CE1-309FC13722E0}"/>
            </ac:graphicFrameMkLst>
          </pc:graphicFrameChg>
        </pc:sldLayoutChg>
      </pc:sldMasterChg>
    </pc:docChg>
  </pc:docChgLst>
  <pc:docChgLst>
    <pc:chgData name="황재웅(JAEWOONG HWANG)[xyxowen1234]/선임/제조DX.자동보정.조립자동보정팀" userId="84481fad-ac5e-4a35-844e-8829e3f0212e" providerId="ADAL" clId="{C503E258-7475-4D1C-BDE2-F4425EB0C88C}"/>
    <pc:docChg chg="undo custSel modSld">
      <pc:chgData name="황재웅(JAEWOONG HWANG)[xyxowen1234]/선임/제조DX.자동보정.조립자동보정팀" userId="84481fad-ac5e-4a35-844e-8829e3f0212e" providerId="ADAL" clId="{C503E258-7475-4D1C-BDE2-F4425EB0C88C}" dt="2026-09-01T06:05:26.374" v="960"/>
      <pc:docMkLst>
        <pc:docMk/>
      </pc:docMkLst>
      <pc:sldChg chg="addSp modSp mod">
        <pc:chgData name="황재웅(JAEWOONG HWANG)[xyxowen1234]/선임/제조DX.자동보정.조립자동보정팀" userId="84481fad-ac5e-4a35-844e-8829e3f0212e" providerId="ADAL" clId="{C503E258-7475-4D1C-BDE2-F4425EB0C88C}" dt="2026-09-01T06:05:26.374" v="960"/>
        <pc:sldMkLst>
          <pc:docMk/>
          <pc:sldMk cId="2754141989" sldId="379"/>
        </pc:sldMkLst>
        <pc:spChg chg="add mod">
          <ac:chgData name="황재웅(JAEWOONG HWANG)[xyxowen1234]/선임/제조DX.자동보정.조립자동보정팀" userId="84481fad-ac5e-4a35-844e-8829e3f0212e" providerId="ADAL" clId="{C503E258-7475-4D1C-BDE2-F4425EB0C88C}" dt="2026-09-01T01:21:11.405" v="669" actId="1035"/>
          <ac:spMkLst>
            <pc:docMk/>
            <pc:sldMk cId="2754141989" sldId="379"/>
            <ac:spMk id="2" creationId="{5C1B9713-AF1D-5D3D-DD83-AEC8E851296F}"/>
          </ac:spMkLst>
        </pc:spChg>
        <pc:spChg chg="mod">
          <ac:chgData name="황재웅(JAEWOONG HWANG)[xyxowen1234]/선임/제조DX.자동보정.조립자동보정팀" userId="84481fad-ac5e-4a35-844e-8829e3f0212e" providerId="ADAL" clId="{C503E258-7475-4D1C-BDE2-F4425EB0C88C}" dt="2026-09-01T01:21:26.115" v="689" actId="20577"/>
          <ac:spMkLst>
            <pc:docMk/>
            <pc:sldMk cId="2754141989" sldId="379"/>
            <ac:spMk id="7" creationId="{76597178-0C46-359F-C512-80C28D96C117}"/>
          </ac:spMkLst>
        </pc:spChg>
        <pc:spChg chg="mod">
          <ac:chgData name="황재웅(JAEWOONG HWANG)[xyxowen1234]/선임/제조DX.자동보정.조립자동보정팀" userId="84481fad-ac5e-4a35-844e-8829e3f0212e" providerId="ADAL" clId="{C503E258-7475-4D1C-BDE2-F4425EB0C88C}" dt="2026-09-01T01:37:52.806" v="810" actId="207"/>
          <ac:spMkLst>
            <pc:docMk/>
            <pc:sldMk cId="2754141989" sldId="379"/>
            <ac:spMk id="13" creationId="{5FF8737D-25B4-3F86-DA9F-764B719CC85D}"/>
          </ac:spMkLst>
        </pc:spChg>
        <pc:spChg chg="mod">
          <ac:chgData name="황재웅(JAEWOONG HWANG)[xyxowen1234]/선임/제조DX.자동보정.조립자동보정팀" userId="84481fad-ac5e-4a35-844e-8829e3f0212e" providerId="ADAL" clId="{C503E258-7475-4D1C-BDE2-F4425EB0C88C}" dt="2026-09-01T01:18:55.492" v="112" actId="207"/>
          <ac:spMkLst>
            <pc:docMk/>
            <pc:sldMk cId="2754141989" sldId="379"/>
            <ac:spMk id="27" creationId="{0B68C88F-FA23-087C-D829-EE5E94D5E992}"/>
          </ac:spMkLst>
        </pc:spChg>
        <pc:spChg chg="mod">
          <ac:chgData name="황재웅(JAEWOONG HWANG)[xyxowen1234]/선임/제조DX.자동보정.조립자동보정팀" userId="84481fad-ac5e-4a35-844e-8829e3f0212e" providerId="ADAL" clId="{C503E258-7475-4D1C-BDE2-F4425EB0C88C}" dt="2026-09-01T01:18:55.492" v="112" actId="207"/>
          <ac:spMkLst>
            <pc:docMk/>
            <pc:sldMk cId="2754141989" sldId="379"/>
            <ac:spMk id="32" creationId="{CF3FAB99-CA53-21B5-3F4A-2249897E845D}"/>
          </ac:spMkLst>
        </pc:spChg>
        <pc:spChg chg="mod">
          <ac:chgData name="황재웅(JAEWOONG HWANG)[xyxowen1234]/선임/제조DX.자동보정.조립자동보정팀" userId="84481fad-ac5e-4a35-844e-8829e3f0212e" providerId="ADAL" clId="{C503E258-7475-4D1C-BDE2-F4425EB0C88C}" dt="2026-09-01T01:18:55.492" v="112" actId="207"/>
          <ac:spMkLst>
            <pc:docMk/>
            <pc:sldMk cId="2754141989" sldId="379"/>
            <ac:spMk id="33" creationId="{DD9F4FE0-D404-2C11-7C36-C5FEB18CAAC4}"/>
          </ac:spMkLst>
        </pc:spChg>
        <pc:spChg chg="mod">
          <ac:chgData name="황재웅(JAEWOONG HWANG)[xyxowen1234]/선임/제조DX.자동보정.조립자동보정팀" userId="84481fad-ac5e-4a35-844e-8829e3f0212e" providerId="ADAL" clId="{C503E258-7475-4D1C-BDE2-F4425EB0C88C}" dt="2026-09-01T06:05:24.082" v="953"/>
          <ac:spMkLst>
            <pc:docMk/>
            <pc:sldMk cId="2754141989" sldId="379"/>
            <ac:spMk id="36" creationId="{8C5E7C45-07FA-0858-806B-6A5D879F2438}"/>
          </ac:spMkLst>
        </pc:spChg>
        <pc:spChg chg="mod">
          <ac:chgData name="황재웅(JAEWOONG HWANG)[xyxowen1234]/선임/제조DX.자동보정.조립자동보정팀" userId="84481fad-ac5e-4a35-844e-8829e3f0212e" providerId="ADAL" clId="{C503E258-7475-4D1C-BDE2-F4425EB0C88C}" dt="2026-09-01T01:35:11.845" v="794"/>
          <ac:spMkLst>
            <pc:docMk/>
            <pc:sldMk cId="2754141989" sldId="379"/>
            <ac:spMk id="63" creationId="{8F574C29-AFCD-66C3-4402-15CDB7A031E7}"/>
          </ac:spMkLst>
        </pc:spChg>
        <pc:grpChg chg="mod">
          <ac:chgData name="황재웅(JAEWOONG HWANG)[xyxowen1234]/선임/제조DX.자동보정.조립자동보정팀" userId="84481fad-ac5e-4a35-844e-8829e3f0212e" providerId="ADAL" clId="{C503E258-7475-4D1C-BDE2-F4425EB0C88C}" dt="2026-09-01T01:21:16.937" v="681" actId="1035"/>
          <ac:grpSpMkLst>
            <pc:docMk/>
            <pc:sldMk cId="2754141989" sldId="379"/>
            <ac:grpSpMk id="35" creationId="{AFA3866A-9B58-79FF-EF03-D314728724F2}"/>
          </ac:grpSpMkLst>
        </pc:grpChg>
        <pc:graphicFrameChg chg="mod modGraphic">
          <ac:chgData name="황재웅(JAEWOONG HWANG)[xyxowen1234]/선임/제조DX.자동보정.조립자동보정팀" userId="84481fad-ac5e-4a35-844e-8829e3f0212e" providerId="ADAL" clId="{C503E258-7475-4D1C-BDE2-F4425EB0C88C}" dt="2026-09-01T06:05:26.374" v="960"/>
          <ac:graphicFrameMkLst>
            <pc:docMk/>
            <pc:sldMk cId="2754141989" sldId="379"/>
            <ac:graphicFrameMk id="15" creationId="{EDC805A3-B3C6-5141-B676-1B8FB84DD1F2}"/>
          </ac:graphicFrameMkLst>
        </pc:graphicFrameChg>
      </pc:sldChg>
    </pc:docChg>
  </pc:docChgLst>
  <pc:docChgLst>
    <pc:chgData name="최문석(MOON SEOK CHOI)[mschoi19]/책임/제조DX.자동보정.자동보정선행개발팀" userId="b461c574-904d-49dd-b4c4-a0a522fe5e7c" providerId="ADAL" clId="{251DA73A-6081-497B-B799-28F2CCBDBE47}"/>
    <pc:docChg chg="undo custSel modSld">
      <pc:chgData name="최문석(MOON SEOK CHOI)[mschoi19]/책임/제조DX.자동보정.자동보정선행개발팀" userId="b461c574-904d-49dd-b4c4-a0a522fe5e7c" providerId="ADAL" clId="{251DA73A-6081-497B-B799-28F2CCBDBE47}" dt="2026-08-12T01:46:21.110" v="890" actId="478"/>
      <pc:docMkLst>
        <pc:docMk/>
      </pc:docMkLst>
      <pc:sldChg chg="modSp mod">
        <pc:chgData name="최문석(MOON SEOK CHOI)[mschoi19]/책임/제조DX.자동보정.자동보정선행개발팀" userId="b461c574-904d-49dd-b4c4-a0a522fe5e7c" providerId="ADAL" clId="{251DA73A-6081-497B-B799-28F2CCBDBE47}" dt="2026-08-12T01:33:42.509" v="494" actId="20577"/>
        <pc:sldMkLst>
          <pc:docMk/>
          <pc:sldMk cId="1329909849" sldId="261"/>
        </pc:sldMkLst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33:42.509" v="494" actId="20577"/>
          <ac:spMkLst>
            <pc:docMk/>
            <pc:sldMk cId="1329909849" sldId="261"/>
            <ac:spMk id="7" creationId="{C19DCC39-960B-65E7-46B8-BF0210E803F4}"/>
          </ac:spMkLst>
        </pc:spChg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33:35.526" v="490" actId="207"/>
          <ac:spMkLst>
            <pc:docMk/>
            <pc:sldMk cId="1329909849" sldId="261"/>
            <ac:spMk id="8" creationId="{5D526505-D42E-9057-C001-0852EA8A52FC}"/>
          </ac:spMkLst>
        </pc:spChg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33:27.870" v="489"/>
          <ac:spMkLst>
            <pc:docMk/>
            <pc:sldMk cId="1329909849" sldId="261"/>
            <ac:spMk id="26" creationId="{57A85ABB-4A07-FB6F-D954-AEA65B471025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251DA73A-6081-497B-B799-28F2CCBDBE47}" dt="2026-08-12T01:30:36.269" v="104"/>
        <pc:sldMkLst>
          <pc:docMk/>
          <pc:sldMk cId="928751940" sldId="266"/>
        </pc:sldMkLst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30:36.269" v="104"/>
          <ac:spMkLst>
            <pc:docMk/>
            <pc:sldMk cId="928751940" sldId="266"/>
            <ac:spMk id="8" creationId="{4D7CA610-EF36-A835-C1D0-D7653D39AA4E}"/>
          </ac:spMkLst>
        </pc:spChg>
      </pc:sldChg>
      <pc:sldChg chg="delSp modSp mod">
        <pc:chgData name="최문석(MOON SEOK CHOI)[mschoi19]/책임/제조DX.자동보정.자동보정선행개발팀" userId="b461c574-904d-49dd-b4c4-a0a522fe5e7c" providerId="ADAL" clId="{251DA73A-6081-497B-B799-28F2CCBDBE47}" dt="2026-08-12T01:46:21.110" v="890" actId="478"/>
        <pc:sldMkLst>
          <pc:docMk/>
          <pc:sldMk cId="2114474638" sldId="312"/>
        </pc:sldMkLst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46:00.368" v="889"/>
          <ac:spMkLst>
            <pc:docMk/>
            <pc:sldMk cId="2114474638" sldId="312"/>
            <ac:spMk id="19" creationId="{1988D2CF-F024-5909-FDED-6AB4B56B22DE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251DA73A-6081-497B-B799-28F2CCBDBE47}" dt="2026-08-12T01:33:55.327" v="506" actId="20577"/>
        <pc:sldMkLst>
          <pc:docMk/>
          <pc:sldMk cId="1767993320" sldId="324"/>
        </pc:sldMkLst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33:55.327" v="506" actId="20577"/>
          <ac:spMkLst>
            <pc:docMk/>
            <pc:sldMk cId="1767993320" sldId="324"/>
            <ac:spMk id="16" creationId="{F49D00FE-AF2E-74AA-4922-481FEC90E68B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251DA73A-6081-497B-B799-28F2CCBDBE47}" dt="2026-08-12T01:36:40.529" v="862" actId="20577"/>
        <pc:sldMkLst>
          <pc:docMk/>
          <pc:sldMk cId="679677941" sldId="339"/>
        </pc:sldMkLst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36:40.529" v="862" actId="20577"/>
          <ac:spMkLst>
            <pc:docMk/>
            <pc:sldMk cId="679677941" sldId="339"/>
            <ac:spMk id="7" creationId="{C19DCC39-960B-65E7-46B8-BF0210E803F4}"/>
          </ac:spMkLst>
        </pc:spChg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36:36.996" v="858" actId="20577"/>
          <ac:spMkLst>
            <pc:docMk/>
            <pc:sldMk cId="679677941" sldId="339"/>
            <ac:spMk id="19" creationId="{1988D2CF-F024-5909-FDED-6AB4B56B22DE}"/>
          </ac:spMkLst>
        </pc:spChg>
      </pc:sldChg>
      <pc:sldChg chg="delSp modSp mod">
        <pc:chgData name="최문석(MOON SEOK CHOI)[mschoi19]/책임/제조DX.자동보정.자동보정선행개발팀" userId="b461c574-904d-49dd-b4c4-a0a522fe5e7c" providerId="ADAL" clId="{251DA73A-6081-497B-B799-28F2CCBDBE47}" dt="2026-08-12T01:36:45.095" v="866" actId="20577"/>
        <pc:sldMkLst>
          <pc:docMk/>
          <pc:sldMk cId="907841183" sldId="396"/>
        </pc:sldMkLst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36:45.095" v="866" actId="20577"/>
          <ac:spMkLst>
            <pc:docMk/>
            <pc:sldMk cId="907841183" sldId="396"/>
            <ac:spMk id="16" creationId="{F49D00FE-AF2E-74AA-4922-481FEC90E68B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251DA73A-6081-497B-B799-28F2CCBDBE47}" dt="2026-08-12T01:33:51.233" v="502" actId="20577"/>
        <pc:sldMkLst>
          <pc:docMk/>
          <pc:sldMk cId="2867748510" sldId="408"/>
        </pc:sldMkLst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33:51.233" v="502" actId="20577"/>
          <ac:spMkLst>
            <pc:docMk/>
            <pc:sldMk cId="2867748510" sldId="408"/>
            <ac:spMk id="16" creationId="{432BB680-BBED-2F2B-C789-5B3A61E89253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251DA73A-6081-497B-B799-28F2CCBDBE47}" dt="2026-08-12T01:33:46.280" v="498" actId="20577"/>
        <pc:sldMkLst>
          <pc:docMk/>
          <pc:sldMk cId="215568041" sldId="430"/>
        </pc:sldMkLst>
        <pc:spChg chg="mod">
          <ac:chgData name="최문석(MOON SEOK CHOI)[mschoi19]/책임/제조DX.자동보정.자동보정선행개발팀" userId="b461c574-904d-49dd-b4c4-a0a522fe5e7c" providerId="ADAL" clId="{251DA73A-6081-497B-B799-28F2CCBDBE47}" dt="2026-08-12T01:33:46.280" v="498" actId="20577"/>
          <ac:spMkLst>
            <pc:docMk/>
            <pc:sldMk cId="215568041" sldId="430"/>
            <ac:spMk id="16" creationId="{432BB680-BBED-2F2B-C789-5B3A61E89253}"/>
          </ac:spMkLst>
        </pc:spChg>
      </pc:sldChg>
    </pc:docChg>
  </pc:docChgLst>
  <pc:docChgLst>
    <pc:chgData name="엄광호(KWANGHO EUM)[eum_kh]/팀장/제조DX.자동보정.MC자동보정팀" userId="S::eum_kh@lgensol.com::0c104bed-bfc5-4d8d-93da-4ded022c412f" providerId="AD" clId="Web-{293A555C-06AD-D10C-DFD9-70A8FBC3FFFC}"/>
    <pc:docChg chg="sldOrd">
      <pc:chgData name="엄광호(KWANGHO EUM)[eum_kh]/팀장/제조DX.자동보정.MC자동보정팀" userId="S::eum_kh@lgensol.com::0c104bed-bfc5-4d8d-93da-4ded022c412f" providerId="AD" clId="Web-{293A555C-06AD-D10C-DFD9-70A8FBC3FFFC}" dt="2026-09-16T23:30:06.969" v="0"/>
      <pc:docMkLst>
        <pc:docMk/>
      </pc:docMkLst>
      <pc:sldChg chg="ord">
        <pc:chgData name="엄광호(KWANGHO EUM)[eum_kh]/팀장/제조DX.자동보정.MC자동보정팀" userId="S::eum_kh@lgensol.com::0c104bed-bfc5-4d8d-93da-4ded022c412f" providerId="AD" clId="Web-{293A555C-06AD-D10C-DFD9-70A8FBC3FFFC}" dt="2026-09-16T23:30:06.969" v="0"/>
        <pc:sldMkLst>
          <pc:docMk/>
          <pc:sldMk cId="414644102" sldId="352"/>
        </pc:sldMkLst>
      </pc:sldChg>
    </pc:docChg>
  </pc:docChgLst>
  <pc:docChgLst>
    <pc:chgData name="박연탁(YEONTARK PARK)[parkyt]/책임/제조DX.자동보정.자동보정선행개발팀" userId="S::parkyt@lgensol.com::ed32861b-bebc-4d6e-be9d-42a82b4a008b" providerId="AD" clId="Web-{DFCD9C0F-18A7-7FD9-5CB0-9429B8D8A6A4}"/>
    <pc:docChg chg="modSld">
      <pc:chgData name="박연탁(YEONTARK PARK)[parkyt]/책임/제조DX.자동보정.자동보정선행개발팀" userId="S::parkyt@lgensol.com::ed32861b-bebc-4d6e-be9d-42a82b4a008b" providerId="AD" clId="Web-{DFCD9C0F-18A7-7FD9-5CB0-9429B8D8A6A4}" dt="2026-08-19T02:59:57.702" v="6" actId="20577"/>
      <pc:docMkLst>
        <pc:docMk/>
      </pc:docMkLst>
    </pc:docChg>
  </pc:docChgLst>
  <pc:docChgLst>
    <pc:chgData name="박연탁(YEONTARK PARK)[parkyt]/책임/제조DX.자동보정.자동보정선행개발팀" userId="S::parkyt@lgensol.com::ed32861b-bebc-4d6e-be9d-42a82b4a008b" providerId="AD" clId="Web-{92F337A4-6FD2-9E6D-D55D-104C3E9ECA9E}"/>
    <pc:docChg chg="modSld">
      <pc:chgData name="박연탁(YEONTARK PARK)[parkyt]/책임/제조DX.자동보정.자동보정선행개발팀" userId="S::parkyt@lgensol.com::ed32861b-bebc-4d6e-be9d-42a82b4a008b" providerId="AD" clId="Web-{92F337A4-6FD2-9E6D-D55D-104C3E9ECA9E}" dt="2026-09-15T10:46:21.010" v="4" actId="20577"/>
      <pc:docMkLst>
        <pc:docMk/>
      </pc:docMkLst>
      <pc:sldChg chg="modSp">
        <pc:chgData name="박연탁(YEONTARK PARK)[parkyt]/책임/제조DX.자동보정.자동보정선행개발팀" userId="S::parkyt@lgensol.com::ed32861b-bebc-4d6e-be9d-42a82b4a008b" providerId="AD" clId="Web-{92F337A4-6FD2-9E6D-D55D-104C3E9ECA9E}" dt="2026-09-15T10:46:21.010" v="4" actId="20577"/>
        <pc:sldMkLst>
          <pc:docMk/>
          <pc:sldMk cId="1770964036" sldId="258"/>
        </pc:sldMkLst>
        <pc:spChg chg="mod">
          <ac:chgData name="박연탁(YEONTARK PARK)[parkyt]/책임/제조DX.자동보정.자동보정선행개발팀" userId="S::parkyt@lgensol.com::ed32861b-bebc-4d6e-be9d-42a82b4a008b" providerId="AD" clId="Web-{92F337A4-6FD2-9E6D-D55D-104C3E9ECA9E}" dt="2026-09-15T10:46:21.010" v="4" actId="20577"/>
          <ac:spMkLst>
            <pc:docMk/>
            <pc:sldMk cId="1770964036" sldId="258"/>
            <ac:spMk id="17" creationId="{2B8DB565-1F9F-0BA9-BC00-00A940B01B0E}"/>
          </ac:spMkLst>
        </pc:spChg>
      </pc:sldChg>
    </pc:docChg>
  </pc:docChgLst>
  <pc:docChgLst>
    <pc:chgData name="김종환(JONGHWAN KIM)[jhkim1750]/책임/제조DX.자동보정.MC자동보정팀" userId="85eb5721-10b6-43e6-be8d-61a2287bb1b3" providerId="ADAL" clId="{D27ED625-8CE6-48C2-94F7-BF181DCEB343}"/>
    <pc:docChg chg="undo custSel modSld sldOrd">
      <pc:chgData name="김종환(JONGHWAN KIM)[jhkim1750]/책임/제조DX.자동보정.MC자동보정팀" userId="85eb5721-10b6-43e6-be8d-61a2287bb1b3" providerId="ADAL" clId="{D27ED625-8CE6-48C2-94F7-BF181DCEB343}" dt="2026-09-01T02:23:37.762" v="2229"/>
      <pc:docMkLst>
        <pc:docMk/>
      </pc:docMkLst>
      <pc:sldChg chg="modSp mod ord">
        <pc:chgData name="김종환(JONGHWAN KIM)[jhkim1750]/책임/제조DX.자동보정.MC자동보정팀" userId="85eb5721-10b6-43e6-be8d-61a2287bb1b3" providerId="ADAL" clId="{D27ED625-8CE6-48C2-94F7-BF181DCEB343}" dt="2026-09-01T02:22:57.158" v="2213" actId="20577"/>
        <pc:sldMkLst>
          <pc:docMk/>
          <pc:sldMk cId="3548227425" sldId="322"/>
        </pc:sldMkLst>
        <pc:spChg chg="mod">
          <ac:chgData name="김종환(JONGHWAN KIM)[jhkim1750]/책임/제조DX.자동보정.MC자동보정팀" userId="85eb5721-10b6-43e6-be8d-61a2287bb1b3" providerId="ADAL" clId="{D27ED625-8CE6-48C2-94F7-BF181DCEB343}" dt="2026-09-01T02:22:57.158" v="2213" actId="20577"/>
          <ac:spMkLst>
            <pc:docMk/>
            <pc:sldMk cId="3548227425" sldId="322"/>
            <ac:spMk id="3" creationId="{9840ECEE-38D0-EA5E-DB36-9DDEF015825A}"/>
          </ac:spMkLst>
        </pc:spChg>
        <pc:spChg chg="mod">
          <ac:chgData name="김종환(JONGHWAN KIM)[jhkim1750]/책임/제조DX.자동보정.MC자동보정팀" userId="85eb5721-10b6-43e6-be8d-61a2287bb1b3" providerId="ADAL" clId="{D27ED625-8CE6-48C2-94F7-BF181DCEB343}" dt="2026-09-01T02:15:17.614" v="1051" actId="20577"/>
          <ac:spMkLst>
            <pc:docMk/>
            <pc:sldMk cId="3548227425" sldId="322"/>
            <ac:spMk id="7" creationId="{8F89D843-D256-6012-EF95-2DF1105019B5}"/>
          </ac:spMkLst>
        </pc:spChg>
        <pc:spChg chg="mod">
          <ac:chgData name="김종환(JONGHWAN KIM)[jhkim1750]/책임/제조DX.자동보정.MC자동보정팀" userId="85eb5721-10b6-43e6-be8d-61a2287bb1b3" providerId="ADAL" clId="{D27ED625-8CE6-48C2-94F7-BF181DCEB343}" dt="2026-09-01T02:22:10.342" v="2208"/>
          <ac:spMkLst>
            <pc:docMk/>
            <pc:sldMk cId="3548227425" sldId="322"/>
            <ac:spMk id="11" creationId="{537FC6C8-6619-2204-B1C9-C07CB552BC29}"/>
          </ac:spMkLst>
        </pc:spChg>
        <pc:spChg chg="mod">
          <ac:chgData name="김종환(JONGHWAN KIM)[jhkim1750]/책임/제조DX.자동보정.MC자동보정팀" userId="85eb5721-10b6-43e6-be8d-61a2287bb1b3" providerId="ADAL" clId="{D27ED625-8CE6-48C2-94F7-BF181DCEB343}" dt="2026-09-01T02:22:39.042" v="2209" actId="14100"/>
          <ac:spMkLst>
            <pc:docMk/>
            <pc:sldMk cId="3548227425" sldId="322"/>
            <ac:spMk id="27" creationId="{DEF9D4D7-8CFF-D874-A4F8-1DB0B52F705A}"/>
          </ac:spMkLst>
        </pc:spChg>
        <pc:graphicFrameChg chg="mod">
          <ac:chgData name="김종환(JONGHWAN KIM)[jhkim1750]/책임/제조DX.자동보정.MC자동보정팀" userId="85eb5721-10b6-43e6-be8d-61a2287bb1b3" providerId="ADAL" clId="{D27ED625-8CE6-48C2-94F7-BF181DCEB343}" dt="2026-09-01T02:21:04.700" v="2173" actId="1035"/>
          <ac:graphicFrameMkLst>
            <pc:docMk/>
            <pc:sldMk cId="3548227425" sldId="322"/>
            <ac:graphicFrameMk id="34" creationId="{DC68C6E4-DFA5-97FD-B70A-4AE2F8B228BE}"/>
          </ac:graphicFrameMkLst>
        </pc:graphicFrameChg>
      </pc:sldChg>
      <pc:sldChg chg="modSp mod">
        <pc:chgData name="김종환(JONGHWAN KIM)[jhkim1750]/책임/제조DX.자동보정.MC자동보정팀" userId="85eb5721-10b6-43e6-be8d-61a2287bb1b3" providerId="ADAL" clId="{D27ED625-8CE6-48C2-94F7-BF181DCEB343}" dt="2026-09-01T02:23:37.762" v="2229"/>
        <pc:sldMkLst>
          <pc:docMk/>
          <pc:sldMk cId="3231850307" sldId="411"/>
        </pc:sldMkLst>
        <pc:spChg chg="mod">
          <ac:chgData name="김종환(JONGHWAN KIM)[jhkim1750]/책임/제조DX.자동보정.MC자동보정팀" userId="85eb5721-10b6-43e6-be8d-61a2287bb1b3" providerId="ADAL" clId="{D27ED625-8CE6-48C2-94F7-BF181DCEB343}" dt="2026-09-01T02:23:37.762" v="2229"/>
          <ac:spMkLst>
            <pc:docMk/>
            <pc:sldMk cId="3231850307" sldId="411"/>
            <ac:spMk id="10" creationId="{AEA47A33-7D52-0506-3AB1-ED368AE87514}"/>
          </ac:spMkLst>
        </pc:spChg>
      </pc:sldChg>
    </pc:docChg>
  </pc:docChgLst>
  <pc:docChgLst>
    <pc:chgData name="정돈규(DONKYU JUNG)[donkyu]/팀장/제조DX.자동보정.RSND자동보정팀" userId="129dd0d3-f7f1-47f5-9573-5d4a6dd9ccfb" providerId="ADAL" clId="{1554E789-61D5-43F7-9F07-959AC9CC1650}"/>
    <pc:docChg chg="undo custSel modSld">
      <pc:chgData name="정돈규(DONKYU JUNG)[donkyu]/팀장/제조DX.자동보정.RSND자동보정팀" userId="129dd0d3-f7f1-47f5-9573-5d4a6dd9ccfb" providerId="ADAL" clId="{1554E789-61D5-43F7-9F07-959AC9CC1650}" dt="2026-08-19T06:58:30.190" v="3608" actId="20577"/>
      <pc:docMkLst>
        <pc:docMk/>
      </pc:docMkLst>
      <pc:sldChg chg="addSp delSp modSp mod">
        <pc:chgData name="정돈규(DONKYU JUNG)[donkyu]/팀장/제조DX.자동보정.RSND자동보정팀" userId="129dd0d3-f7f1-47f5-9573-5d4a6dd9ccfb" providerId="ADAL" clId="{1554E789-61D5-43F7-9F07-959AC9CC1650}" dt="2026-08-19T06:57:54.119" v="3594" actId="20577"/>
        <pc:sldMkLst>
          <pc:docMk/>
          <pc:sldMk cId="318835780" sldId="348"/>
        </pc:sldMkLst>
        <pc:spChg chg="mod">
          <ac:chgData name="정돈규(DONKYU JUNG)[donkyu]/팀장/제조DX.자동보정.RSND자동보정팀" userId="129dd0d3-f7f1-47f5-9573-5d4a6dd9ccfb" providerId="ADAL" clId="{1554E789-61D5-43F7-9F07-959AC9CC1650}" dt="2026-08-19T02:15:24.045" v="329" actId="20577"/>
          <ac:spMkLst>
            <pc:docMk/>
            <pc:sldMk cId="318835780" sldId="348"/>
            <ac:spMk id="8" creationId="{044CCC0A-C677-A445-6A3F-26925CAD22F6}"/>
          </ac:spMkLst>
        </pc:spChg>
        <pc:spChg chg="mod">
          <ac:chgData name="정돈규(DONKYU JUNG)[donkyu]/팀장/제조DX.자동보정.RSND자동보정팀" userId="129dd0d3-f7f1-47f5-9573-5d4a6dd9ccfb" providerId="ADAL" clId="{1554E789-61D5-43F7-9F07-959AC9CC1650}" dt="2026-08-19T06:57:54.119" v="3594" actId="20577"/>
          <ac:spMkLst>
            <pc:docMk/>
            <pc:sldMk cId="318835780" sldId="348"/>
            <ac:spMk id="14" creationId="{2F54B4B4-594E-6A50-C481-1A791E885C7C}"/>
          </ac:spMkLst>
        </pc:spChg>
      </pc:sldChg>
      <pc:sldChg chg="delSp modSp mod">
        <pc:chgData name="정돈규(DONKYU JUNG)[donkyu]/팀장/제조DX.자동보정.RSND자동보정팀" userId="129dd0d3-f7f1-47f5-9573-5d4a6dd9ccfb" providerId="ADAL" clId="{1554E789-61D5-43F7-9F07-959AC9CC1650}" dt="2026-08-19T05:42:29.735" v="3285" actId="20577"/>
        <pc:sldMkLst>
          <pc:docMk/>
          <pc:sldMk cId="2137932498" sldId="355"/>
        </pc:sldMkLst>
        <pc:spChg chg="mod">
          <ac:chgData name="정돈규(DONKYU JUNG)[donkyu]/팀장/제조DX.자동보정.RSND자동보정팀" userId="129dd0d3-f7f1-47f5-9573-5d4a6dd9ccfb" providerId="ADAL" clId="{1554E789-61D5-43F7-9F07-959AC9CC1650}" dt="2026-08-19T05:42:29.735" v="3285" actId="20577"/>
          <ac:spMkLst>
            <pc:docMk/>
            <pc:sldMk cId="2137932498" sldId="355"/>
            <ac:spMk id="2" creationId="{C369D80D-66B4-288D-797D-0F067C94E92F}"/>
          </ac:spMkLst>
        </pc:spChg>
      </pc:sldChg>
      <pc:sldChg chg="delSp modSp mod">
        <pc:chgData name="정돈규(DONKYU JUNG)[donkyu]/팀장/제조DX.자동보정.RSND자동보정팀" userId="129dd0d3-f7f1-47f5-9573-5d4a6dd9ccfb" providerId="ADAL" clId="{1554E789-61D5-43F7-9F07-959AC9CC1650}" dt="2026-08-19T06:58:30.190" v="3608" actId="20577"/>
        <pc:sldMkLst>
          <pc:docMk/>
          <pc:sldMk cId="316323796" sldId="402"/>
        </pc:sldMkLst>
        <pc:spChg chg="mod">
          <ac:chgData name="정돈규(DONKYU JUNG)[donkyu]/팀장/제조DX.자동보정.RSND자동보정팀" userId="129dd0d3-f7f1-47f5-9573-5d4a6dd9ccfb" providerId="ADAL" clId="{1554E789-61D5-43F7-9F07-959AC9CC1650}" dt="2026-08-19T06:58:30.190" v="3608" actId="20577"/>
          <ac:spMkLst>
            <pc:docMk/>
            <pc:sldMk cId="316323796" sldId="402"/>
            <ac:spMk id="48" creationId="{96460B87-F1EC-3FBA-B4DB-EB03F13123BE}"/>
          </ac:spMkLst>
        </pc:spChg>
        <pc:spChg chg="mod">
          <ac:chgData name="정돈규(DONKYU JUNG)[donkyu]/팀장/제조DX.자동보정.RSND자동보정팀" userId="129dd0d3-f7f1-47f5-9573-5d4a6dd9ccfb" providerId="ADAL" clId="{1554E789-61D5-43F7-9F07-959AC9CC1650}" dt="2026-08-19T06:26:26.445" v="3469" actId="20577"/>
          <ac:spMkLst>
            <pc:docMk/>
            <pc:sldMk cId="316323796" sldId="402"/>
            <ac:spMk id="139" creationId="{4001A99D-100E-C902-97DE-C29D4F766E97}"/>
          </ac:spMkLst>
        </pc:spChg>
      </pc:sldChg>
    </pc:docChg>
  </pc:docChgLst>
  <pc:docChgLst>
    <pc:chgData name="김치완(CHIWAN KIM)[kimchiwan04]/책임/제조DX.자동보정.RSND자동보정팀" userId="S::kimchiwan04@lgensol.com::022829bc-3ea1-441b-b8a3-451705c4a94d" providerId="AD" clId="Web-{B6CCD17D-6AD1-814C-19AB-39601BBB4069}"/>
    <pc:docChg chg="modSld">
      <pc:chgData name="김치완(CHIWAN KIM)[kimchiwan04]/책임/제조DX.자동보정.RSND자동보정팀" userId="S::kimchiwan04@lgensol.com::022829bc-3ea1-441b-b8a3-451705c4a94d" providerId="AD" clId="Web-{B6CCD17D-6AD1-814C-19AB-39601BBB4069}" dt="2026-08-18T23:52:05.122" v="219" actId="20577"/>
      <pc:docMkLst>
        <pc:docMk/>
      </pc:docMkLst>
      <pc:sldChg chg="modSp">
        <pc:chgData name="김치완(CHIWAN KIM)[kimchiwan04]/책임/제조DX.자동보정.RSND자동보정팀" userId="S::kimchiwan04@lgensol.com::022829bc-3ea1-441b-b8a3-451705c4a94d" providerId="AD" clId="Web-{B6CCD17D-6AD1-814C-19AB-39601BBB4069}" dt="2026-08-18T23:51:22.276" v="217" actId="20577"/>
        <pc:sldMkLst>
          <pc:docMk/>
          <pc:sldMk cId="316323796" sldId="402"/>
        </pc:sldMkLst>
        <pc:spChg chg="mod">
          <ac:chgData name="김치완(CHIWAN KIM)[kimchiwan04]/책임/제조DX.자동보정.RSND자동보정팀" userId="S::kimchiwan04@lgensol.com::022829bc-3ea1-441b-b8a3-451705c4a94d" providerId="AD" clId="Web-{B6CCD17D-6AD1-814C-19AB-39601BBB4069}" dt="2026-08-18T23:51:09.806" v="216" actId="20577"/>
          <ac:spMkLst>
            <pc:docMk/>
            <pc:sldMk cId="316323796" sldId="402"/>
            <ac:spMk id="139" creationId="{4001A99D-100E-C902-97DE-C29D4F766E97}"/>
          </ac:spMkLst>
        </pc:spChg>
        <pc:spChg chg="mod">
          <ac:chgData name="김치완(CHIWAN KIM)[kimchiwan04]/책임/제조DX.자동보정.RSND자동보정팀" userId="S::kimchiwan04@lgensol.com::022829bc-3ea1-441b-b8a3-451705c4a94d" providerId="AD" clId="Web-{B6CCD17D-6AD1-814C-19AB-39601BBB4069}" dt="2026-08-18T23:51:22.276" v="217" actId="20577"/>
          <ac:spMkLst>
            <pc:docMk/>
            <pc:sldMk cId="316323796" sldId="402"/>
            <ac:spMk id="157" creationId="{9B28912B-4347-A792-5175-7BF8A11A195B}"/>
          </ac:spMkLst>
        </pc:spChg>
      </pc:sldChg>
      <pc:sldChg chg="modSp">
        <pc:chgData name="김치완(CHIWAN KIM)[kimchiwan04]/책임/제조DX.자동보정.RSND자동보정팀" userId="S::kimchiwan04@lgensol.com::022829bc-3ea1-441b-b8a3-451705c4a94d" providerId="AD" clId="Web-{B6CCD17D-6AD1-814C-19AB-39601BBB4069}" dt="2026-08-18T23:51:42.683" v="218" actId="20577"/>
        <pc:sldMkLst>
          <pc:docMk/>
          <pc:sldMk cId="3929383520" sldId="407"/>
        </pc:sldMkLst>
        <pc:spChg chg="mod">
          <ac:chgData name="김치완(CHIWAN KIM)[kimchiwan04]/책임/제조DX.자동보정.RSND자동보정팀" userId="S::kimchiwan04@lgensol.com::022829bc-3ea1-441b-b8a3-451705c4a94d" providerId="AD" clId="Web-{B6CCD17D-6AD1-814C-19AB-39601BBB4069}" dt="2026-08-18T23:51:42.683" v="218" actId="20577"/>
          <ac:spMkLst>
            <pc:docMk/>
            <pc:sldMk cId="3929383520" sldId="407"/>
            <ac:spMk id="7" creationId="{5F6DCF5A-C812-C79A-3E4D-3B5DB39B7269}"/>
          </ac:spMkLst>
        </pc:spChg>
      </pc:sldChg>
      <pc:sldChg chg="modSp">
        <pc:chgData name="김치완(CHIWAN KIM)[kimchiwan04]/책임/제조DX.자동보정.RSND자동보정팀" userId="S::kimchiwan04@lgensol.com::022829bc-3ea1-441b-b8a3-451705c4a94d" providerId="AD" clId="Web-{B6CCD17D-6AD1-814C-19AB-39601BBB4069}" dt="2026-08-18T23:52:05.122" v="219" actId="20577"/>
        <pc:sldMkLst>
          <pc:docMk/>
          <pc:sldMk cId="556584264" sldId="440"/>
        </pc:sldMkLst>
        <pc:spChg chg="mod">
          <ac:chgData name="김치완(CHIWAN KIM)[kimchiwan04]/책임/제조DX.자동보정.RSND자동보정팀" userId="S::kimchiwan04@lgensol.com::022829bc-3ea1-441b-b8a3-451705c4a94d" providerId="AD" clId="Web-{B6CCD17D-6AD1-814C-19AB-39601BBB4069}" dt="2026-08-18T23:52:05.122" v="219" actId="20577"/>
          <ac:spMkLst>
            <pc:docMk/>
            <pc:sldMk cId="556584264" sldId="440"/>
            <ac:spMk id="7" creationId="{5F6DCF5A-C812-C79A-3E4D-3B5DB39B7269}"/>
          </ac:spMkLst>
        </pc:spChg>
        <pc:spChg chg="mod">
          <ac:chgData name="김치완(CHIWAN KIM)[kimchiwan04]/책임/제조DX.자동보정.RSND자동보정팀" userId="S::kimchiwan04@lgensol.com::022829bc-3ea1-441b-b8a3-451705c4a94d" providerId="AD" clId="Web-{B6CCD17D-6AD1-814C-19AB-39601BBB4069}" dt="2026-08-18T23:50:52.337" v="214" actId="20577"/>
          <ac:spMkLst>
            <pc:docMk/>
            <pc:sldMk cId="556584264" sldId="440"/>
            <ac:spMk id="8" creationId="{4E4C90C9-A019-5679-6ED0-4DA8526529E6}"/>
          </ac:spMkLst>
        </pc:spChg>
        <pc:graphicFrameChg chg="mod modGraphic">
          <ac:chgData name="김치완(CHIWAN KIM)[kimchiwan04]/책임/제조DX.자동보정.RSND자동보정팀" userId="S::kimchiwan04@lgensol.com::022829bc-3ea1-441b-b8a3-451705c4a94d" providerId="AD" clId="Web-{B6CCD17D-6AD1-814C-19AB-39601BBB4069}" dt="2026-08-18T23:50:15.116" v="212"/>
          <ac:graphicFrameMkLst>
            <pc:docMk/>
            <pc:sldMk cId="556584264" sldId="440"/>
            <ac:graphicFrameMk id="12" creationId="{B9F3B7CC-1945-8DF7-D0AA-7E8D3ABF1C7B}"/>
          </ac:graphicFrameMkLst>
        </pc:graphicFrameChg>
      </pc:sldChg>
    </pc:docChg>
  </pc:docChgLst>
  <pc:docChgLst>
    <pc:chgData name="최가을(GAEUL CHOI)[gaeul_choi]/선임/제조DX.자동보정.MC자동보정팀" userId="530680f4-fbc6-468a-9c4b-7cc53ec80c4a" providerId="ADAL" clId="{37375BDE-7119-45A4-BEB1-A11FAF7A38C2}"/>
    <pc:docChg chg="custSel modSld">
      <pc:chgData name="최가을(GAEUL CHOI)[gaeul_choi]/선임/제조DX.자동보정.MC자동보정팀" userId="530680f4-fbc6-468a-9c4b-7cc53ec80c4a" providerId="ADAL" clId="{37375BDE-7119-45A4-BEB1-A11FAF7A38C2}" dt="2026-08-11T23:29:42.325" v="396" actId="400"/>
      <pc:docMkLst>
        <pc:docMk/>
      </pc:docMkLst>
      <pc:sldChg chg="modSp mod">
        <pc:chgData name="최가을(GAEUL CHOI)[gaeul_choi]/선임/제조DX.자동보정.MC자동보정팀" userId="530680f4-fbc6-468a-9c4b-7cc53ec80c4a" providerId="ADAL" clId="{37375BDE-7119-45A4-BEB1-A11FAF7A38C2}" dt="2026-08-10T22:56:41.959" v="124" actId="20577"/>
        <pc:sldMkLst>
          <pc:docMk/>
          <pc:sldMk cId="3606521851" sldId="256"/>
        </pc:sldMkLst>
        <pc:spChg chg="mod">
          <ac:chgData name="최가을(GAEUL CHOI)[gaeul_choi]/선임/제조DX.자동보정.MC자동보정팀" userId="530680f4-fbc6-468a-9c4b-7cc53ec80c4a" providerId="ADAL" clId="{37375BDE-7119-45A4-BEB1-A11FAF7A38C2}" dt="2026-08-10T22:56:41.959" v="124" actId="20577"/>
          <ac:spMkLst>
            <pc:docMk/>
            <pc:sldMk cId="3606521851" sldId="256"/>
            <ac:spMk id="7" creationId="{3F13345C-F75D-EB4A-4DD1-E59B547712E6}"/>
          </ac:spMkLst>
        </pc:spChg>
        <pc:spChg chg="mod">
          <ac:chgData name="최가을(GAEUL CHOI)[gaeul_choi]/선임/제조DX.자동보정.MC자동보정팀" userId="530680f4-fbc6-468a-9c4b-7cc53ec80c4a" providerId="ADAL" clId="{37375BDE-7119-45A4-BEB1-A11FAF7A38C2}" dt="2026-08-10T22:56:14.288" v="112" actId="207"/>
          <ac:spMkLst>
            <pc:docMk/>
            <pc:sldMk cId="3606521851" sldId="256"/>
            <ac:spMk id="16" creationId="{FB8E79B3-0D6D-ACD0-E98D-3051665AE19F}"/>
          </ac:spMkLst>
        </pc:spChg>
      </pc:sldChg>
      <pc:sldChg chg="modSp mod">
        <pc:chgData name="최가을(GAEUL CHOI)[gaeul_choi]/선임/제조DX.자동보정.MC자동보정팀" userId="530680f4-fbc6-468a-9c4b-7cc53ec80c4a" providerId="ADAL" clId="{37375BDE-7119-45A4-BEB1-A11FAF7A38C2}" dt="2026-08-10T22:57:50.329" v="146" actId="207"/>
        <pc:sldMkLst>
          <pc:docMk/>
          <pc:sldMk cId="3970612940" sldId="329"/>
        </pc:sldMkLst>
        <pc:spChg chg="mod">
          <ac:chgData name="최가을(GAEUL CHOI)[gaeul_choi]/선임/제조DX.자동보정.MC자동보정팀" userId="530680f4-fbc6-468a-9c4b-7cc53ec80c4a" providerId="ADAL" clId="{37375BDE-7119-45A4-BEB1-A11FAF7A38C2}" dt="2026-08-10T22:56:37.542" v="120" actId="20577"/>
          <ac:spMkLst>
            <pc:docMk/>
            <pc:sldMk cId="3970612940" sldId="329"/>
            <ac:spMk id="7" creationId="{3F13345C-F75D-EB4A-4DD1-E59B547712E6}"/>
          </ac:spMkLst>
        </pc:spChg>
        <pc:spChg chg="mod">
          <ac:chgData name="최가을(GAEUL CHOI)[gaeul_choi]/선임/제조DX.자동보정.MC자동보정팀" userId="530680f4-fbc6-468a-9c4b-7cc53ec80c4a" providerId="ADAL" clId="{37375BDE-7119-45A4-BEB1-A11FAF7A38C2}" dt="2026-08-10T22:57:50.329" v="146" actId="207"/>
          <ac:spMkLst>
            <pc:docMk/>
            <pc:sldMk cId="3970612940" sldId="329"/>
            <ac:spMk id="10" creationId="{D0D0E927-B543-AC32-EC3A-82EF783FD995}"/>
          </ac:spMkLst>
        </pc:spChg>
      </pc:sldChg>
      <pc:sldChg chg="addSp modSp mod">
        <pc:chgData name="최가을(GAEUL CHOI)[gaeul_choi]/선임/제조DX.자동보정.MC자동보정팀" userId="530680f4-fbc6-468a-9c4b-7cc53ec80c4a" providerId="ADAL" clId="{37375BDE-7119-45A4-BEB1-A11FAF7A38C2}" dt="2026-08-10T23:00:29.890" v="297" actId="20577"/>
        <pc:sldMkLst>
          <pc:docMk/>
          <pc:sldMk cId="1417770791" sldId="747"/>
        </pc:sldMkLst>
        <pc:spChg chg="mod">
          <ac:chgData name="최가을(GAEUL CHOI)[gaeul_choi]/선임/제조DX.자동보정.MC자동보정팀" userId="530680f4-fbc6-468a-9c4b-7cc53ec80c4a" providerId="ADAL" clId="{37375BDE-7119-45A4-BEB1-A11FAF7A38C2}" dt="2026-08-10T23:00:29.890" v="297" actId="20577"/>
          <ac:spMkLst>
            <pc:docMk/>
            <pc:sldMk cId="1417770791" sldId="747"/>
            <ac:spMk id="5" creationId="{77B34011-1F67-38F5-CDBA-55AA234ECBCD}"/>
          </ac:spMkLst>
        </pc:spChg>
        <pc:spChg chg="add mod">
          <ac:chgData name="최가을(GAEUL CHOI)[gaeul_choi]/선임/제조DX.자동보정.MC자동보정팀" userId="530680f4-fbc6-468a-9c4b-7cc53ec80c4a" providerId="ADAL" clId="{37375BDE-7119-45A4-BEB1-A11FAF7A38C2}" dt="2026-08-10T22:59:59.457" v="293" actId="1076"/>
          <ac:spMkLst>
            <pc:docMk/>
            <pc:sldMk cId="1417770791" sldId="747"/>
            <ac:spMk id="6" creationId="{A9C317DD-1019-3DC1-A1A4-A0D1902D7895}"/>
          </ac:spMkLst>
        </pc:spChg>
        <pc:spChg chg="mod">
          <ac:chgData name="최가을(GAEUL CHOI)[gaeul_choi]/선임/제조DX.자동보정.MC자동보정팀" userId="530680f4-fbc6-468a-9c4b-7cc53ec80c4a" providerId="ADAL" clId="{37375BDE-7119-45A4-BEB1-A11FAF7A38C2}" dt="2026-08-10T22:58:17.176" v="151" actId="20577"/>
          <ac:spMkLst>
            <pc:docMk/>
            <pc:sldMk cId="1417770791" sldId="747"/>
            <ac:spMk id="15" creationId="{60D418AC-87D1-1361-F382-54580D486581}"/>
          </ac:spMkLst>
        </pc:spChg>
        <pc:spChg chg="mod">
          <ac:chgData name="최가을(GAEUL CHOI)[gaeul_choi]/선임/제조DX.자동보정.MC자동보정팀" userId="530680f4-fbc6-468a-9c4b-7cc53ec80c4a" providerId="ADAL" clId="{37375BDE-7119-45A4-BEB1-A11FAF7A38C2}" dt="2026-08-10T22:56:46.679" v="128" actId="20577"/>
          <ac:spMkLst>
            <pc:docMk/>
            <pc:sldMk cId="1417770791" sldId="747"/>
            <ac:spMk id="25" creationId="{F763AEEB-526E-8057-48DD-A4DCA13D31B7}"/>
          </ac:spMkLst>
        </pc:spChg>
        <pc:spChg chg="mod">
          <ac:chgData name="최가을(GAEUL CHOI)[gaeul_choi]/선임/제조DX.자동보정.MC자동보정팀" userId="530680f4-fbc6-468a-9c4b-7cc53ec80c4a" providerId="ADAL" clId="{37375BDE-7119-45A4-BEB1-A11FAF7A38C2}" dt="2026-08-10T22:58:22.332" v="165" actId="1036"/>
          <ac:spMkLst>
            <pc:docMk/>
            <pc:sldMk cId="1417770791" sldId="747"/>
            <ac:spMk id="52" creationId="{1558B584-5451-7B5E-116F-C9EEC0E6C68B}"/>
          </ac:spMkLst>
        </pc:spChg>
        <pc:graphicFrameChg chg="modGraphic">
          <ac:chgData name="최가을(GAEUL CHOI)[gaeul_choi]/선임/제조DX.자동보정.MC자동보정팀" userId="530680f4-fbc6-468a-9c4b-7cc53ec80c4a" providerId="ADAL" clId="{37375BDE-7119-45A4-BEB1-A11FAF7A38C2}" dt="2026-08-10T23:00:06.547" v="296" actId="113"/>
          <ac:graphicFrameMkLst>
            <pc:docMk/>
            <pc:sldMk cId="1417770791" sldId="747"/>
            <ac:graphicFrameMk id="8" creationId="{55077EF0-C515-68B8-72FC-866A37A2819D}"/>
          </ac:graphicFrameMkLst>
        </pc:graphicFrameChg>
        <pc:graphicFrameChg chg="modGraphic">
          <ac:chgData name="최가을(GAEUL CHOI)[gaeul_choi]/선임/제조DX.자동보정.MC자동보정팀" userId="530680f4-fbc6-468a-9c4b-7cc53ec80c4a" providerId="ADAL" clId="{37375BDE-7119-45A4-BEB1-A11FAF7A38C2}" dt="2026-08-10T22:58:27.253" v="166" actId="207"/>
          <ac:graphicFrameMkLst>
            <pc:docMk/>
            <pc:sldMk cId="1417770791" sldId="747"/>
            <ac:graphicFrameMk id="10" creationId="{936B9609-882B-E136-9489-2810323605FB}"/>
          </ac:graphicFrameMkLst>
        </pc:graphicFrameChg>
      </pc:sldChg>
    </pc:docChg>
  </pc:docChgLst>
  <pc:docChgLst>
    <pc:chgData name="박수종(SUJONG PARK)[sujong.park]/팀장/제조DX.자동보정.조립자동보정팀" userId="ab82824d-b00b-4730-b1d5-e6a89197d8e8" providerId="ADAL" clId="{4B64BCE3-E113-4E1B-B980-D0D3A01FFA3B}"/>
    <pc:docChg chg="custSel modSld">
      <pc:chgData name="박수종(SUJONG PARK)[sujong.park]/팀장/제조DX.자동보정.조립자동보정팀" userId="ab82824d-b00b-4730-b1d5-e6a89197d8e8" providerId="ADAL" clId="{4B64BCE3-E113-4E1B-B980-D0D3A01FFA3B}" dt="2026-09-23T06:22:26.838" v="11" actId="478"/>
      <pc:docMkLst>
        <pc:docMk/>
      </pc:docMkLst>
      <pc:sldChg chg="delSp modSp mod">
        <pc:chgData name="박수종(SUJONG PARK)[sujong.park]/팀장/제조DX.자동보정.조립자동보정팀" userId="ab82824d-b00b-4730-b1d5-e6a89197d8e8" providerId="ADAL" clId="{4B64BCE3-E113-4E1B-B980-D0D3A01FFA3B}" dt="2026-09-23T06:22:26.838" v="11" actId="478"/>
        <pc:sldMkLst>
          <pc:docMk/>
          <pc:sldMk cId="3266697761" sldId="2278"/>
        </pc:sldMkLst>
        <pc:spChg chg="mod">
          <ac:chgData name="박수종(SUJONG PARK)[sujong.park]/팀장/제조DX.자동보정.조립자동보정팀" userId="ab82824d-b00b-4730-b1d5-e6a89197d8e8" providerId="ADAL" clId="{4B64BCE3-E113-4E1B-B980-D0D3A01FFA3B}" dt="2026-09-23T06:22:10.408" v="9" actId="20577"/>
          <ac:spMkLst>
            <pc:docMk/>
            <pc:sldMk cId="3266697761" sldId="2278"/>
            <ac:spMk id="3" creationId="{FA989627-D337-A87A-296A-932B058907A6}"/>
          </ac:spMkLst>
        </pc:spChg>
        <pc:spChg chg="mod">
          <ac:chgData name="박수종(SUJONG PARK)[sujong.park]/팀장/제조DX.자동보정.조립자동보정팀" userId="ab82824d-b00b-4730-b1d5-e6a89197d8e8" providerId="ADAL" clId="{4B64BCE3-E113-4E1B-B980-D0D3A01FFA3B}" dt="2026-09-23T06:22:07.182" v="7"/>
          <ac:spMkLst>
            <pc:docMk/>
            <pc:sldMk cId="3266697761" sldId="2278"/>
            <ac:spMk id="4" creationId="{1D2DF48D-6186-506B-9435-4572500CC477}"/>
          </ac:spMkLst>
        </pc:spChg>
        <pc:spChg chg="mod">
          <ac:chgData name="박수종(SUJONG PARK)[sujong.park]/팀장/제조DX.자동보정.조립자동보정팀" userId="ab82824d-b00b-4730-b1d5-e6a89197d8e8" providerId="ADAL" clId="{4B64BCE3-E113-4E1B-B980-D0D3A01FFA3B}" dt="2026-09-23T06:22:20.341" v="10"/>
          <ac:spMkLst>
            <pc:docMk/>
            <pc:sldMk cId="3266697761" sldId="2278"/>
            <ac:spMk id="6" creationId="{4FE47786-FD95-2330-26CD-D41C098892F7}"/>
          </ac:spMkLst>
        </pc:spChg>
        <pc:picChg chg="del">
          <ac:chgData name="박수종(SUJONG PARK)[sujong.park]/팀장/제조DX.자동보정.조립자동보정팀" userId="ab82824d-b00b-4730-b1d5-e6a89197d8e8" providerId="ADAL" clId="{4B64BCE3-E113-4E1B-B980-D0D3A01FFA3B}" dt="2026-09-23T06:22:26.838" v="11" actId="478"/>
          <ac:picMkLst>
            <pc:docMk/>
            <pc:sldMk cId="3266697761" sldId="2278"/>
            <ac:picMk id="5" creationId="{C3FC0D68-3336-A642-8AFD-E48334246F76}"/>
          </ac:picMkLst>
        </pc:picChg>
      </pc:sldChg>
      <pc:sldChg chg="modSp mod">
        <pc:chgData name="박수종(SUJONG PARK)[sujong.park]/팀장/제조DX.자동보정.조립자동보정팀" userId="ab82824d-b00b-4730-b1d5-e6a89197d8e8" providerId="ADAL" clId="{4B64BCE3-E113-4E1B-B980-D0D3A01FFA3B}" dt="2026-09-23T06:21:36.894" v="3" actId="20577"/>
        <pc:sldMkLst>
          <pc:docMk/>
          <pc:sldMk cId="2440852975" sldId="2147481923"/>
        </pc:sldMkLst>
        <pc:spChg chg="mod">
          <ac:chgData name="박수종(SUJONG PARK)[sujong.park]/팀장/제조DX.자동보정.조립자동보정팀" userId="ab82824d-b00b-4730-b1d5-e6a89197d8e8" providerId="ADAL" clId="{4B64BCE3-E113-4E1B-B980-D0D3A01FFA3B}" dt="2026-09-23T06:21:36.894" v="3" actId="20577"/>
          <ac:spMkLst>
            <pc:docMk/>
            <pc:sldMk cId="2440852975" sldId="2147481923"/>
            <ac:spMk id="6" creationId="{426D7752-9184-00D0-D165-3030B2D6CF10}"/>
          </ac:spMkLst>
        </pc:spChg>
        <pc:spChg chg="mod">
          <ac:chgData name="박수종(SUJONG PARK)[sujong.park]/팀장/제조DX.자동보정.조립자동보정팀" userId="ab82824d-b00b-4730-b1d5-e6a89197d8e8" providerId="ADAL" clId="{4B64BCE3-E113-4E1B-B980-D0D3A01FFA3B}" dt="2026-09-23T06:21:25.851" v="0"/>
          <ac:spMkLst>
            <pc:docMk/>
            <pc:sldMk cId="2440852975" sldId="2147481923"/>
            <ac:spMk id="8" creationId="{15F53CAF-F66B-F9C1-E491-3AA04B375EDD}"/>
          </ac:spMkLst>
        </pc:spChg>
        <pc:spChg chg="mod">
          <ac:chgData name="박수종(SUJONG PARK)[sujong.park]/팀장/제조DX.자동보정.조립자동보정팀" userId="ab82824d-b00b-4730-b1d5-e6a89197d8e8" providerId="ADAL" clId="{4B64BCE3-E113-4E1B-B980-D0D3A01FFA3B}" dt="2026-09-23T06:21:31.511" v="1"/>
          <ac:spMkLst>
            <pc:docMk/>
            <pc:sldMk cId="2440852975" sldId="2147481923"/>
            <ac:spMk id="9" creationId="{A63E9F7E-1B5B-B8F9-EBCF-2481D865579F}"/>
          </ac:spMkLst>
        </pc:spChg>
      </pc:sldChg>
      <pc:sldChg chg="modSp mod">
        <pc:chgData name="박수종(SUJONG PARK)[sujong.park]/팀장/제조DX.자동보정.조립자동보정팀" userId="ab82824d-b00b-4730-b1d5-e6a89197d8e8" providerId="ADAL" clId="{4B64BCE3-E113-4E1B-B980-D0D3A01FFA3B}" dt="2026-09-23T06:21:54.144" v="6" actId="20577"/>
        <pc:sldMkLst>
          <pc:docMk/>
          <pc:sldMk cId="2543445665" sldId="2147483561"/>
        </pc:sldMkLst>
        <pc:spChg chg="mod">
          <ac:chgData name="박수종(SUJONG PARK)[sujong.park]/팀장/제조DX.자동보정.조립자동보정팀" userId="ab82824d-b00b-4730-b1d5-e6a89197d8e8" providerId="ADAL" clId="{4B64BCE3-E113-4E1B-B980-D0D3A01FFA3B}" dt="2026-09-23T06:21:54.144" v="6" actId="20577"/>
          <ac:spMkLst>
            <pc:docMk/>
            <pc:sldMk cId="2543445665" sldId="2147483561"/>
            <ac:spMk id="3" creationId="{D500E21D-3DDF-ECB7-263D-14F9679641C3}"/>
          </ac:spMkLst>
        </pc:spChg>
        <pc:spChg chg="mod">
          <ac:chgData name="박수종(SUJONG PARK)[sujong.park]/팀장/제조DX.자동보정.조립자동보정팀" userId="ab82824d-b00b-4730-b1d5-e6a89197d8e8" providerId="ADAL" clId="{4B64BCE3-E113-4E1B-B980-D0D3A01FFA3B}" dt="2026-09-23T06:21:50.394" v="4"/>
          <ac:spMkLst>
            <pc:docMk/>
            <pc:sldMk cId="2543445665" sldId="2147483561"/>
            <ac:spMk id="6" creationId="{3BEFC310-C8EE-90B9-2256-408A31439F7D}"/>
          </ac:spMkLst>
        </pc:spChg>
      </pc:sldChg>
    </pc:docChg>
  </pc:docChgLst>
  <pc:docChgLst>
    <pc:chgData name="강호종(HOJONG KANG)[hojong.kang]/책임/제조DX.자동보정.MC자동보정팀" userId="bc22bbe6-6c82-4228-8cf3-ea75f80faae5" providerId="ADAL" clId="{6BF062D8-ABCF-4E9F-8F1D-670D88EC2521}"/>
    <pc:docChg chg="undo custSel addSld delSld modSld modSection">
      <pc:chgData name="강호종(HOJONG KANG)[hojong.kang]/책임/제조DX.자동보정.MC자동보정팀" userId="bc22bbe6-6c82-4228-8cf3-ea75f80faae5" providerId="ADAL" clId="{6BF062D8-ABCF-4E9F-8F1D-670D88EC2521}" dt="2026-08-19T23:39:14.271" v="466" actId="6549"/>
      <pc:docMkLst>
        <pc:docMk/>
      </pc:docMkLst>
      <pc:sldChg chg="delSp modSp add mod">
        <pc:chgData name="강호종(HOJONG KANG)[hojong.kang]/책임/제조DX.자동보정.MC자동보정팀" userId="bc22bbe6-6c82-4228-8cf3-ea75f80faae5" providerId="ADAL" clId="{6BF062D8-ABCF-4E9F-8F1D-670D88EC2521}" dt="2026-08-18T07:16:28.680" v="239" actId="478"/>
        <pc:sldMkLst>
          <pc:docMk/>
          <pc:sldMk cId="2205649748" sldId="291"/>
        </pc:sldMkLst>
        <pc:spChg chg="mod">
          <ac:chgData name="강호종(HOJONG KANG)[hojong.kang]/책임/제조DX.자동보정.MC자동보정팀" userId="bc22bbe6-6c82-4228-8cf3-ea75f80faae5" providerId="ADAL" clId="{6BF062D8-ABCF-4E9F-8F1D-670D88EC2521}" dt="2026-08-18T06:15:55.490" v="148" actId="207"/>
          <ac:spMkLst>
            <pc:docMk/>
            <pc:sldMk cId="2205649748" sldId="291"/>
            <ac:spMk id="16" creationId="{DAAD1BA1-C121-FAED-9AA2-63EB43055D53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13:15.801" v="118" actId="21"/>
          <ac:spMkLst>
            <pc:docMk/>
            <pc:sldMk cId="2205649748" sldId="291"/>
            <ac:spMk id="19" creationId="{3EFC02BB-EDAB-B584-B2E0-9AFACE447E71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10:46.467" v="75" actId="20577"/>
          <ac:spMkLst>
            <pc:docMk/>
            <pc:sldMk cId="2205649748" sldId="291"/>
            <ac:spMk id="21" creationId="{BDF003D8-5074-5606-13AF-75742E94B696}"/>
          </ac:spMkLst>
        </pc:spChg>
      </pc:sldChg>
      <pc:sldChg chg="delSp modSp add mod">
        <pc:chgData name="강호종(HOJONG KANG)[hojong.kang]/책임/제조DX.자동보정.MC자동보정팀" userId="bc22bbe6-6c82-4228-8cf3-ea75f80faae5" providerId="ADAL" clId="{6BF062D8-ABCF-4E9F-8F1D-670D88EC2521}" dt="2026-08-18T07:22:51.515" v="282"/>
        <pc:sldMkLst>
          <pc:docMk/>
          <pc:sldMk cId="1312155356" sldId="295"/>
        </pc:sldMkLst>
        <pc:spChg chg="mod">
          <ac:chgData name="강호종(HOJONG KANG)[hojong.kang]/책임/제조DX.자동보정.MC자동보정팀" userId="bc22bbe6-6c82-4228-8cf3-ea75f80faae5" providerId="ADAL" clId="{6BF062D8-ABCF-4E9F-8F1D-670D88EC2521}" dt="2026-08-18T06:15:59.497" v="149" actId="207"/>
          <ac:spMkLst>
            <pc:docMk/>
            <pc:sldMk cId="1312155356" sldId="295"/>
            <ac:spMk id="16" creationId="{DAAD1BA1-C121-FAED-9AA2-63EB43055D53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7:22:51.515" v="282"/>
          <ac:spMkLst>
            <pc:docMk/>
            <pc:sldMk cId="1312155356" sldId="295"/>
            <ac:spMk id="19" creationId="{3EFC02BB-EDAB-B584-B2E0-9AFACE447E71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10:51.958" v="77" actId="20577"/>
          <ac:spMkLst>
            <pc:docMk/>
            <pc:sldMk cId="1312155356" sldId="295"/>
            <ac:spMk id="21" creationId="{BDF003D8-5074-5606-13AF-75742E94B696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13:29.183" v="143" actId="1035"/>
          <ac:spMkLst>
            <pc:docMk/>
            <pc:sldMk cId="1312155356" sldId="295"/>
            <ac:spMk id="28" creationId="{FAFC4160-19F0-D52D-87A5-5408517B7A4E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13:29.183" v="143" actId="1035"/>
          <ac:spMkLst>
            <pc:docMk/>
            <pc:sldMk cId="1312155356" sldId="295"/>
            <ac:spMk id="29" creationId="{E9F542B0-C151-69C7-145A-C2AEC6342247}"/>
          </ac:spMkLst>
        </pc:spChg>
        <pc:picChg chg="mod">
          <ac:chgData name="강호종(HOJONG KANG)[hojong.kang]/책임/제조DX.자동보정.MC자동보정팀" userId="bc22bbe6-6c82-4228-8cf3-ea75f80faae5" providerId="ADAL" clId="{6BF062D8-ABCF-4E9F-8F1D-670D88EC2521}" dt="2026-08-18T06:13:29.183" v="143" actId="1035"/>
          <ac:picMkLst>
            <pc:docMk/>
            <pc:sldMk cId="1312155356" sldId="295"/>
            <ac:picMk id="5" creationId="{3F478B7D-D67D-ABF8-6209-D616BCD623E8}"/>
          </ac:picMkLst>
        </pc:picChg>
        <pc:picChg chg="mod">
          <ac:chgData name="강호종(HOJONG KANG)[hojong.kang]/책임/제조DX.자동보정.MC자동보정팀" userId="bc22bbe6-6c82-4228-8cf3-ea75f80faae5" providerId="ADAL" clId="{6BF062D8-ABCF-4E9F-8F1D-670D88EC2521}" dt="2026-08-18T06:13:29.183" v="143" actId="1035"/>
          <ac:picMkLst>
            <pc:docMk/>
            <pc:sldMk cId="1312155356" sldId="295"/>
            <ac:picMk id="25" creationId="{2BC3D10E-1913-678A-7D03-197C4AD12A1C}"/>
          </ac:picMkLst>
        </pc:picChg>
        <pc:picChg chg="mod">
          <ac:chgData name="강호종(HOJONG KANG)[hojong.kang]/책임/제조DX.자동보정.MC자동보정팀" userId="bc22bbe6-6c82-4228-8cf3-ea75f80faae5" providerId="ADAL" clId="{6BF062D8-ABCF-4E9F-8F1D-670D88EC2521}" dt="2026-08-18T06:13:29.183" v="143" actId="1035"/>
          <ac:picMkLst>
            <pc:docMk/>
            <pc:sldMk cId="1312155356" sldId="295"/>
            <ac:picMk id="27" creationId="{5CCCF155-E823-1C6B-8E95-C7F845BEF0B0}"/>
          </ac:picMkLst>
        </pc:picChg>
      </pc:sldChg>
      <pc:sldChg chg="modSp mod">
        <pc:chgData name="강호종(HOJONG KANG)[hojong.kang]/책임/제조DX.자동보정.MC자동보정팀" userId="bc22bbe6-6c82-4228-8cf3-ea75f80faae5" providerId="ADAL" clId="{6BF062D8-ABCF-4E9F-8F1D-670D88EC2521}" dt="2026-08-18T06:14:42.321" v="146" actId="14100"/>
        <pc:sldMkLst>
          <pc:docMk/>
          <pc:sldMk cId="2391201169" sldId="301"/>
        </pc:sldMkLst>
        <pc:spChg chg="mod">
          <ac:chgData name="강호종(HOJONG KANG)[hojong.kang]/책임/제조DX.자동보정.MC자동보정팀" userId="bc22bbe6-6c82-4228-8cf3-ea75f80faae5" providerId="ADAL" clId="{6BF062D8-ABCF-4E9F-8F1D-670D88EC2521}" dt="2026-08-18T06:06:59.070" v="16" actId="207"/>
          <ac:spMkLst>
            <pc:docMk/>
            <pc:sldMk cId="2391201169" sldId="301"/>
            <ac:spMk id="5" creationId="{35FEF9B7-F3ED-2D4F-BFA1-F77F550FCECC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14:42.321" v="146" actId="14100"/>
          <ac:spMkLst>
            <pc:docMk/>
            <pc:sldMk cId="2391201169" sldId="301"/>
            <ac:spMk id="11" creationId="{98711F6A-AFF1-F97E-7D24-732BBA408BE8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06:09.262" v="1" actId="20577"/>
          <ac:spMkLst>
            <pc:docMk/>
            <pc:sldMk cId="2391201169" sldId="301"/>
            <ac:spMk id="17" creationId="{24078160-BD87-7DDB-35FF-AC266021525D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08:03.864" v="32" actId="20577"/>
          <ac:spMkLst>
            <pc:docMk/>
            <pc:sldMk cId="2391201169" sldId="301"/>
            <ac:spMk id="18" creationId="{89DA6E5F-7DC9-5479-198E-EB8FCC41FA49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07:50.845" v="30"/>
          <ac:spMkLst>
            <pc:docMk/>
            <pc:sldMk cId="2391201169" sldId="301"/>
            <ac:spMk id="30" creationId="{5A93FBA8-E3C4-0943-75E5-74D25EF1452D}"/>
          </ac:spMkLst>
        </pc:spChg>
        <pc:graphicFrameChg chg="mod modGraphic">
          <ac:chgData name="강호종(HOJONG KANG)[hojong.kang]/책임/제조DX.자동보정.MC자동보정팀" userId="bc22bbe6-6c82-4228-8cf3-ea75f80faae5" providerId="ADAL" clId="{6BF062D8-ABCF-4E9F-8F1D-670D88EC2521}" dt="2026-08-18T06:07:31.130" v="28" actId="207"/>
          <ac:graphicFrameMkLst>
            <pc:docMk/>
            <pc:sldMk cId="2391201169" sldId="301"/>
            <ac:graphicFrameMk id="10" creationId="{7825F76F-F4D3-2027-4EE7-24A88EF0D0DD}"/>
          </ac:graphicFrameMkLst>
        </pc:graphicFrameChg>
      </pc:sldChg>
      <pc:sldChg chg="addSp delSp modSp mod">
        <pc:chgData name="강호종(HOJONG KANG)[hojong.kang]/책임/제조DX.자동보정.MC자동보정팀" userId="bc22bbe6-6c82-4228-8cf3-ea75f80faae5" providerId="ADAL" clId="{6BF062D8-ABCF-4E9F-8F1D-670D88EC2521}" dt="2026-08-18T07:17:10.389" v="271"/>
        <pc:sldMkLst>
          <pc:docMk/>
          <pc:sldMk cId="634019489" sldId="321"/>
        </pc:sldMkLst>
        <pc:spChg chg="mod">
          <ac:chgData name="강호종(HOJONG KANG)[hojong.kang]/책임/제조DX.자동보정.MC자동보정팀" userId="bc22bbe6-6c82-4228-8cf3-ea75f80faae5" providerId="ADAL" clId="{6BF062D8-ABCF-4E9F-8F1D-670D88EC2521}" dt="2026-08-18T06:14:16.778" v="144" actId="14100"/>
          <ac:spMkLst>
            <pc:docMk/>
            <pc:sldMk cId="634019489" sldId="321"/>
            <ac:spMk id="5" creationId="{77B34011-1F67-38F5-CDBA-55AA234ECBCD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09:48.702" v="70"/>
          <ac:spMkLst>
            <pc:docMk/>
            <pc:sldMk cId="634019489" sldId="321"/>
            <ac:spMk id="8" creationId="{AC601392-838C-F71E-824A-4446F905FEA3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7:16:22.037" v="237" actId="207"/>
          <ac:spMkLst>
            <pc:docMk/>
            <pc:sldMk cId="634019489" sldId="321"/>
            <ac:spMk id="11" creationId="{E929F39F-D456-B73A-4598-A62076C32624}"/>
          </ac:spMkLst>
        </pc:spChg>
        <pc:spChg chg="add mod">
          <ac:chgData name="강호종(HOJONG KANG)[hojong.kang]/책임/제조DX.자동보정.MC자동보정팀" userId="bc22bbe6-6c82-4228-8cf3-ea75f80faae5" providerId="ADAL" clId="{6BF062D8-ABCF-4E9F-8F1D-670D88EC2521}" dt="2026-08-18T06:09:16.216" v="67"/>
          <ac:spMkLst>
            <pc:docMk/>
            <pc:sldMk cId="634019489" sldId="321"/>
            <ac:spMk id="15" creationId="{4E4F2B00-05E1-EFC5-7E83-217316A38BF3}"/>
          </ac:spMkLst>
        </pc:spChg>
        <pc:spChg chg="add mod">
          <ac:chgData name="강호종(HOJONG KANG)[hojong.kang]/책임/제조DX.자동보정.MC자동보정팀" userId="bc22bbe6-6c82-4228-8cf3-ea75f80faae5" providerId="ADAL" clId="{6BF062D8-ABCF-4E9F-8F1D-670D88EC2521}" dt="2026-08-18T06:09:16.216" v="67"/>
          <ac:spMkLst>
            <pc:docMk/>
            <pc:sldMk cId="634019489" sldId="321"/>
            <ac:spMk id="16" creationId="{3950E216-E1DE-6988-9919-0E72E9C478DD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11:10.471" v="112"/>
          <ac:spMkLst>
            <pc:docMk/>
            <pc:sldMk cId="634019489" sldId="321"/>
            <ac:spMk id="31" creationId="{DA1BDC26-9B34-CC80-7691-F609E5794595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15:51.593" v="147" actId="207"/>
          <ac:spMkLst>
            <pc:docMk/>
            <pc:sldMk cId="634019489" sldId="321"/>
            <ac:spMk id="32" creationId="{AF833A60-2F9F-1698-247C-A39F5E89FD71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08:54.956" v="64" actId="20577"/>
          <ac:spMkLst>
            <pc:docMk/>
            <pc:sldMk cId="634019489" sldId="321"/>
            <ac:spMk id="34" creationId="{D8B60436-CB69-037E-0252-E096A9F06E49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7:17:10.389" v="271"/>
          <ac:spMkLst>
            <pc:docMk/>
            <pc:sldMk cId="634019489" sldId="321"/>
            <ac:spMk id="35" creationId="{6AC7239E-35FB-CAE6-E698-BBECD876283D}"/>
          </ac:spMkLst>
        </pc:spChg>
        <pc:spChg chg="mod">
          <ac:chgData name="강호종(HOJONG KANG)[hojong.kang]/책임/제조DX.자동보정.MC자동보정팀" userId="bc22bbe6-6c82-4228-8cf3-ea75f80faae5" providerId="ADAL" clId="{6BF062D8-ABCF-4E9F-8F1D-670D88EC2521}" dt="2026-08-18T06:08:49.183" v="60"/>
          <ac:spMkLst>
            <pc:docMk/>
            <pc:sldMk cId="634019489" sldId="321"/>
            <ac:spMk id="37" creationId="{1F53E245-5032-56E2-0F8C-C697D021D55F}"/>
          </ac:spMkLst>
        </pc:spChg>
        <pc:graphicFrameChg chg="add mod modGraphic">
          <ac:chgData name="강호종(HOJONG KANG)[hojong.kang]/책임/제조DX.자동보정.MC자동보정팀" userId="bc22bbe6-6c82-4228-8cf3-ea75f80faae5" providerId="ADAL" clId="{6BF062D8-ABCF-4E9F-8F1D-670D88EC2521}" dt="2026-08-18T06:18:58.510" v="203"/>
          <ac:graphicFrameMkLst>
            <pc:docMk/>
            <pc:sldMk cId="634019489" sldId="321"/>
            <ac:graphicFrameMk id="12" creationId="{057C43E9-6C25-BCA0-0FB7-09763A0EF9F2}"/>
          </ac:graphicFrameMkLst>
        </pc:graphicFrameChg>
        <pc:picChg chg="add mod">
          <ac:chgData name="강호종(HOJONG KANG)[hojong.kang]/책임/제조DX.자동보정.MC자동보정팀" userId="bc22bbe6-6c82-4228-8cf3-ea75f80faae5" providerId="ADAL" clId="{6BF062D8-ABCF-4E9F-8F1D-670D88EC2521}" dt="2026-08-18T06:10:12.524" v="71"/>
          <ac:picMkLst>
            <pc:docMk/>
            <pc:sldMk cId="634019489" sldId="321"/>
            <ac:picMk id="17" creationId="{09C09F50-C88A-583D-2C3B-9AD5A27ECD64}"/>
          </ac:picMkLst>
        </pc:picChg>
        <pc:picChg chg="add mod">
          <ac:chgData name="강호종(HOJONG KANG)[hojong.kang]/책임/제조DX.자동보정.MC자동보정팀" userId="bc22bbe6-6c82-4228-8cf3-ea75f80faae5" providerId="ADAL" clId="{6BF062D8-ABCF-4E9F-8F1D-670D88EC2521}" dt="2026-08-18T06:10:12.524" v="71"/>
          <ac:picMkLst>
            <pc:docMk/>
            <pc:sldMk cId="634019489" sldId="321"/>
            <ac:picMk id="18" creationId="{46F83D3B-17AB-960B-7F39-83B8208C24E4}"/>
          </ac:picMkLst>
        </pc:picChg>
      </pc:sldChg>
      <pc:sldChg chg="modSp mod">
        <pc:chgData name="강호종(HOJONG KANG)[hojong.kang]/책임/제조DX.자동보정.MC자동보정팀" userId="bc22bbe6-6c82-4228-8cf3-ea75f80faae5" providerId="ADAL" clId="{6BF062D8-ABCF-4E9F-8F1D-670D88EC2521}" dt="2026-08-18T06:08:12.318" v="34" actId="20577"/>
        <pc:sldMkLst>
          <pc:docMk/>
          <pc:sldMk cId="1971500730" sldId="333"/>
        </pc:sldMkLst>
        <pc:spChg chg="mod">
          <ac:chgData name="강호종(HOJONG KANG)[hojong.kang]/책임/제조DX.자동보정.MC자동보정팀" userId="bc22bbe6-6c82-4228-8cf3-ea75f80faae5" providerId="ADAL" clId="{6BF062D8-ABCF-4E9F-8F1D-670D88EC2521}" dt="2026-08-18T06:08:12.318" v="34" actId="20577"/>
          <ac:spMkLst>
            <pc:docMk/>
            <pc:sldMk cId="1971500730" sldId="333"/>
            <ac:spMk id="18" creationId="{7EF05392-A902-0609-C73A-057F6C72F700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6BF062D8-ABCF-4E9F-8F1D-670D88EC2521}" dt="2026-08-19T23:39:14.271" v="466" actId="6549"/>
        <pc:sldMkLst>
          <pc:docMk/>
          <pc:sldMk cId="414644102" sldId="352"/>
        </pc:sldMkLst>
        <pc:spChg chg="mod">
          <ac:chgData name="강호종(HOJONG KANG)[hojong.kang]/책임/제조DX.자동보정.MC자동보정팀" userId="bc22bbe6-6c82-4228-8cf3-ea75f80faae5" providerId="ADAL" clId="{6BF062D8-ABCF-4E9F-8F1D-670D88EC2521}" dt="2026-08-19T23:39:14.271" v="466" actId="6549"/>
          <ac:spMkLst>
            <pc:docMk/>
            <pc:sldMk cId="414644102" sldId="352"/>
            <ac:spMk id="8" creationId="{E966A8D6-63CE-C01F-2958-CFBDB6DE2F72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6BF062D8-ABCF-4E9F-8F1D-670D88EC2521}" dt="2026-08-18T23:52:36.101" v="412" actId="207"/>
        <pc:sldMkLst>
          <pc:docMk/>
          <pc:sldMk cId="1417770791" sldId="747"/>
        </pc:sldMkLst>
        <pc:graphicFrameChg chg="mod modGraphic">
          <ac:chgData name="강호종(HOJONG KANG)[hojong.kang]/책임/제조DX.자동보정.MC자동보정팀" userId="bc22bbe6-6c82-4228-8cf3-ea75f80faae5" providerId="ADAL" clId="{6BF062D8-ABCF-4E9F-8F1D-670D88EC2521}" dt="2026-08-18T23:52:36.101" v="412" actId="207"/>
          <ac:graphicFrameMkLst>
            <pc:docMk/>
            <pc:sldMk cId="1417770791" sldId="747"/>
            <ac:graphicFrameMk id="10" creationId="{936B9609-882B-E136-9489-2810323605FB}"/>
          </ac:graphicFrameMkLst>
        </pc:graphicFrameChg>
      </pc:sldChg>
    </pc:docChg>
  </pc:docChgLst>
  <pc:docChgLst>
    <pc:chgData name="윤숙영(SUK YEONG YUN)[yoonsy]/책임/제조DX.자동보정.MC자동보정팀" userId="60ce3903-3136-4d02-9370-523fa04b0d65" providerId="ADAL" clId="{3808CEEC-4BDF-4A26-BE81-4978A3F1766B}"/>
    <pc:docChg chg="undo custSel modSld">
      <pc:chgData name="윤숙영(SUK YEONG YUN)[yoonsy]/책임/제조DX.자동보정.MC자동보정팀" userId="60ce3903-3136-4d02-9370-523fa04b0d65" providerId="ADAL" clId="{3808CEEC-4BDF-4A26-BE81-4978A3F1766B}" dt="2026-08-18T13:22:49.593" v="1857" actId="20577"/>
      <pc:docMkLst>
        <pc:docMk/>
      </pc:docMkLst>
      <pc:sldChg chg="addSp delSp modSp mod">
        <pc:chgData name="윤숙영(SUK YEONG YUN)[yoonsy]/책임/제조DX.자동보정.MC자동보정팀" userId="60ce3903-3136-4d02-9370-523fa04b0d65" providerId="ADAL" clId="{3808CEEC-4BDF-4A26-BE81-4978A3F1766B}" dt="2026-08-18T08:34:04.655" v="1589" actId="478"/>
        <pc:sldMkLst>
          <pc:docMk/>
          <pc:sldMk cId="3014893410" sldId="313"/>
        </pc:sldMkLst>
        <pc:spChg chg="mod">
          <ac:chgData name="윤숙영(SUK YEONG YUN)[yoonsy]/책임/제조DX.자동보정.MC자동보정팀" userId="60ce3903-3136-4d02-9370-523fa04b0d65" providerId="ADAL" clId="{3808CEEC-4BDF-4A26-BE81-4978A3F1766B}" dt="2026-08-18T08:33:13.128" v="1587" actId="20577"/>
          <ac:spMkLst>
            <pc:docMk/>
            <pc:sldMk cId="3014893410" sldId="313"/>
            <ac:spMk id="30" creationId="{82316C5F-CBE3-A95F-7CC8-EF8564695C5E}"/>
          </ac:spMkLst>
        </pc:spChg>
        <pc:spChg chg="mod">
          <ac:chgData name="윤숙영(SUK YEONG YUN)[yoonsy]/책임/제조DX.자동보정.MC자동보정팀" userId="60ce3903-3136-4d02-9370-523fa04b0d65" providerId="ADAL" clId="{3808CEEC-4BDF-4A26-BE81-4978A3F1766B}" dt="2026-08-18T07:33:07.498" v="1002" actId="20577"/>
          <ac:spMkLst>
            <pc:docMk/>
            <pc:sldMk cId="3014893410" sldId="313"/>
            <ac:spMk id="31" creationId="{E025DEA0-F7BF-32AC-2A75-B3B932292ECF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3808CEEC-4BDF-4A26-BE81-4978A3F1766B}" dt="2026-08-18T07:33:29.772" v="1010" actId="20577"/>
        <pc:sldMkLst>
          <pc:docMk/>
          <pc:sldMk cId="2162256837" sldId="317"/>
        </pc:sldMkLst>
        <pc:spChg chg="mod">
          <ac:chgData name="윤숙영(SUK YEONG YUN)[yoonsy]/책임/제조DX.자동보정.MC자동보정팀" userId="60ce3903-3136-4d02-9370-523fa04b0d65" providerId="ADAL" clId="{3808CEEC-4BDF-4A26-BE81-4978A3F1766B}" dt="2026-08-18T07:33:29.772" v="1010" actId="20577"/>
          <ac:spMkLst>
            <pc:docMk/>
            <pc:sldMk cId="2162256837" sldId="317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3808CEEC-4BDF-4A26-BE81-4978A3F1766B}" dt="2026-08-18T07:33:34.377" v="1012" actId="20577"/>
        <pc:sldMkLst>
          <pc:docMk/>
          <pc:sldMk cId="2808727165" sldId="336"/>
        </pc:sldMkLst>
        <pc:spChg chg="mod">
          <ac:chgData name="윤숙영(SUK YEONG YUN)[yoonsy]/책임/제조DX.자동보정.MC자동보정팀" userId="60ce3903-3136-4d02-9370-523fa04b0d65" providerId="ADAL" clId="{3808CEEC-4BDF-4A26-BE81-4978A3F1766B}" dt="2026-08-18T07:33:34.377" v="1012" actId="20577"/>
          <ac:spMkLst>
            <pc:docMk/>
            <pc:sldMk cId="2808727165" sldId="336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3808CEEC-4BDF-4A26-BE81-4978A3F1766B}" dt="2026-08-18T07:33:14.024" v="1004" actId="20577"/>
        <pc:sldMkLst>
          <pc:docMk/>
          <pc:sldMk cId="1343670778" sldId="338"/>
        </pc:sldMkLst>
        <pc:spChg chg="mod">
          <ac:chgData name="윤숙영(SUK YEONG YUN)[yoonsy]/책임/제조DX.자동보정.MC자동보정팀" userId="60ce3903-3136-4d02-9370-523fa04b0d65" providerId="ADAL" clId="{3808CEEC-4BDF-4A26-BE81-4978A3F1766B}" dt="2026-08-18T07:33:14.024" v="1004" actId="20577"/>
          <ac:spMkLst>
            <pc:docMk/>
            <pc:sldMk cId="1343670778" sldId="338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3808CEEC-4BDF-4A26-BE81-4978A3F1766B}" dt="2026-08-18T07:33:20.053" v="1006" actId="20577"/>
        <pc:sldMkLst>
          <pc:docMk/>
          <pc:sldMk cId="3070632168" sldId="377"/>
        </pc:sldMkLst>
        <pc:spChg chg="mod">
          <ac:chgData name="윤숙영(SUK YEONG YUN)[yoonsy]/책임/제조DX.자동보정.MC자동보정팀" userId="60ce3903-3136-4d02-9370-523fa04b0d65" providerId="ADAL" clId="{3808CEEC-4BDF-4A26-BE81-4978A3F1766B}" dt="2026-08-18T07:33:20.053" v="1006" actId="20577"/>
          <ac:spMkLst>
            <pc:docMk/>
            <pc:sldMk cId="3070632168" sldId="377"/>
            <ac:spMk id="34" creationId="{7217F62E-90E7-DED9-CE10-DEE308B82A56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3808CEEC-4BDF-4A26-BE81-4978A3F1766B}" dt="2026-08-18T13:22:49.593" v="1857" actId="20577"/>
        <pc:sldMkLst>
          <pc:docMk/>
          <pc:sldMk cId="3513457183" sldId="393"/>
        </pc:sldMkLst>
        <pc:spChg chg="mod">
          <ac:chgData name="윤숙영(SUK YEONG YUN)[yoonsy]/책임/제조DX.자동보정.MC자동보정팀" userId="60ce3903-3136-4d02-9370-523fa04b0d65" providerId="ADAL" clId="{3808CEEC-4BDF-4A26-BE81-4978A3F1766B}" dt="2026-08-18T07:33:24.875" v="1008" actId="20577"/>
          <ac:spMkLst>
            <pc:docMk/>
            <pc:sldMk cId="3513457183" sldId="393"/>
            <ac:spMk id="34" creationId="{7217F62E-90E7-DED9-CE10-DEE308B82A56}"/>
          </ac:spMkLst>
        </pc:spChg>
        <pc:spChg chg="mod">
          <ac:chgData name="윤숙영(SUK YEONG YUN)[yoonsy]/책임/제조DX.자동보정.MC자동보정팀" userId="60ce3903-3136-4d02-9370-523fa04b0d65" providerId="ADAL" clId="{3808CEEC-4BDF-4A26-BE81-4978A3F1766B}" dt="2026-08-18T13:22:49.593" v="1857" actId="20577"/>
          <ac:spMkLst>
            <pc:docMk/>
            <pc:sldMk cId="3513457183" sldId="393"/>
            <ac:spMk id="35" creationId="{491769FB-8F95-9F23-9FD4-56A08DF9C8BA}"/>
          </ac:spMkLst>
        </pc:spChg>
      </pc:sldChg>
    </pc:docChg>
  </pc:docChgLst>
  <pc:docChgLst>
    <pc:chgData name="박연탁(YEONTARK PARK)[parkyt]/책임/제조DX.자동보정.자동보정선행개발팀" userId="S::parkyt@lgensol.com::ed32861b-bebc-4d6e-be9d-42a82b4a008b" providerId="AD" clId="Web-{393D6DDA-A486-7923-68CA-9FA5F5286CD4}"/>
    <pc:docChg chg="addSld delSld modSld modSection">
      <pc:chgData name="박연탁(YEONTARK PARK)[parkyt]/책임/제조DX.자동보정.자동보정선행개발팀" userId="S::parkyt@lgensol.com::ed32861b-bebc-4d6e-be9d-42a82b4a008b" providerId="AD" clId="Web-{393D6DDA-A486-7923-68CA-9FA5F5286CD4}" dt="2026-08-19T03:38:56.100" v="452" actId="20577"/>
      <pc:docMkLst>
        <pc:docMk/>
      </pc:docMkLst>
      <pc:sldChg chg="addSp modSp">
        <pc:chgData name="박연탁(YEONTARK PARK)[parkyt]/책임/제조DX.자동보정.자동보정선행개발팀" userId="S::parkyt@lgensol.com::ed32861b-bebc-4d6e-be9d-42a82b4a008b" providerId="AD" clId="Web-{393D6DDA-A486-7923-68CA-9FA5F5286CD4}" dt="2026-08-19T03:38:56.100" v="452" actId="20577"/>
        <pc:sldMkLst>
          <pc:docMk/>
          <pc:sldMk cId="1770964036" sldId="258"/>
        </pc:sldMkLst>
        <pc:spChg chg="mod">
          <ac:chgData name="박연탁(YEONTARK PARK)[parkyt]/책임/제조DX.자동보정.자동보정선행개발팀" userId="S::parkyt@lgensol.com::ed32861b-bebc-4d6e-be9d-42a82b4a008b" providerId="AD" clId="Web-{393D6DDA-A486-7923-68CA-9FA5F5286CD4}" dt="2026-08-19T03:38:56.100" v="452" actId="20577"/>
          <ac:spMkLst>
            <pc:docMk/>
            <pc:sldMk cId="1770964036" sldId="258"/>
            <ac:spMk id="17" creationId="{2B8DB565-1F9F-0BA9-BC00-00A940B01B0E}"/>
          </ac:spMkLst>
        </pc:spChg>
      </pc:sldChg>
      <pc:sldChg chg="add">
        <pc:chgData name="박연탁(YEONTARK PARK)[parkyt]/책임/제조DX.자동보정.자동보정선행개발팀" userId="S::parkyt@lgensol.com::ed32861b-bebc-4d6e-be9d-42a82b4a008b" providerId="AD" clId="Web-{393D6DDA-A486-7923-68CA-9FA5F5286CD4}" dt="2026-08-19T03:34:56.014" v="414"/>
        <pc:sldMkLst>
          <pc:docMk/>
          <pc:sldMk cId="238784436" sldId="307"/>
        </pc:sldMkLst>
      </pc:sldChg>
      <pc:sldChg chg="modSp add">
        <pc:chgData name="박연탁(YEONTARK PARK)[parkyt]/책임/제조DX.자동보정.자동보정선행개발팀" userId="S::parkyt@lgensol.com::ed32861b-bebc-4d6e-be9d-42a82b4a008b" providerId="AD" clId="Web-{393D6DDA-A486-7923-68CA-9FA5F5286CD4}" dt="2026-08-19T03:35:22.437" v="416" actId="1076"/>
        <pc:sldMkLst>
          <pc:docMk/>
          <pc:sldMk cId="2795407016" sldId="311"/>
        </pc:sldMkLst>
        <pc:spChg chg="mod">
          <ac:chgData name="박연탁(YEONTARK PARK)[parkyt]/책임/제조DX.자동보정.자동보정선행개발팀" userId="S::parkyt@lgensol.com::ed32861b-bebc-4d6e-be9d-42a82b4a008b" providerId="AD" clId="Web-{393D6DDA-A486-7923-68CA-9FA5F5286CD4}" dt="2026-08-19T03:35:22.437" v="416" actId="1076"/>
          <ac:spMkLst>
            <pc:docMk/>
            <pc:sldMk cId="2795407016" sldId="311"/>
            <ac:spMk id="4" creationId="{00000000-0000-0000-0000-000000000000}"/>
          </ac:spMkLst>
        </pc:spChg>
      </pc:sldChg>
      <pc:sldChg chg="delSp modSp add">
        <pc:chgData name="박연탁(YEONTARK PARK)[parkyt]/책임/제조DX.자동보정.자동보정선행개발팀" userId="S::parkyt@lgensol.com::ed32861b-bebc-4d6e-be9d-42a82b4a008b" providerId="AD" clId="Web-{393D6DDA-A486-7923-68CA-9FA5F5286CD4}" dt="2026-08-19T03:38:02.958" v="451" actId="14100"/>
        <pc:sldMkLst>
          <pc:docMk/>
          <pc:sldMk cId="1492841092" sldId="320"/>
        </pc:sldMkLst>
        <pc:spChg chg="mod">
          <ac:chgData name="박연탁(YEONTARK PARK)[parkyt]/책임/제조DX.자동보정.자동보정선행개발팀" userId="S::parkyt@lgensol.com::ed32861b-bebc-4d6e-be9d-42a82b4a008b" providerId="AD" clId="Web-{393D6DDA-A486-7923-68CA-9FA5F5286CD4}" dt="2026-08-19T03:38:02.958" v="451" actId="14100"/>
          <ac:spMkLst>
            <pc:docMk/>
            <pc:sldMk cId="1492841092" sldId="320"/>
            <ac:spMk id="8" creationId="{00000000-0000-0000-0000-000000000000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393D6DDA-A486-7923-68CA-9FA5F5286CD4}" dt="2026-08-19T03:37:21.269" v="442" actId="1076"/>
          <ac:spMkLst>
            <pc:docMk/>
            <pc:sldMk cId="1492841092" sldId="320"/>
            <ac:spMk id="10" creationId="{00000000-0000-0000-0000-000000000000}"/>
          </ac:spMkLst>
        </pc:spChg>
        <pc:spChg chg="mod">
          <ac:chgData name="박연탁(YEONTARK PARK)[parkyt]/책임/제조DX.자동보정.자동보정선행개발팀" userId="S::parkyt@lgensol.com::ed32861b-bebc-4d6e-be9d-42a82b4a008b" providerId="AD" clId="Web-{393D6DDA-A486-7923-68CA-9FA5F5286CD4}" dt="2026-08-19T03:37:21.285" v="443" actId="1076"/>
          <ac:spMkLst>
            <pc:docMk/>
            <pc:sldMk cId="1492841092" sldId="320"/>
            <ac:spMk id="12" creationId="{ACF49BC3-409A-43B5-BE8E-A397B6CA562A}"/>
          </ac:spMkLst>
        </pc:spChg>
        <pc:graphicFrameChg chg="mod modGraphic">
          <ac:chgData name="박연탁(YEONTARK PARK)[parkyt]/책임/제조DX.자동보정.자동보정선행개발팀" userId="S::parkyt@lgensol.com::ed32861b-bebc-4d6e-be9d-42a82b4a008b" providerId="AD" clId="Web-{393D6DDA-A486-7923-68CA-9FA5F5286CD4}" dt="2026-08-19T03:37:36.239" v="446"/>
          <ac:graphicFrameMkLst>
            <pc:docMk/>
            <pc:sldMk cId="1492841092" sldId="320"/>
            <ac:graphicFrameMk id="6" creationId="{00000000-0000-0000-0000-000000000000}"/>
          </ac:graphicFrameMkLst>
        </pc:graphicFrameChg>
      </pc:sldChg>
    </pc:docChg>
  </pc:docChgLst>
  <pc:docChgLst>
    <pc:chgData name="이기홍(GEEHONG LEE)[gihong]/선임/제조DX.자동보정.조립자동보정팀" userId="7eb4d326-2995-407e-9ec7-bafd98231306" providerId="ADAL" clId="{F88DE2AF-117E-4640-9F3F-0D766778591B}"/>
    <pc:docChg chg="undo custSel modSld">
      <pc:chgData name="이기홍(GEEHONG LEE)[gihong]/선임/제조DX.자동보정.조립자동보정팀" userId="7eb4d326-2995-407e-9ec7-bafd98231306" providerId="ADAL" clId="{F88DE2AF-117E-4640-9F3F-0D766778591B}" dt="2026-08-18T16:49:01.219" v="2139" actId="20577"/>
      <pc:docMkLst>
        <pc:docMk/>
      </pc:docMkLst>
      <pc:sldChg chg="modSp mod">
        <pc:chgData name="이기홍(GEEHONG LEE)[gihong]/선임/제조DX.자동보정.조립자동보정팀" userId="7eb4d326-2995-407e-9ec7-bafd98231306" providerId="ADAL" clId="{F88DE2AF-117E-4640-9F3F-0D766778591B}" dt="2026-08-18T16:49:01.219" v="2139" actId="20577"/>
        <pc:sldMkLst>
          <pc:docMk/>
          <pc:sldMk cId="3009852263" sldId="257"/>
        </pc:sldMkLst>
        <pc:spChg chg="mod">
          <ac:chgData name="이기홍(GEEHONG LEE)[gihong]/선임/제조DX.자동보정.조립자동보정팀" userId="7eb4d326-2995-407e-9ec7-bafd98231306" providerId="ADAL" clId="{F88DE2AF-117E-4640-9F3F-0D766778591B}" dt="2026-08-18T16:49:01.219" v="2139" actId="20577"/>
          <ac:spMkLst>
            <pc:docMk/>
            <pc:sldMk cId="3009852263" sldId="257"/>
            <ac:spMk id="57" creationId="{96078413-A1F0-C331-E253-8014016E4524}"/>
          </ac:spMkLst>
        </pc:spChg>
        <pc:spChg chg="mod">
          <ac:chgData name="이기홍(GEEHONG LEE)[gihong]/선임/제조DX.자동보정.조립자동보정팀" userId="7eb4d326-2995-407e-9ec7-bafd98231306" providerId="ADAL" clId="{F88DE2AF-117E-4640-9F3F-0D766778591B}" dt="2026-08-18T12:33:37.832" v="1821"/>
          <ac:spMkLst>
            <pc:docMk/>
            <pc:sldMk cId="3009852263" sldId="257"/>
            <ac:spMk id="62" creationId="{67087FE9-D3B8-3B61-8994-10F831D7EDD4}"/>
          </ac:spMkLst>
        </pc:spChg>
      </pc:sldChg>
      <pc:sldChg chg="modSp mod">
        <pc:chgData name="이기홍(GEEHONG LEE)[gihong]/선임/제조DX.자동보정.조립자동보정팀" userId="7eb4d326-2995-407e-9ec7-bafd98231306" providerId="ADAL" clId="{F88DE2AF-117E-4640-9F3F-0D766778591B}" dt="2026-08-18T12:35:17.977" v="2127" actId="20577"/>
        <pc:sldMkLst>
          <pc:docMk/>
          <pc:sldMk cId="2571904315" sldId="290"/>
        </pc:sldMkLst>
        <pc:spChg chg="mod">
          <ac:chgData name="이기홍(GEEHONG LEE)[gihong]/선임/제조DX.자동보정.조립자동보정팀" userId="7eb4d326-2995-407e-9ec7-bafd98231306" providerId="ADAL" clId="{F88DE2AF-117E-4640-9F3F-0D766778591B}" dt="2026-08-18T12:35:17.977" v="2127" actId="20577"/>
          <ac:spMkLst>
            <pc:docMk/>
            <pc:sldMk cId="2571904315" sldId="290"/>
            <ac:spMk id="58" creationId="{1A14E2F3-1D19-45A5-DC7A-6661315C09C3}"/>
          </ac:spMkLst>
        </pc:spChg>
        <pc:spChg chg="mod">
          <ac:chgData name="이기홍(GEEHONG LEE)[gihong]/선임/제조DX.자동보정.조립자동보정팀" userId="7eb4d326-2995-407e-9ec7-bafd98231306" providerId="ADAL" clId="{F88DE2AF-117E-4640-9F3F-0D766778591B}" dt="2026-08-18T12:35:11.789" v="2123" actId="20577"/>
          <ac:spMkLst>
            <pc:docMk/>
            <pc:sldMk cId="2571904315" sldId="290"/>
            <ac:spMk id="62" creationId="{67087FE9-D3B8-3B61-8994-10F831D7EDD4}"/>
          </ac:spMkLst>
        </pc:spChg>
      </pc:sldChg>
    </pc:docChg>
  </pc:docChgLst>
  <pc:docChgLst>
    <pc:chgData name="엄광호(KWANGHO EUM)[eum_kh]/팀장/제조DX.자동보정.MC자동보정팀" userId="0c104bed-bfc5-4d8d-93da-4ded022c412f" providerId="ADAL" clId="{68837D15-BB65-4369-ACDA-D3C212241ADF}"/>
    <pc:docChg chg="undo custSel addSld delSld modSld sldOrd modSection">
      <pc:chgData name="엄광호(KWANGHO EUM)[eum_kh]/팀장/제조DX.자동보정.MC자동보정팀" userId="0c104bed-bfc5-4d8d-93da-4ded022c412f" providerId="ADAL" clId="{68837D15-BB65-4369-ACDA-D3C212241ADF}" dt="2026-08-19T21:30:39.956" v="1724" actId="108"/>
      <pc:docMkLst>
        <pc:docMk/>
      </pc:docMkLst>
      <pc:sldChg chg="modSp mod">
        <pc:chgData name="엄광호(KWANGHO EUM)[eum_kh]/팀장/제조DX.자동보정.MC자동보정팀" userId="0c104bed-bfc5-4d8d-93da-4ded022c412f" providerId="ADAL" clId="{68837D15-BB65-4369-ACDA-D3C212241ADF}" dt="2026-08-19T20:38:34.482" v="99" actId="20577"/>
        <pc:sldMkLst>
          <pc:docMk/>
          <pc:sldMk cId="20157088" sldId="280"/>
        </pc:sldMkLst>
        <pc:spChg chg="mod">
          <ac:chgData name="엄광호(KWANGHO EUM)[eum_kh]/팀장/제조DX.자동보정.MC자동보정팀" userId="0c104bed-bfc5-4d8d-93da-4ded022c412f" providerId="ADAL" clId="{68837D15-BB65-4369-ACDA-D3C212241ADF}" dt="2026-08-19T20:38:34.482" v="99" actId="20577"/>
          <ac:spMkLst>
            <pc:docMk/>
            <pc:sldMk cId="20157088" sldId="280"/>
            <ac:spMk id="30" creationId="{82316C5F-CBE3-A95F-7CC8-EF8564695C5E}"/>
          </ac:spMkLst>
        </pc:spChg>
      </pc:sldChg>
      <pc:sldChg chg="modSp mod">
        <pc:chgData name="엄광호(KWANGHO EUM)[eum_kh]/팀장/제조DX.자동보정.MC자동보정팀" userId="0c104bed-bfc5-4d8d-93da-4ded022c412f" providerId="ADAL" clId="{68837D15-BB65-4369-ACDA-D3C212241ADF}" dt="2026-08-19T21:23:13.778" v="1313" actId="20577"/>
        <pc:sldMkLst>
          <pc:docMk/>
          <pc:sldMk cId="1312155356" sldId="295"/>
        </pc:sldMkLst>
        <pc:spChg chg="mod">
          <ac:chgData name="엄광호(KWANGHO EUM)[eum_kh]/팀장/제조DX.자동보정.MC자동보정팀" userId="0c104bed-bfc5-4d8d-93da-4ded022c412f" providerId="ADAL" clId="{68837D15-BB65-4369-ACDA-D3C212241ADF}" dt="2026-08-19T21:23:13.778" v="1313" actId="20577"/>
          <ac:spMkLst>
            <pc:docMk/>
            <pc:sldMk cId="1312155356" sldId="295"/>
            <ac:spMk id="19" creationId="{3EFC02BB-EDAB-B584-B2E0-9AFACE447E71}"/>
          </ac:spMkLst>
        </pc:spChg>
      </pc:sldChg>
      <pc:sldChg chg="addSp delSp modSp mod">
        <pc:chgData name="엄광호(KWANGHO EUM)[eum_kh]/팀장/제조DX.자동보정.MC자동보정팀" userId="0c104bed-bfc5-4d8d-93da-4ded022c412f" providerId="ADAL" clId="{68837D15-BB65-4369-ACDA-D3C212241ADF}" dt="2026-08-19T21:20:36.843" v="1172" actId="21"/>
        <pc:sldMkLst>
          <pc:docMk/>
          <pc:sldMk cId="3548227425" sldId="322"/>
        </pc:sldMkLst>
      </pc:sldChg>
      <pc:sldChg chg="ord">
        <pc:chgData name="엄광호(KWANGHO EUM)[eum_kh]/팀장/제조DX.자동보정.MC자동보정팀" userId="0c104bed-bfc5-4d8d-93da-4ded022c412f" providerId="ADAL" clId="{68837D15-BB65-4369-ACDA-D3C212241ADF}" dt="2026-08-19T20:49:32.509" v="101"/>
        <pc:sldMkLst>
          <pc:docMk/>
          <pc:sldMk cId="2306170091" sldId="325"/>
        </pc:sldMkLst>
      </pc:sldChg>
    </pc:docChg>
  </pc:docChgLst>
  <pc:docChgLst>
    <pc:chgData name="원종래(JONG LAE WON)[jlwon]/책임/제조DX.자동보정.조립자동보정팀" userId="b47432fc-6904-4550-9f81-749fde7e3ec4" providerId="ADAL" clId="{B7A5C078-1BB6-41C9-9B3E-F91EBE41C6D6}"/>
    <pc:docChg chg="undo custSel modSld">
      <pc:chgData name="원종래(JONG LAE WON)[jlwon]/책임/제조DX.자동보정.조립자동보정팀" userId="b47432fc-6904-4550-9f81-749fde7e3ec4" providerId="ADAL" clId="{B7A5C078-1BB6-41C9-9B3E-F91EBE41C6D6}" dt="2026-08-26T23:12:18.052" v="149" actId="947"/>
      <pc:docMkLst>
        <pc:docMk/>
      </pc:docMkLst>
      <pc:sldChg chg="modSp mod">
        <pc:chgData name="원종래(JONG LAE WON)[jlwon]/책임/제조DX.자동보정.조립자동보정팀" userId="b47432fc-6904-4550-9f81-749fde7e3ec4" providerId="ADAL" clId="{B7A5C078-1BB6-41C9-9B3E-F91EBE41C6D6}" dt="2026-08-25T23:04:46.166" v="31" actId="20577"/>
        <pc:sldMkLst>
          <pc:docMk/>
          <pc:sldMk cId="3932546465" sldId="275"/>
        </pc:sldMkLst>
        <pc:spChg chg="mod">
          <ac:chgData name="원종래(JONG LAE WON)[jlwon]/책임/제조DX.자동보정.조립자동보정팀" userId="b47432fc-6904-4550-9f81-749fde7e3ec4" providerId="ADAL" clId="{B7A5C078-1BB6-41C9-9B3E-F91EBE41C6D6}" dt="2026-08-25T23:04:46.166" v="31" actId="20577"/>
          <ac:spMkLst>
            <pc:docMk/>
            <pc:sldMk cId="3932546465" sldId="275"/>
            <ac:spMk id="2" creationId="{5748F319-FE8D-4ECF-AFB9-B7E0916A513F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B7A5C078-1BB6-41C9-9B3E-F91EBE41C6D6}" dt="2026-08-26T23:12:18.052" v="149" actId="947"/>
        <pc:sldMkLst>
          <pc:docMk/>
          <pc:sldMk cId="191980343" sldId="302"/>
        </pc:sldMkLst>
        <pc:spChg chg="mod">
          <ac:chgData name="원종래(JONG LAE WON)[jlwon]/책임/제조DX.자동보정.조립자동보정팀" userId="b47432fc-6904-4550-9f81-749fde7e3ec4" providerId="ADAL" clId="{B7A5C078-1BB6-41C9-9B3E-F91EBE41C6D6}" dt="2026-08-26T23:12:18.052" v="149" actId="947"/>
          <ac:spMkLst>
            <pc:docMk/>
            <pc:sldMk cId="191980343" sldId="302"/>
            <ac:spMk id="18" creationId="{EF31AF93-9899-C65C-FC2A-475D708FE2C5}"/>
          </ac:spMkLst>
        </pc:spChg>
        <pc:spChg chg="mod">
          <ac:chgData name="원종래(JONG LAE WON)[jlwon]/책임/제조DX.자동보정.조립자동보정팀" userId="b47432fc-6904-4550-9f81-749fde7e3ec4" providerId="ADAL" clId="{B7A5C078-1BB6-41C9-9B3E-F91EBE41C6D6}" dt="2026-08-26T23:11:32.461" v="148" actId="20577"/>
          <ac:spMkLst>
            <pc:docMk/>
            <pc:sldMk cId="191980343" sldId="302"/>
            <ac:spMk id="30" creationId="{1EF02FE7-E9EF-C025-10DD-96C4194491C9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B7A5C078-1BB6-41C9-9B3E-F91EBE41C6D6}" dt="2026-08-25T23:08:05.928" v="130" actId="1035"/>
        <pc:sldMkLst>
          <pc:docMk/>
          <pc:sldMk cId="3813480401" sldId="316"/>
        </pc:sldMkLst>
        <pc:spChg chg="mod">
          <ac:chgData name="원종래(JONG LAE WON)[jlwon]/책임/제조DX.자동보정.조립자동보정팀" userId="b47432fc-6904-4550-9f81-749fde7e3ec4" providerId="ADAL" clId="{B7A5C078-1BB6-41C9-9B3E-F91EBE41C6D6}" dt="2026-08-25T23:08:05.928" v="130" actId="1035"/>
          <ac:spMkLst>
            <pc:docMk/>
            <pc:sldMk cId="3813480401" sldId="316"/>
            <ac:spMk id="30" creationId="{0D42272B-7090-3E3D-C807-E7C5620E4BEA}"/>
          </ac:spMkLst>
        </pc:spChg>
      </pc:sldChg>
      <pc:sldChg chg="addSp delSp mod">
        <pc:chgData name="원종래(JONG LAE WON)[jlwon]/책임/제조DX.자동보정.조립자동보정팀" userId="b47432fc-6904-4550-9f81-749fde7e3ec4" providerId="ADAL" clId="{B7A5C078-1BB6-41C9-9B3E-F91EBE41C6D6}" dt="2026-08-26T23:10:47.218" v="133" actId="478"/>
        <pc:sldMkLst>
          <pc:docMk/>
          <pc:sldMk cId="3515206283" sldId="368"/>
        </pc:sldMkLst>
        <pc:picChg chg="add">
          <ac:chgData name="원종래(JONG LAE WON)[jlwon]/책임/제조DX.자동보정.조립자동보정팀" userId="b47432fc-6904-4550-9f81-749fde7e3ec4" providerId="ADAL" clId="{B7A5C078-1BB6-41C9-9B3E-F91EBE41C6D6}" dt="2026-08-26T23:10:03.633" v="132" actId="22"/>
          <ac:picMkLst>
            <pc:docMk/>
            <pc:sldMk cId="3515206283" sldId="368"/>
            <ac:picMk id="6" creationId="{7F505F15-8AC7-0708-6604-EE8A35F554BD}"/>
          </ac:picMkLst>
        </pc:picChg>
      </pc:sldChg>
      <pc:sldChg chg="modSp mod">
        <pc:chgData name="원종래(JONG LAE WON)[jlwon]/책임/제조DX.자동보정.조립자동보정팀" userId="b47432fc-6904-4550-9f81-749fde7e3ec4" providerId="ADAL" clId="{B7A5C078-1BB6-41C9-9B3E-F91EBE41C6D6}" dt="2026-08-25T23:04:51.460" v="33" actId="20577"/>
        <pc:sldMkLst>
          <pc:docMk/>
          <pc:sldMk cId="4093150624" sldId="371"/>
        </pc:sldMkLst>
        <pc:spChg chg="mod">
          <ac:chgData name="원종래(JONG LAE WON)[jlwon]/책임/제조DX.자동보정.조립자동보정팀" userId="b47432fc-6904-4550-9f81-749fde7e3ec4" providerId="ADAL" clId="{B7A5C078-1BB6-41C9-9B3E-F91EBE41C6D6}" dt="2026-08-25T23:04:51.460" v="33" actId="20577"/>
          <ac:spMkLst>
            <pc:docMk/>
            <pc:sldMk cId="4093150624" sldId="371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B7A5C078-1BB6-41C9-9B3E-F91EBE41C6D6}" dt="2026-08-25T23:01:26.321" v="24"/>
        <pc:sldMkLst>
          <pc:docMk/>
          <pc:sldMk cId="1545050450" sldId="373"/>
        </pc:sldMkLst>
        <pc:spChg chg="mod">
          <ac:chgData name="원종래(JONG LAE WON)[jlwon]/책임/제조DX.자동보정.조립자동보정팀" userId="b47432fc-6904-4550-9f81-749fde7e3ec4" providerId="ADAL" clId="{B7A5C078-1BB6-41C9-9B3E-F91EBE41C6D6}" dt="2026-08-25T23:01:26.321" v="24"/>
          <ac:spMkLst>
            <pc:docMk/>
            <pc:sldMk cId="1545050450" sldId="373"/>
            <ac:spMk id="21" creationId="{1EF7B0D7-123E-D341-771B-5B8C9DC6E96C}"/>
          </ac:spMkLst>
        </pc:spChg>
      </pc:sldChg>
    </pc:docChg>
  </pc:docChgLst>
  <pc:docChgLst>
    <pc:chgData name="김기백(GIBAEK KIM)[gibaek.kim]/팀장/제조DX.자동보정.자동보정선행개발팀" userId="55e45d38-c472-4a38-804c-486c2f4c45c8" providerId="ADAL" clId="{25996DA3-5A81-444A-9708-80618A09B905}"/>
    <pc:docChg chg="undo custSel modSld">
      <pc:chgData name="김기백(GIBAEK KIM)[gibaek.kim]/팀장/제조DX.자동보정.자동보정선행개발팀" userId="55e45d38-c472-4a38-804c-486c2f4c45c8" providerId="ADAL" clId="{25996DA3-5A81-444A-9708-80618A09B905}" dt="2026-09-10T00:00:51.806" v="55" actId="20577"/>
      <pc:docMkLst>
        <pc:docMk/>
      </pc:docMkLst>
      <pc:sldChg chg="delSp modSp mod">
        <pc:chgData name="김기백(GIBAEK KIM)[gibaek.kim]/팀장/제조DX.자동보정.자동보정선행개발팀" userId="55e45d38-c472-4a38-804c-486c2f4c45c8" providerId="ADAL" clId="{25996DA3-5A81-444A-9708-80618A09B905}" dt="2026-09-10T00:00:51.806" v="55" actId="20577"/>
        <pc:sldMkLst>
          <pc:docMk/>
          <pc:sldMk cId="722830885" sldId="2147483567"/>
        </pc:sldMkLst>
        <pc:spChg chg="mod">
          <ac:chgData name="김기백(GIBAEK KIM)[gibaek.kim]/팀장/제조DX.자동보정.자동보정선행개발팀" userId="55e45d38-c472-4a38-804c-486c2f4c45c8" providerId="ADAL" clId="{25996DA3-5A81-444A-9708-80618A09B905}" dt="2026-09-09T04:47:16.503" v="4" actId="20577"/>
          <ac:spMkLst>
            <pc:docMk/>
            <pc:sldMk cId="722830885" sldId="2147483567"/>
            <ac:spMk id="3" creationId="{CF7DF637-B763-9B8A-71B0-2646E19C7B8C}"/>
          </ac:spMkLst>
        </pc:spChg>
        <pc:spChg chg="mod">
          <ac:chgData name="김기백(GIBAEK KIM)[gibaek.kim]/팀장/제조DX.자동보정.자동보정선행개발팀" userId="55e45d38-c472-4a38-804c-486c2f4c45c8" providerId="ADAL" clId="{25996DA3-5A81-444A-9708-80618A09B905}" dt="2026-09-09T23:59:55.210" v="37" actId="255"/>
          <ac:spMkLst>
            <pc:docMk/>
            <pc:sldMk cId="722830885" sldId="2147483567"/>
            <ac:spMk id="6" creationId="{FF80FE02-97A7-A1B4-3694-7503FDA3AD1B}"/>
          </ac:spMkLst>
        </pc:spChg>
        <pc:spChg chg="mod">
          <ac:chgData name="김기백(GIBAEK KIM)[gibaek.kim]/팀장/제조DX.자동보정.자동보정선행개발팀" userId="55e45d38-c472-4a38-804c-486c2f4c45c8" providerId="ADAL" clId="{25996DA3-5A81-444A-9708-80618A09B905}" dt="2026-09-10T00:00:33.437" v="50" actId="1076"/>
          <ac:spMkLst>
            <pc:docMk/>
            <pc:sldMk cId="722830885" sldId="2147483567"/>
            <ac:spMk id="7" creationId="{90D73227-2465-8D42-90EB-CFFFC0A3FB76}"/>
          </ac:spMkLst>
        </pc:spChg>
        <pc:spChg chg="mod">
          <ac:chgData name="김기백(GIBAEK KIM)[gibaek.kim]/팀장/제조DX.자동보정.자동보정선행개발팀" userId="55e45d38-c472-4a38-804c-486c2f4c45c8" providerId="ADAL" clId="{25996DA3-5A81-444A-9708-80618A09B905}" dt="2026-09-10T00:00:51.806" v="55" actId="20577"/>
          <ac:spMkLst>
            <pc:docMk/>
            <pc:sldMk cId="722830885" sldId="2147483567"/>
            <ac:spMk id="21" creationId="{8C51B5C4-0AF8-7836-BF28-C6127F7FCD60}"/>
          </ac:spMkLst>
        </pc:spChg>
        <pc:picChg chg="del">
          <ac:chgData name="김기백(GIBAEK KIM)[gibaek.kim]/팀장/제조DX.자동보정.자동보정선행개발팀" userId="55e45d38-c472-4a38-804c-486c2f4c45c8" providerId="ADAL" clId="{25996DA3-5A81-444A-9708-80618A09B905}" dt="2026-09-09T23:59:59.713" v="38" actId="478"/>
          <ac:picMkLst>
            <pc:docMk/>
            <pc:sldMk cId="722830885" sldId="2147483567"/>
            <ac:picMk id="4" creationId="{76A1347D-DF26-0E3A-1547-42B27F6A7CBC}"/>
          </ac:picMkLst>
        </pc:picChg>
      </pc:sldChg>
      <pc:sldChg chg="modSp mod">
        <pc:chgData name="김기백(GIBAEK KIM)[gibaek.kim]/팀장/제조DX.자동보정.자동보정선행개발팀" userId="55e45d38-c472-4a38-804c-486c2f4c45c8" providerId="ADAL" clId="{25996DA3-5A81-444A-9708-80618A09B905}" dt="2026-09-09T04:47:33.726" v="8" actId="207"/>
        <pc:sldMkLst>
          <pc:docMk/>
          <pc:sldMk cId="2078861670" sldId="2147483568"/>
        </pc:sldMkLst>
        <pc:spChg chg="mod">
          <ac:chgData name="김기백(GIBAEK KIM)[gibaek.kim]/팀장/제조DX.자동보정.자동보정선행개발팀" userId="55e45d38-c472-4a38-804c-486c2f4c45c8" providerId="ADAL" clId="{25996DA3-5A81-444A-9708-80618A09B905}" dt="2026-09-09T04:47:25.513" v="6" actId="20577"/>
          <ac:spMkLst>
            <pc:docMk/>
            <pc:sldMk cId="2078861670" sldId="2147483568"/>
            <ac:spMk id="4" creationId="{9D656C96-D651-9EA6-9AEA-D6D5526F51A2}"/>
          </ac:spMkLst>
        </pc:spChg>
        <pc:spChg chg="mod">
          <ac:chgData name="김기백(GIBAEK KIM)[gibaek.kim]/팀장/제조DX.자동보정.자동보정선행개발팀" userId="55e45d38-c472-4a38-804c-486c2f4c45c8" providerId="ADAL" clId="{25996DA3-5A81-444A-9708-80618A09B905}" dt="2026-09-09T04:47:33.726" v="8" actId="207"/>
          <ac:spMkLst>
            <pc:docMk/>
            <pc:sldMk cId="2078861670" sldId="2147483568"/>
            <ac:spMk id="9" creationId="{712FCA2F-1491-36CA-ABF7-9884A2969555}"/>
          </ac:spMkLst>
        </pc:spChg>
        <pc:spChg chg="mod">
          <ac:chgData name="김기백(GIBAEK KIM)[gibaek.kim]/팀장/제조DX.자동보정.자동보정선행개발팀" userId="55e45d38-c472-4a38-804c-486c2f4c45c8" providerId="ADAL" clId="{25996DA3-5A81-444A-9708-80618A09B905}" dt="2026-09-09T04:47:33.726" v="8" actId="207"/>
          <ac:spMkLst>
            <pc:docMk/>
            <pc:sldMk cId="2078861670" sldId="2147483568"/>
            <ac:spMk id="11" creationId="{9343EBA5-E928-3C62-EB7D-E97447A45ACA}"/>
          </ac:spMkLst>
        </pc:spChg>
        <pc:spChg chg="mod">
          <ac:chgData name="김기백(GIBAEK KIM)[gibaek.kim]/팀장/제조DX.자동보정.자동보정선행개발팀" userId="55e45d38-c472-4a38-804c-486c2f4c45c8" providerId="ADAL" clId="{25996DA3-5A81-444A-9708-80618A09B905}" dt="2026-09-09T04:47:33.726" v="8" actId="207"/>
          <ac:spMkLst>
            <pc:docMk/>
            <pc:sldMk cId="2078861670" sldId="2147483568"/>
            <ac:spMk id="14" creationId="{4EABB971-7377-9AD5-50FB-0B1A44A59A43}"/>
          </ac:spMkLst>
        </pc:spChg>
      </pc:sldChg>
    </pc:docChg>
  </pc:docChgLst>
  <pc:docChgLst>
    <pc:chgData name="김하람(HARAM KIM)[haram4297]/사원/제조DX.자동보정.RSND자동보정팀" userId="S::haram4297@lgensol.com::60aede17-52c5-4431-9086-10d07ec242fe" providerId="AD" clId="Web-{0E40D0C7-5A3E-5A88-DBE1-9A99234BC4C4}"/>
    <pc:docChg chg="modSld">
      <pc:chgData name="김하람(HARAM KIM)[haram4297]/사원/제조DX.자동보정.RSND자동보정팀" userId="S::haram4297@lgensol.com::60aede17-52c5-4431-9086-10d07ec242fe" providerId="AD" clId="Web-{0E40D0C7-5A3E-5A88-DBE1-9A99234BC4C4}" dt="2026-09-15T08:48:23.286" v="31" actId="20577"/>
      <pc:docMkLst>
        <pc:docMk/>
      </pc:docMkLst>
      <pc:sldChg chg="modSp">
        <pc:chgData name="김하람(HARAM KIM)[haram4297]/사원/제조DX.자동보정.RSND자동보정팀" userId="S::haram4297@lgensol.com::60aede17-52c5-4431-9086-10d07ec242fe" providerId="AD" clId="Web-{0E40D0C7-5A3E-5A88-DBE1-9A99234BC4C4}" dt="2026-09-15T08:48:23.286" v="31" actId="20577"/>
        <pc:sldMkLst>
          <pc:docMk/>
          <pc:sldMk cId="70802679" sldId="376"/>
        </pc:sldMkLst>
        <pc:spChg chg="mod">
          <ac:chgData name="김하람(HARAM KIM)[haram4297]/사원/제조DX.자동보정.RSND자동보정팀" userId="S::haram4297@lgensol.com::60aede17-52c5-4431-9086-10d07ec242fe" providerId="AD" clId="Web-{0E40D0C7-5A3E-5A88-DBE1-9A99234BC4C4}" dt="2026-09-15T08:47:13.282" v="28" actId="20577"/>
          <ac:spMkLst>
            <pc:docMk/>
            <pc:sldMk cId="70802679" sldId="376"/>
            <ac:spMk id="8" creationId="{4E4C90C9-A019-5679-6ED0-4DA8526529E6}"/>
          </ac:spMkLst>
        </pc:spChg>
        <pc:spChg chg="mod">
          <ac:chgData name="김하람(HARAM KIM)[haram4297]/사원/제조DX.자동보정.RSND자동보정팀" userId="S::haram4297@lgensol.com::60aede17-52c5-4431-9086-10d07ec242fe" providerId="AD" clId="Web-{0E40D0C7-5A3E-5A88-DBE1-9A99234BC4C4}" dt="2026-09-15T08:48:23.286" v="31" actId="20577"/>
          <ac:spMkLst>
            <pc:docMk/>
            <pc:sldMk cId="70802679" sldId="376"/>
            <ac:spMk id="16" creationId="{0A8513CF-8D68-D321-D10C-6D4A43E1A14E}"/>
          </ac:spMkLst>
        </pc:spChg>
        <pc:spChg chg="mod">
          <ac:chgData name="김하람(HARAM KIM)[haram4297]/사원/제조DX.자동보정.RSND자동보정팀" userId="S::haram4297@lgensol.com::60aede17-52c5-4431-9086-10d07ec242fe" providerId="AD" clId="Web-{0E40D0C7-5A3E-5A88-DBE1-9A99234BC4C4}" dt="2026-09-15T08:46:12.840" v="0" actId="20577"/>
          <ac:spMkLst>
            <pc:docMk/>
            <pc:sldMk cId="70802679" sldId="376"/>
            <ac:spMk id="19" creationId="{31E243ED-0DCD-3CC7-3BF6-185ECD776406}"/>
          </ac:spMkLst>
        </pc:spChg>
      </pc:sldChg>
    </pc:docChg>
  </pc:docChgLst>
  <pc:docChgLst>
    <pc:chgData name="원종래(JONG LAE WON)[jlwon]/책임/제조DX.자동보정.조립자동보정팀" userId="b47432fc-6904-4550-9f81-749fde7e3ec4" providerId="ADAL" clId="{793CCE11-BA90-4BE4-8639-E2A9A494BBED}"/>
    <pc:docChg chg="custSel modSld">
      <pc:chgData name="원종래(JONG LAE WON)[jlwon]/책임/제조DX.자동보정.조립자동보정팀" userId="b47432fc-6904-4550-9f81-749fde7e3ec4" providerId="ADAL" clId="{793CCE11-BA90-4BE4-8639-E2A9A494BBED}" dt="2026-09-14T07:49:20.885" v="206"/>
      <pc:docMkLst>
        <pc:docMk/>
      </pc:docMkLst>
      <pc:sldChg chg="modSp mod">
        <pc:chgData name="원종래(JONG LAE WON)[jlwon]/책임/제조DX.자동보정.조립자동보정팀" userId="b47432fc-6904-4550-9f81-749fde7e3ec4" providerId="ADAL" clId="{793CCE11-BA90-4BE4-8639-E2A9A494BBED}" dt="2026-09-08T23:07:41.874" v="125" actId="20577"/>
        <pc:sldMkLst>
          <pc:docMk/>
          <pc:sldMk cId="2772027129" sldId="260"/>
        </pc:sldMkLst>
        <pc:spChg chg="mod">
          <ac:chgData name="원종래(JONG LAE WON)[jlwon]/책임/제조DX.자동보정.조립자동보정팀" userId="b47432fc-6904-4550-9f81-749fde7e3ec4" providerId="ADAL" clId="{793CCE11-BA90-4BE4-8639-E2A9A494BBED}" dt="2026-09-08T23:07:41.874" v="125" actId="20577"/>
          <ac:spMkLst>
            <pc:docMk/>
            <pc:sldMk cId="2772027129" sldId="260"/>
            <ac:spMk id="8" creationId="{96604DF6-74CC-03F1-AF12-C27E99648785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793CCE11-BA90-4BE4-8639-E2A9A494BBED}" dt="2026-09-08T23:14:10.798" v="169" actId="20577"/>
        <pc:sldMkLst>
          <pc:docMk/>
          <pc:sldMk cId="1688006984" sldId="264"/>
        </pc:sldMkLst>
        <pc:spChg chg="mod">
          <ac:chgData name="원종래(JONG LAE WON)[jlwon]/책임/제조DX.자동보정.조립자동보정팀" userId="b47432fc-6904-4550-9f81-749fde7e3ec4" providerId="ADAL" clId="{793CCE11-BA90-4BE4-8639-E2A9A494BBED}" dt="2026-09-08T23:14:10.798" v="169" actId="20577"/>
          <ac:spMkLst>
            <pc:docMk/>
            <pc:sldMk cId="1688006984" sldId="264"/>
            <ac:spMk id="34" creationId="{0DBB8F14-223A-56DE-7946-DE15F19C0CCB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793CCE11-BA90-4BE4-8639-E2A9A494BBED}" dt="2026-09-08T23:17:38.741" v="170" actId="20577"/>
        <pc:sldMkLst>
          <pc:docMk/>
          <pc:sldMk cId="2538130918" sldId="272"/>
        </pc:sldMkLst>
        <pc:spChg chg="mod">
          <ac:chgData name="원종래(JONG LAE WON)[jlwon]/책임/제조DX.자동보정.조립자동보정팀" userId="b47432fc-6904-4550-9f81-749fde7e3ec4" providerId="ADAL" clId="{793CCE11-BA90-4BE4-8639-E2A9A494BBED}" dt="2026-09-08T23:17:38.741" v="170" actId="20577"/>
          <ac:spMkLst>
            <pc:docMk/>
            <pc:sldMk cId="2538130918" sldId="272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793CCE11-BA90-4BE4-8639-E2A9A494BBED}" dt="2026-09-08T23:18:17.604" v="172" actId="20577"/>
        <pc:sldMkLst>
          <pc:docMk/>
          <pc:sldMk cId="1560782275" sldId="289"/>
        </pc:sldMkLst>
        <pc:spChg chg="mod">
          <ac:chgData name="원종래(JONG LAE WON)[jlwon]/책임/제조DX.자동보정.조립자동보정팀" userId="b47432fc-6904-4550-9f81-749fde7e3ec4" providerId="ADAL" clId="{793CCE11-BA90-4BE4-8639-E2A9A494BBED}" dt="2026-09-08T23:18:17.604" v="172" actId="20577"/>
          <ac:spMkLst>
            <pc:docMk/>
            <pc:sldMk cId="1560782275" sldId="289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793CCE11-BA90-4BE4-8639-E2A9A494BBED}" dt="2026-09-08T23:12:25.088" v="166" actId="20577"/>
        <pc:sldMkLst>
          <pc:docMk/>
          <pc:sldMk cId="3813480401" sldId="316"/>
        </pc:sldMkLst>
        <pc:spChg chg="mod">
          <ac:chgData name="원종래(JONG LAE WON)[jlwon]/책임/제조DX.자동보정.조립자동보정팀" userId="b47432fc-6904-4550-9f81-749fde7e3ec4" providerId="ADAL" clId="{793CCE11-BA90-4BE4-8639-E2A9A494BBED}" dt="2026-09-08T23:12:25.088" v="166" actId="20577"/>
          <ac:spMkLst>
            <pc:docMk/>
            <pc:sldMk cId="3813480401" sldId="316"/>
            <ac:spMk id="17" creationId="{3D171D3E-1985-8A6E-7869-31CB77FE3666}"/>
          </ac:spMkLst>
        </pc:spChg>
        <pc:spChg chg="mod">
          <ac:chgData name="원종래(JONG LAE WON)[jlwon]/책임/제조DX.자동보정.조립자동보정팀" userId="b47432fc-6904-4550-9f81-749fde7e3ec4" providerId="ADAL" clId="{793CCE11-BA90-4BE4-8639-E2A9A494BBED}" dt="2026-09-08T23:11:59.338" v="164" actId="20577"/>
          <ac:spMkLst>
            <pc:docMk/>
            <pc:sldMk cId="3813480401" sldId="316"/>
            <ac:spMk id="30" creationId="{0D42272B-7090-3E3D-C807-E7C5620E4BE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793CCE11-BA90-4BE4-8639-E2A9A494BBED}" dt="2026-09-08T23:00:38.344" v="121" actId="20577"/>
        <pc:sldMkLst>
          <pc:docMk/>
          <pc:sldMk cId="622908435" sldId="351"/>
        </pc:sldMkLst>
        <pc:spChg chg="mod">
          <ac:chgData name="원종래(JONG LAE WON)[jlwon]/책임/제조DX.자동보정.조립자동보정팀" userId="b47432fc-6904-4550-9f81-749fde7e3ec4" providerId="ADAL" clId="{793CCE11-BA90-4BE4-8639-E2A9A494BBED}" dt="2026-09-08T23:00:38.344" v="121" actId="20577"/>
          <ac:spMkLst>
            <pc:docMk/>
            <pc:sldMk cId="622908435" sldId="351"/>
            <ac:spMk id="20" creationId="{1D985B27-2B1D-33FE-56E4-88E5E6B69DD1}"/>
          </ac:spMkLst>
        </pc:spChg>
      </pc:sldChg>
      <pc:sldChg chg="addSp modSp mod">
        <pc:chgData name="원종래(JONG LAE WON)[jlwon]/책임/제조DX.자동보정.조립자동보정팀" userId="b47432fc-6904-4550-9f81-749fde7e3ec4" providerId="ADAL" clId="{793CCE11-BA90-4BE4-8639-E2A9A494BBED}" dt="2026-09-08T22:59:01.918" v="114" actId="1037"/>
        <pc:sldMkLst>
          <pc:docMk/>
          <pc:sldMk cId="3515206283" sldId="368"/>
        </pc:sldMkLst>
        <pc:spChg chg="add mod">
          <ac:chgData name="원종래(JONG LAE WON)[jlwon]/책임/제조DX.자동보정.조립자동보정팀" userId="b47432fc-6904-4550-9f81-749fde7e3ec4" providerId="ADAL" clId="{793CCE11-BA90-4BE4-8639-E2A9A494BBED}" dt="2026-09-08T22:59:01.918" v="114" actId="1037"/>
          <ac:spMkLst>
            <pc:docMk/>
            <pc:sldMk cId="3515206283" sldId="368"/>
            <ac:spMk id="3" creationId="{F282B194-9DD9-42D2-99A5-2906D3D6C3C7}"/>
          </ac:spMkLst>
        </pc:spChg>
        <pc:spChg chg="mod">
          <ac:chgData name="원종래(JONG LAE WON)[jlwon]/책임/제조DX.자동보정.조립자동보정팀" userId="b47432fc-6904-4550-9f81-749fde7e3ec4" providerId="ADAL" clId="{793CCE11-BA90-4BE4-8639-E2A9A494BBED}" dt="2026-09-08T22:56:56.966" v="0" actId="20577"/>
          <ac:spMkLst>
            <pc:docMk/>
            <pc:sldMk cId="3515206283" sldId="368"/>
            <ac:spMk id="115" creationId="{9AB0CFA3-6992-FB78-C56A-76216688921E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793CCE11-BA90-4BE4-8639-E2A9A494BBED}" dt="2026-09-08T23:14:02.382" v="167" actId="20577"/>
        <pc:sldMkLst>
          <pc:docMk/>
          <pc:sldMk cId="3501312549" sldId="380"/>
        </pc:sldMkLst>
        <pc:spChg chg="mod">
          <ac:chgData name="원종래(JONG LAE WON)[jlwon]/책임/제조DX.자동보정.조립자동보정팀" userId="b47432fc-6904-4550-9f81-749fde7e3ec4" providerId="ADAL" clId="{793CCE11-BA90-4BE4-8639-E2A9A494BBED}" dt="2026-09-08T23:14:02.382" v="167" actId="20577"/>
          <ac:spMkLst>
            <pc:docMk/>
            <pc:sldMk cId="3501312549" sldId="380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793CCE11-BA90-4BE4-8639-E2A9A494BBED}" dt="2026-09-08T23:14:06.014" v="168" actId="20577"/>
        <pc:sldMkLst>
          <pc:docMk/>
          <pc:sldMk cId="3908212712" sldId="413"/>
        </pc:sldMkLst>
        <pc:spChg chg="mod">
          <ac:chgData name="원종래(JONG LAE WON)[jlwon]/책임/제조DX.자동보정.조립자동보정팀" userId="b47432fc-6904-4550-9f81-749fde7e3ec4" providerId="ADAL" clId="{793CCE11-BA90-4BE4-8639-E2A9A494BBED}" dt="2026-09-08T23:14:06.014" v="168" actId="20577"/>
          <ac:spMkLst>
            <pc:docMk/>
            <pc:sldMk cId="3908212712" sldId="413"/>
            <ac:spMk id="34" creationId="{0DBB8F14-223A-56DE-7946-DE15F19C0CCB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793CCE11-BA90-4BE4-8639-E2A9A494BBED}" dt="2026-09-08T23:18:13.067" v="171" actId="20577"/>
        <pc:sldMkLst>
          <pc:docMk/>
          <pc:sldMk cId="3526692955" sldId="432"/>
        </pc:sldMkLst>
        <pc:spChg chg="mod">
          <ac:chgData name="원종래(JONG LAE WON)[jlwon]/책임/제조DX.자동보정.조립자동보정팀" userId="b47432fc-6904-4550-9f81-749fde7e3ec4" providerId="ADAL" clId="{793CCE11-BA90-4BE4-8639-E2A9A494BBED}" dt="2026-09-08T23:18:13.067" v="171" actId="20577"/>
          <ac:spMkLst>
            <pc:docMk/>
            <pc:sldMk cId="3526692955" sldId="432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793CCE11-BA90-4BE4-8639-E2A9A494BBED}" dt="2026-09-14T07:49:20.885" v="206"/>
        <pc:sldMkLst>
          <pc:docMk/>
          <pc:sldMk cId="3901532967" sldId="2147481959"/>
        </pc:sldMkLst>
        <pc:spChg chg="mod">
          <ac:chgData name="원종래(JONG LAE WON)[jlwon]/책임/제조DX.자동보정.조립자동보정팀" userId="b47432fc-6904-4550-9f81-749fde7e3ec4" providerId="ADAL" clId="{793CCE11-BA90-4BE4-8639-E2A9A494BBED}" dt="2026-09-08T23:07:34.625" v="123" actId="20577"/>
          <ac:spMkLst>
            <pc:docMk/>
            <pc:sldMk cId="3901532967" sldId="2147481959"/>
            <ac:spMk id="3" creationId="{36861DA2-A477-7234-84DA-E783F149B3FB}"/>
          </ac:spMkLst>
        </pc:spChg>
        <pc:graphicFrameChg chg="mod">
          <ac:chgData name="원종래(JONG LAE WON)[jlwon]/책임/제조DX.자동보정.조립자동보정팀" userId="b47432fc-6904-4550-9f81-749fde7e3ec4" providerId="ADAL" clId="{793CCE11-BA90-4BE4-8639-E2A9A494BBED}" dt="2026-09-14T07:49:20.885" v="206"/>
          <ac:graphicFrameMkLst>
            <pc:docMk/>
            <pc:sldMk cId="3901532967" sldId="2147481959"/>
            <ac:graphicFrameMk id="6" creationId="{9F1ED0DE-DC80-49CF-A652-7525238A193D}"/>
          </ac:graphicFrameMkLst>
        </pc:graphicFrameChg>
      </pc:sldChg>
    </pc:docChg>
  </pc:docChgLst>
  <pc:docChgLst>
    <pc:chgData name="서재근(JAEGEUN SEO)[jaegeun_seo]/책임/제조DX.자동보정.조립자동보정팀" userId="7bb6d943-2582-47a8-abe5-eec9821e0b5c" providerId="ADAL" clId="{1803C551-4C40-4156-AD27-83F6A5B8A13D}"/>
    <pc:docChg chg="undo redo custSel modSld">
      <pc:chgData name="서재근(JAEGEUN SEO)[jaegeun_seo]/책임/제조DX.자동보정.조립자동보정팀" userId="7bb6d943-2582-47a8-abe5-eec9821e0b5c" providerId="ADAL" clId="{1803C551-4C40-4156-AD27-83F6A5B8A13D}" dt="2026-09-16T00:17:01.087" v="2121" actId="1036"/>
      <pc:docMkLst>
        <pc:docMk/>
      </pc:docMkLst>
      <pc:sldChg chg="modSp mod">
        <pc:chgData name="서재근(JAEGEUN SEO)[jaegeun_seo]/책임/제조DX.자동보정.조립자동보정팀" userId="7bb6d943-2582-47a8-abe5-eec9821e0b5c" providerId="ADAL" clId="{1803C551-4C40-4156-AD27-83F6A5B8A13D}" dt="2026-09-16T00:16:47.779" v="2118" actId="20577"/>
        <pc:sldMkLst>
          <pc:docMk/>
          <pc:sldMk cId="4093150624" sldId="371"/>
        </pc:sldMkLst>
        <pc:spChg chg="mod">
          <ac:chgData name="서재근(JAEGEUN SEO)[jaegeun_seo]/책임/제조DX.자동보정.조립자동보정팀" userId="7bb6d943-2582-47a8-abe5-eec9821e0b5c" providerId="ADAL" clId="{1803C551-4C40-4156-AD27-83F6A5B8A13D}" dt="2026-09-15T04:41:07.468" v="300" actId="20577"/>
          <ac:spMkLst>
            <pc:docMk/>
            <pc:sldMk cId="4093150624" sldId="371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1803C551-4C40-4156-AD27-83F6A5B8A13D}" dt="2026-09-16T00:14:48.622" v="1689" actId="6549"/>
          <ac:spMkLst>
            <pc:docMk/>
            <pc:sldMk cId="4093150624" sldId="371"/>
            <ac:spMk id="18" creationId="{5B20E7F4-5EC3-322A-DD64-FA9CB7EBD060}"/>
          </ac:spMkLst>
        </pc:spChg>
        <pc:spChg chg="mod">
          <ac:chgData name="서재근(JAEGEUN SEO)[jaegeun_seo]/책임/제조DX.자동보정.조립자동보정팀" userId="7bb6d943-2582-47a8-abe5-eec9821e0b5c" providerId="ADAL" clId="{1803C551-4C40-4156-AD27-83F6A5B8A13D}" dt="2026-09-16T00:16:47.779" v="2118" actId="20577"/>
          <ac:spMkLst>
            <pc:docMk/>
            <pc:sldMk cId="4093150624" sldId="371"/>
            <ac:spMk id="30" creationId="{0D42272B-7090-3E3D-C807-E7C5620E4BEA}"/>
          </ac:spMkLst>
        </pc:spChg>
        <pc:graphicFrameChg chg="mod">
          <ac:chgData name="서재근(JAEGEUN SEO)[jaegeun_seo]/책임/제조DX.자동보정.조립자동보정팀" userId="7bb6d943-2582-47a8-abe5-eec9821e0b5c" providerId="ADAL" clId="{1803C551-4C40-4156-AD27-83F6A5B8A13D}" dt="2026-09-16T00:14:35.800" v="1678" actId="1035"/>
          <ac:graphicFrameMkLst>
            <pc:docMk/>
            <pc:sldMk cId="4093150624" sldId="371"/>
            <ac:graphicFrameMk id="7" creationId="{149FBCF7-024F-3E37-9500-B9ECFB8AB4FB}"/>
          </ac:graphicFrameMkLst>
        </pc:graphicFrameChg>
      </pc:sldChg>
      <pc:sldChg chg="modSp mod">
        <pc:chgData name="서재근(JAEGEUN SEO)[jaegeun_seo]/책임/제조DX.자동보정.조립자동보정팀" userId="7bb6d943-2582-47a8-abe5-eec9821e0b5c" providerId="ADAL" clId="{1803C551-4C40-4156-AD27-83F6A5B8A13D}" dt="2026-09-16T00:17:01.087" v="2121" actId="1036"/>
        <pc:sldMkLst>
          <pc:docMk/>
          <pc:sldMk cId="171816745" sldId="416"/>
        </pc:sldMkLst>
        <pc:spChg chg="mod">
          <ac:chgData name="서재근(JAEGEUN SEO)[jaegeun_seo]/책임/제조DX.자동보정.조립자동보정팀" userId="7bb6d943-2582-47a8-abe5-eec9821e0b5c" providerId="ADAL" clId="{1803C551-4C40-4156-AD27-83F6A5B8A13D}" dt="2026-09-15T04:41:58.482" v="304" actId="20577"/>
          <ac:spMkLst>
            <pc:docMk/>
            <pc:sldMk cId="171816745" sldId="416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1803C551-4C40-4156-AD27-83F6A5B8A13D}" dt="2026-09-16T00:17:01.087" v="2121" actId="1036"/>
          <ac:spMkLst>
            <pc:docMk/>
            <pc:sldMk cId="171816745" sldId="416"/>
            <ac:spMk id="30" creationId="{0D42272B-7090-3E3D-C807-E7C5620E4BEA}"/>
          </ac:spMkLst>
        </pc:spChg>
      </pc:sldChg>
      <pc:sldChg chg="modSp mod">
        <pc:chgData name="서재근(JAEGEUN SEO)[jaegeun_seo]/책임/제조DX.자동보정.조립자동보정팀" userId="7bb6d943-2582-47a8-abe5-eec9821e0b5c" providerId="ADAL" clId="{1803C551-4C40-4156-AD27-83F6A5B8A13D}" dt="2026-09-15T04:46:22.362" v="1208" actId="20577"/>
        <pc:sldMkLst>
          <pc:docMk/>
          <pc:sldMk cId="2828155431" sldId="417"/>
        </pc:sldMkLst>
        <pc:spChg chg="mod">
          <ac:chgData name="서재근(JAEGEUN SEO)[jaegeun_seo]/책임/제조DX.자동보정.조립자동보정팀" userId="7bb6d943-2582-47a8-abe5-eec9821e0b5c" providerId="ADAL" clId="{1803C551-4C40-4156-AD27-83F6A5B8A13D}" dt="2026-09-15T04:46:22.362" v="1208" actId="20577"/>
          <ac:spMkLst>
            <pc:docMk/>
            <pc:sldMk cId="2828155431" sldId="417"/>
            <ac:spMk id="2" creationId="{22EA30F0-CF52-3455-5749-990D08F2AD73}"/>
          </ac:spMkLst>
        </pc:spChg>
        <pc:spChg chg="mod">
          <ac:chgData name="서재근(JAEGEUN SEO)[jaegeun_seo]/책임/제조DX.자동보정.조립자동보정팀" userId="7bb6d943-2582-47a8-abe5-eec9821e0b5c" providerId="ADAL" clId="{1803C551-4C40-4156-AD27-83F6A5B8A13D}" dt="2026-09-15T04:42:42.065" v="309" actId="20577"/>
          <ac:spMkLst>
            <pc:docMk/>
            <pc:sldMk cId="2828155431" sldId="417"/>
            <ac:spMk id="17" creationId="{3D171D3E-1985-8A6E-7869-31CB77FE3666}"/>
          </ac:spMkLst>
        </pc:spChg>
      </pc:sldChg>
    </pc:docChg>
  </pc:docChgLst>
  <pc:docChgLst>
    <pc:chgData name="차영은(YEONGEUN CHA)[yeongeun.cha]/선임/제조DX.자동보정.RSND자동보정팀" userId="e4ba232c-cf2d-4452-bd1b-f0a465a6692d" providerId="ADAL" clId="{377986A6-0F21-4310-93D0-3D471725D727}"/>
    <pc:docChg chg="custSel modSld modMainMaster">
      <pc:chgData name="차영은(YEONGEUN CHA)[yeongeun.cha]/선임/제조DX.자동보정.RSND자동보정팀" userId="e4ba232c-cf2d-4452-bd1b-f0a465a6692d" providerId="ADAL" clId="{377986A6-0F21-4310-93D0-3D471725D727}" dt="2026-08-20T04:14:36.955" v="125" actId="20577"/>
      <pc:docMkLst>
        <pc:docMk/>
      </pc:docMkLst>
      <pc:sldChg chg="addSp delSp modSp mod">
        <pc:chgData name="차영은(YEONGEUN CHA)[yeongeun.cha]/선임/제조DX.자동보정.RSND자동보정팀" userId="e4ba232c-cf2d-4452-bd1b-f0a465a6692d" providerId="ADAL" clId="{377986A6-0F21-4310-93D0-3D471725D727}" dt="2026-08-18T23:59:58.537" v="113" actId="478"/>
        <pc:sldMkLst>
          <pc:docMk/>
          <pc:sldMk cId="1554108962" sldId="305"/>
        </pc:sldMkLst>
        <pc:spChg chg="add mod">
          <ac:chgData name="차영은(YEONGEUN CHA)[yeongeun.cha]/선임/제조DX.자동보정.RSND자동보정팀" userId="e4ba232c-cf2d-4452-bd1b-f0a465a6692d" providerId="ADAL" clId="{377986A6-0F21-4310-93D0-3D471725D727}" dt="2026-08-18T23:59:56.004" v="112"/>
          <ac:spMkLst>
            <pc:docMk/>
            <pc:sldMk cId="1554108962" sldId="305"/>
            <ac:spMk id="27" creationId="{5609AD6A-E4FC-1283-5578-00971543EB92}"/>
          </ac:spMkLst>
        </pc:spChg>
        <pc:spChg chg="mod">
          <ac:chgData name="차영은(YEONGEUN CHA)[yeongeun.cha]/선임/제조DX.자동보정.RSND자동보정팀" userId="e4ba232c-cf2d-4452-bd1b-f0a465a6692d" providerId="ADAL" clId="{377986A6-0F21-4310-93D0-3D471725D727}" dt="2026-08-18T23:58:39.767" v="27" actId="20577"/>
          <ac:spMkLst>
            <pc:docMk/>
            <pc:sldMk cId="1554108962" sldId="305"/>
            <ac:spMk id="44" creationId="{6F3BC2FF-E945-9DC3-7A0D-1FE966BFB24D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377986A6-0F21-4310-93D0-3D471725D727}" dt="2026-08-18T23:59:32.670" v="108" actId="20577"/>
        <pc:sldMkLst>
          <pc:docMk/>
          <pc:sldMk cId="4050359468" sldId="400"/>
        </pc:sldMkLst>
        <pc:spChg chg="mod">
          <ac:chgData name="차영은(YEONGEUN CHA)[yeongeun.cha]/선임/제조DX.자동보정.RSND자동보정팀" userId="e4ba232c-cf2d-4452-bd1b-f0a465a6692d" providerId="ADAL" clId="{377986A6-0F21-4310-93D0-3D471725D727}" dt="2026-08-18T23:58:35.227" v="25" actId="20577"/>
          <ac:spMkLst>
            <pc:docMk/>
            <pc:sldMk cId="4050359468" sldId="400"/>
            <ac:spMk id="6" creationId="{8434DB26-0989-42D9-FE33-922D5D878913}"/>
          </ac:spMkLst>
        </pc:spChg>
        <pc:spChg chg="mod">
          <ac:chgData name="차영은(YEONGEUN CHA)[yeongeun.cha]/선임/제조DX.자동보정.RSND자동보정팀" userId="e4ba232c-cf2d-4452-bd1b-f0a465a6692d" providerId="ADAL" clId="{377986A6-0F21-4310-93D0-3D471725D727}" dt="2026-08-18T23:59:32.670" v="108" actId="20577"/>
          <ac:spMkLst>
            <pc:docMk/>
            <pc:sldMk cId="4050359468" sldId="400"/>
            <ac:spMk id="79" creationId="{6A48F3AD-C54E-4294-1198-C0F435D563BC}"/>
          </ac:spMkLst>
        </pc:spChg>
      </pc:sldChg>
      <pc:sldChg chg="modSp mod">
        <pc:chgData name="차영은(YEONGEUN CHA)[yeongeun.cha]/선임/제조DX.자동보정.RSND자동보정팀" userId="e4ba232c-cf2d-4452-bd1b-f0a465a6692d" providerId="ADAL" clId="{377986A6-0F21-4310-93D0-3D471725D727}" dt="2026-08-18T05:56:51.529" v="3" actId="20577"/>
        <pc:sldMkLst>
          <pc:docMk/>
          <pc:sldMk cId="2751367990" sldId="746"/>
        </pc:sldMkLst>
        <pc:spChg chg="mod">
          <ac:chgData name="차영은(YEONGEUN CHA)[yeongeun.cha]/선임/제조DX.자동보정.RSND자동보정팀" userId="e4ba232c-cf2d-4452-bd1b-f0a465a6692d" providerId="ADAL" clId="{377986A6-0F21-4310-93D0-3D471725D727}" dt="2026-08-18T05:56:51.529" v="3" actId="20577"/>
          <ac:spMkLst>
            <pc:docMk/>
            <pc:sldMk cId="2751367990" sldId="746"/>
            <ac:spMk id="19" creationId="{00000000-0000-0000-0000-000000000000}"/>
          </ac:spMkLst>
        </pc:spChg>
      </pc:sldChg>
      <pc:sldMasterChg chg="modSp mod modSldLayout">
        <pc:chgData name="차영은(YEONGEUN CHA)[yeongeun.cha]/선임/제조DX.자동보정.RSND자동보정팀" userId="e4ba232c-cf2d-4452-bd1b-f0a465a6692d" providerId="ADAL" clId="{377986A6-0F21-4310-93D0-3D471725D727}" dt="2026-08-20T04:14:27.912" v="119" actId="20577"/>
        <pc:sldMasterMkLst>
          <pc:docMk/>
          <pc:sldMasterMk cId="2856474258" sldId="2147483926"/>
        </pc:sldMasterMkLst>
        <pc:spChg chg="mod">
          <ac:chgData name="차영은(YEONGEUN CHA)[yeongeun.cha]/선임/제조DX.자동보정.RSND자동보정팀" userId="e4ba232c-cf2d-4452-bd1b-f0a465a6692d" providerId="ADAL" clId="{377986A6-0F21-4310-93D0-3D471725D727}" dt="2026-08-20T04:14:27.912" v="119" actId="20577"/>
          <ac:spMkLst>
            <pc:docMk/>
            <pc:sldMasterMk cId="2856474258" sldId="2147483926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377986A6-0F21-4310-93D0-3D471725D727}" dt="2026-08-18T05:57:26.470" v="15" actId="20577"/>
          <pc:sldLayoutMkLst>
            <pc:docMk/>
            <pc:sldMasterMk cId="2856474258" sldId="2147483926"/>
            <pc:sldLayoutMk cId="1399280870" sldId="2147483927"/>
          </pc:sldLayoutMkLst>
          <pc:graphicFrameChg chg="modGraphic">
            <ac:chgData name="차영은(YEONGEUN CHA)[yeongeun.cha]/선임/제조DX.자동보정.RSND자동보정팀" userId="e4ba232c-cf2d-4452-bd1b-f0a465a6692d" providerId="ADAL" clId="{377986A6-0F21-4310-93D0-3D471725D727}" dt="2026-08-18T05:57:23.495" v="13" actId="20577"/>
            <ac:graphicFrameMkLst>
              <pc:docMk/>
              <pc:sldMasterMk cId="2856474258" sldId="2147483926"/>
              <pc:sldLayoutMk cId="1399280870" sldId="2147483927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377986A6-0F21-4310-93D0-3D471725D727}" dt="2026-08-18T05:57:26.470" v="15" actId="20577"/>
            <ac:graphicFrameMkLst>
              <pc:docMk/>
              <pc:sldMasterMk cId="2856474258" sldId="2147483926"/>
              <pc:sldLayoutMk cId="1399280870" sldId="2147483927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377986A6-0F21-4310-93D0-3D471725D727}" dt="2026-08-18T05:57:33.016" v="17" actId="20577"/>
          <pc:sldLayoutMkLst>
            <pc:docMk/>
            <pc:sldMasterMk cId="2856474258" sldId="2147483926"/>
            <pc:sldLayoutMk cId="383816557" sldId="2147483928"/>
          </pc:sldLayoutMkLst>
          <pc:graphicFrameChg chg="modGraphic">
            <ac:chgData name="차영은(YEONGEUN CHA)[yeongeun.cha]/선임/제조DX.자동보정.RSND자동보정팀" userId="e4ba232c-cf2d-4452-bd1b-f0a465a6692d" providerId="ADAL" clId="{377986A6-0F21-4310-93D0-3D471725D727}" dt="2026-08-18T05:57:33.016" v="17" actId="20577"/>
            <ac:graphicFrameMkLst>
              <pc:docMk/>
              <pc:sldMasterMk cId="2856474258" sldId="2147483926"/>
              <pc:sldLayoutMk cId="383816557" sldId="2147483928"/>
              <ac:graphicFrameMk id="3" creationId="{8100811F-687F-3281-8CE1-309FC13722E0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377986A6-0F21-4310-93D0-3D471725D727}" dt="2026-08-18T05:57:19.774" v="11" actId="20577"/>
          <pc:sldLayoutMkLst>
            <pc:docMk/>
            <pc:sldMasterMk cId="2856474258" sldId="2147483926"/>
            <pc:sldLayoutMk cId="431942297" sldId="2147483956"/>
          </pc:sldLayoutMkLst>
          <pc:graphicFrameChg chg="modGraphic">
            <ac:chgData name="차영은(YEONGEUN CHA)[yeongeun.cha]/선임/제조DX.자동보정.RSND자동보정팀" userId="e4ba232c-cf2d-4452-bd1b-f0a465a6692d" providerId="ADAL" clId="{377986A6-0F21-4310-93D0-3D471725D727}" dt="2026-08-18T05:57:16.962" v="9" actId="20577"/>
            <ac:graphicFrameMkLst>
              <pc:docMk/>
              <pc:sldMasterMk cId="2856474258" sldId="2147483926"/>
              <pc:sldLayoutMk cId="431942297" sldId="2147483956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377986A6-0F21-4310-93D0-3D471725D727}" dt="2026-08-18T05:57:19.774" v="11" actId="20577"/>
            <ac:graphicFrameMkLst>
              <pc:docMk/>
              <pc:sldMasterMk cId="2856474258" sldId="2147483926"/>
              <pc:sldLayoutMk cId="431942297" sldId="2147483956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377986A6-0F21-4310-93D0-3D471725D727}" dt="2026-08-18T05:57:12.057" v="7" actId="20577"/>
          <pc:sldLayoutMkLst>
            <pc:docMk/>
            <pc:sldMasterMk cId="2856474258" sldId="2147483926"/>
            <pc:sldLayoutMk cId="431942297" sldId="2147483962"/>
          </pc:sldLayoutMkLst>
          <pc:graphicFrameChg chg="modGraphic">
            <ac:chgData name="차영은(YEONGEUN CHA)[yeongeun.cha]/선임/제조DX.자동보정.RSND자동보정팀" userId="e4ba232c-cf2d-4452-bd1b-f0a465a6692d" providerId="ADAL" clId="{377986A6-0F21-4310-93D0-3D471725D727}" dt="2026-08-18T05:57:12.057" v="7" actId="20577"/>
            <ac:graphicFrameMkLst>
              <pc:docMk/>
              <pc:sldMasterMk cId="2856474258" sldId="2147483926"/>
              <pc:sldLayoutMk cId="431942297" sldId="2147483962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377986A6-0F21-4310-93D0-3D471725D727}" dt="2026-08-18T05:57:08.921" v="5" actId="20577"/>
            <ac:graphicFrameMkLst>
              <pc:docMk/>
              <pc:sldMasterMk cId="2856474258" sldId="2147483926"/>
              <pc:sldLayoutMk cId="431942297" sldId="2147483962"/>
              <ac:graphicFrameMk id="33" creationId="{3833E550-6C35-B912-9D04-3025DA16CA8C}"/>
            </ac:graphicFrameMkLst>
          </pc:graphicFrameChg>
        </pc:sldLayoutChg>
      </pc:sldMasterChg>
      <pc:sldMasterChg chg="modSp mod modSldLayout">
        <pc:chgData name="차영은(YEONGEUN CHA)[yeongeun.cha]/선임/제조DX.자동보정.RSND자동보정팀" userId="e4ba232c-cf2d-4452-bd1b-f0a465a6692d" providerId="ADAL" clId="{377986A6-0F21-4310-93D0-3D471725D727}" dt="2026-08-20T04:14:36.955" v="125" actId="20577"/>
        <pc:sldMasterMkLst>
          <pc:docMk/>
          <pc:sldMasterMk cId="3554001616" sldId="2147483943"/>
        </pc:sldMasterMkLst>
        <pc:spChg chg="mod">
          <ac:chgData name="차영은(YEONGEUN CHA)[yeongeun.cha]/선임/제조DX.자동보정.RSND자동보정팀" userId="e4ba232c-cf2d-4452-bd1b-f0a465a6692d" providerId="ADAL" clId="{377986A6-0F21-4310-93D0-3D471725D727}" dt="2026-08-20T04:14:36.955" v="125" actId="20577"/>
          <ac:spMkLst>
            <pc:docMk/>
            <pc:sldMasterMk cId="3554001616" sldId="2147483943"/>
            <ac:spMk id="3" creationId="{00000000-0000-0000-0000-000000000000}"/>
          </ac:spMkLst>
        </pc:spChg>
        <pc:sldLayoutChg chg="modSp mod">
          <pc:chgData name="차영은(YEONGEUN CHA)[yeongeun.cha]/선임/제조DX.자동보정.RSND자동보정팀" userId="e4ba232c-cf2d-4452-bd1b-f0a465a6692d" providerId="ADAL" clId="{377986A6-0F21-4310-93D0-3D471725D727}" dt="2026-08-18T05:57:52.159" v="21" actId="20577"/>
          <pc:sldLayoutMkLst>
            <pc:docMk/>
            <pc:sldMasterMk cId="3554001616" sldId="2147483943"/>
            <pc:sldLayoutMk cId="1070217101" sldId="2147483945"/>
          </pc:sldLayoutMkLst>
          <pc:graphicFrameChg chg="modGraphic">
            <ac:chgData name="차영은(YEONGEUN CHA)[yeongeun.cha]/선임/제조DX.자동보정.RSND자동보정팀" userId="e4ba232c-cf2d-4452-bd1b-f0a465a6692d" providerId="ADAL" clId="{377986A6-0F21-4310-93D0-3D471725D727}" dt="2026-08-18T05:57:49.473" v="19" actId="20577"/>
            <ac:graphicFrameMkLst>
              <pc:docMk/>
              <pc:sldMasterMk cId="3554001616" sldId="2147483943"/>
              <pc:sldLayoutMk cId="1070217101" sldId="2147483945"/>
              <ac:graphicFrameMk id="32" creationId="{718E4975-0506-DA2A-1FA6-4EAF4C6EE5B4}"/>
            </ac:graphicFrameMkLst>
          </pc:graphicFrameChg>
          <pc:graphicFrameChg chg="modGraphic">
            <ac:chgData name="차영은(YEONGEUN CHA)[yeongeun.cha]/선임/제조DX.자동보정.RSND자동보정팀" userId="e4ba232c-cf2d-4452-bd1b-f0a465a6692d" providerId="ADAL" clId="{377986A6-0F21-4310-93D0-3D471725D727}" dt="2026-08-18T05:57:52.159" v="21" actId="20577"/>
            <ac:graphicFrameMkLst>
              <pc:docMk/>
              <pc:sldMasterMk cId="3554001616" sldId="2147483943"/>
              <pc:sldLayoutMk cId="1070217101" sldId="2147483945"/>
              <ac:graphicFrameMk id="33" creationId="{3833E550-6C35-B912-9D04-3025DA16CA8C}"/>
            </ac:graphicFrameMkLst>
          </pc:graphicFrameChg>
        </pc:sldLayoutChg>
        <pc:sldLayoutChg chg="modSp mod">
          <pc:chgData name="차영은(YEONGEUN CHA)[yeongeun.cha]/선임/제조DX.자동보정.RSND자동보정팀" userId="e4ba232c-cf2d-4452-bd1b-f0a465a6692d" providerId="ADAL" clId="{377986A6-0F21-4310-93D0-3D471725D727}" dt="2026-08-18T05:57:56.471" v="23" actId="20577"/>
          <pc:sldLayoutMkLst>
            <pc:docMk/>
            <pc:sldMasterMk cId="3554001616" sldId="2147483943"/>
            <pc:sldLayoutMk cId="4071920373" sldId="2147483946"/>
          </pc:sldLayoutMkLst>
          <pc:graphicFrameChg chg="modGraphic">
            <ac:chgData name="차영은(YEONGEUN CHA)[yeongeun.cha]/선임/제조DX.자동보정.RSND자동보정팀" userId="e4ba232c-cf2d-4452-bd1b-f0a465a6692d" providerId="ADAL" clId="{377986A6-0F21-4310-93D0-3D471725D727}" dt="2026-08-18T05:57:56.471" v="23" actId="20577"/>
            <ac:graphicFrameMkLst>
              <pc:docMk/>
              <pc:sldMasterMk cId="3554001616" sldId="2147483943"/>
              <pc:sldLayoutMk cId="4071920373" sldId="2147483946"/>
              <ac:graphicFrameMk id="3" creationId="{8100811F-687F-3281-8CE1-309FC13722E0}"/>
            </ac:graphicFrameMkLst>
          </pc:graphicFrameChg>
        </pc:sldLayoutChg>
      </pc:sldMasterChg>
    </pc:docChg>
  </pc:docChgLst>
  <pc:docChgLst>
    <pc:chgData name="박상하(SANGHA PARK)[sangha.park]/책임/제조DX.자동보정.RSND자동보정팀" userId="507a07c6-8366-4767-be6e-cc66d4fd9711" providerId="ADAL" clId="{D2460DE6-C106-4D05-80A5-41F2161B4497}"/>
    <pc:docChg chg="undo custSel addSld delSld modSld">
      <pc:chgData name="박상하(SANGHA PARK)[sangha.park]/책임/제조DX.자동보정.RSND자동보정팀" userId="507a07c6-8366-4767-be6e-cc66d4fd9711" providerId="ADAL" clId="{D2460DE6-C106-4D05-80A5-41F2161B4497}" dt="2026-09-22T06:50:29.691" v="492" actId="20577"/>
      <pc:docMkLst>
        <pc:docMk/>
      </pc:docMkLst>
      <pc:sldChg chg="modSp mod">
        <pc:chgData name="박상하(SANGHA PARK)[sangha.park]/책임/제조DX.자동보정.RSND자동보정팀" userId="507a07c6-8366-4767-be6e-cc66d4fd9711" providerId="ADAL" clId="{D2460DE6-C106-4D05-80A5-41F2161B4497}" dt="2026-09-22T06:50:29.691" v="492" actId="20577"/>
        <pc:sldMkLst>
          <pc:docMk/>
          <pc:sldMk cId="981450646" sldId="262"/>
        </pc:sldMkLst>
        <pc:spChg chg="mod">
          <ac:chgData name="박상하(SANGHA PARK)[sangha.park]/책임/제조DX.자동보정.RSND자동보정팀" userId="507a07c6-8366-4767-be6e-cc66d4fd9711" providerId="ADAL" clId="{D2460DE6-C106-4D05-80A5-41F2161B4497}" dt="2026-09-22T06:50:29.691" v="492" actId="20577"/>
          <ac:spMkLst>
            <pc:docMk/>
            <pc:sldMk cId="981450646" sldId="262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2460DE6-C106-4D05-80A5-41F2161B4497}" dt="2026-09-22T06:46:03.487" v="116" actId="20577"/>
        <pc:sldMkLst>
          <pc:docMk/>
          <pc:sldMk cId="2657111973" sldId="284"/>
        </pc:sldMkLst>
        <pc:spChg chg="mod">
          <ac:chgData name="박상하(SANGHA PARK)[sangha.park]/책임/제조DX.자동보정.RSND자동보정팀" userId="507a07c6-8366-4767-be6e-cc66d4fd9711" providerId="ADAL" clId="{D2460DE6-C106-4D05-80A5-41F2161B4497}" dt="2026-09-22T06:46:03.487" v="116" actId="20577"/>
          <ac:spMkLst>
            <pc:docMk/>
            <pc:sldMk cId="2657111973" sldId="284"/>
            <ac:spMk id="16" creationId="{D2EC7D2F-935A-50B7-CAAB-1690627DEC3A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2460DE6-C106-4D05-80A5-41F2161B4497}" dt="2026-09-22T06:45:51.899" v="112" actId="20577"/>
        <pc:sldMkLst>
          <pc:docMk/>
          <pc:sldMk cId="4272420199" sldId="285"/>
        </pc:sldMkLst>
        <pc:spChg chg="mod">
          <ac:chgData name="박상하(SANGHA PARK)[sangha.park]/책임/제조DX.자동보정.RSND자동보정팀" userId="507a07c6-8366-4767-be6e-cc66d4fd9711" providerId="ADAL" clId="{D2460DE6-C106-4D05-80A5-41F2161B4497}" dt="2026-09-22T06:45:51.899" v="112" actId="20577"/>
          <ac:spMkLst>
            <pc:docMk/>
            <pc:sldMk cId="4272420199" sldId="285"/>
            <ac:spMk id="157" creationId="{9B28912B-4347-A792-5175-7BF8A11A195B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2460DE6-C106-4D05-80A5-41F2161B4497}" dt="2026-09-22T06:49:09.275" v="484" actId="20577"/>
        <pc:sldMkLst>
          <pc:docMk/>
          <pc:sldMk cId="2043269716" sldId="319"/>
        </pc:sldMkLst>
        <pc:spChg chg="mod">
          <ac:chgData name="박상하(SANGHA PARK)[sangha.park]/책임/제조DX.자동보정.RSND자동보정팀" userId="507a07c6-8366-4767-be6e-cc66d4fd9711" providerId="ADAL" clId="{D2460DE6-C106-4D05-80A5-41F2161B4497}" dt="2026-09-22T06:49:09.275" v="484" actId="20577"/>
          <ac:spMkLst>
            <pc:docMk/>
            <pc:sldMk cId="2043269716" sldId="319"/>
            <ac:spMk id="8" creationId="{4E4C90C9-A019-5679-6ED0-4DA8526529E6}"/>
          </ac:spMkLst>
        </pc:spChg>
      </pc:sldChg>
      <pc:sldChg chg="add del">
        <pc:chgData name="박상하(SANGHA PARK)[sangha.park]/책임/제조DX.자동보정.RSND자동보정팀" userId="507a07c6-8366-4767-be6e-cc66d4fd9711" providerId="ADAL" clId="{D2460DE6-C106-4D05-80A5-41F2161B4497}" dt="2026-09-21T23:49:15.148" v="63"/>
        <pc:sldMkLst>
          <pc:docMk/>
          <pc:sldMk cId="4046986016" sldId="320"/>
        </pc:sldMkLst>
      </pc:sldChg>
      <pc:sldChg chg="modSp mod">
        <pc:chgData name="박상하(SANGHA PARK)[sangha.park]/책임/제조DX.자동보정.RSND자동보정팀" userId="507a07c6-8366-4767-be6e-cc66d4fd9711" providerId="ADAL" clId="{D2460DE6-C106-4D05-80A5-41F2161B4497}" dt="2026-09-22T06:50:06.738" v="486" actId="20577"/>
        <pc:sldMkLst>
          <pc:docMk/>
          <pc:sldMk cId="25689677" sldId="337"/>
        </pc:sldMkLst>
        <pc:spChg chg="mod">
          <ac:chgData name="박상하(SANGHA PARK)[sangha.park]/책임/제조DX.자동보정.RSND자동보정팀" userId="507a07c6-8366-4767-be6e-cc66d4fd9711" providerId="ADAL" clId="{D2460DE6-C106-4D05-80A5-41F2161B4497}" dt="2026-09-22T06:50:06.738" v="486" actId="20577"/>
          <ac:spMkLst>
            <pc:docMk/>
            <pc:sldMk cId="25689677" sldId="337"/>
            <ac:spMk id="37" creationId="{34F546E7-0AA4-72A4-9D03-27E1B845B836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2460DE6-C106-4D05-80A5-41F2161B4497}" dt="2026-09-22T06:46:15.989" v="120" actId="20577"/>
        <pc:sldMkLst>
          <pc:docMk/>
          <pc:sldMk cId="4243388564" sldId="347"/>
        </pc:sldMkLst>
        <pc:spChg chg="mod">
          <ac:chgData name="박상하(SANGHA PARK)[sangha.park]/책임/제조DX.자동보정.RSND자동보정팀" userId="507a07c6-8366-4767-be6e-cc66d4fd9711" providerId="ADAL" clId="{D2460DE6-C106-4D05-80A5-41F2161B4497}" dt="2026-09-22T06:46:15.989" v="120" actId="20577"/>
          <ac:spMkLst>
            <pc:docMk/>
            <pc:sldMk cId="4243388564" sldId="347"/>
            <ac:spMk id="15" creationId="{BA29B866-1A0D-284E-0717-2BFF04FB5888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2460DE6-C106-4D05-80A5-41F2161B4497}" dt="2026-09-22T06:46:36.076" v="124" actId="20577"/>
        <pc:sldMkLst>
          <pc:docMk/>
          <pc:sldMk cId="3901856383" sldId="431"/>
        </pc:sldMkLst>
        <pc:spChg chg="mod">
          <ac:chgData name="박상하(SANGHA PARK)[sangha.park]/책임/제조DX.자동보정.RSND자동보정팀" userId="507a07c6-8366-4767-be6e-cc66d4fd9711" providerId="ADAL" clId="{D2460DE6-C106-4D05-80A5-41F2161B4497}" dt="2026-09-22T06:46:36.076" v="124" actId="20577"/>
          <ac:spMkLst>
            <pc:docMk/>
            <pc:sldMk cId="3901856383" sldId="431"/>
            <ac:spMk id="15" creationId="{465732E6-7EC6-799B-FDD4-0CF99EEE37FF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2460DE6-C106-4D05-80A5-41F2161B4497}" dt="2026-09-22T06:50:19.753" v="488" actId="20577"/>
        <pc:sldMkLst>
          <pc:docMk/>
          <pc:sldMk cId="275474770" sldId="433"/>
        </pc:sldMkLst>
        <pc:spChg chg="mod">
          <ac:chgData name="박상하(SANGHA PARK)[sangha.park]/책임/제조DX.자동보정.RSND자동보정팀" userId="507a07c6-8366-4767-be6e-cc66d4fd9711" providerId="ADAL" clId="{D2460DE6-C106-4D05-80A5-41F2161B4497}" dt="2026-09-22T06:50:19.753" v="488" actId="20577"/>
          <ac:spMkLst>
            <pc:docMk/>
            <pc:sldMk cId="275474770" sldId="433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D2460DE6-C106-4D05-80A5-41F2161B4497}" dt="2026-09-22T06:43:58.634" v="108" actId="20577"/>
        <pc:sldMkLst>
          <pc:docMk/>
          <pc:sldMk cId="1211839706" sldId="435"/>
        </pc:sldMkLst>
        <pc:spChg chg="mod">
          <ac:chgData name="박상하(SANGHA PARK)[sangha.park]/책임/제조DX.자동보정.RSND자동보정팀" userId="507a07c6-8366-4767-be6e-cc66d4fd9711" providerId="ADAL" clId="{D2460DE6-C106-4D05-80A5-41F2161B4497}" dt="2026-09-21T23:47:13.395" v="61" actId="20577"/>
          <ac:spMkLst>
            <pc:docMk/>
            <pc:sldMk cId="1211839706" sldId="435"/>
            <ac:spMk id="8" creationId="{4E4C90C9-A019-5679-6ED0-4DA8526529E6}"/>
          </ac:spMkLst>
        </pc:spChg>
        <pc:spChg chg="mod">
          <ac:chgData name="박상하(SANGHA PARK)[sangha.park]/책임/제조DX.자동보정.RSND자동보정팀" userId="507a07c6-8366-4767-be6e-cc66d4fd9711" providerId="ADAL" clId="{D2460DE6-C106-4D05-80A5-41F2161B4497}" dt="2026-09-22T06:43:58.634" v="108" actId="20577"/>
          <ac:spMkLst>
            <pc:docMk/>
            <pc:sldMk cId="1211839706" sldId="435"/>
            <ac:spMk id="15" creationId="{465732E6-7EC6-799B-FDD4-0CF99EEE37FF}"/>
          </ac:spMkLst>
        </pc:spChg>
        <pc:spChg chg="mod">
          <ac:chgData name="박상하(SANGHA PARK)[sangha.park]/책임/제조DX.자동보정.RSND자동보정팀" userId="507a07c6-8366-4767-be6e-cc66d4fd9711" providerId="ADAL" clId="{D2460DE6-C106-4D05-80A5-41F2161B4497}" dt="2026-09-21T23:49:49.893" v="104" actId="20577"/>
          <ac:spMkLst>
            <pc:docMk/>
            <pc:sldMk cId="1211839706" sldId="435"/>
            <ac:spMk id="16" creationId="{0A8513CF-8D68-D321-D10C-6D4A43E1A14E}"/>
          </ac:spMkLst>
        </pc:spChg>
      </pc:sldChg>
    </pc:docChg>
  </pc:docChgLst>
  <pc:docChgLst>
    <pc:chgData name="임성현(SUNGHYEUN LIM)[limsh0]/선임/제조DX.자동보정.MC자동보정팀" userId="98668b4a-da00-402d-a6a4-d7a97d064261" providerId="ADAL" clId="{36D25C3A-7B50-4E4B-A81E-0B33BD474B24}"/>
    <pc:docChg chg="custSel modSld">
      <pc:chgData name="임성현(SUNGHYEUN LIM)[limsh0]/선임/제조DX.자동보정.MC자동보정팀" userId="98668b4a-da00-402d-a6a4-d7a97d064261" providerId="ADAL" clId="{36D25C3A-7B50-4E4B-A81E-0B33BD474B24}" dt="2026-09-02T15:30:05.990" v="319"/>
      <pc:docMkLst>
        <pc:docMk/>
      </pc:docMkLst>
      <pc:sldChg chg="modSp mod">
        <pc:chgData name="임성현(SUNGHYEUN LIM)[limsh0]/선임/제조DX.자동보정.MC자동보정팀" userId="98668b4a-da00-402d-a6a4-d7a97d064261" providerId="ADAL" clId="{36D25C3A-7B50-4E4B-A81E-0B33BD474B24}" dt="2026-08-31T15:00:52.239" v="199" actId="20577"/>
        <pc:sldMkLst>
          <pc:docMk/>
          <pc:sldMk cId="1123662655" sldId="267"/>
        </pc:sldMkLst>
        <pc:spChg chg="mod">
          <ac:chgData name="임성현(SUNGHYEUN LIM)[limsh0]/선임/제조DX.자동보정.MC자동보정팀" userId="98668b4a-da00-402d-a6a4-d7a97d064261" providerId="ADAL" clId="{36D25C3A-7B50-4E4B-A81E-0B33BD474B24}" dt="2026-08-31T15:00:32.698" v="193" actId="20577"/>
          <ac:spMkLst>
            <pc:docMk/>
            <pc:sldMk cId="1123662655" sldId="267"/>
            <ac:spMk id="15" creationId="{60D418AC-87D1-1361-F382-54580D486581}"/>
          </ac:spMkLst>
        </pc:spChg>
        <pc:spChg chg="mod">
          <ac:chgData name="임성현(SUNGHYEUN LIM)[limsh0]/선임/제조DX.자동보정.MC자동보정팀" userId="98668b4a-da00-402d-a6a4-d7a97d064261" providerId="ADAL" clId="{36D25C3A-7B50-4E4B-A81E-0B33BD474B24}" dt="2026-08-31T15:00:52.239" v="199" actId="20577"/>
          <ac:spMkLst>
            <pc:docMk/>
            <pc:sldMk cId="1123662655" sldId="267"/>
            <ac:spMk id="25" creationId="{F763AEEB-526E-8057-48DD-A4DCA13D31B7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36D25C3A-7B50-4E4B-A81E-0B33BD474B24}" dt="2026-09-02T15:29:31.997" v="315" actId="207"/>
        <pc:sldMkLst>
          <pc:docMk/>
          <pc:sldMk cId="4187601064" sldId="345"/>
        </pc:sldMkLst>
        <pc:spChg chg="mod">
          <ac:chgData name="임성현(SUNGHYEUN LIM)[limsh0]/선임/제조DX.자동보정.MC자동보정팀" userId="98668b4a-da00-402d-a6a4-d7a97d064261" providerId="ADAL" clId="{36D25C3A-7B50-4E4B-A81E-0B33BD474B24}" dt="2026-09-02T15:29:31.997" v="315" actId="207"/>
          <ac:spMkLst>
            <pc:docMk/>
            <pc:sldMk cId="4187601064" sldId="345"/>
            <ac:spMk id="2" creationId="{EFFD9222-750B-0C33-61D4-1841F0B4A5AA}"/>
          </ac:spMkLst>
        </pc:spChg>
        <pc:spChg chg="mod">
          <ac:chgData name="임성현(SUNGHYEUN LIM)[limsh0]/선임/제조DX.자동보정.MC자동보정팀" userId="98668b4a-da00-402d-a6a4-d7a97d064261" providerId="ADAL" clId="{36D25C3A-7B50-4E4B-A81E-0B33BD474B24}" dt="2026-09-02T15:29:17.108" v="314" actId="20577"/>
          <ac:spMkLst>
            <pc:docMk/>
            <pc:sldMk cId="4187601064" sldId="345"/>
            <ac:spMk id="34" creationId="{D8B60436-CB69-037E-0252-E096A9F06E49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36D25C3A-7B50-4E4B-A81E-0B33BD474B24}" dt="2026-08-31T15:00:57.747" v="205" actId="20577"/>
        <pc:sldMkLst>
          <pc:docMk/>
          <pc:sldMk cId="2304380334" sldId="362"/>
        </pc:sldMkLst>
        <pc:spChg chg="mod">
          <ac:chgData name="임성현(SUNGHYEUN LIM)[limsh0]/선임/제조DX.자동보정.MC자동보정팀" userId="98668b4a-da00-402d-a6a4-d7a97d064261" providerId="ADAL" clId="{36D25C3A-7B50-4E4B-A81E-0B33BD474B24}" dt="2026-08-31T15:00:57.747" v="205" actId="20577"/>
          <ac:spMkLst>
            <pc:docMk/>
            <pc:sldMk cId="2304380334" sldId="362"/>
            <ac:spMk id="25" creationId="{F763AEEB-526E-8057-48DD-A4DCA13D31B7}"/>
          </ac:spMkLst>
        </pc:spChg>
        <pc:spChg chg="mod">
          <ac:chgData name="임성현(SUNGHYEUN LIM)[limsh0]/선임/제조DX.자동보정.MC자동보정팀" userId="98668b4a-da00-402d-a6a4-d7a97d064261" providerId="ADAL" clId="{36D25C3A-7B50-4E4B-A81E-0B33BD474B24}" dt="2026-08-31T14:59:47.870" v="9" actId="207"/>
          <ac:spMkLst>
            <pc:docMk/>
            <pc:sldMk cId="2304380334" sldId="362"/>
            <ac:spMk id="34" creationId="{F77E1AD8-F919-5AF7-BB3C-96D055F9DFBD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36D25C3A-7B50-4E4B-A81E-0B33BD474B24}" dt="2026-09-02T15:29:45.409" v="318" actId="207"/>
        <pc:sldMkLst>
          <pc:docMk/>
          <pc:sldMk cId="1274175196" sldId="363"/>
        </pc:sldMkLst>
        <pc:spChg chg="mod">
          <ac:chgData name="임성현(SUNGHYEUN LIM)[limsh0]/선임/제조DX.자동보정.MC자동보정팀" userId="98668b4a-da00-402d-a6a4-d7a97d064261" providerId="ADAL" clId="{36D25C3A-7B50-4E4B-A81E-0B33BD474B24}" dt="2026-09-02T15:28:31.963" v="290"/>
          <ac:spMkLst>
            <pc:docMk/>
            <pc:sldMk cId="1274175196" sldId="363"/>
            <ac:spMk id="2" creationId="{AFA93DD2-712C-04EE-FD98-1D86F9A44633}"/>
          </ac:spMkLst>
        </pc:spChg>
        <pc:spChg chg="mod">
          <ac:chgData name="임성현(SUNGHYEUN LIM)[limsh0]/선임/제조DX.자동보정.MC자동보정팀" userId="98668b4a-da00-402d-a6a4-d7a97d064261" providerId="ADAL" clId="{36D25C3A-7B50-4E4B-A81E-0B33BD474B24}" dt="2026-09-02T15:29:11.790" v="308" actId="20577"/>
          <ac:spMkLst>
            <pc:docMk/>
            <pc:sldMk cId="1274175196" sldId="363"/>
            <ac:spMk id="15" creationId="{63581BCC-B406-BB6D-92B5-712858506435}"/>
          </ac:spMkLst>
        </pc:spChg>
        <pc:graphicFrameChg chg="mod modGraphic">
          <ac:chgData name="임성현(SUNGHYEUN LIM)[limsh0]/선임/제조DX.자동보정.MC자동보정팀" userId="98668b4a-da00-402d-a6a4-d7a97d064261" providerId="ADAL" clId="{36D25C3A-7B50-4E4B-A81E-0B33BD474B24}" dt="2026-09-02T15:29:45.409" v="318" actId="207"/>
          <ac:graphicFrameMkLst>
            <pc:docMk/>
            <pc:sldMk cId="1274175196" sldId="363"/>
            <ac:graphicFrameMk id="11" creationId="{CF43CAF0-18FC-16A9-D98D-0BAADCCBFE5B}"/>
          </ac:graphicFrameMkLst>
        </pc:graphicFrameChg>
      </pc:sldChg>
    </pc:docChg>
  </pc:docChgLst>
  <pc:docChgLst>
    <pc:chgData name="박수종(SUJONG PARK)[sujong.park]/팀장/제조DX.자동보정.조립자동보정팀" userId="ab82824d-b00b-4730-b1d5-e6a89197d8e8" providerId="ADAL" clId="{5CBDC39E-DB7C-4F54-A5C8-33A9FA5A7F62}"/>
    <pc:docChg chg="undo custSel modSld">
      <pc:chgData name="박수종(SUJONG PARK)[sujong.park]/팀장/제조DX.자동보정.조립자동보정팀" userId="ab82824d-b00b-4730-b1d5-e6a89197d8e8" providerId="ADAL" clId="{5CBDC39E-DB7C-4F54-A5C8-33A9FA5A7F62}" dt="2026-08-13T07:11:29.573" v="284" actId="6549"/>
      <pc:docMkLst>
        <pc:docMk/>
      </pc:docMkLst>
      <pc:sldChg chg="modSp mod">
        <pc:chgData name="박수종(SUJONG PARK)[sujong.park]/팀장/제조DX.자동보정.조립자동보정팀" userId="ab82824d-b00b-4730-b1d5-e6a89197d8e8" providerId="ADAL" clId="{5CBDC39E-DB7C-4F54-A5C8-33A9FA5A7F62}" dt="2026-08-12T11:24:01.290" v="213" actId="20577"/>
        <pc:sldMkLst>
          <pc:docMk/>
          <pc:sldMk cId="3266697761" sldId="2278"/>
        </pc:sldMkLst>
        <pc:spChg chg="mod">
          <ac:chgData name="박수종(SUJONG PARK)[sujong.park]/팀장/제조DX.자동보정.조립자동보정팀" userId="ab82824d-b00b-4730-b1d5-e6a89197d8e8" providerId="ADAL" clId="{5CBDC39E-DB7C-4F54-A5C8-33A9FA5A7F62}" dt="2026-08-12T11:24:01.290" v="213" actId="20577"/>
          <ac:spMkLst>
            <pc:docMk/>
            <pc:sldMk cId="3266697761" sldId="2278"/>
            <ac:spMk id="3" creationId="{FA989627-D337-A87A-296A-932B058907A6}"/>
          </ac:spMkLst>
        </pc:spChg>
        <pc:spChg chg="mod">
          <ac:chgData name="박수종(SUJONG PARK)[sujong.park]/팀장/제조DX.자동보정.조립자동보정팀" userId="ab82824d-b00b-4730-b1d5-e6a89197d8e8" providerId="ADAL" clId="{5CBDC39E-DB7C-4F54-A5C8-33A9FA5A7F62}" dt="2026-08-12T11:23:51.365" v="210" actId="207"/>
          <ac:spMkLst>
            <pc:docMk/>
            <pc:sldMk cId="3266697761" sldId="2278"/>
            <ac:spMk id="5" creationId="{6456310C-04B9-BC56-E1F1-0AD8676A8298}"/>
          </ac:spMkLst>
        </pc:spChg>
        <pc:spChg chg="mod">
          <ac:chgData name="박수종(SUJONG PARK)[sujong.park]/팀장/제조DX.자동보정.조립자동보정팀" userId="ab82824d-b00b-4730-b1d5-e6a89197d8e8" providerId="ADAL" clId="{5CBDC39E-DB7C-4F54-A5C8-33A9FA5A7F62}" dt="2026-08-12T11:23:54.235" v="211" actId="207"/>
          <ac:spMkLst>
            <pc:docMk/>
            <pc:sldMk cId="3266697761" sldId="2278"/>
            <ac:spMk id="8" creationId="{EC0912CA-29AE-8611-69B8-F03BF7B26A92}"/>
          </ac:spMkLst>
        </pc:spChg>
      </pc:sldChg>
      <pc:sldChg chg="modSp mod">
        <pc:chgData name="박수종(SUJONG PARK)[sujong.park]/팀장/제조DX.자동보정.조립자동보정팀" userId="ab82824d-b00b-4730-b1d5-e6a89197d8e8" providerId="ADAL" clId="{5CBDC39E-DB7C-4F54-A5C8-33A9FA5A7F62}" dt="2026-08-13T07:11:29.573" v="284" actId="6549"/>
        <pc:sldMkLst>
          <pc:docMk/>
          <pc:sldMk cId="2440852975" sldId="2147481923"/>
        </pc:sldMkLst>
        <pc:spChg chg="mod">
          <ac:chgData name="박수종(SUJONG PARK)[sujong.park]/팀장/제조DX.자동보정.조립자동보정팀" userId="ab82824d-b00b-4730-b1d5-e6a89197d8e8" providerId="ADAL" clId="{5CBDC39E-DB7C-4F54-A5C8-33A9FA5A7F62}" dt="2026-08-13T07:11:29.573" v="284" actId="6549"/>
          <ac:spMkLst>
            <pc:docMk/>
            <pc:sldMk cId="2440852975" sldId="2147481923"/>
            <ac:spMk id="2" creationId="{A6ECDAEA-1C22-3669-9BA9-A90A7929C5AA}"/>
          </ac:spMkLst>
        </pc:spChg>
        <pc:spChg chg="mod">
          <ac:chgData name="박수종(SUJONG PARK)[sujong.park]/팀장/제조DX.자동보정.조립자동보정팀" userId="ab82824d-b00b-4730-b1d5-e6a89197d8e8" providerId="ADAL" clId="{5CBDC39E-DB7C-4F54-A5C8-33A9FA5A7F62}" dt="2026-08-12T10:19:18.042" v="58" actId="20577"/>
          <ac:spMkLst>
            <pc:docMk/>
            <pc:sldMk cId="2440852975" sldId="2147481923"/>
            <ac:spMk id="6" creationId="{426D7752-9184-00D0-D165-3030B2D6CF10}"/>
          </ac:spMkLst>
        </pc:spChg>
        <pc:spChg chg="mod">
          <ac:chgData name="박수종(SUJONG PARK)[sujong.park]/팀장/제조DX.자동보정.조립자동보정팀" userId="ab82824d-b00b-4730-b1d5-e6a89197d8e8" providerId="ADAL" clId="{5CBDC39E-DB7C-4F54-A5C8-33A9FA5A7F62}" dt="2026-08-12T10:41:00.946" v="150" actId="207"/>
          <ac:spMkLst>
            <pc:docMk/>
            <pc:sldMk cId="2440852975" sldId="2147481923"/>
            <ac:spMk id="7" creationId="{8D7F82E9-1F8E-061D-8384-37E3403DDD85}"/>
          </ac:spMkLst>
        </pc:spChg>
      </pc:sldChg>
      <pc:sldChg chg="addSp delSp modSp mod">
        <pc:chgData name="박수종(SUJONG PARK)[sujong.park]/팀장/제조DX.자동보정.조립자동보정팀" userId="ab82824d-b00b-4730-b1d5-e6a89197d8e8" providerId="ADAL" clId="{5CBDC39E-DB7C-4F54-A5C8-33A9FA5A7F62}" dt="2026-08-12T11:23:37.832" v="209" actId="20577"/>
        <pc:sldMkLst>
          <pc:docMk/>
          <pc:sldMk cId="2543445665" sldId="2147483561"/>
        </pc:sldMkLst>
        <pc:spChg chg="mod">
          <ac:chgData name="박수종(SUJONG PARK)[sujong.park]/팀장/제조DX.자동보정.조립자동보정팀" userId="ab82824d-b00b-4730-b1d5-e6a89197d8e8" providerId="ADAL" clId="{5CBDC39E-DB7C-4F54-A5C8-33A9FA5A7F62}" dt="2026-08-12T11:23:37.832" v="209" actId="20577"/>
          <ac:spMkLst>
            <pc:docMk/>
            <pc:sldMk cId="2543445665" sldId="2147483561"/>
            <ac:spMk id="3" creationId="{D500E21D-3DDF-ECB7-263D-14F9679641C3}"/>
          </ac:spMkLst>
        </pc:spChg>
        <pc:spChg chg="mod">
          <ac:chgData name="박수종(SUJONG PARK)[sujong.park]/팀장/제조DX.자동보정.조립자동보정팀" userId="ab82824d-b00b-4730-b1d5-e6a89197d8e8" providerId="ADAL" clId="{5CBDC39E-DB7C-4F54-A5C8-33A9FA5A7F62}" dt="2026-08-12T11:23:26.216" v="207" actId="207"/>
          <ac:spMkLst>
            <pc:docMk/>
            <pc:sldMk cId="2543445665" sldId="2147483561"/>
            <ac:spMk id="4" creationId="{B4CD27EE-5736-0A68-F3C7-9738C509246D}"/>
          </ac:spMkLst>
        </pc:spChg>
      </pc:sldChg>
    </pc:docChg>
  </pc:docChgLst>
  <pc:docChgLst>
    <pc:chgData name="박신아(SHINA PARK)[shina.p]/책임/제조DX.자동보정.MC자동보정팀" userId="54a067cc-2ef7-4970-a3f1-b2a185fa6bcc" providerId="ADAL" clId="{E9DB4E51-396E-408B-9F4A-9996127D1C6D}"/>
    <pc:docChg chg="undo custSel modSld">
      <pc:chgData name="박신아(SHINA PARK)[shina.p]/책임/제조DX.자동보정.MC자동보정팀" userId="54a067cc-2ef7-4970-a3f1-b2a185fa6bcc" providerId="ADAL" clId="{E9DB4E51-396E-408B-9F4A-9996127D1C6D}" dt="2026-09-22T08:53:48.720" v="911" actId="20577"/>
      <pc:docMkLst>
        <pc:docMk/>
      </pc:docMkLst>
      <pc:sldChg chg="modSp mod">
        <pc:chgData name="박신아(SHINA PARK)[shina.p]/책임/제조DX.자동보정.MC자동보정팀" userId="54a067cc-2ef7-4970-a3f1-b2a185fa6bcc" providerId="ADAL" clId="{E9DB4E51-396E-408B-9F4A-9996127D1C6D}" dt="2026-09-22T08:52:22.055" v="643" actId="20577"/>
        <pc:sldMkLst>
          <pc:docMk/>
          <pc:sldMk cId="20157088" sldId="280"/>
        </pc:sldMkLst>
        <pc:spChg chg="mod">
          <ac:chgData name="박신아(SHINA PARK)[shina.p]/책임/제조DX.자동보정.MC자동보정팀" userId="54a067cc-2ef7-4970-a3f1-b2a185fa6bcc" providerId="ADAL" clId="{E9DB4E51-396E-408B-9F4A-9996127D1C6D}" dt="2026-09-22T08:52:15.120" v="635" actId="20577"/>
          <ac:spMkLst>
            <pc:docMk/>
            <pc:sldMk cId="20157088" sldId="280"/>
            <ac:spMk id="30" creationId="{82316C5F-CBE3-A95F-7CC8-EF8564695C5E}"/>
          </ac:spMkLst>
        </pc:spChg>
        <pc:spChg chg="mod">
          <ac:chgData name="박신아(SHINA PARK)[shina.p]/책임/제조DX.자동보정.MC자동보정팀" userId="54a067cc-2ef7-4970-a3f1-b2a185fa6bcc" providerId="ADAL" clId="{E9DB4E51-396E-408B-9F4A-9996127D1C6D}" dt="2026-09-22T08:52:22.055" v="643" actId="20577"/>
          <ac:spMkLst>
            <pc:docMk/>
            <pc:sldMk cId="20157088" sldId="280"/>
            <ac:spMk id="235" creationId="{F0809C5E-7541-A47D-9EB0-F5C95B7891AC}"/>
          </ac:spMkLst>
        </pc:spChg>
      </pc:sldChg>
      <pc:sldChg chg="modSp mod">
        <pc:chgData name="박신아(SHINA PARK)[shina.p]/책임/제조DX.자동보정.MC자동보정팀" userId="54a067cc-2ef7-4970-a3f1-b2a185fa6bcc" providerId="ADAL" clId="{E9DB4E51-396E-408B-9F4A-9996127D1C6D}" dt="2026-09-22T08:25:05.663" v="331" actId="1036"/>
        <pc:sldMkLst>
          <pc:docMk/>
          <pc:sldMk cId="3743058706" sldId="302"/>
        </pc:sldMkLst>
        <pc:spChg chg="mod">
          <ac:chgData name="박신아(SHINA PARK)[shina.p]/책임/제조DX.자동보정.MC자동보정팀" userId="54a067cc-2ef7-4970-a3f1-b2a185fa6bcc" providerId="ADAL" clId="{E9DB4E51-396E-408B-9F4A-9996127D1C6D}" dt="2026-09-22T08:24:55.889" v="317" actId="20577"/>
          <ac:spMkLst>
            <pc:docMk/>
            <pc:sldMk cId="3743058706" sldId="302"/>
            <ac:spMk id="2" creationId="{CFAEEE44-2A09-D9EF-8642-FEE7A6431F30}"/>
          </ac:spMkLst>
        </pc:spChg>
        <pc:spChg chg="mod">
          <ac:chgData name="박신아(SHINA PARK)[shina.p]/책임/제조DX.자동보정.MC자동보정팀" userId="54a067cc-2ef7-4970-a3f1-b2a185fa6bcc" providerId="ADAL" clId="{E9DB4E51-396E-408B-9F4A-9996127D1C6D}" dt="2026-09-22T08:25:05.663" v="331" actId="1036"/>
          <ac:spMkLst>
            <pc:docMk/>
            <pc:sldMk cId="3743058706" sldId="302"/>
            <ac:spMk id="6" creationId="{72BBD197-F08B-54B1-60FA-22FDCCF94318}"/>
          </ac:spMkLst>
        </pc:spChg>
        <pc:spChg chg="mod">
          <ac:chgData name="박신아(SHINA PARK)[shina.p]/책임/제조DX.자동보정.MC자동보정팀" userId="54a067cc-2ef7-4970-a3f1-b2a185fa6bcc" providerId="ADAL" clId="{E9DB4E51-396E-408B-9F4A-9996127D1C6D}" dt="2026-09-22T08:25:05.663" v="331" actId="1036"/>
          <ac:spMkLst>
            <pc:docMk/>
            <pc:sldMk cId="3743058706" sldId="302"/>
            <ac:spMk id="7" creationId="{D12BE307-396F-F6AE-4841-CE7B441A23D9}"/>
          </ac:spMkLst>
        </pc:spChg>
        <pc:spChg chg="mod">
          <ac:chgData name="박신아(SHINA PARK)[shina.p]/책임/제조DX.자동보정.MC자동보정팀" userId="54a067cc-2ef7-4970-a3f1-b2a185fa6bcc" providerId="ADAL" clId="{E9DB4E51-396E-408B-9F4A-9996127D1C6D}" dt="2026-09-22T08:25:05.663" v="331" actId="1036"/>
          <ac:spMkLst>
            <pc:docMk/>
            <pc:sldMk cId="3743058706" sldId="302"/>
            <ac:spMk id="10" creationId="{7CC04D44-2A4F-8514-AEBC-0032218FF5F2}"/>
          </ac:spMkLst>
        </pc:spChg>
        <pc:spChg chg="mod">
          <ac:chgData name="박신아(SHINA PARK)[shina.p]/책임/제조DX.자동보정.MC자동보정팀" userId="54a067cc-2ef7-4970-a3f1-b2a185fa6bcc" providerId="ADAL" clId="{E9DB4E51-396E-408B-9F4A-9996127D1C6D}" dt="2026-09-22T08:25:05.663" v="331" actId="1036"/>
          <ac:spMkLst>
            <pc:docMk/>
            <pc:sldMk cId="3743058706" sldId="302"/>
            <ac:spMk id="11" creationId="{119FFC0B-9D11-698D-BBD2-F42C088382A8}"/>
          </ac:spMkLst>
        </pc:spChg>
      </pc:sldChg>
      <pc:sldChg chg="modSp mod">
        <pc:chgData name="박신아(SHINA PARK)[shina.p]/책임/제조DX.자동보정.MC자동보정팀" userId="54a067cc-2ef7-4970-a3f1-b2a185fa6bcc" providerId="ADAL" clId="{E9DB4E51-396E-408B-9F4A-9996127D1C6D}" dt="2026-09-22T08:53:48.720" v="911" actId="20577"/>
        <pc:sldMkLst>
          <pc:docMk/>
          <pc:sldMk cId="2306170091" sldId="325"/>
        </pc:sldMkLst>
        <pc:spChg chg="mod">
          <ac:chgData name="박신아(SHINA PARK)[shina.p]/책임/제조DX.자동보정.MC자동보정팀" userId="54a067cc-2ef7-4970-a3f1-b2a185fa6bcc" providerId="ADAL" clId="{E9DB4E51-396E-408B-9F4A-9996127D1C6D}" dt="2026-09-22T08:52:51.203" v="659" actId="20577"/>
          <ac:spMkLst>
            <pc:docMk/>
            <pc:sldMk cId="2306170091" sldId="325"/>
            <ac:spMk id="12" creationId="{59A7692E-132F-84DE-65A9-565713D24F53}"/>
          </ac:spMkLst>
        </pc:spChg>
        <pc:spChg chg="mod">
          <ac:chgData name="박신아(SHINA PARK)[shina.p]/책임/제조DX.자동보정.MC자동보정팀" userId="54a067cc-2ef7-4970-a3f1-b2a185fa6bcc" providerId="ADAL" clId="{E9DB4E51-396E-408B-9F4A-9996127D1C6D}" dt="2026-09-22T08:53:48.720" v="911" actId="20577"/>
          <ac:spMkLst>
            <pc:docMk/>
            <pc:sldMk cId="2306170091" sldId="325"/>
            <ac:spMk id="35" creationId="{491769FB-8F95-9F23-9FD4-56A08DF9C8BA}"/>
          </ac:spMkLst>
        </pc:spChg>
      </pc:sldChg>
      <pc:sldChg chg="modSp mod">
        <pc:chgData name="박신아(SHINA PARK)[shina.p]/책임/제조DX.자동보정.MC자동보정팀" userId="54a067cc-2ef7-4970-a3f1-b2a185fa6bcc" providerId="ADAL" clId="{E9DB4E51-396E-408B-9F4A-9996127D1C6D}" dt="2026-09-22T08:52:41.119" v="651" actId="20577"/>
        <pc:sldMkLst>
          <pc:docMk/>
          <pc:sldMk cId="939909045" sldId="375"/>
        </pc:sldMkLst>
        <pc:spChg chg="mod">
          <ac:chgData name="박신아(SHINA PARK)[shina.p]/책임/제조DX.자동보정.MC자동보정팀" userId="54a067cc-2ef7-4970-a3f1-b2a185fa6bcc" providerId="ADAL" clId="{E9DB4E51-396E-408B-9F4A-9996127D1C6D}" dt="2026-09-22T08:52:41.119" v="651" actId="20577"/>
          <ac:spMkLst>
            <pc:docMk/>
            <pc:sldMk cId="939909045" sldId="375"/>
            <ac:spMk id="12" creationId="{59A7692E-132F-84DE-65A9-565713D24F53}"/>
          </ac:spMkLst>
        </pc:spChg>
      </pc:sldChg>
    </pc:docChg>
  </pc:docChgLst>
  <pc:docChgLst>
    <pc:chgData name="엄광호(KWANGHO EUM)[eum_kh]/팀장/제조DX.자동보정.MC자동보정팀" userId="0c104bed-bfc5-4d8d-93da-4ded022c412f" providerId="ADAL" clId="{52118D05-2DFD-4C1B-8911-EFC02EF62F25}"/>
    <pc:docChg chg="custSel modSld">
      <pc:chgData name="엄광호(KWANGHO EUM)[eum_kh]/팀장/제조DX.자동보정.MC자동보정팀" userId="0c104bed-bfc5-4d8d-93da-4ded022c412f" providerId="ADAL" clId="{52118D05-2DFD-4C1B-8911-EFC02EF62F25}" dt="2026-09-09T07:26:35.295" v="399" actId="20577"/>
      <pc:docMkLst>
        <pc:docMk/>
      </pc:docMkLst>
      <pc:sldChg chg="modSp mod">
        <pc:chgData name="엄광호(KWANGHO EUM)[eum_kh]/팀장/제조DX.자동보정.MC자동보정팀" userId="0c104bed-bfc5-4d8d-93da-4ded022c412f" providerId="ADAL" clId="{52118D05-2DFD-4C1B-8911-EFC02EF62F25}" dt="2026-09-09T06:58:17.272" v="397" actId="20577"/>
        <pc:sldMkLst>
          <pc:docMk/>
          <pc:sldMk cId="2800363497" sldId="343"/>
        </pc:sldMkLst>
        <pc:spChg chg="mod">
          <ac:chgData name="엄광호(KWANGHO EUM)[eum_kh]/팀장/제조DX.자동보정.MC자동보정팀" userId="0c104bed-bfc5-4d8d-93da-4ded022c412f" providerId="ADAL" clId="{52118D05-2DFD-4C1B-8911-EFC02EF62F25}" dt="2026-09-09T06:48:46.611" v="7" actId="20577"/>
          <ac:spMkLst>
            <pc:docMk/>
            <pc:sldMk cId="2800363497" sldId="343"/>
            <ac:spMk id="4" creationId="{DB5972B5-317B-C8A7-C4C5-07370B826CC3}"/>
          </ac:spMkLst>
        </pc:spChg>
        <pc:spChg chg="mod">
          <ac:chgData name="엄광호(KWANGHO EUM)[eum_kh]/팀장/제조DX.자동보정.MC자동보정팀" userId="0c104bed-bfc5-4d8d-93da-4ded022c412f" providerId="ADAL" clId="{52118D05-2DFD-4C1B-8911-EFC02EF62F25}" dt="2026-09-09T06:58:17.272" v="397" actId="20577"/>
          <ac:spMkLst>
            <pc:docMk/>
            <pc:sldMk cId="2800363497" sldId="343"/>
            <ac:spMk id="5" creationId="{FA18EFED-D2D3-DCFD-2B36-B46F0150F6F9}"/>
          </ac:spMkLst>
        </pc:spChg>
      </pc:sldChg>
      <pc:sldChg chg="modSp mod">
        <pc:chgData name="엄광호(KWANGHO EUM)[eum_kh]/팀장/제조DX.자동보정.MC자동보정팀" userId="0c104bed-bfc5-4d8d-93da-4ded022c412f" providerId="ADAL" clId="{52118D05-2DFD-4C1B-8911-EFC02EF62F25}" dt="2026-09-09T07:26:35.295" v="399" actId="20577"/>
        <pc:sldMkLst>
          <pc:docMk/>
          <pc:sldMk cId="414644102" sldId="352"/>
        </pc:sldMkLst>
        <pc:spChg chg="mod">
          <ac:chgData name="엄광호(KWANGHO EUM)[eum_kh]/팀장/제조DX.자동보정.MC자동보정팀" userId="0c104bed-bfc5-4d8d-93da-4ded022c412f" providerId="ADAL" clId="{52118D05-2DFD-4C1B-8911-EFC02EF62F25}" dt="2026-09-09T07:26:35.295" v="399" actId="20577"/>
          <ac:spMkLst>
            <pc:docMk/>
            <pc:sldMk cId="414644102" sldId="352"/>
            <ac:spMk id="10" creationId="{E6EDC221-0158-5648-B168-C68A26C07B4D}"/>
          </ac:spMkLst>
        </pc:spChg>
      </pc:sldChg>
    </pc:docChg>
  </pc:docChgLst>
  <pc:docChgLst>
    <pc:chgData name="이동민(DONGMIN LEE)[dongmin_lee]/책임/제조DX.자동보정.조립자동보정팀" userId="2145ffeb-29a1-42ac-83b7-eb32379c3ff5" providerId="ADAL" clId="{AF711A5C-BD84-40DE-B2BF-F8E3316E10A7}"/>
    <pc:docChg chg="undo custSel addSld modSld sldOrd">
      <pc:chgData name="이동민(DONGMIN LEE)[dongmin_lee]/책임/제조DX.자동보정.조립자동보정팀" userId="2145ffeb-29a1-42ac-83b7-eb32379c3ff5" providerId="ADAL" clId="{AF711A5C-BD84-40DE-B2BF-F8E3316E10A7}" dt="2026-08-18T08:13:15.629" v="11714" actId="478"/>
      <pc:docMkLst>
        <pc:docMk/>
      </pc:docMkLst>
      <pc:sldChg chg="addSp delSp modSp mod">
        <pc:chgData name="이동민(DONGMIN LEE)[dongmin_lee]/책임/제조DX.자동보정.조립자동보정팀" userId="2145ffeb-29a1-42ac-83b7-eb32379c3ff5" providerId="ADAL" clId="{AF711A5C-BD84-40DE-B2BF-F8E3316E10A7}" dt="2026-08-18T08:13:08.318" v="11711" actId="1035"/>
        <pc:sldMkLst>
          <pc:docMk/>
          <pc:sldMk cId="4141335619" sldId="364"/>
        </pc:sldMkLst>
        <pc:spChg chg="add mod">
          <ac:chgData name="이동민(DONGMIN LEE)[dongmin_lee]/책임/제조DX.자동보정.조립자동보정팀" userId="2145ffeb-29a1-42ac-83b7-eb32379c3ff5" providerId="ADAL" clId="{AF711A5C-BD84-40DE-B2BF-F8E3316E10A7}" dt="2026-08-18T08:13:08.318" v="11711" actId="1035"/>
          <ac:spMkLst>
            <pc:docMk/>
            <pc:sldMk cId="4141335619" sldId="364"/>
            <ac:spMk id="25" creationId="{309E81E7-F1B8-C6C5-9ABB-1F57CDD71050}"/>
          </ac:spMkLst>
        </pc:spChg>
        <pc:spChg chg="mod">
          <ac:chgData name="이동민(DONGMIN LEE)[dongmin_lee]/책임/제조DX.자동보정.조립자동보정팀" userId="2145ffeb-29a1-42ac-83b7-eb32379c3ff5" providerId="ADAL" clId="{AF711A5C-BD84-40DE-B2BF-F8E3316E10A7}" dt="2026-08-18T08:12:47.166" v="11658" actId="20577"/>
          <ac:spMkLst>
            <pc:docMk/>
            <pc:sldMk cId="4141335619" sldId="364"/>
            <ac:spMk id="27" creationId="{F1F0155F-26F4-EDD1-2334-EC9049245013}"/>
          </ac:spMkLst>
        </pc:spChg>
      </pc:sldChg>
      <pc:sldChg chg="addSp delSp modSp add mod ord">
        <pc:chgData name="이동민(DONGMIN LEE)[dongmin_lee]/책임/제조DX.자동보정.조립자동보정팀" userId="2145ffeb-29a1-42ac-83b7-eb32379c3ff5" providerId="ADAL" clId="{AF711A5C-BD84-40DE-B2BF-F8E3316E10A7}" dt="2026-08-18T08:13:15.629" v="11714" actId="478"/>
        <pc:sldMkLst>
          <pc:docMk/>
          <pc:sldMk cId="2674293425" sldId="369"/>
        </pc:sldMkLst>
        <pc:spChg chg="mod">
          <ac:chgData name="이동민(DONGMIN LEE)[dongmin_lee]/책임/제조DX.자동보정.조립자동보정팀" userId="2145ffeb-29a1-42ac-83b7-eb32379c3ff5" providerId="ADAL" clId="{AF711A5C-BD84-40DE-B2BF-F8E3316E10A7}" dt="2026-08-18T08:12:42.861" v="11656" actId="20577"/>
          <ac:spMkLst>
            <pc:docMk/>
            <pc:sldMk cId="2674293425" sldId="369"/>
            <ac:spMk id="27" creationId="{F1F0155F-26F4-EDD1-2334-EC9049245013}"/>
          </ac:spMkLst>
        </pc:spChg>
        <pc:spChg chg="add">
          <ac:chgData name="이동민(DONGMIN LEE)[dongmin_lee]/책임/제조DX.자동보정.조립자동보정팀" userId="2145ffeb-29a1-42ac-83b7-eb32379c3ff5" providerId="ADAL" clId="{AF711A5C-BD84-40DE-B2BF-F8E3316E10A7}" dt="2026-08-18T08:13:12.391" v="11713" actId="22"/>
          <ac:spMkLst>
            <pc:docMk/>
            <pc:sldMk cId="2674293425" sldId="369"/>
            <ac:spMk id="32" creationId="{CE6F1B42-CEE8-23B3-FDFB-DDB8F9DD74E4}"/>
          </ac:spMkLst>
        </pc:spChg>
      </pc:sldChg>
    </pc:docChg>
  </pc:docChgLst>
  <pc:docChgLst>
    <pc:chgData name="신재우(JAEWOO SHIN)[jaewoo.s]/선임/제조DX.자동보정.자동보정선행개발팀" userId="e0840e83-c9b5-4a8f-92d7-5eca1a37c5af" providerId="ADAL" clId="{4CD5E113-F870-4AE0-AEFA-11E700395727}"/>
    <pc:docChg chg="custSel modSld">
      <pc:chgData name="신재우(JAEWOO SHIN)[jaewoo.s]/선임/제조DX.자동보정.자동보정선행개발팀" userId="e0840e83-c9b5-4a8f-92d7-5eca1a37c5af" providerId="ADAL" clId="{4CD5E113-F870-4AE0-AEFA-11E700395727}" dt="2026-08-25T00:50:29.112" v="2442" actId="20577"/>
      <pc:docMkLst>
        <pc:docMk/>
      </pc:docMkLst>
      <pc:sldChg chg="mod modShow">
        <pc:chgData name="신재우(JAEWOO SHIN)[jaewoo.s]/선임/제조DX.자동보정.자동보정선행개발팀" userId="e0840e83-c9b5-4a8f-92d7-5eca1a37c5af" providerId="ADAL" clId="{4CD5E113-F870-4AE0-AEFA-11E700395727}" dt="2026-08-25T00:29:46.717" v="0" actId="729"/>
        <pc:sldMkLst>
          <pc:docMk/>
          <pc:sldMk cId="1480603292" sldId="269"/>
        </pc:sldMkLst>
      </pc:sldChg>
      <pc:sldChg chg="mod modShow">
        <pc:chgData name="신재우(JAEWOO SHIN)[jaewoo.s]/선임/제조DX.자동보정.자동보정선행개발팀" userId="e0840e83-c9b5-4a8f-92d7-5eca1a37c5af" providerId="ADAL" clId="{4CD5E113-F870-4AE0-AEFA-11E700395727}" dt="2026-08-25T00:29:57.080" v="2" actId="729"/>
        <pc:sldMkLst>
          <pc:docMk/>
          <pc:sldMk cId="2394669337" sldId="288"/>
        </pc:sldMkLst>
      </pc:sldChg>
      <pc:sldChg chg="mod modShow">
        <pc:chgData name="신재우(JAEWOO SHIN)[jaewoo.s]/선임/제조DX.자동보정.자동보정선행개발팀" userId="e0840e83-c9b5-4a8f-92d7-5eca1a37c5af" providerId="ADAL" clId="{4CD5E113-F870-4AE0-AEFA-11E700395727}" dt="2026-08-25T00:29:49.177" v="1" actId="729"/>
        <pc:sldMkLst>
          <pc:docMk/>
          <pc:sldMk cId="2105287390" sldId="304"/>
        </pc:sldMkLst>
      </pc:sldChg>
      <pc:sldChg chg="modSp mod">
        <pc:chgData name="신재우(JAEWOO SHIN)[jaewoo.s]/선임/제조DX.자동보정.자동보정선행개발팀" userId="e0840e83-c9b5-4a8f-92d7-5eca1a37c5af" providerId="ADAL" clId="{4CD5E113-F870-4AE0-AEFA-11E700395727}" dt="2026-08-25T00:50:29.112" v="2442" actId="20577"/>
        <pc:sldMkLst>
          <pc:docMk/>
          <pc:sldMk cId="854844539" sldId="306"/>
        </pc:sldMkLst>
        <pc:spChg chg="mod">
          <ac:chgData name="신재우(JAEWOO SHIN)[jaewoo.s]/선임/제조DX.자동보정.자동보정선행개발팀" userId="e0840e83-c9b5-4a8f-92d7-5eca1a37c5af" providerId="ADAL" clId="{4CD5E113-F870-4AE0-AEFA-11E700395727}" dt="2026-08-25T00:50:29.112" v="2442" actId="20577"/>
          <ac:spMkLst>
            <pc:docMk/>
            <pc:sldMk cId="854844539" sldId="306"/>
            <ac:spMk id="2" creationId="{2A16A626-EF0E-253F-27D9-1C20223B7278}"/>
          </ac:spMkLst>
        </pc:spChg>
        <pc:spChg chg="mod">
          <ac:chgData name="신재우(JAEWOO SHIN)[jaewoo.s]/선임/제조DX.자동보정.자동보정선행개발팀" userId="e0840e83-c9b5-4a8f-92d7-5eca1a37c5af" providerId="ADAL" clId="{4CD5E113-F870-4AE0-AEFA-11E700395727}" dt="2026-08-25T00:42:19.632" v="1522"/>
          <ac:spMkLst>
            <pc:docMk/>
            <pc:sldMk cId="854844539" sldId="306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4CD5E113-F870-4AE0-AEFA-11E700395727}" dt="2026-08-25T00:45:18.436" v="1604" actId="207"/>
        <pc:sldMkLst>
          <pc:docMk/>
          <pc:sldMk cId="1311616244" sldId="397"/>
        </pc:sldMkLst>
        <pc:spChg chg="mod">
          <ac:chgData name="신재우(JAEWOO SHIN)[jaewoo.s]/선임/제조DX.자동보정.자동보정선행개발팀" userId="e0840e83-c9b5-4a8f-92d7-5eca1a37c5af" providerId="ADAL" clId="{4CD5E113-F870-4AE0-AEFA-11E700395727}" dt="2026-08-25T00:45:18.436" v="1604" actId="207"/>
          <ac:spMkLst>
            <pc:docMk/>
            <pc:sldMk cId="1311616244" sldId="397"/>
            <ac:spMk id="2" creationId="{2A16A626-EF0E-253F-27D9-1C20223B7278}"/>
          </ac:spMkLst>
        </pc:spChg>
        <pc:spChg chg="mod">
          <ac:chgData name="신재우(JAEWOO SHIN)[jaewoo.s]/선임/제조DX.자동보정.자동보정선행개발팀" userId="e0840e83-c9b5-4a8f-92d7-5eca1a37c5af" providerId="ADAL" clId="{4CD5E113-F870-4AE0-AEFA-11E700395727}" dt="2026-08-25T00:42:17.042" v="1521"/>
          <ac:spMkLst>
            <pc:docMk/>
            <pc:sldMk cId="1311616244" sldId="397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4CD5E113-F870-4AE0-AEFA-11E700395727}" dt="2026-08-25T00:42:22.465" v="1523"/>
        <pc:sldMkLst>
          <pc:docMk/>
          <pc:sldMk cId="4044710247" sldId="419"/>
        </pc:sldMkLst>
        <pc:spChg chg="mod">
          <ac:chgData name="신재우(JAEWOO SHIN)[jaewoo.s]/선임/제조DX.자동보정.자동보정선행개발팀" userId="e0840e83-c9b5-4a8f-92d7-5eca1a37c5af" providerId="ADAL" clId="{4CD5E113-F870-4AE0-AEFA-11E700395727}" dt="2026-08-25T00:42:22.465" v="1523"/>
          <ac:spMkLst>
            <pc:docMk/>
            <pc:sldMk cId="4044710247" sldId="419"/>
            <ac:spMk id="16" creationId="{432BB680-BBED-2F2B-C789-5B3A61E89253}"/>
          </ac:spMkLst>
        </pc:spChg>
      </pc:sldChg>
      <pc:sldChg chg="modSp mod">
        <pc:chgData name="신재우(JAEWOO SHIN)[jaewoo.s]/선임/제조DX.자동보정.자동보정선행개발팀" userId="e0840e83-c9b5-4a8f-92d7-5eca1a37c5af" providerId="ADAL" clId="{4CD5E113-F870-4AE0-AEFA-11E700395727}" dt="2026-08-25T00:50:05.667" v="2438" actId="20577"/>
        <pc:sldMkLst>
          <pc:docMk/>
          <pc:sldMk cId="913002350" sldId="2147483645"/>
        </pc:sldMkLst>
        <pc:spChg chg="mod">
          <ac:chgData name="신재우(JAEWOO SHIN)[jaewoo.s]/선임/제조DX.자동보정.자동보정선행개발팀" userId="e0840e83-c9b5-4a8f-92d7-5eca1a37c5af" providerId="ADAL" clId="{4CD5E113-F870-4AE0-AEFA-11E700395727}" dt="2026-08-25T00:30:09.579" v="8" actId="20577"/>
          <ac:spMkLst>
            <pc:docMk/>
            <pc:sldMk cId="913002350" sldId="2147483645"/>
            <ac:spMk id="7" creationId="{76597178-0C46-359F-C512-80C28D96C117}"/>
          </ac:spMkLst>
        </pc:spChg>
        <pc:spChg chg="mod">
          <ac:chgData name="신재우(JAEWOO SHIN)[jaewoo.s]/선임/제조DX.자동보정.자동보정선행개발팀" userId="e0840e83-c9b5-4a8f-92d7-5eca1a37c5af" providerId="ADAL" clId="{4CD5E113-F870-4AE0-AEFA-11E700395727}" dt="2026-08-25T00:50:05.667" v="2438" actId="20577"/>
          <ac:spMkLst>
            <pc:docMk/>
            <pc:sldMk cId="913002350" sldId="2147483645"/>
            <ac:spMk id="8" creationId="{9408B95E-73A6-D91A-F6E6-D9C1BE27039E}"/>
          </ac:spMkLst>
        </pc:spChg>
        <pc:spChg chg="mod">
          <ac:chgData name="신재우(JAEWOO SHIN)[jaewoo.s]/선임/제조DX.자동보정.자동보정선행개발팀" userId="e0840e83-c9b5-4a8f-92d7-5eca1a37c5af" providerId="ADAL" clId="{4CD5E113-F870-4AE0-AEFA-11E700395727}" dt="2026-08-25T00:49:52.960" v="2436" actId="20577"/>
          <ac:spMkLst>
            <pc:docMk/>
            <pc:sldMk cId="913002350" sldId="2147483645"/>
            <ac:spMk id="11" creationId="{72EE0B59-5A69-39CF-C375-4160042376A5}"/>
          </ac:spMkLst>
        </pc:spChg>
        <pc:graphicFrameChg chg="mod modGraphic">
          <ac:chgData name="신재우(JAEWOO SHIN)[jaewoo.s]/선임/제조DX.자동보정.자동보정선행개발팀" userId="e0840e83-c9b5-4a8f-92d7-5eca1a37c5af" providerId="ADAL" clId="{4CD5E113-F870-4AE0-AEFA-11E700395727}" dt="2026-08-25T00:38:02.407" v="764"/>
          <ac:graphicFrameMkLst>
            <pc:docMk/>
            <pc:sldMk cId="913002350" sldId="2147483645"/>
            <ac:graphicFrameMk id="24" creationId="{6404ADA5-6E43-BCCC-D216-683EF1FC20E2}"/>
          </ac:graphicFrameMkLst>
        </pc:graphicFrameChg>
      </pc:sldChg>
    </pc:docChg>
  </pc:docChgLst>
  <pc:docChgLst>
    <pc:chgData name="박세용(SEYONG PARK)[seyong89]/책임/제조DX.자동보정.RSND자동보정팀" userId="9a53a9cf-4d05-4e8b-b6f4-51c057f191bb" providerId="ADAL" clId="{7A6E46E7-D19F-4028-89BA-482BF1C86633}"/>
    <pc:docChg chg="modSld">
      <pc:chgData name="박세용(SEYONG PARK)[seyong89]/책임/제조DX.자동보정.RSND자동보정팀" userId="9a53a9cf-4d05-4e8b-b6f4-51c057f191bb" providerId="ADAL" clId="{7A6E46E7-D19F-4028-89BA-482BF1C86633}" dt="2026-08-18T09:04:43.947" v="284"/>
      <pc:docMkLst>
        <pc:docMk/>
      </pc:docMkLst>
      <pc:sldChg chg="delSp modSp mod">
        <pc:chgData name="박세용(SEYONG PARK)[seyong89]/책임/제조DX.자동보정.RSND자동보정팀" userId="9a53a9cf-4d05-4e8b-b6f4-51c057f191bb" providerId="ADAL" clId="{7A6E46E7-D19F-4028-89BA-482BF1C86633}" dt="2026-08-18T09:04:40.314" v="283" actId="20577"/>
        <pc:sldMkLst>
          <pc:docMk/>
          <pc:sldMk cId="2043269716" sldId="319"/>
        </pc:sldMkLst>
        <pc:spChg chg="mod">
          <ac:chgData name="박세용(SEYONG PARK)[seyong89]/책임/제조DX.자동보정.RSND자동보정팀" userId="9a53a9cf-4d05-4e8b-b6f4-51c057f191bb" providerId="ADAL" clId="{7A6E46E7-D19F-4028-89BA-482BF1C86633}" dt="2026-08-18T07:49:47.176" v="143" actId="207"/>
          <ac:spMkLst>
            <pc:docMk/>
            <pc:sldMk cId="2043269716" sldId="319"/>
            <ac:spMk id="8" creationId="{4E4C90C9-A019-5679-6ED0-4DA8526529E6}"/>
          </ac:spMkLst>
        </pc:spChg>
        <pc:spChg chg="mod">
          <ac:chgData name="박세용(SEYONG PARK)[seyong89]/책임/제조DX.자동보정.RSND자동보정팀" userId="9a53a9cf-4d05-4e8b-b6f4-51c057f191bb" providerId="ADAL" clId="{7A6E46E7-D19F-4028-89BA-482BF1C86633}" dt="2026-08-18T07:49:27.801" v="142" actId="20577"/>
          <ac:spMkLst>
            <pc:docMk/>
            <pc:sldMk cId="2043269716" sldId="319"/>
            <ac:spMk id="15" creationId="{465732E6-7EC6-799B-FDD4-0CF99EEE37FF}"/>
          </ac:spMkLst>
        </pc:spChg>
        <pc:spChg chg="mod">
          <ac:chgData name="박세용(SEYONG PARK)[seyong89]/책임/제조DX.자동보정.RSND자동보정팀" userId="9a53a9cf-4d05-4e8b-b6f4-51c057f191bb" providerId="ADAL" clId="{7A6E46E7-D19F-4028-89BA-482BF1C86633}" dt="2026-08-18T09:04:40.314" v="283" actId="20577"/>
          <ac:spMkLst>
            <pc:docMk/>
            <pc:sldMk cId="2043269716" sldId="319"/>
            <ac:spMk id="16" creationId="{0A8513CF-8D68-D321-D10C-6D4A43E1A14E}"/>
          </ac:spMkLst>
        </pc:spChg>
      </pc:sldChg>
      <pc:sldChg chg="modSp mod">
        <pc:chgData name="박세용(SEYONG PARK)[seyong89]/책임/제조DX.자동보정.RSND자동보정팀" userId="9a53a9cf-4d05-4e8b-b6f4-51c057f191bb" providerId="ADAL" clId="{7A6E46E7-D19F-4028-89BA-482BF1C86633}" dt="2026-08-18T09:04:43.947" v="284"/>
        <pc:sldMkLst>
          <pc:docMk/>
          <pc:sldMk cId="3901856383" sldId="431"/>
        </pc:sldMkLst>
        <pc:spChg chg="mod">
          <ac:chgData name="박세용(SEYONG PARK)[seyong89]/책임/제조DX.자동보정.RSND자동보정팀" userId="9a53a9cf-4d05-4e8b-b6f4-51c057f191bb" providerId="ADAL" clId="{7A6E46E7-D19F-4028-89BA-482BF1C86633}" dt="2026-08-18T09:02:53.113" v="222" actId="20577"/>
          <ac:spMkLst>
            <pc:docMk/>
            <pc:sldMk cId="3901856383" sldId="431"/>
            <ac:spMk id="15" creationId="{465732E6-7EC6-799B-FDD4-0CF99EEE37FF}"/>
          </ac:spMkLst>
        </pc:spChg>
        <pc:spChg chg="mod">
          <ac:chgData name="박세용(SEYONG PARK)[seyong89]/책임/제조DX.자동보정.RSND자동보정팀" userId="9a53a9cf-4d05-4e8b-b6f4-51c057f191bb" providerId="ADAL" clId="{7A6E46E7-D19F-4028-89BA-482BF1C86633}" dt="2026-08-18T09:04:43.947" v="284"/>
          <ac:spMkLst>
            <pc:docMk/>
            <pc:sldMk cId="3901856383" sldId="431"/>
            <ac:spMk id="16" creationId="{0A8513CF-8D68-D321-D10C-6D4A43E1A14E}"/>
          </ac:spMkLst>
        </pc:spChg>
      </pc:sldChg>
    </pc:docChg>
  </pc:docChgLst>
  <pc:docChgLst>
    <pc:chgData name="박연탁(YEONTARK PARK)[parkyt]/책임/제조DX.자동보정.자동보정선행개발팀" userId="S::parkyt@lgensol.com::ed32861b-bebc-4d6e-be9d-42a82b4a008b" providerId="AD" clId="Web-{CE2BE5C9-F0CA-7542-00A8-67043020E940}"/>
    <pc:docChg chg="modSld">
      <pc:chgData name="박연탁(YEONTARK PARK)[parkyt]/책임/제조DX.자동보정.자동보정선행개발팀" userId="S::parkyt@lgensol.com::ed32861b-bebc-4d6e-be9d-42a82b4a008b" providerId="AD" clId="Web-{CE2BE5C9-F0CA-7542-00A8-67043020E940}" dt="2026-09-02T03:45:54.426" v="97" actId="20577"/>
      <pc:docMkLst>
        <pc:docMk/>
      </pc:docMkLst>
      <pc:sldChg chg="modSp">
        <pc:chgData name="박연탁(YEONTARK PARK)[parkyt]/책임/제조DX.자동보정.자동보정선행개발팀" userId="S::parkyt@lgensol.com::ed32861b-bebc-4d6e-be9d-42a82b4a008b" providerId="AD" clId="Web-{CE2BE5C9-F0CA-7542-00A8-67043020E940}" dt="2026-09-02T03:44:23.566" v="42" actId="20577"/>
        <pc:sldMkLst>
          <pc:docMk/>
          <pc:sldMk cId="238784436" sldId="307"/>
        </pc:sldMkLst>
        <pc:spChg chg="mod">
          <ac:chgData name="박연탁(YEONTARK PARK)[parkyt]/책임/제조DX.자동보정.자동보정선행개발팀" userId="S::parkyt@lgensol.com::ed32861b-bebc-4d6e-be9d-42a82b4a008b" providerId="AD" clId="Web-{CE2BE5C9-F0CA-7542-00A8-67043020E940}" dt="2026-09-02T03:44:23.566" v="42" actId="20577"/>
          <ac:spMkLst>
            <pc:docMk/>
            <pc:sldMk cId="238784436" sldId="307"/>
            <ac:spMk id="2" creationId="{00000000-0000-0000-0000-000000000000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CE2BE5C9-F0CA-7542-00A8-67043020E940}" dt="2026-09-02T03:45:35.004" v="88" actId="20577"/>
        <pc:sldMkLst>
          <pc:docMk/>
          <pc:sldMk cId="2795407016" sldId="311"/>
        </pc:sldMkLst>
        <pc:spChg chg="mod">
          <ac:chgData name="박연탁(YEONTARK PARK)[parkyt]/책임/제조DX.자동보정.자동보정선행개발팀" userId="S::parkyt@lgensol.com::ed32861b-bebc-4d6e-be9d-42a82b4a008b" providerId="AD" clId="Web-{CE2BE5C9-F0CA-7542-00A8-67043020E940}" dt="2026-09-02T03:45:35.004" v="88" actId="20577"/>
          <ac:spMkLst>
            <pc:docMk/>
            <pc:sldMk cId="2795407016" sldId="311"/>
            <ac:spMk id="2" creationId="{00000000-0000-0000-0000-000000000000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CE2BE5C9-F0CA-7542-00A8-67043020E940}" dt="2026-09-02T03:45:54.426" v="97" actId="20577"/>
        <pc:sldMkLst>
          <pc:docMk/>
          <pc:sldMk cId="1492841092" sldId="320"/>
        </pc:sldMkLst>
        <pc:spChg chg="mod">
          <ac:chgData name="박연탁(YEONTARK PARK)[parkyt]/책임/제조DX.자동보정.자동보정선행개발팀" userId="S::parkyt@lgensol.com::ed32861b-bebc-4d6e-be9d-42a82b4a008b" providerId="AD" clId="Web-{CE2BE5C9-F0CA-7542-00A8-67043020E940}" dt="2026-09-02T03:45:54.426" v="97" actId="20577"/>
          <ac:spMkLst>
            <pc:docMk/>
            <pc:sldMk cId="1492841092" sldId="320"/>
            <ac:spMk id="2" creationId="{00000000-0000-0000-0000-000000000000}"/>
          </ac:spMkLst>
        </pc:spChg>
      </pc:sldChg>
      <pc:sldChg chg="modSp">
        <pc:chgData name="박연탁(YEONTARK PARK)[parkyt]/책임/제조DX.자동보정.자동보정선행개발팀" userId="S::parkyt@lgensol.com::ed32861b-bebc-4d6e-be9d-42a82b4a008b" providerId="AD" clId="Web-{CE2BE5C9-F0CA-7542-00A8-67043020E940}" dt="2026-09-02T03:36:19.998" v="21" actId="20577"/>
        <pc:sldMkLst>
          <pc:docMk/>
          <pc:sldMk cId="2078861670" sldId="2147483568"/>
        </pc:sldMkLst>
        <pc:spChg chg="mod">
          <ac:chgData name="박연탁(YEONTARK PARK)[parkyt]/책임/제조DX.자동보정.자동보정선행개발팀" userId="S::parkyt@lgensol.com::ed32861b-bebc-4d6e-be9d-42a82b4a008b" providerId="AD" clId="Web-{CE2BE5C9-F0CA-7542-00A8-67043020E940}" dt="2026-09-02T03:36:19.998" v="21" actId="20577"/>
          <ac:spMkLst>
            <pc:docMk/>
            <pc:sldMk cId="2078861670" sldId="2147483568"/>
            <ac:spMk id="14" creationId="{4EABB971-7377-9AD5-50FB-0B1A44A59A43}"/>
          </ac:spMkLst>
        </pc:spChg>
      </pc:sldChg>
    </pc:docChg>
  </pc:docChgLst>
  <pc:docChgLst>
    <pc:chgData name="이동규(DONGGYU LEE)[dgyleeim]/사원/제조DX.자동보정.MC자동보정팀" userId="c229a3ce-3bdf-484f-938e-f4183d0055a7" providerId="ADAL" clId="{F8CFD82E-AAC1-4F89-B2B4-BA58A3D62237}"/>
    <pc:docChg chg="modSld">
      <pc:chgData name="이동규(DONGGYU LEE)[dgyleeim]/사원/제조DX.자동보정.MC자동보정팀" userId="c229a3ce-3bdf-484f-938e-f4183d0055a7" providerId="ADAL" clId="{F8CFD82E-AAC1-4F89-B2B4-BA58A3D62237}" dt="2026-09-01T23:53:18.892" v="17" actId="20577"/>
      <pc:docMkLst>
        <pc:docMk/>
      </pc:docMkLst>
      <pc:sldChg chg="modSp mod">
        <pc:chgData name="이동규(DONGGYU LEE)[dgyleeim]/사원/제조DX.자동보정.MC자동보정팀" userId="c229a3ce-3bdf-484f-938e-f4183d0055a7" providerId="ADAL" clId="{F8CFD82E-AAC1-4F89-B2B4-BA58A3D62237}" dt="2026-09-01T23:53:13.425" v="11" actId="20577"/>
        <pc:sldMkLst>
          <pc:docMk/>
          <pc:sldMk cId="1594622344" sldId="283"/>
        </pc:sldMkLst>
        <pc:spChg chg="mod">
          <ac:chgData name="이동규(DONGGYU LEE)[dgyleeim]/사원/제조DX.자동보정.MC자동보정팀" userId="c229a3ce-3bdf-484f-938e-f4183d0055a7" providerId="ADAL" clId="{F8CFD82E-AAC1-4F89-B2B4-BA58A3D62237}" dt="2026-09-01T23:53:13.425" v="11" actId="20577"/>
          <ac:spMkLst>
            <pc:docMk/>
            <pc:sldMk cId="1594622344" sldId="283"/>
            <ac:spMk id="7" creationId="{3F13345C-F75D-EB4A-4DD1-E59B547712E6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F8CFD82E-AAC1-4F89-B2B4-BA58A3D62237}" dt="2026-09-01T08:53:15.953" v="5" actId="20577"/>
        <pc:sldMkLst>
          <pc:docMk/>
          <pc:sldMk cId="3888871170" sldId="286"/>
        </pc:sldMkLst>
        <pc:spChg chg="mod">
          <ac:chgData name="이동규(DONGGYU LEE)[dgyleeim]/사원/제조DX.자동보정.MC자동보정팀" userId="c229a3ce-3bdf-484f-938e-f4183d0055a7" providerId="ADAL" clId="{F8CFD82E-AAC1-4F89-B2B4-BA58A3D62237}" dt="2026-09-01T08:53:15.953" v="5" actId="20577"/>
          <ac:spMkLst>
            <pc:docMk/>
            <pc:sldMk cId="3888871170" sldId="286"/>
            <ac:spMk id="7" creationId="{E4A4A4D0-5E1F-259C-CD35-11894278A311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F8CFD82E-AAC1-4F89-B2B4-BA58A3D62237}" dt="2026-09-01T23:53:18.892" v="17" actId="20577"/>
        <pc:sldMkLst>
          <pc:docMk/>
          <pc:sldMk cId="623629499" sldId="748"/>
        </pc:sldMkLst>
        <pc:spChg chg="mod">
          <ac:chgData name="이동규(DONGGYU LEE)[dgyleeim]/사원/제조DX.자동보정.MC자동보정팀" userId="c229a3ce-3bdf-484f-938e-f4183d0055a7" providerId="ADAL" clId="{F8CFD82E-AAC1-4F89-B2B4-BA58A3D62237}" dt="2026-09-01T23:53:18.892" v="17" actId="20577"/>
          <ac:spMkLst>
            <pc:docMk/>
            <pc:sldMk cId="623629499" sldId="748"/>
            <ac:spMk id="7" creationId="{3F13345C-F75D-EB4A-4DD1-E59B547712E6}"/>
          </ac:spMkLst>
        </pc:spChg>
      </pc:sldChg>
    </pc:docChg>
  </pc:docChgLst>
  <pc:docChgLst>
    <pc:chgData name="서재근(JAEGEUN SEO)[jaegeun_seo]/책임/제조DX.자동보정.조립자동보정팀" userId="S::jaegeun_seo@lgensol.com::7bb6d943-2582-47a8-abe5-eec9821e0b5c" providerId="AD" clId="Web-{0CFD6E4E-F540-082F-C257-3932C90EF947}"/>
    <pc:docChg chg="modSld">
      <pc:chgData name="서재근(JAEGEUN SEO)[jaegeun_seo]/책임/제조DX.자동보정.조립자동보정팀" userId="S::jaegeun_seo@lgensol.com::7bb6d943-2582-47a8-abe5-eec9821e0b5c" providerId="AD" clId="Web-{0CFD6E4E-F540-082F-C257-3932C90EF947}" dt="2026-08-11T22:43:23.818" v="44" actId="20577"/>
      <pc:docMkLst>
        <pc:docMk/>
      </pc:docMkLst>
      <pc:sldChg chg="modSp">
        <pc:chgData name="서재근(JAEGEUN SEO)[jaegeun_seo]/책임/제조DX.자동보정.조립자동보정팀" userId="S::jaegeun_seo@lgensol.com::7bb6d943-2582-47a8-abe5-eec9821e0b5c" providerId="AD" clId="Web-{0CFD6E4E-F540-082F-C257-3932C90EF947}" dt="2026-08-11T22:43:23.818" v="44" actId="20577"/>
        <pc:sldMkLst>
          <pc:docMk/>
          <pc:sldMk cId="171816745" sldId="416"/>
        </pc:sldMkLst>
        <pc:spChg chg="mod">
          <ac:chgData name="서재근(JAEGEUN SEO)[jaegeun_seo]/책임/제조DX.자동보정.조립자동보정팀" userId="S::jaegeun_seo@lgensol.com::7bb6d943-2582-47a8-abe5-eec9821e0b5c" providerId="AD" clId="Web-{0CFD6E4E-F540-082F-C257-3932C90EF947}" dt="2026-08-11T22:43:23.818" v="44" actId="20577"/>
          <ac:spMkLst>
            <pc:docMk/>
            <pc:sldMk cId="171816745" sldId="416"/>
            <ac:spMk id="30" creationId="{0D42272B-7090-3E3D-C807-E7C5620E4BEA}"/>
          </ac:spMkLst>
        </pc:spChg>
      </pc:sldChg>
    </pc:docChg>
  </pc:docChgLst>
  <pc:docChgLst>
    <pc:chgData name="이제희(JEHEE LEE)[jhlee5841]/책임/제조DX.자동보정.조립자동보정팀" userId="31773b35-80f3-44f0-bad0-f4c04c1e8eae" providerId="ADAL" clId="{F8A941B5-49A3-449C-9B13-F94B28BD772E}"/>
    <pc:docChg chg="undo custSel modSld sldOrd modSection">
      <pc:chgData name="이제희(JEHEE LEE)[jhlee5841]/책임/제조DX.자동보정.조립자동보정팀" userId="31773b35-80f3-44f0-bad0-f4c04c1e8eae" providerId="ADAL" clId="{F8A941B5-49A3-449C-9B13-F94B28BD772E}" dt="2026-09-01T06:09:02.858" v="2831" actId="20577"/>
      <pc:docMkLst>
        <pc:docMk/>
      </pc:docMkLst>
      <pc:sldChg chg="modSp mod">
        <pc:chgData name="이제희(JEHEE LEE)[jhlee5841]/책임/제조DX.자동보정.조립자동보정팀" userId="31773b35-80f3-44f0-bad0-f4c04c1e8eae" providerId="ADAL" clId="{F8A941B5-49A3-449C-9B13-F94B28BD772E}" dt="2026-09-01T05:59:41.170" v="2520" actId="13926"/>
        <pc:sldMkLst>
          <pc:docMk/>
          <pc:sldMk cId="3009852263" sldId="257"/>
        </pc:sldMkLst>
        <pc:spChg chg="mod">
          <ac:chgData name="이제희(JEHEE LEE)[jhlee5841]/책임/제조DX.자동보정.조립자동보정팀" userId="31773b35-80f3-44f0-bad0-f4c04c1e8eae" providerId="ADAL" clId="{F8A941B5-49A3-449C-9B13-F94B28BD772E}" dt="2026-09-01T05:57:58.438" v="2512" actId="20577"/>
          <ac:spMkLst>
            <pc:docMk/>
            <pc:sldMk cId="3009852263" sldId="257"/>
            <ac:spMk id="61" creationId="{90AC4789-A3FE-4963-A335-E623E8C98F84}"/>
          </ac:spMkLst>
        </pc:spChg>
        <pc:graphicFrameChg chg="modGraphic">
          <ac:chgData name="이제희(JEHEE LEE)[jhlee5841]/책임/제조DX.자동보정.조립자동보정팀" userId="31773b35-80f3-44f0-bad0-f4c04c1e8eae" providerId="ADAL" clId="{F8A941B5-49A3-449C-9B13-F94B28BD772E}" dt="2026-09-01T05:59:41.170" v="2520" actId="13926"/>
          <ac:graphicFrameMkLst>
            <pc:docMk/>
            <pc:sldMk cId="3009852263" sldId="257"/>
            <ac:graphicFrameMk id="20" creationId="{BB8F7D19-A877-26EE-C003-0A9A4A30B8A3}"/>
          </ac:graphicFrameMkLst>
        </pc:graphicFrameChg>
      </pc:sldChg>
      <pc:sldChg chg="modSp mod">
        <pc:chgData name="이제희(JEHEE LEE)[jhlee5841]/책임/제조DX.자동보정.조립자동보정팀" userId="31773b35-80f3-44f0-bad0-f4c04c1e8eae" providerId="ADAL" clId="{F8A941B5-49A3-449C-9B13-F94B28BD772E}" dt="2026-09-01T06:09:02.858" v="2831" actId="20577"/>
        <pc:sldMkLst>
          <pc:docMk/>
          <pc:sldMk cId="2571904315" sldId="290"/>
        </pc:sldMkLst>
        <pc:spChg chg="mod">
          <ac:chgData name="이제희(JEHEE LEE)[jhlee5841]/책임/제조DX.자동보정.조립자동보정팀" userId="31773b35-80f3-44f0-bad0-f4c04c1e8eae" providerId="ADAL" clId="{F8A941B5-49A3-449C-9B13-F94B28BD772E}" dt="2026-09-01T06:09:02.858" v="2831" actId="20577"/>
          <ac:spMkLst>
            <pc:docMk/>
            <pc:sldMk cId="2571904315" sldId="290"/>
            <ac:spMk id="54" creationId="{8030C1DC-5326-EC42-A029-1BE0A9D33AD1}"/>
          </ac:spMkLst>
        </pc:spChg>
        <pc:spChg chg="mod">
          <ac:chgData name="이제희(JEHEE LEE)[jhlee5841]/책임/제조DX.자동보정.조립자동보정팀" userId="31773b35-80f3-44f0-bad0-f4c04c1e8eae" providerId="ADAL" clId="{F8A941B5-49A3-449C-9B13-F94B28BD772E}" dt="2026-09-01T06:08:44.485" v="2827" actId="20577"/>
          <ac:spMkLst>
            <pc:docMk/>
            <pc:sldMk cId="2571904315" sldId="290"/>
            <ac:spMk id="62" creationId="{67087FE9-D3B8-3B61-8994-10F831D7EDD4}"/>
          </ac:spMkLst>
        </pc:spChg>
        <pc:graphicFrameChg chg="modGraphic">
          <ac:chgData name="이제희(JEHEE LEE)[jhlee5841]/책임/제조DX.자동보정.조립자동보정팀" userId="31773b35-80f3-44f0-bad0-f4c04c1e8eae" providerId="ADAL" clId="{F8A941B5-49A3-449C-9B13-F94B28BD772E}" dt="2026-09-01T06:09:00.538" v="2829" actId="20577"/>
          <ac:graphicFrameMkLst>
            <pc:docMk/>
            <pc:sldMk cId="2571904315" sldId="290"/>
            <ac:graphicFrameMk id="3" creationId="{BCDF9D7B-F6B5-217F-5FB2-478D746E2AD1}"/>
          </ac:graphicFrameMkLst>
        </pc:graphicFrameChg>
      </pc:sldChg>
      <pc:sldChg chg="modSp mod">
        <pc:chgData name="이제희(JEHEE LEE)[jhlee5841]/책임/제조DX.자동보정.조립자동보정팀" userId="31773b35-80f3-44f0-bad0-f4c04c1e8eae" providerId="ADAL" clId="{F8A941B5-49A3-449C-9B13-F94B28BD772E}" dt="2026-09-01T05:58:02.676" v="2518" actId="20577"/>
        <pc:sldMkLst>
          <pc:docMk/>
          <pc:sldMk cId="678299215" sldId="346"/>
        </pc:sldMkLst>
        <pc:spChg chg="mod">
          <ac:chgData name="이제희(JEHEE LEE)[jhlee5841]/책임/제조DX.자동보정.조립자동보정팀" userId="31773b35-80f3-44f0-bad0-f4c04c1e8eae" providerId="ADAL" clId="{F8A941B5-49A3-449C-9B13-F94B28BD772E}" dt="2026-09-01T05:58:02.676" v="2518" actId="20577"/>
          <ac:spMkLst>
            <pc:docMk/>
            <pc:sldMk cId="678299215" sldId="346"/>
            <ac:spMk id="61" creationId="{90AC4789-A3FE-4963-A335-E623E8C98F84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F8A941B5-49A3-449C-9B13-F94B28BD772E}" dt="2026-09-01T05:56:29.328" v="2506" actId="20577"/>
        <pc:sldMkLst>
          <pc:docMk/>
          <pc:sldMk cId="238870570" sldId="361"/>
        </pc:sldMkLst>
        <pc:spChg chg="mod">
          <ac:chgData name="이제희(JEHEE LEE)[jhlee5841]/책임/제조DX.자동보정.조립자동보정팀" userId="31773b35-80f3-44f0-bad0-f4c04c1e8eae" providerId="ADAL" clId="{F8A941B5-49A3-449C-9B13-F94B28BD772E}" dt="2026-09-01T05:55:49.066" v="2479" actId="20577"/>
          <ac:spMkLst>
            <pc:docMk/>
            <pc:sldMk cId="238870570" sldId="361"/>
            <ac:spMk id="18" creationId="{48D3B364-FB7B-D592-FC91-64593D9E73A4}"/>
          </ac:spMkLst>
        </pc:spChg>
        <pc:spChg chg="mod">
          <ac:chgData name="이제희(JEHEE LEE)[jhlee5841]/책임/제조DX.자동보정.조립자동보정팀" userId="31773b35-80f3-44f0-bad0-f4c04c1e8eae" providerId="ADAL" clId="{F8A941B5-49A3-449C-9B13-F94B28BD772E}" dt="2026-09-01T05:56:29.328" v="2506" actId="20577"/>
          <ac:spMkLst>
            <pc:docMk/>
            <pc:sldMk cId="238870570" sldId="361"/>
            <ac:spMk id="54" creationId="{8030C1DC-5326-EC42-A029-1BE0A9D33AD1}"/>
          </ac:spMkLst>
        </pc:spChg>
        <pc:spChg chg="mod">
          <ac:chgData name="이제희(JEHEE LEE)[jhlee5841]/책임/제조DX.자동보정.조립자동보정팀" userId="31773b35-80f3-44f0-bad0-f4c04c1e8eae" providerId="ADAL" clId="{F8A941B5-49A3-449C-9B13-F94B28BD772E}" dt="2026-09-01T05:33:25.393" v="9" actId="20577"/>
          <ac:spMkLst>
            <pc:docMk/>
            <pc:sldMk cId="238870570" sldId="361"/>
            <ac:spMk id="58" creationId="{1A14E2F3-1D19-45A5-DC7A-6661315C09C3}"/>
          </ac:spMkLst>
        </pc:spChg>
        <pc:spChg chg="mod">
          <ac:chgData name="이제희(JEHEE LEE)[jhlee5841]/책임/제조DX.자동보정.조립자동보정팀" userId="31773b35-80f3-44f0-bad0-f4c04c1e8eae" providerId="ADAL" clId="{F8A941B5-49A3-449C-9B13-F94B28BD772E}" dt="2026-09-01T05:55:00.642" v="2364" actId="20577"/>
          <ac:spMkLst>
            <pc:docMk/>
            <pc:sldMk cId="238870570" sldId="361"/>
            <ac:spMk id="62" creationId="{67087FE9-D3B8-3B61-8994-10F831D7EDD4}"/>
          </ac:spMkLst>
        </pc:spChg>
        <pc:graphicFrameChg chg="mod modGraphic">
          <ac:chgData name="이제희(JEHEE LEE)[jhlee5841]/책임/제조DX.자동보정.조립자동보정팀" userId="31773b35-80f3-44f0-bad0-f4c04c1e8eae" providerId="ADAL" clId="{F8A941B5-49A3-449C-9B13-F94B28BD772E}" dt="2026-09-01T05:56:28.180" v="2504"/>
          <ac:graphicFrameMkLst>
            <pc:docMk/>
            <pc:sldMk cId="238870570" sldId="361"/>
            <ac:graphicFrameMk id="9" creationId="{449F626A-DBC8-4A3C-AC31-96A9EDF90D6A}"/>
          </ac:graphicFrameMkLst>
        </pc:graphicFrameChg>
      </pc:sldChg>
      <pc:sldChg chg="modSp mod">
        <pc:chgData name="이제희(JEHEE LEE)[jhlee5841]/책임/제조DX.자동보정.조립자동보정팀" userId="31773b35-80f3-44f0-bad0-f4c04c1e8eae" providerId="ADAL" clId="{F8A941B5-49A3-449C-9B13-F94B28BD772E}" dt="2026-09-01T06:03:02.171" v="2535" actId="20577"/>
        <pc:sldMkLst>
          <pc:docMk/>
          <pc:sldMk cId="3025724239" sldId="365"/>
        </pc:sldMkLst>
        <pc:spChg chg="mod">
          <ac:chgData name="이제희(JEHEE LEE)[jhlee5841]/책임/제조DX.자동보정.조립자동보정팀" userId="31773b35-80f3-44f0-bad0-f4c04c1e8eae" providerId="ADAL" clId="{F8A941B5-49A3-449C-9B13-F94B28BD772E}" dt="2026-09-01T06:03:02.171" v="2535" actId="20577"/>
          <ac:spMkLst>
            <pc:docMk/>
            <pc:sldMk cId="3025724239" sldId="365"/>
            <ac:spMk id="58" creationId="{1A14E2F3-1D19-45A5-DC7A-6661315C09C3}"/>
          </ac:spMkLst>
        </pc:spChg>
      </pc:sldChg>
      <pc:sldChg chg="mod ord modShow">
        <pc:chgData name="이제희(JEHEE LEE)[jhlee5841]/책임/제조DX.자동보정.조립자동보정팀" userId="31773b35-80f3-44f0-bad0-f4c04c1e8eae" providerId="ADAL" clId="{F8A941B5-49A3-449C-9B13-F94B28BD772E}" dt="2026-09-01T06:03:30.277" v="2538"/>
        <pc:sldMkLst>
          <pc:docMk/>
          <pc:sldMk cId="2861646551" sldId="367"/>
        </pc:sldMkLst>
      </pc:sldChg>
      <pc:sldChg chg="modSp mod">
        <pc:chgData name="이제희(JEHEE LEE)[jhlee5841]/책임/제조DX.자동보정.조립자동보정팀" userId="31773b35-80f3-44f0-bad0-f4c04c1e8eae" providerId="ADAL" clId="{F8A941B5-49A3-449C-9B13-F94B28BD772E}" dt="2026-09-01T06:02:37.342" v="2530" actId="20577"/>
        <pc:sldMkLst>
          <pc:docMk/>
          <pc:sldMk cId="2674293425" sldId="369"/>
        </pc:sldMkLst>
        <pc:spChg chg="mod">
          <ac:chgData name="이제희(JEHEE LEE)[jhlee5841]/책임/제조DX.자동보정.조립자동보정팀" userId="31773b35-80f3-44f0-bad0-f4c04c1e8eae" providerId="ADAL" clId="{F8A941B5-49A3-449C-9B13-F94B28BD772E}" dt="2026-09-01T06:02:37.342" v="2530" actId="20577"/>
          <ac:spMkLst>
            <pc:docMk/>
            <pc:sldMk cId="2674293425" sldId="369"/>
            <ac:spMk id="26" creationId="{642B6F00-121F-7DCE-C70A-1916EC038E61}"/>
          </ac:spMkLst>
        </pc:spChg>
        <pc:spChg chg="mod">
          <ac:chgData name="이제희(JEHEE LEE)[jhlee5841]/책임/제조DX.자동보정.조립자동보정팀" userId="31773b35-80f3-44f0-bad0-f4c04c1e8eae" providerId="ADAL" clId="{F8A941B5-49A3-449C-9B13-F94B28BD772E}" dt="2026-09-01T06:02:16.890" v="2525" actId="20577"/>
          <ac:spMkLst>
            <pc:docMk/>
            <pc:sldMk cId="2674293425" sldId="369"/>
            <ac:spMk id="27" creationId="{F1F0155F-26F4-EDD1-2334-EC9049245013}"/>
          </ac:spMkLst>
        </pc:spChg>
      </pc:sldChg>
    </pc:docChg>
  </pc:docChgLst>
  <pc:docChgLst>
    <pc:chgData name="서재근(JAEGEUN SEO)[jaegeun_seo]/책임/제조DX.자동보정.조립자동보정팀" userId="7bb6d943-2582-47a8-abe5-eec9821e0b5c" providerId="ADAL" clId="{12B1F12A-3D5D-49C6-B9CF-9F2BAB5C40B2}"/>
    <pc:docChg chg="undo custSel modSld sldOrd modSection">
      <pc:chgData name="서재근(JAEGEUN SEO)[jaegeun_seo]/책임/제조DX.자동보정.조립자동보정팀" userId="7bb6d943-2582-47a8-abe5-eec9821e0b5c" providerId="ADAL" clId="{12B1F12A-3D5D-49C6-B9CF-9F2BAB5C40B2}" dt="2026-09-09T00:09:33.486" v="4419" actId="20577"/>
      <pc:docMkLst>
        <pc:docMk/>
      </pc:docMkLst>
      <pc:sldChg chg="modSp mod ord">
        <pc:chgData name="서재근(JAEGEUN SEO)[jaegeun_seo]/책임/제조DX.자동보정.조립자동보정팀" userId="7bb6d943-2582-47a8-abe5-eec9821e0b5c" providerId="ADAL" clId="{12B1F12A-3D5D-49C6-B9CF-9F2BAB5C40B2}" dt="2026-09-08T09:10:30.239" v="3465" actId="20578"/>
        <pc:sldMkLst>
          <pc:docMk/>
          <pc:sldMk cId="3932546465" sldId="275"/>
        </pc:sldMkLst>
        <pc:spChg chg="mod">
          <ac:chgData name="서재근(JAEGEUN SEO)[jaegeun_seo]/책임/제조DX.자동보정.조립자동보정팀" userId="7bb6d943-2582-47a8-abe5-eec9821e0b5c" providerId="ADAL" clId="{12B1F12A-3D5D-49C6-B9CF-9F2BAB5C40B2}" dt="2026-09-08T09:09:44.749" v="3464" actId="20577"/>
          <ac:spMkLst>
            <pc:docMk/>
            <pc:sldMk cId="3932546465" sldId="275"/>
            <ac:spMk id="10" creationId="{BDADEB63-FA2A-413A-90C3-F27F4D564C57}"/>
          </ac:spMkLst>
        </pc:spChg>
        <pc:graphicFrameChg chg="mod modGraphic">
          <ac:chgData name="서재근(JAEGEUN SEO)[jaegeun_seo]/책임/제조DX.자동보정.조립자동보정팀" userId="7bb6d943-2582-47a8-abe5-eec9821e0b5c" providerId="ADAL" clId="{12B1F12A-3D5D-49C6-B9CF-9F2BAB5C40B2}" dt="2026-09-08T09:08:18.720" v="3457" actId="14100"/>
          <ac:graphicFrameMkLst>
            <pc:docMk/>
            <pc:sldMk cId="3932546465" sldId="275"/>
            <ac:graphicFrameMk id="4" creationId="{FA3240C7-2182-41B1-AE1F-AC51AA1BB276}"/>
          </ac:graphicFrameMkLst>
        </pc:graphicFrameChg>
      </pc:sldChg>
      <pc:sldChg chg="delSp modSp mod">
        <pc:chgData name="서재근(JAEGEUN SEO)[jaegeun_seo]/책임/제조DX.자동보정.조립자동보정팀" userId="7bb6d943-2582-47a8-abe5-eec9821e0b5c" providerId="ADAL" clId="{12B1F12A-3D5D-49C6-B9CF-9F2BAB5C40B2}" dt="2026-09-09T00:09:33.486" v="4419" actId="20577"/>
        <pc:sldMkLst>
          <pc:docMk/>
          <pc:sldMk cId="4093150624" sldId="371"/>
        </pc:sldMkLst>
        <pc:spChg chg="del mod">
          <ac:chgData name="서재근(JAEGEUN SEO)[jaegeun_seo]/책임/제조DX.자동보정.조립자동보정팀" userId="7bb6d943-2582-47a8-abe5-eec9821e0b5c" providerId="ADAL" clId="{12B1F12A-3D5D-49C6-B9CF-9F2BAB5C40B2}" dt="2026-09-09T00:04:20.356" v="3769" actId="478"/>
          <ac:spMkLst>
            <pc:docMk/>
            <pc:sldMk cId="4093150624" sldId="371"/>
            <ac:spMk id="8" creationId="{F3528DB6-56B7-19F0-723E-9EACBAF9E560}"/>
          </ac:spMkLst>
        </pc:spChg>
        <pc:spChg chg="mod">
          <ac:chgData name="서재근(JAEGEUN SEO)[jaegeun_seo]/책임/제조DX.자동보정.조립자동보정팀" userId="7bb6d943-2582-47a8-abe5-eec9821e0b5c" providerId="ADAL" clId="{12B1F12A-3D5D-49C6-B9CF-9F2BAB5C40B2}" dt="2026-09-08T07:51:09.267" v="1002" actId="20577"/>
          <ac:spMkLst>
            <pc:docMk/>
            <pc:sldMk cId="4093150624" sldId="371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12B1F12A-3D5D-49C6-B9CF-9F2BAB5C40B2}" dt="2026-09-09T00:04:55.363" v="3833" actId="20577"/>
          <ac:spMkLst>
            <pc:docMk/>
            <pc:sldMk cId="4093150624" sldId="371"/>
            <ac:spMk id="18" creationId="{5B20E7F4-5EC3-322A-DD64-FA9CB7EBD060}"/>
          </ac:spMkLst>
        </pc:spChg>
        <pc:spChg chg="mod">
          <ac:chgData name="서재근(JAEGEUN SEO)[jaegeun_seo]/책임/제조DX.자동보정.조립자동보정팀" userId="7bb6d943-2582-47a8-abe5-eec9821e0b5c" providerId="ADAL" clId="{12B1F12A-3D5D-49C6-B9CF-9F2BAB5C40B2}" dt="2026-09-08T07:56:29.839" v="1226" actId="20577"/>
          <ac:spMkLst>
            <pc:docMk/>
            <pc:sldMk cId="4093150624" sldId="371"/>
            <ac:spMk id="30" creationId="{0D42272B-7090-3E3D-C807-E7C5620E4BEA}"/>
          </ac:spMkLst>
        </pc:spChg>
        <pc:graphicFrameChg chg="mod modGraphic">
          <ac:chgData name="서재근(JAEGEUN SEO)[jaegeun_seo]/책임/제조DX.자동보정.조립자동보정팀" userId="7bb6d943-2582-47a8-abe5-eec9821e0b5c" providerId="ADAL" clId="{12B1F12A-3D5D-49C6-B9CF-9F2BAB5C40B2}" dt="2026-09-09T00:04:57.002" v="3834" actId="1036"/>
          <ac:graphicFrameMkLst>
            <pc:docMk/>
            <pc:sldMk cId="4093150624" sldId="371"/>
            <ac:graphicFrameMk id="2" creationId="{1A905F6A-E9A3-D3C8-8C32-ADC189D759E4}"/>
          </ac:graphicFrameMkLst>
        </pc:graphicFrameChg>
        <pc:graphicFrameChg chg="mod modGraphic">
          <ac:chgData name="서재근(JAEGEUN SEO)[jaegeun_seo]/책임/제조DX.자동보정.조립자동보정팀" userId="7bb6d943-2582-47a8-abe5-eec9821e0b5c" providerId="ADAL" clId="{12B1F12A-3D5D-49C6-B9CF-9F2BAB5C40B2}" dt="2026-09-09T00:09:33.486" v="4419" actId="20577"/>
          <ac:graphicFrameMkLst>
            <pc:docMk/>
            <pc:sldMk cId="4093150624" sldId="371"/>
            <ac:graphicFrameMk id="7" creationId="{149FBCF7-024F-3E37-9500-B9ECFB8AB4FB}"/>
          </ac:graphicFrameMkLst>
        </pc:graphicFrameChg>
      </pc:sldChg>
      <pc:sldChg chg="addSp delSp modSp mod">
        <pc:chgData name="서재근(JAEGEUN SEO)[jaegeun_seo]/책임/제조DX.자동보정.조립자동보정팀" userId="7bb6d943-2582-47a8-abe5-eec9821e0b5c" providerId="ADAL" clId="{12B1F12A-3D5D-49C6-B9CF-9F2BAB5C40B2}" dt="2026-09-08T09:09:01.340" v="3462" actId="6549"/>
        <pc:sldMkLst>
          <pc:docMk/>
          <pc:sldMk cId="171816745" sldId="416"/>
        </pc:sldMkLst>
        <pc:spChg chg="mod">
          <ac:chgData name="서재근(JAEGEUN SEO)[jaegeun_seo]/책임/제조DX.자동보정.조립자동보정팀" userId="7bb6d943-2582-47a8-abe5-eec9821e0b5c" providerId="ADAL" clId="{12B1F12A-3D5D-49C6-B9CF-9F2BAB5C40B2}" dt="2026-09-08T09:09:01.340" v="3462" actId="6549"/>
          <ac:spMkLst>
            <pc:docMk/>
            <pc:sldMk cId="171816745" sldId="416"/>
            <ac:spMk id="16" creationId="{6E64D536-1B0F-B7D6-130C-DBEEE06B0C8B}"/>
          </ac:spMkLst>
        </pc:spChg>
        <pc:spChg chg="mod">
          <ac:chgData name="서재근(JAEGEUN SEO)[jaegeun_seo]/책임/제조DX.자동보정.조립자동보정팀" userId="7bb6d943-2582-47a8-abe5-eec9821e0b5c" providerId="ADAL" clId="{12B1F12A-3D5D-49C6-B9CF-9F2BAB5C40B2}" dt="2026-09-08T07:57:19.915" v="1228" actId="20577"/>
          <ac:spMkLst>
            <pc:docMk/>
            <pc:sldMk cId="171816745" sldId="416"/>
            <ac:spMk id="17" creationId="{3D171D3E-1985-8A6E-7869-31CB77FE3666}"/>
          </ac:spMkLst>
        </pc:spChg>
        <pc:spChg chg="mod">
          <ac:chgData name="서재근(JAEGEUN SEO)[jaegeun_seo]/책임/제조DX.자동보정.조립자동보정팀" userId="7bb6d943-2582-47a8-abe5-eec9821e0b5c" providerId="ADAL" clId="{12B1F12A-3D5D-49C6-B9CF-9F2BAB5C40B2}" dt="2026-09-08T08:08:07.900" v="2253"/>
          <ac:spMkLst>
            <pc:docMk/>
            <pc:sldMk cId="171816745" sldId="416"/>
            <ac:spMk id="30" creationId="{0D42272B-7090-3E3D-C807-E7C5620E4BEA}"/>
          </ac:spMkLst>
        </pc:spChg>
        <pc:graphicFrameChg chg="add del mod">
          <ac:chgData name="서재근(JAEGEUN SEO)[jaegeun_seo]/책임/제조DX.자동보정.조립자동보정팀" userId="7bb6d943-2582-47a8-abe5-eec9821e0b5c" providerId="ADAL" clId="{12B1F12A-3D5D-49C6-B9CF-9F2BAB5C40B2}" dt="2026-09-08T08:01:57.516" v="2128" actId="478"/>
          <ac:graphicFrameMkLst>
            <pc:docMk/>
            <pc:sldMk cId="171816745" sldId="416"/>
            <ac:graphicFrameMk id="33" creationId="{0351B246-5904-7E79-8C1D-C09FF3021692}"/>
          </ac:graphicFrameMkLst>
        </pc:graphicFrameChg>
      </pc:sldChg>
      <pc:sldChg chg="modSp mod">
        <pc:chgData name="서재근(JAEGEUN SEO)[jaegeun_seo]/책임/제조DX.자동보정.조립자동보정팀" userId="7bb6d943-2582-47a8-abe5-eec9821e0b5c" providerId="ADAL" clId="{12B1F12A-3D5D-49C6-B9CF-9F2BAB5C40B2}" dt="2026-09-08T09:08:57.328" v="3461" actId="6549"/>
        <pc:sldMkLst>
          <pc:docMk/>
          <pc:sldMk cId="2828155431" sldId="417"/>
        </pc:sldMkLst>
        <pc:spChg chg="mod">
          <ac:chgData name="서재근(JAEGEUN SEO)[jaegeun_seo]/책임/제조DX.자동보정.조립자동보정팀" userId="7bb6d943-2582-47a8-abe5-eec9821e0b5c" providerId="ADAL" clId="{12B1F12A-3D5D-49C6-B9CF-9F2BAB5C40B2}" dt="2026-09-08T08:51:04.620" v="3454"/>
          <ac:spMkLst>
            <pc:docMk/>
            <pc:sldMk cId="2828155431" sldId="417"/>
            <ac:spMk id="2" creationId="{22EA30F0-CF52-3455-5749-990D08F2AD73}"/>
          </ac:spMkLst>
        </pc:spChg>
        <pc:spChg chg="mod">
          <ac:chgData name="서재근(JAEGEUN SEO)[jaegeun_seo]/책임/제조DX.자동보정.조립자동보정팀" userId="7bb6d943-2582-47a8-abe5-eec9821e0b5c" providerId="ADAL" clId="{12B1F12A-3D5D-49C6-B9CF-9F2BAB5C40B2}" dt="2026-09-08T09:08:55.140" v="3460" actId="20577"/>
          <ac:spMkLst>
            <pc:docMk/>
            <pc:sldMk cId="2828155431" sldId="417"/>
            <ac:spMk id="12" creationId="{FCA791FC-21BF-EDB3-F41D-8FE5A79A1304}"/>
          </ac:spMkLst>
        </pc:spChg>
        <pc:spChg chg="mod">
          <ac:chgData name="서재근(JAEGEUN SEO)[jaegeun_seo]/책임/제조DX.자동보정.조립자동보정팀" userId="7bb6d943-2582-47a8-abe5-eec9821e0b5c" providerId="ADAL" clId="{12B1F12A-3D5D-49C6-B9CF-9F2BAB5C40B2}" dt="2026-09-08T08:40:02.249" v="2314" actId="20577"/>
          <ac:spMkLst>
            <pc:docMk/>
            <pc:sldMk cId="2828155431" sldId="417"/>
            <ac:spMk id="13" creationId="{B1F6AF25-0D3A-5DEF-1701-94ABFC49567D}"/>
          </ac:spMkLst>
        </pc:spChg>
        <pc:spChg chg="mod">
          <ac:chgData name="서재근(JAEGEUN SEO)[jaegeun_seo]/책임/제조DX.자동보정.조립자동보정팀" userId="7bb6d943-2582-47a8-abe5-eec9821e0b5c" providerId="ADAL" clId="{12B1F12A-3D5D-49C6-B9CF-9F2BAB5C40B2}" dt="2026-09-08T09:08:57.328" v="3461" actId="6549"/>
          <ac:spMkLst>
            <pc:docMk/>
            <pc:sldMk cId="2828155431" sldId="417"/>
            <ac:spMk id="16" creationId="{6E64D536-1B0F-B7D6-130C-DBEEE06B0C8B}"/>
          </ac:spMkLst>
        </pc:spChg>
        <pc:spChg chg="mod">
          <ac:chgData name="서재근(JAEGEUN SEO)[jaegeun_seo]/책임/제조DX.자동보정.조립자동보정팀" userId="7bb6d943-2582-47a8-abe5-eec9821e0b5c" providerId="ADAL" clId="{12B1F12A-3D5D-49C6-B9CF-9F2BAB5C40B2}" dt="2026-09-08T08:05:18.587" v="2209" actId="20577"/>
          <ac:spMkLst>
            <pc:docMk/>
            <pc:sldMk cId="2828155431" sldId="417"/>
            <ac:spMk id="17" creationId="{3D171D3E-1985-8A6E-7869-31CB77FE3666}"/>
          </ac:spMkLst>
        </pc:spChg>
      </pc:sldChg>
    </pc:docChg>
  </pc:docChgLst>
  <pc:docChgLst>
    <pc:chgData name="안다현(DAHYUN AHN)[dahyun.ahn]/사원/제조DX.자동보정.조립자동보정팀" userId="7637ba88-3042-4a41-bc1d-63ce7574c848" providerId="ADAL" clId="{EC3CDAF6-5554-44C5-B7DC-FB54CBE4D492}"/>
    <pc:docChg chg="undo custSel addSld modSld">
      <pc:chgData name="안다현(DAHYUN AHN)[dahyun.ahn]/사원/제조DX.자동보정.조립자동보정팀" userId="7637ba88-3042-4a41-bc1d-63ce7574c848" providerId="ADAL" clId="{EC3CDAF6-5554-44C5-B7DC-FB54CBE4D492}" dt="2026-09-22T08:33:36.029" v="839" actId="20577"/>
      <pc:docMkLst>
        <pc:docMk/>
      </pc:docMkLst>
      <pc:sldChg chg="addSp delSp modSp mod">
        <pc:chgData name="안다현(DAHYUN AHN)[dahyun.ahn]/사원/제조DX.자동보정.조립자동보정팀" userId="7637ba88-3042-4a41-bc1d-63ce7574c848" providerId="ADAL" clId="{EC3CDAF6-5554-44C5-B7DC-FB54CBE4D492}" dt="2026-09-22T08:02:13.163" v="304" actId="20577"/>
        <pc:sldMkLst>
          <pc:docMk/>
          <pc:sldMk cId="3452486948" sldId="327"/>
        </pc:sldMkLst>
        <pc:spChg chg="add mod">
          <ac:chgData name="안다현(DAHYUN AHN)[dahyun.ahn]/사원/제조DX.자동보정.조립자동보정팀" userId="7637ba88-3042-4a41-bc1d-63ce7574c848" providerId="ADAL" clId="{EC3CDAF6-5554-44C5-B7DC-FB54CBE4D492}" dt="2026-09-22T08:00:15.019" v="8" actId="1076"/>
          <ac:spMkLst>
            <pc:docMk/>
            <pc:sldMk cId="3452486948" sldId="327"/>
            <ac:spMk id="3" creationId="{3EC158BB-E325-EB7A-C90F-0F4B3892690A}"/>
          </ac:spMkLst>
        </pc:spChg>
        <pc:spChg chg="add mod">
          <ac:chgData name="안다현(DAHYUN AHN)[dahyun.ahn]/사원/제조DX.자동보정.조립자동보정팀" userId="7637ba88-3042-4a41-bc1d-63ce7574c848" providerId="ADAL" clId="{EC3CDAF6-5554-44C5-B7DC-FB54CBE4D492}" dt="2026-09-22T08:00:24.230" v="15" actId="20577"/>
          <ac:spMkLst>
            <pc:docMk/>
            <pc:sldMk cId="3452486948" sldId="327"/>
            <ac:spMk id="6" creationId="{6FA0746F-D2C7-29CF-49D8-15FDD60830D1}"/>
          </ac:spMkLst>
        </pc:spChg>
        <pc:spChg chg="mod">
          <ac:chgData name="안다현(DAHYUN AHN)[dahyun.ahn]/사원/제조DX.자동보정.조립자동보정팀" userId="7637ba88-3042-4a41-bc1d-63ce7574c848" providerId="ADAL" clId="{EC3CDAF6-5554-44C5-B7DC-FB54CBE4D492}" dt="2026-09-22T08:02:13.163" v="304" actId="20577"/>
          <ac:spMkLst>
            <pc:docMk/>
            <pc:sldMk cId="3452486948" sldId="327"/>
            <ac:spMk id="20" creationId="{B6276EF9-A66C-72DB-56D6-2FFBED8CE8BE}"/>
          </ac:spMkLst>
        </pc:spChg>
        <pc:picChg chg="add mod">
          <ac:chgData name="안다현(DAHYUN AHN)[dahyun.ahn]/사원/제조DX.자동보정.조립자동보정팀" userId="7637ba88-3042-4a41-bc1d-63ce7574c848" providerId="ADAL" clId="{EC3CDAF6-5554-44C5-B7DC-FB54CBE4D492}" dt="2026-09-22T07:59:57.837" v="5"/>
          <ac:picMkLst>
            <pc:docMk/>
            <pc:sldMk cId="3452486948" sldId="327"/>
            <ac:picMk id="2" creationId="{6384681D-7E08-41D7-5245-B903B22B4774}"/>
          </ac:picMkLst>
        </pc:picChg>
        <pc:picChg chg="del mod">
          <ac:chgData name="안다현(DAHYUN AHN)[dahyun.ahn]/사원/제조DX.자동보정.조립자동보정팀" userId="7637ba88-3042-4a41-bc1d-63ce7574c848" providerId="ADAL" clId="{EC3CDAF6-5554-44C5-B7DC-FB54CBE4D492}" dt="2026-09-22T07:59:52.871" v="4" actId="478"/>
          <ac:picMkLst>
            <pc:docMk/>
            <pc:sldMk cId="3452486948" sldId="327"/>
            <ac:picMk id="9" creationId="{0A5D3E36-3C7B-99C7-A006-8AAAABFD5ECC}"/>
          </ac:picMkLst>
        </pc:picChg>
        <pc:cxnChg chg="add mod">
          <ac:chgData name="안다현(DAHYUN AHN)[dahyun.ahn]/사원/제조DX.자동보정.조립자동보정팀" userId="7637ba88-3042-4a41-bc1d-63ce7574c848" providerId="ADAL" clId="{EC3CDAF6-5554-44C5-B7DC-FB54CBE4D492}" dt="2026-09-22T08:00:12.107" v="7" actId="1076"/>
          <ac:cxnSpMkLst>
            <pc:docMk/>
            <pc:sldMk cId="3452486948" sldId="327"/>
            <ac:cxnSpMk id="5" creationId="{2CA8419F-4DCA-482F-73B6-BC44C2260E20}"/>
          </ac:cxnSpMkLst>
        </pc:cxnChg>
        <pc:cxnChg chg="add mod">
          <ac:chgData name="안다현(DAHYUN AHN)[dahyun.ahn]/사원/제조DX.자동보정.조립자동보정팀" userId="7637ba88-3042-4a41-bc1d-63ce7574c848" providerId="ADAL" clId="{EC3CDAF6-5554-44C5-B7DC-FB54CBE4D492}" dt="2026-09-22T08:00:19.973" v="9" actId="571"/>
          <ac:cxnSpMkLst>
            <pc:docMk/>
            <pc:sldMk cId="3452486948" sldId="327"/>
            <ac:cxnSpMk id="7" creationId="{9D98D250-9E63-87FE-F120-8308BCD1B938}"/>
          </ac:cxnSpMkLst>
        </pc:cxnChg>
      </pc:sldChg>
      <pc:sldChg chg="delSp modSp add mod">
        <pc:chgData name="안다현(DAHYUN AHN)[dahyun.ahn]/사원/제조DX.자동보정.조립자동보정팀" userId="7637ba88-3042-4a41-bc1d-63ce7574c848" providerId="ADAL" clId="{EC3CDAF6-5554-44C5-B7DC-FB54CBE4D492}" dt="2026-09-22T08:07:34.655" v="424" actId="20577"/>
        <pc:sldMkLst>
          <pc:docMk/>
          <pc:sldMk cId="4226241327" sldId="343"/>
        </pc:sldMkLst>
        <pc:spChg chg="mod">
          <ac:chgData name="안다현(DAHYUN AHN)[dahyun.ahn]/사원/제조DX.자동보정.조립자동보정팀" userId="7637ba88-3042-4a41-bc1d-63ce7574c848" providerId="ADAL" clId="{EC3CDAF6-5554-44C5-B7DC-FB54CBE4D492}" dt="2026-09-22T08:07:08.413" v="323" actId="20577"/>
          <ac:spMkLst>
            <pc:docMk/>
            <pc:sldMk cId="4226241327" sldId="343"/>
            <ac:spMk id="21" creationId="{B5533EC2-3E98-BDA1-33B4-B3F4CFD17522}"/>
          </ac:spMkLst>
        </pc:spChg>
        <pc:spChg chg="mod">
          <ac:chgData name="안다현(DAHYUN AHN)[dahyun.ahn]/사원/제조DX.자동보정.조립자동보정팀" userId="7637ba88-3042-4a41-bc1d-63ce7574c848" providerId="ADAL" clId="{EC3CDAF6-5554-44C5-B7DC-FB54CBE4D492}" dt="2026-09-22T08:07:34.655" v="424" actId="20577"/>
          <ac:spMkLst>
            <pc:docMk/>
            <pc:sldMk cId="4226241327" sldId="343"/>
            <ac:spMk id="26" creationId="{A1D855CE-813F-516D-5F3F-1EFA31179844}"/>
          </ac:spMkLst>
        </pc:spChg>
        <pc:grpChg chg="del">
          <ac:chgData name="안다현(DAHYUN AHN)[dahyun.ahn]/사원/제조DX.자동보정.조립자동보정팀" userId="7637ba88-3042-4a41-bc1d-63ce7574c848" providerId="ADAL" clId="{EC3CDAF6-5554-44C5-B7DC-FB54CBE4D492}" dt="2026-09-22T08:07:13.605" v="324" actId="478"/>
          <ac:grpSpMkLst>
            <pc:docMk/>
            <pc:sldMk cId="4226241327" sldId="343"/>
            <ac:grpSpMk id="51" creationId="{14023079-3410-81CE-05B6-6FA94F40B21A}"/>
          </ac:grpSpMkLst>
        </pc:grpChg>
      </pc:sldChg>
      <pc:sldChg chg="modSp mod">
        <pc:chgData name="안다현(DAHYUN AHN)[dahyun.ahn]/사원/제조DX.자동보정.조립자동보정팀" userId="7637ba88-3042-4a41-bc1d-63ce7574c848" providerId="ADAL" clId="{EC3CDAF6-5554-44C5-B7DC-FB54CBE4D492}" dt="2026-09-22T08:01:48.444" v="279" actId="20577"/>
        <pc:sldMkLst>
          <pc:docMk/>
          <pc:sldMk cId="622908435" sldId="351"/>
        </pc:sldMkLst>
        <pc:spChg chg="mod">
          <ac:chgData name="안다현(DAHYUN AHN)[dahyun.ahn]/사원/제조DX.자동보정.조립자동보정팀" userId="7637ba88-3042-4a41-bc1d-63ce7574c848" providerId="ADAL" clId="{EC3CDAF6-5554-44C5-B7DC-FB54CBE4D492}" dt="2026-09-22T08:01:48.444" v="279" actId="20577"/>
          <ac:spMkLst>
            <pc:docMk/>
            <pc:sldMk cId="622908435" sldId="351"/>
            <ac:spMk id="20" creationId="{1D985B27-2B1D-33FE-56E4-88E5E6B69DD1}"/>
          </ac:spMkLst>
        </pc:spChg>
      </pc:sldChg>
      <pc:sldChg chg="modSp mod">
        <pc:chgData name="안다현(DAHYUN AHN)[dahyun.ahn]/사원/제조DX.자동보정.조립자동보정팀" userId="7637ba88-3042-4a41-bc1d-63ce7574c848" providerId="ADAL" clId="{EC3CDAF6-5554-44C5-B7DC-FB54CBE4D492}" dt="2026-09-22T08:31:26.176" v="523" actId="207"/>
        <pc:sldMkLst>
          <pc:docMk/>
          <pc:sldMk cId="999305360" sldId="360"/>
        </pc:sldMkLst>
        <pc:spChg chg="mod">
          <ac:chgData name="안다현(DAHYUN AHN)[dahyun.ahn]/사원/제조DX.자동보정.조립자동보정팀" userId="7637ba88-3042-4a41-bc1d-63ce7574c848" providerId="ADAL" clId="{EC3CDAF6-5554-44C5-B7DC-FB54CBE4D492}" dt="2026-09-22T08:06:54.439" v="321" actId="20577"/>
          <ac:spMkLst>
            <pc:docMk/>
            <pc:sldMk cId="999305360" sldId="360"/>
            <ac:spMk id="17" creationId="{192E1C54-A00B-1FC4-103F-8B179E2725CE}"/>
          </ac:spMkLst>
        </pc:spChg>
        <pc:spChg chg="mod">
          <ac:chgData name="안다현(DAHYUN AHN)[dahyun.ahn]/사원/제조DX.자동보정.조립자동보정팀" userId="7637ba88-3042-4a41-bc1d-63ce7574c848" providerId="ADAL" clId="{EC3CDAF6-5554-44C5-B7DC-FB54CBE4D492}" dt="2026-09-22T08:06:40.884" v="315" actId="20577"/>
          <ac:spMkLst>
            <pc:docMk/>
            <pc:sldMk cId="999305360" sldId="360"/>
            <ac:spMk id="21" creationId="{B5533EC2-3E98-BDA1-33B4-B3F4CFD17522}"/>
          </ac:spMkLst>
        </pc:spChg>
        <pc:spChg chg="mod">
          <ac:chgData name="안다현(DAHYUN AHN)[dahyun.ahn]/사원/제조DX.자동보정.조립자동보정팀" userId="7637ba88-3042-4a41-bc1d-63ce7574c848" providerId="ADAL" clId="{EC3CDAF6-5554-44C5-B7DC-FB54CBE4D492}" dt="2026-09-22T08:31:26.176" v="523" actId="207"/>
          <ac:spMkLst>
            <pc:docMk/>
            <pc:sldMk cId="999305360" sldId="360"/>
            <ac:spMk id="26" creationId="{A1D855CE-813F-516D-5F3F-1EFA31179844}"/>
          </ac:spMkLst>
        </pc:spChg>
      </pc:sldChg>
      <pc:sldChg chg="addSp delSp modSp mod">
        <pc:chgData name="안다현(DAHYUN AHN)[dahyun.ahn]/사원/제조DX.자동보정.조립자동보정팀" userId="7637ba88-3042-4a41-bc1d-63ce7574c848" providerId="ADAL" clId="{EC3CDAF6-5554-44C5-B7DC-FB54CBE4D492}" dt="2026-09-22T08:30:35.398" v="522" actId="20577"/>
        <pc:sldMkLst>
          <pc:docMk/>
          <pc:sldMk cId="4226241327" sldId="369"/>
        </pc:sldMkLst>
        <pc:spChg chg="del">
          <ac:chgData name="안다현(DAHYUN AHN)[dahyun.ahn]/사원/제조DX.자동보정.조립자동보정팀" userId="7637ba88-3042-4a41-bc1d-63ce7574c848" providerId="ADAL" clId="{EC3CDAF6-5554-44C5-B7DC-FB54CBE4D492}" dt="2026-09-22T08:28:27.776" v="471" actId="478"/>
          <ac:spMkLst>
            <pc:docMk/>
            <pc:sldMk cId="4226241327" sldId="369"/>
            <ac:spMk id="3" creationId="{C47EB7EA-59D9-2E22-48AA-F9CDFA994C38}"/>
          </ac:spMkLst>
        </pc:spChg>
        <pc:spChg chg="add mod">
          <ac:chgData name="안다현(DAHYUN AHN)[dahyun.ahn]/사원/제조DX.자동보정.조립자동보정팀" userId="7637ba88-3042-4a41-bc1d-63ce7574c848" providerId="ADAL" clId="{EC3CDAF6-5554-44C5-B7DC-FB54CBE4D492}" dt="2026-09-22T08:26:43.011" v="456" actId="1076"/>
          <ac:spMkLst>
            <pc:docMk/>
            <pc:sldMk cId="4226241327" sldId="369"/>
            <ac:spMk id="4" creationId="{DF4DDAAE-52AD-8A94-30C7-D2D16C1BC2AC}"/>
          </ac:spMkLst>
        </pc:spChg>
        <pc:spChg chg="add mod">
          <ac:chgData name="안다현(DAHYUN AHN)[dahyun.ahn]/사원/제조DX.자동보정.조립자동보정팀" userId="7637ba88-3042-4a41-bc1d-63ce7574c848" providerId="ADAL" clId="{EC3CDAF6-5554-44C5-B7DC-FB54CBE4D492}" dt="2026-09-22T08:27:15.970" v="463" actId="14100"/>
          <ac:spMkLst>
            <pc:docMk/>
            <pc:sldMk cId="4226241327" sldId="369"/>
            <ac:spMk id="7" creationId="{C40280EC-11C5-6BA0-C74B-18CBB435E9F5}"/>
          </ac:spMkLst>
        </pc:spChg>
        <pc:spChg chg="add mod">
          <ac:chgData name="안다현(DAHYUN AHN)[dahyun.ahn]/사원/제조DX.자동보정.조립자동보정팀" userId="7637ba88-3042-4a41-bc1d-63ce7574c848" providerId="ADAL" clId="{EC3CDAF6-5554-44C5-B7DC-FB54CBE4D492}" dt="2026-09-22T08:30:25.657" v="513" actId="255"/>
          <ac:spMkLst>
            <pc:docMk/>
            <pc:sldMk cId="4226241327" sldId="369"/>
            <ac:spMk id="8" creationId="{A08BD320-93CF-B935-3299-4EA6141CB225}"/>
          </ac:spMkLst>
        </pc:spChg>
        <pc:spChg chg="add mod">
          <ac:chgData name="안다현(DAHYUN AHN)[dahyun.ahn]/사원/제조DX.자동보정.조립자동보정팀" userId="7637ba88-3042-4a41-bc1d-63ce7574c848" providerId="ADAL" clId="{EC3CDAF6-5554-44C5-B7DC-FB54CBE4D492}" dt="2026-09-22T08:30:35.398" v="522" actId="20577"/>
          <ac:spMkLst>
            <pc:docMk/>
            <pc:sldMk cId="4226241327" sldId="369"/>
            <ac:spMk id="9" creationId="{AF61C95A-91E7-C8F6-6A4A-FFFB3522A2E6}"/>
          </ac:spMkLst>
        </pc:spChg>
        <pc:spChg chg="mod">
          <ac:chgData name="안다현(DAHYUN AHN)[dahyun.ahn]/사원/제조DX.자동보정.조립자동보정팀" userId="7637ba88-3042-4a41-bc1d-63ce7574c848" providerId="ADAL" clId="{EC3CDAF6-5554-44C5-B7DC-FB54CBE4D492}" dt="2026-09-22T08:08:10.307" v="428" actId="1076"/>
          <ac:spMkLst>
            <pc:docMk/>
            <pc:sldMk cId="4226241327" sldId="369"/>
            <ac:spMk id="26" creationId="{A1D855CE-813F-516D-5F3F-1EFA31179844}"/>
          </ac:spMkLst>
        </pc:spChg>
        <pc:spChg chg="del">
          <ac:chgData name="안다현(DAHYUN AHN)[dahyun.ahn]/사원/제조DX.자동보정.조립자동보정팀" userId="7637ba88-3042-4a41-bc1d-63ce7574c848" providerId="ADAL" clId="{EC3CDAF6-5554-44C5-B7DC-FB54CBE4D492}" dt="2026-09-22T08:07:59.354" v="425" actId="478"/>
          <ac:spMkLst>
            <pc:docMk/>
            <pc:sldMk cId="4226241327" sldId="369"/>
            <ac:spMk id="43" creationId="{AC897904-5A8F-3BBA-F5F2-058AC36E2A1E}"/>
          </ac:spMkLst>
        </pc:spChg>
        <pc:spChg chg="mod">
          <ac:chgData name="안다현(DAHYUN AHN)[dahyun.ahn]/사원/제조DX.자동보정.조립자동보정팀" userId="7637ba88-3042-4a41-bc1d-63ce7574c848" providerId="ADAL" clId="{EC3CDAF6-5554-44C5-B7DC-FB54CBE4D492}" dt="2026-09-22T08:08:31.430" v="435" actId="1076"/>
          <ac:spMkLst>
            <pc:docMk/>
            <pc:sldMk cId="4226241327" sldId="369"/>
            <ac:spMk id="58" creationId="{242AA9A3-7C69-3AF3-0609-723FAF1ACE6F}"/>
          </ac:spMkLst>
        </pc:spChg>
        <pc:grpChg chg="mod">
          <ac:chgData name="안다현(DAHYUN AHN)[dahyun.ahn]/사원/제조DX.자동보정.조립자동보정팀" userId="7637ba88-3042-4a41-bc1d-63ce7574c848" providerId="ADAL" clId="{EC3CDAF6-5554-44C5-B7DC-FB54CBE4D492}" dt="2026-09-22T08:08:27.690" v="434" actId="1076"/>
          <ac:grpSpMkLst>
            <pc:docMk/>
            <pc:sldMk cId="4226241327" sldId="369"/>
            <ac:grpSpMk id="63" creationId="{ACE8342D-0EC7-31B1-7281-3436B52AED75}"/>
          </ac:grpSpMkLst>
        </pc:grpChg>
        <pc:graphicFrameChg chg="add mod">
          <ac:chgData name="안다현(DAHYUN AHN)[dahyun.ahn]/사원/제조DX.자동보정.조립자동보정팀" userId="7637ba88-3042-4a41-bc1d-63ce7574c848" providerId="ADAL" clId="{EC3CDAF6-5554-44C5-B7DC-FB54CBE4D492}" dt="2026-09-22T08:29:49.797" v="482" actId="1036"/>
          <ac:graphicFrameMkLst>
            <pc:docMk/>
            <pc:sldMk cId="4226241327" sldId="369"/>
            <ac:graphicFrameMk id="2" creationId="{0D7E2440-CDA9-1A58-6055-9385164F06AD}"/>
          </ac:graphicFrameMkLst>
        </pc:graphicFrameChg>
        <pc:graphicFrameChg chg="add mod modGraphic">
          <ac:chgData name="안다현(DAHYUN AHN)[dahyun.ahn]/사원/제조DX.자동보정.조립자동보정팀" userId="7637ba88-3042-4a41-bc1d-63ce7574c848" providerId="ADAL" clId="{EC3CDAF6-5554-44C5-B7DC-FB54CBE4D492}" dt="2026-09-22T08:29:40.850" v="477" actId="14100"/>
          <ac:graphicFrameMkLst>
            <pc:docMk/>
            <pc:sldMk cId="4226241327" sldId="369"/>
            <ac:graphicFrameMk id="5" creationId="{B58B3E15-5E4C-0D67-7B5D-75DD7763F358}"/>
          </ac:graphicFrameMkLst>
        </pc:graphicFrameChg>
        <pc:graphicFrameChg chg="mod modGraphic">
          <ac:chgData name="안다현(DAHYUN AHN)[dahyun.ahn]/사원/제조DX.자동보정.조립자동보정팀" userId="7637ba88-3042-4a41-bc1d-63ce7574c848" providerId="ADAL" clId="{EC3CDAF6-5554-44C5-B7DC-FB54CBE4D492}" dt="2026-09-22T08:08:41.972" v="440" actId="14734"/>
          <ac:graphicFrameMkLst>
            <pc:docMk/>
            <pc:sldMk cId="4226241327" sldId="369"/>
            <ac:graphicFrameMk id="62" creationId="{9B617082-53F6-D8D9-691F-9671B970DEF1}"/>
          </ac:graphicFrameMkLst>
        </pc:graphicFrameChg>
      </pc:sldChg>
      <pc:sldChg chg="modSp mod">
        <pc:chgData name="안다현(DAHYUN AHN)[dahyun.ahn]/사원/제조DX.자동보정.조립자동보정팀" userId="7637ba88-3042-4a41-bc1d-63ce7574c848" providerId="ADAL" clId="{EC3CDAF6-5554-44C5-B7DC-FB54CBE4D492}" dt="2026-09-22T08:02:27.888" v="313" actId="20577"/>
        <pc:sldMkLst>
          <pc:docMk/>
          <pc:sldMk cId="1545050450" sldId="373"/>
        </pc:sldMkLst>
        <pc:spChg chg="mod">
          <ac:chgData name="안다현(DAHYUN AHN)[dahyun.ahn]/사원/제조DX.자동보정.조립자동보정팀" userId="7637ba88-3042-4a41-bc1d-63ce7574c848" providerId="ADAL" clId="{EC3CDAF6-5554-44C5-B7DC-FB54CBE4D492}" dt="2026-09-22T08:02:27.888" v="313" actId="20577"/>
          <ac:spMkLst>
            <pc:docMk/>
            <pc:sldMk cId="1545050450" sldId="373"/>
            <ac:spMk id="21" creationId="{1EF7B0D7-123E-D341-771B-5B8C9DC6E96C}"/>
          </ac:spMkLst>
        </pc:spChg>
      </pc:sldChg>
      <pc:sldChg chg="modSp mod">
        <pc:chgData name="안다현(DAHYUN AHN)[dahyun.ahn]/사원/제조DX.자동보정.조립자동보정팀" userId="7637ba88-3042-4a41-bc1d-63ce7574c848" providerId="ADAL" clId="{EC3CDAF6-5554-44C5-B7DC-FB54CBE4D492}" dt="2026-09-22T08:33:36.029" v="839" actId="20577"/>
        <pc:sldMkLst>
          <pc:docMk/>
          <pc:sldMk cId="1546881092" sldId="409"/>
        </pc:sldMkLst>
        <pc:spChg chg="mod">
          <ac:chgData name="안다현(DAHYUN AHN)[dahyun.ahn]/사원/제조DX.자동보정.조립자동보정팀" userId="7637ba88-3042-4a41-bc1d-63ce7574c848" providerId="ADAL" clId="{EC3CDAF6-5554-44C5-B7DC-FB54CBE4D492}" dt="2026-09-22T08:33:36.029" v="839" actId="20577"/>
          <ac:spMkLst>
            <pc:docMk/>
            <pc:sldMk cId="1546881092" sldId="409"/>
            <ac:spMk id="22" creationId="{39007AA6-9C76-CC35-9003-766D6E57C2F2}"/>
          </ac:spMkLst>
        </pc:spChg>
        <pc:spChg chg="mod">
          <ac:chgData name="안다현(DAHYUN AHN)[dahyun.ahn]/사원/제조DX.자동보정.조립자동보정팀" userId="7637ba88-3042-4a41-bc1d-63ce7574c848" providerId="ADAL" clId="{EC3CDAF6-5554-44C5-B7DC-FB54CBE4D492}" dt="2026-09-22T08:06:44.837" v="317" actId="20577"/>
          <ac:spMkLst>
            <pc:docMk/>
            <pc:sldMk cId="1546881092" sldId="409"/>
            <ac:spMk id="34" creationId="{5C479A47-4E16-BC7C-34EB-658918D13778}"/>
          </ac:spMkLst>
        </pc:spChg>
        <pc:spChg chg="mod">
          <ac:chgData name="안다현(DAHYUN AHN)[dahyun.ahn]/사원/제조DX.자동보정.조립자동보정팀" userId="7637ba88-3042-4a41-bc1d-63ce7574c848" providerId="ADAL" clId="{EC3CDAF6-5554-44C5-B7DC-FB54CBE4D492}" dt="2026-09-22T08:06:37.128" v="314" actId="20577"/>
          <ac:spMkLst>
            <pc:docMk/>
            <pc:sldMk cId="1546881092" sldId="409"/>
            <ac:spMk id="37" creationId="{3A648268-2222-8020-8956-FFB85C8B0E6B}"/>
          </ac:spMkLst>
        </pc:spChg>
      </pc:sldChg>
    </pc:docChg>
  </pc:docChgLst>
  <pc:docChgLst>
    <pc:chgData name="박준오(JUNO PARK)[jopark]/책임/제조DX.자동보정.조립자동보정팀" userId="b07c4842-d582-4cfa-bd05-8310818ebb5c" providerId="ADAL" clId="{86C184FE-04DD-4BA8-A397-172D326F46F3}"/>
    <pc:docChg chg="custSel modSld">
      <pc:chgData name="박준오(JUNO PARK)[jopark]/책임/제조DX.자동보정.조립자동보정팀" userId="b07c4842-d582-4cfa-bd05-8310818ebb5c" providerId="ADAL" clId="{86C184FE-04DD-4BA8-A397-172D326F46F3}" dt="2026-08-26T01:57:43.967" v="1033" actId="20577"/>
      <pc:docMkLst>
        <pc:docMk/>
      </pc:docMkLst>
      <pc:sldChg chg="modSp mod">
        <pc:chgData name="박준오(JUNO PARK)[jopark]/책임/제조DX.자동보정.조립자동보정팀" userId="b07c4842-d582-4cfa-bd05-8310818ebb5c" providerId="ADAL" clId="{86C184FE-04DD-4BA8-A397-172D326F46F3}" dt="2026-08-26T01:57:43.967" v="1033" actId="20577"/>
        <pc:sldMkLst>
          <pc:docMk/>
          <pc:sldMk cId="3282732139" sldId="268"/>
        </pc:sldMkLst>
        <pc:spChg chg="mod">
          <ac:chgData name="박준오(JUNO PARK)[jopark]/책임/제조DX.자동보정.조립자동보정팀" userId="b07c4842-d582-4cfa-bd05-8310818ebb5c" providerId="ADAL" clId="{86C184FE-04DD-4BA8-A397-172D326F46F3}" dt="2026-08-26T01:57:40.513" v="1029" actId="20577"/>
          <ac:spMkLst>
            <pc:docMk/>
            <pc:sldMk cId="3282732139" sldId="268"/>
            <ac:spMk id="13" creationId="{F47FB689-7849-5BB6-A52B-D812488270C9}"/>
          </ac:spMkLst>
        </pc:spChg>
        <pc:spChg chg="mod">
          <ac:chgData name="박준오(JUNO PARK)[jopark]/책임/제조DX.자동보정.조립자동보정팀" userId="b07c4842-d582-4cfa-bd05-8310818ebb5c" providerId="ADAL" clId="{86C184FE-04DD-4BA8-A397-172D326F46F3}" dt="2026-08-26T01:57:43.967" v="1033" actId="20577"/>
          <ac:spMkLst>
            <pc:docMk/>
            <pc:sldMk cId="3282732139" sldId="268"/>
            <ac:spMk id="58" creationId="{1A14E2F3-1D19-45A5-DC7A-6661315C09C3}"/>
          </ac:spMkLst>
        </pc:spChg>
        <pc:spChg chg="mod">
          <ac:chgData name="박준오(JUNO PARK)[jopark]/책임/제조DX.자동보정.조립자동보정팀" userId="b07c4842-d582-4cfa-bd05-8310818ebb5c" providerId="ADAL" clId="{86C184FE-04DD-4BA8-A397-172D326F46F3}" dt="2026-08-26T01:57:36.248" v="1027" actId="20577"/>
          <ac:spMkLst>
            <pc:docMk/>
            <pc:sldMk cId="3282732139" sldId="268"/>
            <ac:spMk id="62" creationId="{67087FE9-D3B8-3B61-8994-10F831D7EDD4}"/>
          </ac:spMkLst>
        </pc:spChg>
      </pc:sldChg>
    </pc:docChg>
  </pc:docChgLst>
  <pc:docChgLst>
    <pc:chgData name="김태욱(TAEWOOK KIM)[twkiii]/선임/제조DX.자동보정.자동보정선행개발팀" userId="S::twkiii@lgensol.com::7550169e-81b5-4b23-9cda-68528cfbbc51" providerId="AD" clId="Web-{C5533680-7F64-B279-212E-7B52FC62A99F}"/>
    <pc:docChg chg="addSld delSld modSld modSection">
      <pc:chgData name="김태욱(TAEWOOK KIM)[twkiii]/선임/제조DX.자동보정.자동보정선행개발팀" userId="S::twkiii@lgensol.com::7550169e-81b5-4b23-9cda-68528cfbbc51" providerId="AD" clId="Web-{C5533680-7F64-B279-212E-7B52FC62A99F}" dt="2026-08-11T05:05:39.434" v="102" actId="20577"/>
      <pc:docMkLst>
        <pc:docMk/>
      </pc:docMkLst>
      <pc:sldChg chg="addSp delSp modSp add">
        <pc:chgData name="김태욱(TAEWOOK KIM)[twkiii]/선임/제조DX.자동보정.자동보정선행개발팀" userId="S::twkiii@lgensol.com::7550169e-81b5-4b23-9cda-68528cfbbc51" providerId="AD" clId="Web-{C5533680-7F64-B279-212E-7B52FC62A99F}" dt="2026-08-11T05:05:39.434" v="102" actId="20577"/>
        <pc:sldMkLst>
          <pc:docMk/>
          <pc:sldMk cId="928751940" sldId="266"/>
        </pc:sldMkLst>
        <pc:spChg chg="mod">
          <ac:chgData name="김태욱(TAEWOOK KIM)[twkiii]/선임/제조DX.자동보정.자동보정선행개발팀" userId="S::twkiii@lgensol.com::7550169e-81b5-4b23-9cda-68528cfbbc51" providerId="AD" clId="Web-{C5533680-7F64-B279-212E-7B52FC62A99F}" dt="2026-08-11T05:02:31.717" v="47" actId="20577"/>
          <ac:spMkLst>
            <pc:docMk/>
            <pc:sldMk cId="928751940" sldId="266"/>
            <ac:spMk id="4" creationId="{06FA6122-BF75-851E-3BFA-C7A352CC9216}"/>
          </ac:spMkLst>
        </pc:spChg>
        <pc:spChg chg="mod">
          <ac:chgData name="김태욱(TAEWOOK KIM)[twkiii]/선임/제조DX.자동보정.자동보정선행개발팀" userId="S::twkiii@lgensol.com::7550169e-81b5-4b23-9cda-68528cfbbc51" providerId="AD" clId="Web-{C5533680-7F64-B279-212E-7B52FC62A99F}" dt="2026-08-11T05:05:39.434" v="102" actId="20577"/>
          <ac:spMkLst>
            <pc:docMk/>
            <pc:sldMk cId="928751940" sldId="266"/>
            <ac:spMk id="8" creationId="{4D7CA610-EF36-A835-C1D0-D7653D39AA4E}"/>
          </ac:spMkLst>
        </pc:spChg>
        <pc:spChg chg="mod">
          <ac:chgData name="김태욱(TAEWOOK KIM)[twkiii]/선임/제조DX.자동보정.자동보정선행개발팀" userId="S::twkiii@lgensol.com::7550169e-81b5-4b23-9cda-68528cfbbc51" providerId="AD" clId="Web-{C5533680-7F64-B279-212E-7B52FC62A99F}" dt="2026-08-11T05:03:51.035" v="82" actId="20577"/>
          <ac:spMkLst>
            <pc:docMk/>
            <pc:sldMk cId="928751940" sldId="266"/>
            <ac:spMk id="12" creationId="{2C44B013-7464-515C-3EC8-FB53B06147BF}"/>
          </ac:spMkLst>
        </pc:spChg>
        <pc:spChg chg="mod">
          <ac:chgData name="김태욱(TAEWOOK KIM)[twkiii]/선임/제조DX.자동보정.자동보정선행개발팀" userId="S::twkiii@lgensol.com::7550169e-81b5-4b23-9cda-68528cfbbc51" providerId="AD" clId="Web-{C5533680-7F64-B279-212E-7B52FC62A99F}" dt="2026-08-11T05:02:42.327" v="48" actId="20577"/>
          <ac:spMkLst>
            <pc:docMk/>
            <pc:sldMk cId="928751940" sldId="266"/>
            <ac:spMk id="14" creationId="{D47B9BC1-E244-7050-C798-20B9BBC5BAA5}"/>
          </ac:spMkLst>
        </pc:spChg>
        <pc:spChg chg="mod">
          <ac:chgData name="김태욱(TAEWOOK KIM)[twkiii]/선임/제조DX.자동보정.자동보정선행개발팀" userId="S::twkiii@lgensol.com::7550169e-81b5-4b23-9cda-68528cfbbc51" providerId="AD" clId="Web-{C5533680-7F64-B279-212E-7B52FC62A99F}" dt="2026-08-11T05:02:10.497" v="41" actId="20577"/>
          <ac:spMkLst>
            <pc:docMk/>
            <pc:sldMk cId="928751940" sldId="266"/>
            <ac:spMk id="16" creationId="{F49D00FE-AF2E-74AA-4922-481FEC90E68B}"/>
          </ac:spMkLst>
        </pc:spChg>
        <pc:spChg chg="add mod">
          <ac:chgData name="김태욱(TAEWOOK KIM)[twkiii]/선임/제조DX.자동보정.자동보정선행개발팀" userId="S::twkiii@lgensol.com::7550169e-81b5-4b23-9cda-68528cfbbc51" providerId="AD" clId="Web-{C5533680-7F64-B279-212E-7B52FC62A99F}" dt="2026-08-11T05:01:57.511" v="38" actId="20577"/>
          <ac:spMkLst>
            <pc:docMk/>
            <pc:sldMk cId="928751940" sldId="266"/>
            <ac:spMk id="21" creationId="{078860D6-2D53-7093-ABE3-8D4F679F6563}"/>
          </ac:spMkLst>
        </pc:spChg>
        <pc:spChg chg="add mod">
          <ac:chgData name="김태욱(TAEWOOK KIM)[twkiii]/선임/제조DX.자동보정.자동보정선행개발팀" userId="S::twkiii@lgensol.com::7550169e-81b5-4b23-9cda-68528cfbbc51" providerId="AD" clId="Web-{C5533680-7F64-B279-212E-7B52FC62A99F}" dt="2026-08-11T05:01:53.152" v="35" actId="20577"/>
          <ac:spMkLst>
            <pc:docMk/>
            <pc:sldMk cId="928751940" sldId="266"/>
            <ac:spMk id="23" creationId="{683CE458-8408-7BB3-896E-A700A80BDFD0}"/>
          </ac:spMkLst>
        </pc:spChg>
      </pc:sldChg>
      <pc:sldChg chg="modSp">
        <pc:chgData name="김태욱(TAEWOOK KIM)[twkiii]/선임/제조DX.자동보정.자동보정선행개발팀" userId="S::twkiii@lgensol.com::7550169e-81b5-4b23-9cda-68528cfbbc51" providerId="AD" clId="Web-{C5533680-7F64-B279-212E-7B52FC62A99F}" dt="2026-08-11T05:04:09.084" v="85" actId="20577"/>
        <pc:sldMkLst>
          <pc:docMk/>
          <pc:sldMk cId="2114474638" sldId="312"/>
        </pc:sldMkLst>
        <pc:spChg chg="mod">
          <ac:chgData name="김태욱(TAEWOOK KIM)[twkiii]/선임/제조DX.자동보정.자동보정선행개발팀" userId="S::twkiii@lgensol.com::7550169e-81b5-4b23-9cda-68528cfbbc51" providerId="AD" clId="Web-{C5533680-7F64-B279-212E-7B52FC62A99F}" dt="2026-08-11T05:00:52.022" v="8" actId="20577"/>
          <ac:spMkLst>
            <pc:docMk/>
            <pc:sldMk cId="2114474638" sldId="312"/>
            <ac:spMk id="5" creationId="{A3FEF59D-63D4-29C6-63B9-427DFB959D1F}"/>
          </ac:spMkLst>
        </pc:spChg>
        <pc:spChg chg="mod">
          <ac:chgData name="김태욱(TAEWOOK KIM)[twkiii]/선임/제조DX.자동보정.자동보정선행개발팀" userId="S::twkiii@lgensol.com::7550169e-81b5-4b23-9cda-68528cfbbc51" providerId="AD" clId="Web-{C5533680-7F64-B279-212E-7B52FC62A99F}" dt="2026-08-11T05:02:18.732" v="44" actId="20577"/>
          <ac:spMkLst>
            <pc:docMk/>
            <pc:sldMk cId="2114474638" sldId="312"/>
            <ac:spMk id="7" creationId="{C19DCC39-960B-65E7-46B8-BF0210E803F4}"/>
          </ac:spMkLst>
        </pc:spChg>
        <pc:spChg chg="mod">
          <ac:chgData name="김태욱(TAEWOOK KIM)[twkiii]/선임/제조DX.자동보정.자동보정선행개발팀" userId="S::twkiii@lgensol.com::7550169e-81b5-4b23-9cda-68528cfbbc51" providerId="AD" clId="Web-{C5533680-7F64-B279-212E-7B52FC62A99F}" dt="2026-08-11T05:04:09.084" v="85" actId="20577"/>
          <ac:spMkLst>
            <pc:docMk/>
            <pc:sldMk cId="2114474638" sldId="312"/>
            <ac:spMk id="10" creationId="{1F608532-022F-CC7E-7EA1-727FAFE93996}"/>
          </ac:spMkLst>
        </pc:spChg>
      </pc:sldChg>
    </pc:docChg>
  </pc:docChgLst>
  <pc:docChgLst>
    <pc:chgData name="백승민(SEUNGMIN PAIK)[smpaik]/사원/제조DX.자동보정.RSND자동보정팀" userId="S::smpaik@lgensol.com::7c886758-2f96-4461-bc5a-14fabaf6b696" providerId="AD" clId="Web-{4E69ABC9-6A43-2EE0-E57B-3D7F54D8DD6B}"/>
    <pc:docChg chg="addSld delSld modSection">
      <pc:chgData name="백승민(SEUNGMIN PAIK)[smpaik]/사원/제조DX.자동보정.RSND자동보정팀" userId="S::smpaik@lgensol.com::7c886758-2f96-4461-bc5a-14fabaf6b696" providerId="AD" clId="Web-{4E69ABC9-6A43-2EE0-E57B-3D7F54D8DD6B}" dt="2026-08-25T08:44:06.743" v="9"/>
      <pc:docMkLst>
        <pc:docMk/>
      </pc:docMkLst>
      <pc:sldChg chg="add">
        <pc:chgData name="백승민(SEUNGMIN PAIK)[smpaik]/사원/제조DX.자동보정.RSND자동보정팀" userId="S::smpaik@lgensol.com::7c886758-2f96-4461-bc5a-14fabaf6b696" providerId="AD" clId="Web-{4E69ABC9-6A43-2EE0-E57B-3D7F54D8DD6B}" dt="2026-08-25T08:43:52.711" v="0"/>
        <pc:sldMkLst>
          <pc:docMk/>
          <pc:sldMk cId="3067569993" sldId="332"/>
        </pc:sldMkLst>
      </pc:sldChg>
      <pc:sldChg chg="add">
        <pc:chgData name="백승민(SEUNGMIN PAIK)[smpaik]/사원/제조DX.자동보정.RSND자동보정팀" userId="S::smpaik@lgensol.com::7c886758-2f96-4461-bc5a-14fabaf6b696" providerId="AD" clId="Web-{4E69ABC9-6A43-2EE0-E57B-3D7F54D8DD6B}" dt="2026-08-25T08:43:52.992" v="1"/>
        <pc:sldMkLst>
          <pc:docMk/>
          <pc:sldMk cId="289526203" sldId="334"/>
        </pc:sldMkLst>
      </pc:sldChg>
      <pc:sldChg chg="add">
        <pc:chgData name="백승민(SEUNGMIN PAIK)[smpaik]/사원/제조DX.자동보정.RSND자동보정팀" userId="S::smpaik@lgensol.com::7c886758-2f96-4461-bc5a-14fabaf6b696" providerId="AD" clId="Web-{4E69ABC9-6A43-2EE0-E57B-3D7F54D8DD6B}" dt="2026-08-25T08:43:53.133" v="2"/>
        <pc:sldMkLst>
          <pc:docMk/>
          <pc:sldMk cId="1016465783" sldId="340"/>
        </pc:sldMkLst>
      </pc:sldChg>
      <pc:sldChg chg="add">
        <pc:chgData name="백승민(SEUNGMIN PAIK)[smpaik]/사원/제조DX.자동보정.RSND자동보정팀" userId="S::smpaik@lgensol.com::7c886758-2f96-4461-bc5a-14fabaf6b696" providerId="AD" clId="Web-{4E69ABC9-6A43-2EE0-E57B-3D7F54D8DD6B}" dt="2026-08-25T08:43:53.274" v="3"/>
        <pc:sldMkLst>
          <pc:docMk/>
          <pc:sldMk cId="3535598617" sldId="341"/>
        </pc:sldMkLst>
      </pc:sldChg>
      <pc:sldChg chg="add">
        <pc:chgData name="백승민(SEUNGMIN PAIK)[smpaik]/사원/제조DX.자동보정.RSND자동보정팀" userId="S::smpaik@lgensol.com::7c886758-2f96-4461-bc5a-14fabaf6b696" providerId="AD" clId="Web-{4E69ABC9-6A43-2EE0-E57B-3D7F54D8DD6B}" dt="2026-08-25T08:43:53.430" v="4"/>
        <pc:sldMkLst>
          <pc:docMk/>
          <pc:sldMk cId="661465298" sldId="342"/>
        </pc:sldMkLst>
      </pc:sldChg>
    </pc:docChg>
  </pc:docChgLst>
  <pc:docChgLst>
    <pc:chgData name="최문석(MOON SEOK CHOI)[mschoi19]/책임/제조DX.자동보정.자동보정선행개발팀" userId="b461c574-904d-49dd-b4c4-a0a522fe5e7c" providerId="ADAL" clId="{65051C0F-747F-4B0C-9441-B7B85194269B}"/>
    <pc:docChg chg="custSel modSld sldOrd">
      <pc:chgData name="최문석(MOON SEOK CHOI)[mschoi19]/책임/제조DX.자동보정.자동보정선행개발팀" userId="b461c574-904d-49dd-b4c4-a0a522fe5e7c" providerId="ADAL" clId="{65051C0F-747F-4B0C-9441-B7B85194269B}" dt="2026-09-21T01:58:53.928" v="658" actId="20577"/>
      <pc:docMkLst>
        <pc:docMk/>
      </pc:docMkLst>
      <pc:sldChg chg="ord">
        <pc:chgData name="최문석(MOON SEOK CHOI)[mschoi19]/책임/제조DX.자동보정.자동보정선행개발팀" userId="b461c574-904d-49dd-b4c4-a0a522fe5e7c" providerId="ADAL" clId="{65051C0F-747F-4B0C-9441-B7B85194269B}" dt="2026-09-15T04:57:09.161" v="1"/>
        <pc:sldMkLst>
          <pc:docMk/>
          <pc:sldMk cId="1329909849" sldId="261"/>
        </pc:sldMkLst>
      </pc:sldChg>
      <pc:sldChg chg="modSp mod">
        <pc:chgData name="최문석(MOON SEOK CHOI)[mschoi19]/책임/제조DX.자동보정.자동보정선행개발팀" userId="b461c574-904d-49dd-b4c4-a0a522fe5e7c" providerId="ADAL" clId="{65051C0F-747F-4B0C-9441-B7B85194269B}" dt="2026-09-16T23:42:41.366" v="632"/>
        <pc:sldMkLst>
          <pc:docMk/>
          <pc:sldMk cId="928751940" sldId="266"/>
        </pc:sldMkLst>
        <pc:spChg chg="mod">
          <ac:chgData name="최문석(MOON SEOK CHOI)[mschoi19]/책임/제조DX.자동보정.자동보정선행개발팀" userId="b461c574-904d-49dd-b4c4-a0a522fe5e7c" providerId="ADAL" clId="{65051C0F-747F-4B0C-9441-B7B85194269B}" dt="2026-09-16T23:42:41.366" v="632"/>
          <ac:spMkLst>
            <pc:docMk/>
            <pc:sldMk cId="928751940" sldId="266"/>
            <ac:spMk id="12" creationId="{2C44B013-7464-515C-3EC8-FB53B06147BF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65051C0F-747F-4B0C-9441-B7B85194269B}" dt="2026-09-16T23:43:02.625" v="635"/>
        <pc:sldMkLst>
          <pc:docMk/>
          <pc:sldMk cId="4009032242" sldId="271"/>
        </pc:sldMkLst>
        <pc:spChg chg="mod">
          <ac:chgData name="최문석(MOON SEOK CHOI)[mschoi19]/책임/제조DX.자동보정.자동보정선행개발팀" userId="b461c574-904d-49dd-b4c4-a0a522fe5e7c" providerId="ADAL" clId="{65051C0F-747F-4B0C-9441-B7B85194269B}" dt="2026-09-15T05:02:28.605" v="612"/>
          <ac:spMkLst>
            <pc:docMk/>
            <pc:sldMk cId="4009032242" sldId="271"/>
            <ac:spMk id="8" creationId="{DA3D18A2-7C82-8530-AC9E-4A17033BD0C2}"/>
          </ac:spMkLst>
        </pc:spChg>
        <pc:spChg chg="mod">
          <ac:chgData name="최문석(MOON SEOK CHOI)[mschoi19]/책임/제조DX.자동보정.자동보정선행개발팀" userId="b461c574-904d-49dd-b4c4-a0a522fe5e7c" providerId="ADAL" clId="{65051C0F-747F-4B0C-9441-B7B85194269B}" dt="2026-09-16T23:43:02.625" v="635"/>
          <ac:spMkLst>
            <pc:docMk/>
            <pc:sldMk cId="4009032242" sldId="271"/>
            <ac:spMk id="12" creationId="{AE430EAB-F45E-73AB-D9A8-E8780E70F2AE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65051C0F-747F-4B0C-9441-B7B85194269B}" dt="2026-09-16T23:43:10.333" v="636"/>
        <pc:sldMkLst>
          <pc:docMk/>
          <pc:sldMk cId="648264874" sldId="279"/>
        </pc:sldMkLst>
        <pc:spChg chg="mod">
          <ac:chgData name="최문석(MOON SEOK CHOI)[mschoi19]/책임/제조DX.자동보정.자동보정선행개발팀" userId="b461c574-904d-49dd-b4c4-a0a522fe5e7c" providerId="ADAL" clId="{65051C0F-747F-4B0C-9441-B7B85194269B}" dt="2026-09-16T23:43:10.333" v="636"/>
          <ac:spMkLst>
            <pc:docMk/>
            <pc:sldMk cId="648264874" sldId="279"/>
            <ac:spMk id="12" creationId="{AE430EAB-F45E-73AB-D9A8-E8780E70F2AE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65051C0F-747F-4B0C-9441-B7B85194269B}" dt="2026-09-16T23:42:55.499" v="634" actId="6549"/>
        <pc:sldMkLst>
          <pc:docMk/>
          <pc:sldMk cId="2114474638" sldId="312"/>
        </pc:sldMkLst>
        <pc:spChg chg="mod">
          <ac:chgData name="최문석(MOON SEOK CHOI)[mschoi19]/책임/제조DX.자동보정.자동보정선행개발팀" userId="b461c574-904d-49dd-b4c4-a0a522fe5e7c" providerId="ADAL" clId="{65051C0F-747F-4B0C-9441-B7B85194269B}" dt="2026-09-15T05:02:00.790" v="585" actId="207"/>
          <ac:spMkLst>
            <pc:docMk/>
            <pc:sldMk cId="2114474638" sldId="312"/>
            <ac:spMk id="8" creationId="{5D526505-D42E-9057-C001-0852EA8A52FC}"/>
          </ac:spMkLst>
        </pc:spChg>
        <pc:spChg chg="mod">
          <ac:chgData name="최문석(MOON SEOK CHOI)[mschoi19]/책임/제조DX.자동보정.자동보정선행개발팀" userId="b461c574-904d-49dd-b4c4-a0a522fe5e7c" providerId="ADAL" clId="{65051C0F-747F-4B0C-9441-B7B85194269B}" dt="2026-09-16T23:42:55.499" v="634" actId="6549"/>
          <ac:spMkLst>
            <pc:docMk/>
            <pc:sldMk cId="2114474638" sldId="312"/>
            <ac:spMk id="10" creationId="{1F608532-022F-CC7E-7EA1-727FAFE93996}"/>
          </ac:spMkLst>
        </pc:spChg>
        <pc:spChg chg="mod">
          <ac:chgData name="최문석(MOON SEOK CHOI)[mschoi19]/책임/제조DX.자동보정.자동보정선행개발팀" userId="b461c574-904d-49dd-b4c4-a0a522fe5e7c" providerId="ADAL" clId="{65051C0F-747F-4B0C-9441-B7B85194269B}" dt="2026-09-15T05:01:42.619" v="572" actId="20577"/>
          <ac:spMkLst>
            <pc:docMk/>
            <pc:sldMk cId="2114474638" sldId="312"/>
            <ac:spMk id="19" creationId="{1988D2CF-F024-5909-FDED-6AB4B56B22DE}"/>
          </ac:spMkLst>
        </pc:spChg>
      </pc:sldChg>
      <pc:sldChg chg="ord">
        <pc:chgData name="최문석(MOON SEOK CHOI)[mschoi19]/책임/제조DX.자동보정.자동보정선행개발팀" userId="b461c574-904d-49dd-b4c4-a0a522fe5e7c" providerId="ADAL" clId="{65051C0F-747F-4B0C-9441-B7B85194269B}" dt="2026-09-15T04:57:09.161" v="1"/>
        <pc:sldMkLst>
          <pc:docMk/>
          <pc:sldMk cId="1767993320" sldId="324"/>
        </pc:sldMkLst>
      </pc:sldChg>
      <pc:sldChg chg="modSp mod">
        <pc:chgData name="최문석(MOON SEOK CHOI)[mschoi19]/책임/제조DX.자동보정.자동보정선행개발팀" userId="b461c574-904d-49dd-b4c4-a0a522fe5e7c" providerId="ADAL" clId="{65051C0F-747F-4B0C-9441-B7B85194269B}" dt="2026-09-15T04:57:29.107" v="5" actId="20577"/>
        <pc:sldMkLst>
          <pc:docMk/>
          <pc:sldMk cId="679677941" sldId="339"/>
        </pc:sldMkLst>
        <pc:spChg chg="mod">
          <ac:chgData name="최문석(MOON SEOK CHOI)[mschoi19]/책임/제조DX.자동보정.자동보정선행개발팀" userId="b461c574-904d-49dd-b4c4-a0a522fe5e7c" providerId="ADAL" clId="{65051C0F-747F-4B0C-9441-B7B85194269B}" dt="2026-09-15T04:57:29.107" v="5" actId="20577"/>
          <ac:spMkLst>
            <pc:docMk/>
            <pc:sldMk cId="679677941" sldId="339"/>
            <ac:spMk id="7" creationId="{C19DCC39-960B-65E7-46B8-BF0210E803F4}"/>
          </ac:spMkLst>
        </pc:spChg>
      </pc:sldChg>
      <pc:sldChg chg="modSp mod">
        <pc:chgData name="최문석(MOON SEOK CHOI)[mschoi19]/책임/제조DX.자동보정.자동보정선행개발팀" userId="b461c574-904d-49dd-b4c4-a0a522fe5e7c" providerId="ADAL" clId="{65051C0F-747F-4B0C-9441-B7B85194269B}" dt="2026-09-15T05:04:45.438" v="616" actId="20577"/>
        <pc:sldMkLst>
          <pc:docMk/>
          <pc:sldMk cId="907841183" sldId="396"/>
        </pc:sldMkLst>
        <pc:spChg chg="mod">
          <ac:chgData name="최문석(MOON SEOK CHOI)[mschoi19]/책임/제조DX.자동보정.자동보정선행개발팀" userId="b461c574-904d-49dd-b4c4-a0a522fe5e7c" providerId="ADAL" clId="{65051C0F-747F-4B0C-9441-B7B85194269B}" dt="2026-09-15T05:04:45.438" v="616" actId="20577"/>
          <ac:spMkLst>
            <pc:docMk/>
            <pc:sldMk cId="907841183" sldId="396"/>
            <ac:spMk id="16" creationId="{F49D00FE-AF2E-74AA-4922-481FEC90E68B}"/>
          </ac:spMkLst>
        </pc:spChg>
      </pc:sldChg>
      <pc:sldChg chg="ord">
        <pc:chgData name="최문석(MOON SEOK CHOI)[mschoi19]/책임/제조DX.자동보정.자동보정선행개발팀" userId="b461c574-904d-49dd-b4c4-a0a522fe5e7c" providerId="ADAL" clId="{65051C0F-747F-4B0C-9441-B7B85194269B}" dt="2026-09-15T04:57:09.161" v="1"/>
        <pc:sldMkLst>
          <pc:docMk/>
          <pc:sldMk cId="2867748510" sldId="408"/>
        </pc:sldMkLst>
      </pc:sldChg>
      <pc:sldChg chg="ord">
        <pc:chgData name="최문석(MOON SEOK CHOI)[mschoi19]/책임/제조DX.자동보정.자동보정선행개발팀" userId="b461c574-904d-49dd-b4c4-a0a522fe5e7c" providerId="ADAL" clId="{65051C0F-747F-4B0C-9441-B7B85194269B}" dt="2026-09-15T04:57:09.161" v="1"/>
        <pc:sldMkLst>
          <pc:docMk/>
          <pc:sldMk cId="215568041" sldId="430"/>
        </pc:sldMkLst>
      </pc:sldChg>
      <pc:sldChg chg="modSp mod">
        <pc:chgData name="최문석(MOON SEOK CHOI)[mschoi19]/책임/제조DX.자동보정.자동보정선행개발팀" userId="b461c574-904d-49dd-b4c4-a0a522fe5e7c" providerId="ADAL" clId="{65051C0F-747F-4B0C-9441-B7B85194269B}" dt="2026-09-21T01:58:53.928" v="658" actId="20577"/>
        <pc:sldMkLst>
          <pc:docMk/>
          <pc:sldMk cId="722830885" sldId="2147483567"/>
        </pc:sldMkLst>
        <pc:spChg chg="mod">
          <ac:chgData name="최문석(MOON SEOK CHOI)[mschoi19]/책임/제조DX.자동보정.자동보정선행개발팀" userId="b461c574-904d-49dd-b4c4-a0a522fe5e7c" providerId="ADAL" clId="{65051C0F-747F-4B0C-9441-B7B85194269B}" dt="2026-09-21T01:58:53.928" v="658" actId="20577"/>
          <ac:spMkLst>
            <pc:docMk/>
            <pc:sldMk cId="722830885" sldId="2147483567"/>
            <ac:spMk id="5" creationId="{434A6C97-CFC8-4539-B7A5-FD3C79657FC1}"/>
          </ac:spMkLst>
        </pc:spChg>
        <pc:spChg chg="mod">
          <ac:chgData name="최문석(MOON SEOK CHOI)[mschoi19]/책임/제조DX.자동보정.자동보정선행개발팀" userId="b461c574-904d-49dd-b4c4-a0a522fe5e7c" providerId="ADAL" clId="{65051C0F-747F-4B0C-9441-B7B85194269B}" dt="2026-09-16T23:48:10.580" v="652" actId="20577"/>
          <ac:spMkLst>
            <pc:docMk/>
            <pc:sldMk cId="722830885" sldId="2147483567"/>
            <ac:spMk id="16" creationId="{3CA50FF9-3CCB-F87C-92A1-F4EDAD05C38C}"/>
          </ac:spMkLst>
        </pc:spChg>
      </pc:sldChg>
    </pc:docChg>
  </pc:docChgLst>
  <pc:docChgLst>
    <pc:chgData name="박상하(SANGHA PARK)[sangha.park]/책임/제조DX.자동보정.RSND자동보정팀" userId="507a07c6-8366-4767-be6e-cc66d4fd9711" providerId="ADAL" clId="{25CEBC4D-C207-4519-A394-4A31EA5F78B2}"/>
    <pc:docChg chg="undo custSel modSld">
      <pc:chgData name="박상하(SANGHA PARK)[sangha.park]/책임/제조DX.자동보정.RSND자동보정팀" userId="507a07c6-8366-4767-be6e-cc66d4fd9711" providerId="ADAL" clId="{25CEBC4D-C207-4519-A394-4A31EA5F78B2}" dt="2026-08-12T00:09:20.825" v="3398"/>
      <pc:docMkLst>
        <pc:docMk/>
      </pc:docMkLst>
      <pc:sldChg chg="modSp mod">
        <pc:chgData name="박상하(SANGHA PARK)[sangha.park]/책임/제조DX.자동보정.RSND자동보정팀" userId="507a07c6-8366-4767-be6e-cc66d4fd9711" providerId="ADAL" clId="{25CEBC4D-C207-4519-A394-4A31EA5F78B2}" dt="2026-08-11T07:19:45.121" v="2176" actId="20577"/>
        <pc:sldMkLst>
          <pc:docMk/>
          <pc:sldMk cId="981450646" sldId="262"/>
        </pc:sldMkLst>
        <pc:spChg chg="mod">
          <ac:chgData name="박상하(SANGHA PARK)[sangha.park]/책임/제조DX.자동보정.RSND자동보정팀" userId="507a07c6-8366-4767-be6e-cc66d4fd9711" providerId="ADAL" clId="{25CEBC4D-C207-4519-A394-4A31EA5F78B2}" dt="2026-08-11T07:19:43.796" v="2174"/>
          <ac:spMkLst>
            <pc:docMk/>
            <pc:sldMk cId="981450646" sldId="262"/>
            <ac:spMk id="16" creationId="{BD7A29AC-9D45-025E-D2B9-1226EF220DD3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7:19:45.121" v="2176" actId="20577"/>
          <ac:spMkLst>
            <pc:docMk/>
            <pc:sldMk cId="981450646" sldId="262"/>
            <ac:spMk id="37" creationId="{988A71DE-4597-68D6-404C-A27E87B4F544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25CEBC4D-C207-4519-A394-4A31EA5F78B2}" dt="2026-08-12T00:09:20.825" v="3398"/>
        <pc:sldMkLst>
          <pc:docMk/>
          <pc:sldMk cId="2657111973" sldId="284"/>
        </pc:sldMkLst>
        <pc:spChg chg="mod">
          <ac:chgData name="박상하(SANGHA PARK)[sangha.park]/책임/제조DX.자동보정.RSND자동보정팀" userId="507a07c6-8366-4767-be6e-cc66d4fd9711" providerId="ADAL" clId="{25CEBC4D-C207-4519-A394-4A31EA5F78B2}" dt="2026-08-12T00:09:20.825" v="3398"/>
          <ac:spMkLst>
            <pc:docMk/>
            <pc:sldMk cId="2657111973" sldId="284"/>
            <ac:spMk id="38" creationId="{C34CE7F8-7211-9019-529A-3EE515CD3870}"/>
          </ac:spMkLst>
        </pc:spChg>
      </pc:sldChg>
      <pc:sldChg chg="modSp mod">
        <pc:chgData name="박상하(SANGHA PARK)[sangha.park]/책임/제조DX.자동보정.RSND자동보정팀" userId="507a07c6-8366-4767-be6e-cc66d4fd9711" providerId="ADAL" clId="{25CEBC4D-C207-4519-A394-4A31EA5F78B2}" dt="2026-08-11T07:20:30.747" v="2182" actId="20577"/>
        <pc:sldMkLst>
          <pc:docMk/>
          <pc:sldMk cId="2366215535" sldId="390"/>
        </pc:sldMkLst>
        <pc:spChg chg="mod">
          <ac:chgData name="박상하(SANGHA PARK)[sangha.park]/책임/제조DX.자동보정.RSND자동보정팀" userId="507a07c6-8366-4767-be6e-cc66d4fd9711" providerId="ADAL" clId="{25CEBC4D-C207-4519-A394-4A31EA5F78B2}" dt="2026-08-11T07:20:30.747" v="2182" actId="20577"/>
          <ac:spMkLst>
            <pc:docMk/>
            <pc:sldMk cId="2366215535" sldId="390"/>
            <ac:spMk id="7" creationId="{5F6DCF5A-C812-C79A-3E4D-3B5DB39B7269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7:20:27.303" v="2180" actId="207"/>
          <ac:spMkLst>
            <pc:docMk/>
            <pc:sldMk cId="2366215535" sldId="390"/>
            <ac:spMk id="8" creationId="{4E4C90C9-A019-5679-6ED0-4DA8526529E6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7:20:19.641" v="2179" actId="20577"/>
          <ac:spMkLst>
            <pc:docMk/>
            <pc:sldMk cId="2366215535" sldId="390"/>
            <ac:spMk id="11" creationId="{CDAB89A0-783A-622B-2C7A-981A15B770D8}"/>
          </ac:spMkLst>
        </pc:spChg>
      </pc:sldChg>
      <pc:sldChg chg="addSp delSp modSp mod">
        <pc:chgData name="박상하(SANGHA PARK)[sangha.park]/책임/제조DX.자동보정.RSND자동보정팀" userId="507a07c6-8366-4767-be6e-cc66d4fd9711" providerId="ADAL" clId="{25CEBC4D-C207-4519-A394-4A31EA5F78B2}" dt="2026-08-11T07:39:51.183" v="3322" actId="20577"/>
        <pc:sldMkLst>
          <pc:docMk/>
          <pc:sldMk cId="275474770" sldId="433"/>
        </pc:sldMkLst>
        <pc:spChg chg="mod">
          <ac:chgData name="박상하(SANGHA PARK)[sangha.park]/책임/제조DX.자동보정.RSND자동보정팀" userId="507a07c6-8366-4767-be6e-cc66d4fd9711" providerId="ADAL" clId="{25CEBC4D-C207-4519-A394-4A31EA5F78B2}" dt="2026-08-11T07:17:35.680" v="2125" actId="20577"/>
          <ac:spMkLst>
            <pc:docMk/>
            <pc:sldMk cId="275474770" sldId="433"/>
            <ac:spMk id="8" creationId="{9BB7D239-0D7E-C81D-BD21-7215C8162325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7:39:51.183" v="3322" actId="20577"/>
          <ac:spMkLst>
            <pc:docMk/>
            <pc:sldMk cId="275474770" sldId="433"/>
            <ac:spMk id="16" creationId="{BD7A29AC-9D45-025E-D2B9-1226EF220DD3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6:40:37.729" v="17" actId="1036"/>
          <ac:spMkLst>
            <pc:docMk/>
            <pc:sldMk cId="275474770" sldId="433"/>
            <ac:spMk id="22" creationId="{BEEFE358-6197-4ACF-8B49-27430576A214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7:03:44.053" v="891" actId="1037"/>
          <ac:spMkLst>
            <pc:docMk/>
            <pc:sldMk cId="275474770" sldId="433"/>
            <ac:spMk id="24" creationId="{06629182-3B49-CD5A-7A14-D34ED1C147BB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7:09:51.290" v="1367" actId="20577"/>
          <ac:spMkLst>
            <pc:docMk/>
            <pc:sldMk cId="275474770" sldId="433"/>
            <ac:spMk id="37" creationId="{988A71DE-4597-68D6-404C-A27E87B4F544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7:03:54.364" v="897" actId="554"/>
          <ac:spMkLst>
            <pc:docMk/>
            <pc:sldMk cId="275474770" sldId="433"/>
            <ac:spMk id="51" creationId="{E0A1D8E6-A273-CBC7-348F-C5332E8F90D9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7:03:54.364" v="897" actId="554"/>
          <ac:spMkLst>
            <pc:docMk/>
            <pc:sldMk cId="275474770" sldId="433"/>
            <ac:spMk id="52" creationId="{B982820D-1E46-BC05-50E8-F134932B7C87}"/>
          </ac:spMkLst>
        </pc:spChg>
        <pc:graphicFrameChg chg="add mod modGraphic">
          <ac:chgData name="박상하(SANGHA PARK)[sangha.park]/책임/제조DX.자동보정.RSND자동보정팀" userId="507a07c6-8366-4767-be6e-cc66d4fd9711" providerId="ADAL" clId="{25CEBC4D-C207-4519-A394-4A31EA5F78B2}" dt="2026-08-11T07:38:34.932" v="3279" actId="20577"/>
          <ac:graphicFrameMkLst>
            <pc:docMk/>
            <pc:sldMk cId="275474770" sldId="433"/>
            <ac:graphicFrameMk id="5" creationId="{B37EFCE5-6D27-3042-D7B4-487A2B6CD642}"/>
          </ac:graphicFrameMkLst>
        </pc:graphicFrameChg>
        <pc:picChg chg="mod">
          <ac:chgData name="박상하(SANGHA PARK)[sangha.park]/책임/제조DX.자동보정.RSND자동보정팀" userId="507a07c6-8366-4767-be6e-cc66d4fd9711" providerId="ADAL" clId="{25CEBC4D-C207-4519-A394-4A31EA5F78B2}" dt="2026-08-11T07:03:44.053" v="891" actId="1037"/>
          <ac:picMkLst>
            <pc:docMk/>
            <pc:sldMk cId="275474770" sldId="433"/>
            <ac:picMk id="55" creationId="{A5E750C1-9BA2-1AFE-E857-B87FDEEEC677}"/>
          </ac:picMkLst>
        </pc:picChg>
        <pc:picChg chg="mod">
          <ac:chgData name="박상하(SANGHA PARK)[sangha.park]/책임/제조DX.자동보정.RSND자동보정팀" userId="507a07c6-8366-4767-be6e-cc66d4fd9711" providerId="ADAL" clId="{25CEBC4D-C207-4519-A394-4A31EA5F78B2}" dt="2026-08-11T07:03:39.893" v="875" actId="1038"/>
          <ac:picMkLst>
            <pc:docMk/>
            <pc:sldMk cId="275474770" sldId="433"/>
            <ac:picMk id="57" creationId="{ACD7EF74-1AB3-6E73-6395-69F8E6F6360F}"/>
          </ac:picMkLst>
        </pc:picChg>
      </pc:sldChg>
      <pc:sldChg chg="modSp mod">
        <pc:chgData name="박상하(SANGHA PARK)[sangha.park]/책임/제조DX.자동보정.RSND자동보정팀" userId="507a07c6-8366-4767-be6e-cc66d4fd9711" providerId="ADAL" clId="{25CEBC4D-C207-4519-A394-4A31EA5F78B2}" dt="2026-08-11T07:19:02.935" v="2147" actId="20577"/>
        <pc:sldMkLst>
          <pc:docMk/>
          <pc:sldMk cId="1211839706" sldId="435"/>
        </pc:sldMkLst>
        <pc:spChg chg="mod">
          <ac:chgData name="박상하(SANGHA PARK)[sangha.park]/책임/제조DX.자동보정.RSND자동보정팀" userId="507a07c6-8366-4767-be6e-cc66d4fd9711" providerId="ADAL" clId="{25CEBC4D-C207-4519-A394-4A31EA5F78B2}" dt="2026-08-11T07:18:38.880" v="2136" actId="207"/>
          <ac:spMkLst>
            <pc:docMk/>
            <pc:sldMk cId="1211839706" sldId="435"/>
            <ac:spMk id="8" creationId="{4E4C90C9-A019-5679-6ED0-4DA8526529E6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7:19:02.935" v="2147" actId="20577"/>
          <ac:spMkLst>
            <pc:docMk/>
            <pc:sldMk cId="1211839706" sldId="435"/>
            <ac:spMk id="15" creationId="{465732E6-7EC6-799B-FDD4-0CF99EEE37FF}"/>
          </ac:spMkLst>
        </pc:spChg>
        <pc:spChg chg="mod">
          <ac:chgData name="박상하(SANGHA PARK)[sangha.park]/책임/제조DX.자동보정.RSND자동보정팀" userId="507a07c6-8366-4767-be6e-cc66d4fd9711" providerId="ADAL" clId="{25CEBC4D-C207-4519-A394-4A31EA5F78B2}" dt="2026-08-11T07:18:48.760" v="2145" actId="6549"/>
          <ac:spMkLst>
            <pc:docMk/>
            <pc:sldMk cId="1211839706" sldId="435"/>
            <ac:spMk id="16" creationId="{0A8513CF-8D68-D321-D10C-6D4A43E1A14E}"/>
          </ac:spMkLst>
        </pc:spChg>
      </pc:sldChg>
    </pc:docChg>
  </pc:docChgLst>
  <pc:docChgLst>
    <pc:chgData name="강호종(HOJONG KANG)[hojong.kang]/책임/제조DX.자동보정.MC자동보정팀" userId="bc22bbe6-6c82-4228-8cf3-ea75f80faae5" providerId="ADAL" clId="{FCB2B525-4644-49B9-BF7D-AD15A9F01B75}"/>
    <pc:docChg chg="custSel modSld">
      <pc:chgData name="강호종(HOJONG KANG)[hojong.kang]/책임/제조DX.자동보정.MC자동보정팀" userId="bc22bbe6-6c82-4228-8cf3-ea75f80faae5" providerId="ADAL" clId="{FCB2B525-4644-49B9-BF7D-AD15A9F01B75}" dt="2026-08-12T04:32:57.132" v="1636"/>
      <pc:docMkLst>
        <pc:docMk/>
      </pc:docMkLst>
      <pc:sldChg chg="modSp mod">
        <pc:chgData name="강호종(HOJONG KANG)[hojong.kang]/책임/제조DX.자동보정.MC자동보정팀" userId="bc22bbe6-6c82-4228-8cf3-ea75f80faae5" providerId="ADAL" clId="{FCB2B525-4644-49B9-BF7D-AD15A9F01B75}" dt="2026-08-12T04:32:57.132" v="1636"/>
        <pc:sldMkLst>
          <pc:docMk/>
          <pc:sldMk cId="2391201169" sldId="301"/>
        </pc:sldMkLst>
        <pc:spChg chg="mod">
          <ac:chgData name="강호종(HOJONG KANG)[hojong.kang]/책임/제조DX.자동보정.MC자동보정팀" userId="bc22bbe6-6c82-4228-8cf3-ea75f80faae5" providerId="ADAL" clId="{FCB2B525-4644-49B9-BF7D-AD15A9F01B75}" dt="2026-08-10T23:52:28.183" v="227" actId="20577"/>
          <ac:spMkLst>
            <pc:docMk/>
            <pc:sldMk cId="2391201169" sldId="301"/>
            <ac:spMk id="5" creationId="{35FEF9B7-F3ED-2D4F-BFA1-F77F550FCECC}"/>
          </ac:spMkLst>
        </pc:spChg>
        <pc:spChg chg="mod">
          <ac:chgData name="강호종(HOJONG KANG)[hojong.kang]/책임/제조DX.자동보정.MC자동보정팀" userId="bc22bbe6-6c82-4228-8cf3-ea75f80faae5" providerId="ADAL" clId="{FCB2B525-4644-49B9-BF7D-AD15A9F01B75}" dt="2026-08-10T23:52:38.241" v="228" actId="6549"/>
          <ac:spMkLst>
            <pc:docMk/>
            <pc:sldMk cId="2391201169" sldId="301"/>
            <ac:spMk id="11" creationId="{98711F6A-AFF1-F97E-7D24-732BBA408BE8}"/>
          </ac:spMkLst>
        </pc:spChg>
        <pc:spChg chg="mod">
          <ac:chgData name="강호종(HOJONG KANG)[hojong.kang]/책임/제조DX.자동보정.MC자동보정팀" userId="bc22bbe6-6c82-4228-8cf3-ea75f80faae5" providerId="ADAL" clId="{FCB2B525-4644-49B9-BF7D-AD15A9F01B75}" dt="2026-08-10T23:40:22.094" v="31" actId="20577"/>
          <ac:spMkLst>
            <pc:docMk/>
            <pc:sldMk cId="2391201169" sldId="301"/>
            <ac:spMk id="17" creationId="{24078160-BD87-7DDB-35FF-AC266021525D}"/>
          </ac:spMkLst>
        </pc:spChg>
        <pc:spChg chg="mod">
          <ac:chgData name="강호종(HOJONG KANG)[hojong.kang]/책임/제조DX.자동보정.MC자동보정팀" userId="bc22bbe6-6c82-4228-8cf3-ea75f80faae5" providerId="ADAL" clId="{FCB2B525-4644-49B9-BF7D-AD15A9F01B75}" dt="2026-08-12T04:32:57.132" v="1636"/>
          <ac:spMkLst>
            <pc:docMk/>
            <pc:sldMk cId="2391201169" sldId="301"/>
            <ac:spMk id="18" creationId="{89DA6E5F-7DC9-5479-198E-EB8FCC41FA49}"/>
          </ac:spMkLst>
        </pc:spChg>
        <pc:spChg chg="mod">
          <ac:chgData name="강호종(HOJONG KANG)[hojong.kang]/책임/제조DX.자동보정.MC자동보정팀" userId="bc22bbe6-6c82-4228-8cf3-ea75f80faae5" providerId="ADAL" clId="{FCB2B525-4644-49B9-BF7D-AD15A9F01B75}" dt="2026-08-12T04:32:48.809" v="1615" actId="20577"/>
          <ac:spMkLst>
            <pc:docMk/>
            <pc:sldMk cId="2391201169" sldId="301"/>
            <ac:spMk id="30" creationId="{5A93FBA8-E3C4-0943-75E5-74D25EF1452D}"/>
          </ac:spMkLst>
        </pc:spChg>
        <pc:graphicFrameChg chg="modGraphic">
          <ac:chgData name="강호종(HOJONG KANG)[hojong.kang]/책임/제조DX.자동보정.MC자동보정팀" userId="bc22bbe6-6c82-4228-8cf3-ea75f80faae5" providerId="ADAL" clId="{FCB2B525-4644-49B9-BF7D-AD15A9F01B75}" dt="2026-08-11T23:38:11.449" v="462" actId="20577"/>
          <ac:graphicFrameMkLst>
            <pc:docMk/>
            <pc:sldMk cId="2391201169" sldId="301"/>
            <ac:graphicFrameMk id="10" creationId="{7825F76F-F4D3-2027-4EE7-24A88EF0D0DD}"/>
          </ac:graphicFrameMkLst>
        </pc:graphicFrameChg>
      </pc:sldChg>
      <pc:sldChg chg="modSp mod">
        <pc:chgData name="강호종(HOJONG KANG)[hojong.kang]/책임/제조DX.자동보정.MC자동보정팀" userId="bc22bbe6-6c82-4228-8cf3-ea75f80faae5" providerId="ADAL" clId="{FCB2B525-4644-49B9-BF7D-AD15A9F01B75}" dt="2026-08-12T02:43:11.237" v="1592"/>
        <pc:sldMkLst>
          <pc:docMk/>
          <pc:sldMk cId="634019489" sldId="321"/>
        </pc:sldMkLst>
        <pc:spChg chg="mod">
          <ac:chgData name="강호종(HOJONG KANG)[hojong.kang]/책임/제조DX.자동보정.MC자동보정팀" userId="bc22bbe6-6c82-4228-8cf3-ea75f80faae5" providerId="ADAL" clId="{FCB2B525-4644-49B9-BF7D-AD15A9F01B75}" dt="2026-08-12T02:43:11.237" v="1592"/>
          <ac:spMkLst>
            <pc:docMk/>
            <pc:sldMk cId="634019489" sldId="321"/>
            <ac:spMk id="5" creationId="{77B34011-1F67-38F5-CDBA-55AA234ECBCD}"/>
          </ac:spMkLst>
        </pc:spChg>
        <pc:spChg chg="mod">
          <ac:chgData name="강호종(HOJONG KANG)[hojong.kang]/책임/제조DX.자동보정.MC자동보정팀" userId="bc22bbe6-6c82-4228-8cf3-ea75f80faae5" providerId="ADAL" clId="{FCB2B525-4644-49B9-BF7D-AD15A9F01B75}" dt="2026-08-10T23:44:29.708" v="201" actId="20577"/>
          <ac:spMkLst>
            <pc:docMk/>
            <pc:sldMk cId="634019489" sldId="321"/>
            <ac:spMk id="30" creationId="{FE0AC92D-2736-2B49-6FB6-62404659178D}"/>
          </ac:spMkLst>
        </pc:spChg>
        <pc:spChg chg="mod">
          <ac:chgData name="강호종(HOJONG KANG)[hojong.kang]/책임/제조DX.자동보정.MC자동보정팀" userId="bc22bbe6-6c82-4228-8cf3-ea75f80faae5" providerId="ADAL" clId="{FCB2B525-4644-49B9-BF7D-AD15A9F01B75}" dt="2026-08-12T02:20:16.578" v="750" actId="20577"/>
          <ac:spMkLst>
            <pc:docMk/>
            <pc:sldMk cId="634019489" sldId="321"/>
            <ac:spMk id="34" creationId="{D8B60436-CB69-037E-0252-E096A9F06E49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FCB2B525-4644-49B9-BF7D-AD15A9F01B75}" dt="2026-08-10T23:43:01.576" v="186" actId="6549"/>
        <pc:sldMkLst>
          <pc:docMk/>
          <pc:sldMk cId="1971500730" sldId="333"/>
        </pc:sldMkLst>
        <pc:spChg chg="mod">
          <ac:chgData name="강호종(HOJONG KANG)[hojong.kang]/책임/제조DX.자동보정.MC자동보정팀" userId="bc22bbe6-6c82-4228-8cf3-ea75f80faae5" providerId="ADAL" clId="{FCB2B525-4644-49B9-BF7D-AD15A9F01B75}" dt="2026-08-10T23:40:36.721" v="32"/>
          <ac:spMkLst>
            <pc:docMk/>
            <pc:sldMk cId="1971500730" sldId="333"/>
            <ac:spMk id="18" creationId="{7EF05392-A902-0609-C73A-057F6C72F700}"/>
          </ac:spMkLst>
        </pc:spChg>
        <pc:spChg chg="mod">
          <ac:chgData name="강호종(HOJONG KANG)[hojong.kang]/책임/제조DX.자동보정.MC자동보정팀" userId="bc22bbe6-6c82-4228-8cf3-ea75f80faae5" providerId="ADAL" clId="{FCB2B525-4644-49B9-BF7D-AD15A9F01B75}" dt="2026-08-10T23:43:01.576" v="186" actId="6549"/>
          <ac:spMkLst>
            <pc:docMk/>
            <pc:sldMk cId="1971500730" sldId="333"/>
            <ac:spMk id="19" creationId="{F9171EF0-5806-3F08-4D17-10AB3CA02CFA}"/>
          </ac:spMkLst>
        </pc:spChg>
      </pc:sldChg>
    </pc:docChg>
  </pc:docChgLst>
  <pc:docChgLst>
    <pc:chgData name="최문석(MOON SEOK CHOI)[mschoi19]/책임/제조DX.자동보정.자동보정선행개발팀" userId="S::mschoi19@lgensol.com::b461c574-904d-49dd-b4c4-a0a522fe5e7c" providerId="AD" clId="Web-{548BB87E-DD97-3934-6B7E-29F9DDA26238}"/>
    <pc:docChg chg="modSld">
      <pc:chgData name="최문석(MOON SEOK CHOI)[mschoi19]/책임/제조DX.자동보정.자동보정선행개발팀" userId="S::mschoi19@lgensol.com::b461c574-904d-49dd-b4c4-a0a522fe5e7c" providerId="AD" clId="Web-{548BB87E-DD97-3934-6B7E-29F9DDA26238}" dt="2026-08-19T06:00:14.928" v="3" actId="1076"/>
      <pc:docMkLst>
        <pc:docMk/>
      </pc:docMkLst>
    </pc:docChg>
  </pc:docChgLst>
  <pc:docChgLst>
    <pc:chgData name="윤숙영(SUK YEONG YUN)[yoonsy]/책임/제조DX.자동보정.MC자동보정팀" userId="60ce3903-3136-4d02-9370-523fa04b0d65" providerId="ADAL" clId="{F2EA0816-D1C8-4FE1-8F11-0D3E54C58EBC}"/>
    <pc:docChg chg="custSel modSld">
      <pc:chgData name="윤숙영(SUK YEONG YUN)[yoonsy]/책임/제조DX.자동보정.MC자동보정팀" userId="60ce3903-3136-4d02-9370-523fa04b0d65" providerId="ADAL" clId="{F2EA0816-D1C8-4FE1-8F11-0D3E54C58EBC}" dt="2026-08-12T00:38:02.270" v="2457"/>
      <pc:docMkLst>
        <pc:docMk/>
      </pc:docMkLst>
      <pc:sldChg chg="addSp delSp modSp mod">
        <pc:chgData name="윤숙영(SUK YEONG YUN)[yoonsy]/책임/제조DX.자동보정.MC자동보정팀" userId="60ce3903-3136-4d02-9370-523fa04b0d65" providerId="ADAL" clId="{F2EA0816-D1C8-4FE1-8F11-0D3E54C58EBC}" dt="2026-08-11T08:44:17.868" v="2183" actId="20577"/>
        <pc:sldMkLst>
          <pc:docMk/>
          <pc:sldMk cId="3014893410" sldId="313"/>
        </pc:sldMkLst>
        <pc:spChg chg="mod">
          <ac:chgData name="윤숙영(SUK YEONG YUN)[yoonsy]/책임/제조DX.자동보정.MC자동보정팀" userId="60ce3903-3136-4d02-9370-523fa04b0d65" providerId="ADAL" clId="{F2EA0816-D1C8-4FE1-8F11-0D3E54C58EBC}" dt="2026-08-11T08:44:07.299" v="2178" actId="207"/>
          <ac:spMkLst>
            <pc:docMk/>
            <pc:sldMk cId="3014893410" sldId="313"/>
            <ac:spMk id="9" creationId="{1CA3885B-0FF9-70AA-0F0A-257913B1739A}"/>
          </ac:spMkLst>
        </pc:spChg>
        <pc:spChg chg="mod">
          <ac:chgData name="윤숙영(SUK YEONG YUN)[yoonsy]/책임/제조DX.자동보정.MC자동보정팀" userId="60ce3903-3136-4d02-9370-523fa04b0d65" providerId="ADAL" clId="{F2EA0816-D1C8-4FE1-8F11-0D3E54C58EBC}" dt="2026-08-11T08:43:13.924" v="2133" actId="20577"/>
          <ac:spMkLst>
            <pc:docMk/>
            <pc:sldMk cId="3014893410" sldId="313"/>
            <ac:spMk id="30" creationId="{82316C5F-CBE3-A95F-7CC8-EF8564695C5E}"/>
          </ac:spMkLst>
        </pc:spChg>
        <pc:spChg chg="mod">
          <ac:chgData name="윤숙영(SUK YEONG YUN)[yoonsy]/책임/제조DX.자동보정.MC자동보정팀" userId="60ce3903-3136-4d02-9370-523fa04b0d65" providerId="ADAL" clId="{F2EA0816-D1C8-4FE1-8F11-0D3E54C58EBC}" dt="2026-08-11T08:44:17.868" v="2183" actId="20577"/>
          <ac:spMkLst>
            <pc:docMk/>
            <pc:sldMk cId="3014893410" sldId="313"/>
            <ac:spMk id="31" creationId="{E025DEA0-F7BF-32AC-2A75-B3B932292ECF}"/>
          </ac:spMkLst>
        </pc:spChg>
        <pc:graphicFrameChg chg="modGraphic">
          <ac:chgData name="윤숙영(SUK YEONG YUN)[yoonsy]/책임/제조DX.자동보정.MC자동보정팀" userId="60ce3903-3136-4d02-9370-523fa04b0d65" providerId="ADAL" clId="{F2EA0816-D1C8-4FE1-8F11-0D3E54C58EBC}" dt="2026-08-11T08:43:22.239" v="2134" actId="207"/>
          <ac:graphicFrameMkLst>
            <pc:docMk/>
            <pc:sldMk cId="3014893410" sldId="313"/>
            <ac:graphicFrameMk id="17" creationId="{63E400AD-6365-E306-17F4-CE1396F64B5A}"/>
          </ac:graphicFrameMkLst>
        </pc:graphicFrameChg>
        <pc:graphicFrameChg chg="mod modGraphic">
          <ac:chgData name="윤숙영(SUK YEONG YUN)[yoonsy]/책임/제조DX.자동보정.MC자동보정팀" userId="60ce3903-3136-4d02-9370-523fa04b0d65" providerId="ADAL" clId="{F2EA0816-D1C8-4FE1-8F11-0D3E54C58EBC}" dt="2026-08-11T08:44:03.243" v="2177" actId="207"/>
          <ac:graphicFrameMkLst>
            <pc:docMk/>
            <pc:sldMk cId="3014893410" sldId="313"/>
            <ac:graphicFrameMk id="24" creationId="{4F78F1EE-69E4-77EA-E8A6-1E2A05A47FAE}"/>
          </ac:graphicFrameMkLst>
        </pc:graphicFrameChg>
      </pc:sldChg>
      <pc:sldChg chg="modSp mod">
        <pc:chgData name="윤숙영(SUK YEONG YUN)[yoonsy]/책임/제조DX.자동보정.MC자동보정팀" userId="60ce3903-3136-4d02-9370-523fa04b0d65" providerId="ADAL" clId="{F2EA0816-D1C8-4FE1-8F11-0D3E54C58EBC}" dt="2026-08-11T08:51:23.553" v="2429" actId="20577"/>
        <pc:sldMkLst>
          <pc:docMk/>
          <pc:sldMk cId="2162256837" sldId="317"/>
        </pc:sldMkLst>
        <pc:spChg chg="mod">
          <ac:chgData name="윤숙영(SUK YEONG YUN)[yoonsy]/책임/제조DX.자동보정.MC자동보정팀" userId="60ce3903-3136-4d02-9370-523fa04b0d65" providerId="ADAL" clId="{F2EA0816-D1C8-4FE1-8F11-0D3E54C58EBC}" dt="2026-08-11T08:51:23.553" v="2429" actId="20577"/>
          <ac:spMkLst>
            <pc:docMk/>
            <pc:sldMk cId="2162256837" sldId="317"/>
            <ac:spMk id="34" creationId="{7217F62E-90E7-DED9-CE10-DEE308B82A56}"/>
          </ac:spMkLst>
        </pc:spChg>
        <pc:spChg chg="mod">
          <ac:chgData name="윤숙영(SUK YEONG YUN)[yoonsy]/책임/제조DX.자동보정.MC자동보정팀" userId="60ce3903-3136-4d02-9370-523fa04b0d65" providerId="ADAL" clId="{F2EA0816-D1C8-4FE1-8F11-0D3E54C58EBC}" dt="2026-08-11T08:44:38.165" v="2197" actId="207"/>
          <ac:spMkLst>
            <pc:docMk/>
            <pc:sldMk cId="2162256837" sldId="317"/>
            <ac:spMk id="35" creationId="{491769FB-8F95-9F23-9FD4-56A08DF9C8BA}"/>
          </ac:spMkLst>
        </pc:spChg>
        <pc:spChg chg="mod">
          <ac:chgData name="윤숙영(SUK YEONG YUN)[yoonsy]/책임/제조DX.자동보정.MC자동보정팀" userId="60ce3903-3136-4d02-9370-523fa04b0d65" providerId="ADAL" clId="{F2EA0816-D1C8-4FE1-8F11-0D3E54C58EBC}" dt="2026-08-11T08:44:48.887" v="2202" actId="207"/>
          <ac:spMkLst>
            <pc:docMk/>
            <pc:sldMk cId="2162256837" sldId="317"/>
            <ac:spMk id="65" creationId="{C2590534-1502-1A60-D3F4-E1791EBC45C6}"/>
          </ac:spMkLst>
        </pc:spChg>
        <pc:spChg chg="mod">
          <ac:chgData name="윤숙영(SUK YEONG YUN)[yoonsy]/책임/제조DX.자동보정.MC자동보정팀" userId="60ce3903-3136-4d02-9370-523fa04b0d65" providerId="ADAL" clId="{F2EA0816-D1C8-4FE1-8F11-0D3E54C58EBC}" dt="2026-08-11T08:44:46.059" v="2200" actId="207"/>
          <ac:spMkLst>
            <pc:docMk/>
            <pc:sldMk cId="2162256837" sldId="317"/>
            <ac:spMk id="66" creationId="{DCD0E92F-7CC9-E4F3-9B57-E708757B5D68}"/>
          </ac:spMkLst>
        </pc:spChg>
        <pc:graphicFrameChg chg="modGraphic">
          <ac:chgData name="윤숙영(SUK YEONG YUN)[yoonsy]/책임/제조DX.자동보정.MC자동보정팀" userId="60ce3903-3136-4d02-9370-523fa04b0d65" providerId="ADAL" clId="{F2EA0816-D1C8-4FE1-8F11-0D3E54C58EBC}" dt="2026-08-11T08:44:41.432" v="2198" actId="207"/>
          <ac:graphicFrameMkLst>
            <pc:docMk/>
            <pc:sldMk cId="2162256837" sldId="317"/>
            <ac:graphicFrameMk id="2" creationId="{9E4B261A-0463-A471-0C16-38134C5C9654}"/>
          </ac:graphicFrameMkLst>
        </pc:graphicFrameChg>
        <pc:graphicFrameChg chg="modGraphic">
          <ac:chgData name="윤숙영(SUK YEONG YUN)[yoonsy]/책임/제조DX.자동보정.MC자동보정팀" userId="60ce3903-3136-4d02-9370-523fa04b0d65" providerId="ADAL" clId="{F2EA0816-D1C8-4FE1-8F11-0D3E54C58EBC}" dt="2026-08-11T08:44:47.573" v="2201" actId="207"/>
          <ac:graphicFrameMkLst>
            <pc:docMk/>
            <pc:sldMk cId="2162256837" sldId="317"/>
            <ac:graphicFrameMk id="6" creationId="{32DBB75A-F98E-F7D4-69BB-DF585CF4CB85}"/>
          </ac:graphicFrameMkLst>
        </pc:graphicFrameChg>
      </pc:sldChg>
      <pc:sldChg chg="modSp mod">
        <pc:chgData name="윤숙영(SUK YEONG YUN)[yoonsy]/책임/제조DX.자동보정.MC자동보정팀" userId="60ce3903-3136-4d02-9370-523fa04b0d65" providerId="ADAL" clId="{F2EA0816-D1C8-4FE1-8F11-0D3E54C58EBC}" dt="2026-08-11T08:51:20.088" v="2425" actId="20577"/>
        <pc:sldMkLst>
          <pc:docMk/>
          <pc:sldMk cId="2808727165" sldId="336"/>
        </pc:sldMkLst>
        <pc:spChg chg="mod">
          <ac:chgData name="윤숙영(SUK YEONG YUN)[yoonsy]/책임/제조DX.자동보정.MC자동보정팀" userId="60ce3903-3136-4d02-9370-523fa04b0d65" providerId="ADAL" clId="{F2EA0816-D1C8-4FE1-8F11-0D3E54C58EBC}" dt="2026-08-11T08:51:20.088" v="2425" actId="20577"/>
          <ac:spMkLst>
            <pc:docMk/>
            <pc:sldMk cId="2808727165" sldId="336"/>
            <ac:spMk id="34" creationId="{7217F62E-90E7-DED9-CE10-DEE308B82A56}"/>
          </ac:spMkLst>
        </pc:spChg>
        <pc:spChg chg="mod">
          <ac:chgData name="윤숙영(SUK YEONG YUN)[yoonsy]/책임/제조DX.자동보정.MC자동보정팀" userId="60ce3903-3136-4d02-9370-523fa04b0d65" providerId="ADAL" clId="{F2EA0816-D1C8-4FE1-8F11-0D3E54C58EBC}" dt="2026-08-11T08:44:53.529" v="2203" actId="207"/>
          <ac:spMkLst>
            <pc:docMk/>
            <pc:sldMk cId="2808727165" sldId="336"/>
            <ac:spMk id="35" creationId="{491769FB-8F95-9F23-9FD4-56A08DF9C8BA}"/>
          </ac:spMkLst>
        </pc:spChg>
        <pc:spChg chg="mod">
          <ac:chgData name="윤숙영(SUK YEONG YUN)[yoonsy]/책임/제조DX.자동보정.MC자동보정팀" userId="60ce3903-3136-4d02-9370-523fa04b0d65" providerId="ADAL" clId="{F2EA0816-D1C8-4FE1-8F11-0D3E54C58EBC}" dt="2026-08-11T08:44:57.080" v="2205" actId="207"/>
          <ac:spMkLst>
            <pc:docMk/>
            <pc:sldMk cId="2808727165" sldId="336"/>
            <ac:spMk id="86" creationId="{5755A358-A983-AAF3-BB7A-08D11DE3075C}"/>
          </ac:spMkLst>
        </pc:spChg>
        <pc:spChg chg="mod">
          <ac:chgData name="윤숙영(SUK YEONG YUN)[yoonsy]/책임/제조DX.자동보정.MC자동보정팀" userId="60ce3903-3136-4d02-9370-523fa04b0d65" providerId="ADAL" clId="{F2EA0816-D1C8-4FE1-8F11-0D3E54C58EBC}" dt="2026-08-11T08:45:02.983" v="2207" actId="207"/>
          <ac:spMkLst>
            <pc:docMk/>
            <pc:sldMk cId="2808727165" sldId="336"/>
            <ac:spMk id="115" creationId="{35CDA405-CCB5-C3C1-F344-3E096115F7B5}"/>
          </ac:spMkLst>
        </pc:spChg>
        <pc:graphicFrameChg chg="modGraphic">
          <ac:chgData name="윤숙영(SUK YEONG YUN)[yoonsy]/책임/제조DX.자동보정.MC자동보정팀" userId="60ce3903-3136-4d02-9370-523fa04b0d65" providerId="ADAL" clId="{F2EA0816-D1C8-4FE1-8F11-0D3E54C58EBC}" dt="2026-08-11T08:45:00.564" v="2206" actId="207"/>
          <ac:graphicFrameMkLst>
            <pc:docMk/>
            <pc:sldMk cId="2808727165" sldId="336"/>
            <ac:graphicFrameMk id="87" creationId="{621926F4-684A-A933-6C56-AB5A0F72C3D5}"/>
          </ac:graphicFrameMkLst>
        </pc:graphicFrameChg>
      </pc:sldChg>
      <pc:sldChg chg="modSp mod">
        <pc:chgData name="윤숙영(SUK YEONG YUN)[yoonsy]/책임/제조DX.자동보정.MC자동보정팀" userId="60ce3903-3136-4d02-9370-523fa04b0d65" providerId="ADAL" clId="{F2EA0816-D1C8-4FE1-8F11-0D3E54C58EBC}" dt="2026-08-11T08:44:21.426" v="2187" actId="20577"/>
        <pc:sldMkLst>
          <pc:docMk/>
          <pc:sldMk cId="1343670778" sldId="338"/>
        </pc:sldMkLst>
        <pc:spChg chg="mod">
          <ac:chgData name="윤숙영(SUK YEONG YUN)[yoonsy]/책임/제조DX.자동보정.MC자동보정팀" userId="60ce3903-3136-4d02-9370-523fa04b0d65" providerId="ADAL" clId="{F2EA0816-D1C8-4FE1-8F11-0D3E54C58EBC}" dt="2026-08-11T08:44:21.426" v="2187" actId="20577"/>
          <ac:spMkLst>
            <pc:docMk/>
            <pc:sldMk cId="1343670778" sldId="338"/>
            <ac:spMk id="34" creationId="{7217F62E-90E7-DED9-CE10-DEE308B82A56}"/>
          </ac:spMkLst>
        </pc:spChg>
      </pc:sldChg>
      <pc:sldChg chg="modSp mod">
        <pc:chgData name="윤숙영(SUK YEONG YUN)[yoonsy]/책임/제조DX.자동보정.MC자동보정팀" userId="60ce3903-3136-4d02-9370-523fa04b0d65" providerId="ADAL" clId="{F2EA0816-D1C8-4FE1-8F11-0D3E54C58EBC}" dt="2026-08-11T08:44:25.178" v="2191" actId="20577"/>
        <pc:sldMkLst>
          <pc:docMk/>
          <pc:sldMk cId="3070632168" sldId="377"/>
        </pc:sldMkLst>
        <pc:spChg chg="mod">
          <ac:chgData name="윤숙영(SUK YEONG YUN)[yoonsy]/책임/제조DX.자동보정.MC자동보정팀" userId="60ce3903-3136-4d02-9370-523fa04b0d65" providerId="ADAL" clId="{F2EA0816-D1C8-4FE1-8F11-0D3E54C58EBC}" dt="2026-08-11T08:44:25.178" v="2191" actId="20577"/>
          <ac:spMkLst>
            <pc:docMk/>
            <pc:sldMk cId="3070632168" sldId="377"/>
            <ac:spMk id="34" creationId="{7217F62E-90E7-DED9-CE10-DEE308B82A56}"/>
          </ac:spMkLst>
        </pc:spChg>
      </pc:sldChg>
      <pc:sldChg chg="addSp delSp modSp mod">
        <pc:chgData name="윤숙영(SUK YEONG YUN)[yoonsy]/책임/제조DX.자동보정.MC자동보정팀" userId="60ce3903-3136-4d02-9370-523fa04b0d65" providerId="ADAL" clId="{F2EA0816-D1C8-4FE1-8F11-0D3E54C58EBC}" dt="2026-08-11T08:51:12.113" v="2421" actId="478"/>
        <pc:sldMkLst>
          <pc:docMk/>
          <pc:sldMk cId="3513457183" sldId="393"/>
        </pc:sldMkLst>
        <pc:spChg chg="mod">
          <ac:chgData name="윤숙영(SUK YEONG YUN)[yoonsy]/책임/제조DX.자동보정.MC자동보정팀" userId="60ce3903-3136-4d02-9370-523fa04b0d65" providerId="ADAL" clId="{F2EA0816-D1C8-4FE1-8F11-0D3E54C58EBC}" dt="2026-08-11T08:44:28.403" v="2195" actId="20577"/>
          <ac:spMkLst>
            <pc:docMk/>
            <pc:sldMk cId="3513457183" sldId="393"/>
            <ac:spMk id="34" creationId="{7217F62E-90E7-DED9-CE10-DEE308B82A56}"/>
          </ac:spMkLst>
        </pc:spChg>
        <pc:spChg chg="mod">
          <ac:chgData name="윤숙영(SUK YEONG YUN)[yoonsy]/책임/제조DX.자동보정.MC자동보정팀" userId="60ce3903-3136-4d02-9370-523fa04b0d65" providerId="ADAL" clId="{F2EA0816-D1C8-4FE1-8F11-0D3E54C58EBC}" dt="2026-08-11T08:51:09.997" v="2420" actId="207"/>
          <ac:spMkLst>
            <pc:docMk/>
            <pc:sldMk cId="3513457183" sldId="393"/>
            <ac:spMk id="35" creationId="{491769FB-8F95-9F23-9FD4-56A08DF9C8BA}"/>
          </ac:spMkLst>
        </pc:spChg>
      </pc:sldChg>
    </pc:docChg>
  </pc:docChgLst>
  <pc:docChgLst>
    <pc:chgData name="강호종(HOJONG KANG)[hojong.kang]/책임/제조DX.자동보정.MC자동보정팀" userId="bc22bbe6-6c82-4228-8cf3-ea75f80faae5" providerId="ADAL" clId="{FC9A68D3-D322-4D96-9775-820CEF460315}"/>
    <pc:docChg chg="undo custSel modSld">
      <pc:chgData name="강호종(HOJONG KANG)[hojong.kang]/책임/제조DX.자동보정.MC자동보정팀" userId="bc22bbe6-6c82-4228-8cf3-ea75f80faae5" providerId="ADAL" clId="{FC9A68D3-D322-4D96-9775-820CEF460315}" dt="2026-09-17T01:32:33.525" v="1278" actId="6549"/>
      <pc:docMkLst>
        <pc:docMk/>
      </pc:docMkLst>
      <pc:sldChg chg="modSp mod">
        <pc:chgData name="강호종(HOJONG KANG)[hojong.kang]/책임/제조DX.자동보정.MC자동보정팀" userId="bc22bbe6-6c82-4228-8cf3-ea75f80faae5" providerId="ADAL" clId="{FC9A68D3-D322-4D96-9775-820CEF460315}" dt="2026-09-16T23:46:05.060" v="1210"/>
        <pc:sldMkLst>
          <pc:docMk/>
          <pc:sldMk cId="2316929721" sldId="277"/>
        </pc:sldMkLst>
        <pc:spChg chg="mod">
          <ac:chgData name="강호종(HOJONG KANG)[hojong.kang]/책임/제조DX.자동보정.MC자동보정팀" userId="bc22bbe6-6c82-4228-8cf3-ea75f80faae5" providerId="ADAL" clId="{FC9A68D3-D322-4D96-9775-820CEF460315}" dt="2026-09-16T23:46:05.060" v="1210"/>
          <ac:spMkLst>
            <pc:docMk/>
            <pc:sldMk cId="2316929721" sldId="277"/>
            <ac:spMk id="18" creationId="{F688FD03-6D08-9B73-8011-25ED415FE508}"/>
          </ac:spMkLst>
        </pc:spChg>
        <pc:spChg chg="mod">
          <ac:chgData name="강호종(HOJONG KANG)[hojong.kang]/책임/제조DX.자동보정.MC자동보정팀" userId="bc22bbe6-6c82-4228-8cf3-ea75f80faae5" providerId="ADAL" clId="{FC9A68D3-D322-4D96-9775-820CEF460315}" dt="2026-09-16T23:42:33.442" v="1154"/>
          <ac:spMkLst>
            <pc:docMk/>
            <pc:sldMk cId="2316929721" sldId="277"/>
            <ac:spMk id="19" creationId="{3EFC02BB-EDAB-B584-B2E0-9AFACE447E71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FC9A68D3-D322-4D96-9775-820CEF460315}" dt="2026-09-16T23:45:55.059" v="1208"/>
        <pc:sldMkLst>
          <pc:docMk/>
          <pc:sldMk cId="2205649748" sldId="291"/>
        </pc:sldMkLst>
        <pc:spChg chg="mod">
          <ac:chgData name="강호종(HOJONG KANG)[hojong.kang]/책임/제조DX.자동보정.MC자동보정팀" userId="bc22bbe6-6c82-4228-8cf3-ea75f80faae5" providerId="ADAL" clId="{FC9A68D3-D322-4D96-9775-820CEF460315}" dt="2026-09-16T23:45:55.059" v="1208"/>
          <ac:spMkLst>
            <pc:docMk/>
            <pc:sldMk cId="2205649748" sldId="291"/>
            <ac:spMk id="18" creationId="{F688FD03-6D08-9B73-8011-25ED415FE508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FC9A68D3-D322-4D96-9775-820CEF460315}" dt="2026-09-16T23:45:59.854" v="1209"/>
        <pc:sldMkLst>
          <pc:docMk/>
          <pc:sldMk cId="1312155356" sldId="295"/>
        </pc:sldMkLst>
        <pc:spChg chg="mod">
          <ac:chgData name="강호종(HOJONG KANG)[hojong.kang]/책임/제조DX.자동보정.MC자동보정팀" userId="bc22bbe6-6c82-4228-8cf3-ea75f80faae5" providerId="ADAL" clId="{FC9A68D3-D322-4D96-9775-820CEF460315}" dt="2026-09-16T23:45:59.854" v="1209"/>
          <ac:spMkLst>
            <pc:docMk/>
            <pc:sldMk cId="1312155356" sldId="295"/>
            <ac:spMk id="18" creationId="{F688FD03-6D08-9B73-8011-25ED415FE508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FC9A68D3-D322-4D96-9775-820CEF460315}" dt="2026-09-15T00:46:07.430" v="139" actId="20577"/>
        <pc:sldMkLst>
          <pc:docMk/>
          <pc:sldMk cId="2391201169" sldId="301"/>
        </pc:sldMkLst>
        <pc:spChg chg="mod">
          <ac:chgData name="강호종(HOJONG KANG)[hojong.kang]/책임/제조DX.자동보정.MC자동보정팀" userId="bc22bbe6-6c82-4228-8cf3-ea75f80faae5" providerId="ADAL" clId="{FC9A68D3-D322-4D96-9775-820CEF460315}" dt="2026-09-15T00:41:32.874" v="3" actId="20577"/>
          <ac:spMkLst>
            <pc:docMk/>
            <pc:sldMk cId="2391201169" sldId="301"/>
            <ac:spMk id="17" creationId="{24078160-BD87-7DDB-35FF-AC266021525D}"/>
          </ac:spMkLst>
        </pc:spChg>
        <pc:spChg chg="mod">
          <ac:chgData name="강호종(HOJONG KANG)[hojong.kang]/책임/제조DX.자동보정.MC자동보정팀" userId="bc22bbe6-6c82-4228-8cf3-ea75f80faae5" providerId="ADAL" clId="{FC9A68D3-D322-4D96-9775-820CEF460315}" dt="2026-09-15T00:46:07.430" v="139" actId="20577"/>
          <ac:spMkLst>
            <pc:docMk/>
            <pc:sldMk cId="2391201169" sldId="301"/>
            <ac:spMk id="30" creationId="{5A93FBA8-E3C4-0943-75E5-74D25EF1452D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FC9A68D3-D322-4D96-9775-820CEF460315}" dt="2026-09-16T23:45:27.552" v="1207" actId="20577"/>
        <pc:sldMkLst>
          <pc:docMk/>
          <pc:sldMk cId="634019489" sldId="321"/>
        </pc:sldMkLst>
        <pc:spChg chg="mod">
          <ac:chgData name="강호종(HOJONG KANG)[hojong.kang]/책임/제조DX.자동보정.MC자동보정팀" userId="bc22bbe6-6c82-4228-8cf3-ea75f80faae5" providerId="ADAL" clId="{FC9A68D3-D322-4D96-9775-820CEF460315}" dt="2026-09-16T23:45:16.573" v="1201"/>
          <ac:spMkLst>
            <pc:docMk/>
            <pc:sldMk cId="634019489" sldId="321"/>
            <ac:spMk id="5" creationId="{77B34011-1F67-38F5-CDBA-55AA234ECBCD}"/>
          </ac:spMkLst>
        </pc:spChg>
        <pc:spChg chg="mod">
          <ac:chgData name="강호종(HOJONG KANG)[hojong.kang]/책임/제조DX.자동보정.MC자동보정팀" userId="bc22bbe6-6c82-4228-8cf3-ea75f80faae5" providerId="ADAL" clId="{FC9A68D3-D322-4D96-9775-820CEF460315}" dt="2026-09-16T23:45:27.552" v="1207" actId="20577"/>
          <ac:spMkLst>
            <pc:docMk/>
            <pc:sldMk cId="634019489" sldId="321"/>
            <ac:spMk id="34" creationId="{D8B60436-CB69-037E-0252-E096A9F06E49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FC9A68D3-D322-4D96-9775-820CEF460315}" dt="2026-09-15T00:46:46.587" v="142"/>
        <pc:sldMkLst>
          <pc:docMk/>
          <pc:sldMk cId="1971500730" sldId="333"/>
        </pc:sldMkLst>
        <pc:spChg chg="mod">
          <ac:chgData name="강호종(HOJONG KANG)[hojong.kang]/책임/제조DX.자동보정.MC자동보정팀" userId="bc22bbe6-6c82-4228-8cf3-ea75f80faae5" providerId="ADAL" clId="{FC9A68D3-D322-4D96-9775-820CEF460315}" dt="2026-09-15T00:41:42.960" v="4"/>
          <ac:spMkLst>
            <pc:docMk/>
            <pc:sldMk cId="1971500730" sldId="333"/>
            <ac:spMk id="18" creationId="{7EF05392-A902-0609-C73A-057F6C72F700}"/>
          </ac:spMkLst>
        </pc:spChg>
        <pc:spChg chg="mod">
          <ac:chgData name="강호종(HOJONG KANG)[hojong.kang]/책임/제조DX.자동보정.MC자동보정팀" userId="bc22bbe6-6c82-4228-8cf3-ea75f80faae5" providerId="ADAL" clId="{FC9A68D3-D322-4D96-9775-820CEF460315}" dt="2026-09-15T00:46:46.587" v="142"/>
          <ac:spMkLst>
            <pc:docMk/>
            <pc:sldMk cId="1971500730" sldId="333"/>
            <ac:spMk id="19" creationId="{F9171EF0-5806-3F08-4D17-10AB3CA02CFA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FC9A68D3-D322-4D96-9775-820CEF460315}" dt="2026-09-17T01:32:33.525" v="1278" actId="6549"/>
        <pc:sldMkLst>
          <pc:docMk/>
          <pc:sldMk cId="414644102" sldId="352"/>
        </pc:sldMkLst>
        <pc:spChg chg="mod">
          <ac:chgData name="강호종(HOJONG KANG)[hojong.kang]/책임/제조DX.자동보정.MC자동보정팀" userId="bc22bbe6-6c82-4228-8cf3-ea75f80faae5" providerId="ADAL" clId="{FC9A68D3-D322-4D96-9775-820CEF460315}" dt="2026-09-17T01:32:33.525" v="1278" actId="6549"/>
          <ac:spMkLst>
            <pc:docMk/>
            <pc:sldMk cId="414644102" sldId="352"/>
            <ac:spMk id="68" creationId="{4836A17F-0852-F6D6-ECB3-41D77FF212A8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FC9A68D3-D322-4D96-9775-820CEF460315}" dt="2026-09-15T01:06:42.167" v="742"/>
        <pc:sldMkLst>
          <pc:docMk/>
          <pc:sldMk cId="1417770791" sldId="747"/>
        </pc:sldMkLst>
        <pc:spChg chg="mod">
          <ac:chgData name="강호종(HOJONG KANG)[hojong.kang]/책임/제조DX.자동보정.MC자동보정팀" userId="bc22bbe6-6c82-4228-8cf3-ea75f80faae5" providerId="ADAL" clId="{FC9A68D3-D322-4D96-9775-820CEF460315}" dt="2026-09-15T01:06:42.167" v="742"/>
          <ac:spMkLst>
            <pc:docMk/>
            <pc:sldMk cId="1417770791" sldId="747"/>
            <ac:spMk id="5" creationId="{77B34011-1F67-38F5-CDBA-55AA234ECBCD}"/>
          </ac:spMkLst>
        </pc:spChg>
      </pc:sldChg>
    </pc:docChg>
  </pc:docChgLst>
  <pc:docChgLst>
    <pc:chgData name="변승섭(BYUN SEUNGSUB)[ssbyun]/사원/제조DX.자동보정.MC자동보정팀" userId="1b38d4b6-64c3-40fb-bb51-29309b54142d" providerId="ADAL" clId="{CC04105C-6016-4AE2-9C92-9D58ACB5128E}"/>
    <pc:docChg chg="custSel modSld">
      <pc:chgData name="변승섭(BYUN SEUNGSUB)[ssbyun]/사원/제조DX.자동보정.MC자동보정팀" userId="1b38d4b6-64c3-40fb-bb51-29309b54142d" providerId="ADAL" clId="{CC04105C-6016-4AE2-9C92-9D58ACB5128E}" dt="2026-09-09T04:09:03.707" v="11" actId="20577"/>
      <pc:docMkLst>
        <pc:docMk/>
      </pc:docMkLst>
      <pc:sldChg chg="addSp delSp modSp mod">
        <pc:chgData name="변승섭(BYUN SEUNGSUB)[ssbyun]/사원/제조DX.자동보정.MC자동보정팀" userId="1b38d4b6-64c3-40fb-bb51-29309b54142d" providerId="ADAL" clId="{CC04105C-6016-4AE2-9C92-9D58ACB5128E}" dt="2026-09-09T04:08:04.074" v="8"/>
        <pc:sldMkLst>
          <pc:docMk/>
          <pc:sldMk cId="4109008651" sldId="281"/>
        </pc:sldMkLst>
        <pc:spChg chg="mod">
          <ac:chgData name="변승섭(BYUN SEUNGSUB)[ssbyun]/사원/제조DX.자동보정.MC자동보정팀" userId="1b38d4b6-64c3-40fb-bb51-29309b54142d" providerId="ADAL" clId="{CC04105C-6016-4AE2-9C92-9D58ACB5128E}" dt="2026-09-09T04:07:23.950" v="4" actId="20577"/>
          <ac:spMkLst>
            <pc:docMk/>
            <pc:sldMk cId="4109008651" sldId="281"/>
            <ac:spMk id="5" creationId="{5C506958-B6AE-417E-EF6D-BEC3CF0E2900}"/>
          </ac:spMkLst>
        </pc:spChg>
        <pc:spChg chg="mod">
          <ac:chgData name="변승섭(BYUN SEUNGSUB)[ssbyun]/사원/제조DX.자동보정.MC자동보정팀" userId="1b38d4b6-64c3-40fb-bb51-29309b54142d" providerId="ADAL" clId="{CC04105C-6016-4AE2-9C92-9D58ACB5128E}" dt="2026-09-09T04:08:04.074" v="8"/>
          <ac:spMkLst>
            <pc:docMk/>
            <pc:sldMk cId="4109008651" sldId="281"/>
            <ac:spMk id="18" creationId="{FF06F22C-BB34-EAA2-8E9E-F801AEA2E025}"/>
          </ac:spMkLst>
        </pc:spChg>
        <pc:spChg chg="mod">
          <ac:chgData name="변승섭(BYUN SEUNGSUB)[ssbyun]/사원/제조DX.자동보정.MC자동보정팀" userId="1b38d4b6-64c3-40fb-bb51-29309b54142d" providerId="ADAL" clId="{CC04105C-6016-4AE2-9C92-9D58ACB5128E}" dt="2026-09-09T04:07:16.841" v="0"/>
          <ac:spMkLst>
            <pc:docMk/>
            <pc:sldMk cId="4109008651" sldId="281"/>
            <ac:spMk id="233" creationId="{25358567-3F96-30CA-7153-459D41B2BA68}"/>
          </ac:spMkLst>
        </pc:spChg>
        <pc:graphicFrameChg chg="del">
          <ac:chgData name="변승섭(BYUN SEUNGSUB)[ssbyun]/사원/제조DX.자동보정.MC자동보정팀" userId="1b38d4b6-64c3-40fb-bb51-29309b54142d" providerId="ADAL" clId="{CC04105C-6016-4AE2-9C92-9D58ACB5128E}" dt="2026-09-09T04:07:34.959" v="5" actId="478"/>
          <ac:graphicFrameMkLst>
            <pc:docMk/>
            <pc:sldMk cId="4109008651" sldId="281"/>
            <ac:graphicFrameMk id="3" creationId="{27A4E3E1-3597-5385-4E3B-3AA48CBFC2CB}"/>
          </ac:graphicFrameMkLst>
        </pc:graphicFrameChg>
        <pc:graphicFrameChg chg="add mod">
          <ac:chgData name="변승섭(BYUN SEUNGSUB)[ssbyun]/사원/제조DX.자동보정.MC자동보정팀" userId="1b38d4b6-64c3-40fb-bb51-29309b54142d" providerId="ADAL" clId="{CC04105C-6016-4AE2-9C92-9D58ACB5128E}" dt="2026-09-09T04:07:35.515" v="6"/>
          <ac:graphicFrameMkLst>
            <pc:docMk/>
            <pc:sldMk cId="4109008651" sldId="281"/>
            <ac:graphicFrameMk id="4" creationId="{FA6747AC-C9B6-5D1B-011E-E23BA9CF2FE1}"/>
          </ac:graphicFrameMkLst>
        </pc:graphicFrameChg>
      </pc:sldChg>
      <pc:sldChg chg="modSp mod">
        <pc:chgData name="변승섭(BYUN SEUNGSUB)[ssbyun]/사원/제조DX.자동보정.MC자동보정팀" userId="1b38d4b6-64c3-40fb-bb51-29309b54142d" providerId="ADAL" clId="{CC04105C-6016-4AE2-9C92-9D58ACB5128E}" dt="2026-09-09T04:09:03.707" v="11" actId="20577"/>
        <pc:sldMkLst>
          <pc:docMk/>
          <pc:sldMk cId="3231850307" sldId="411"/>
        </pc:sldMkLst>
        <pc:spChg chg="mod">
          <ac:chgData name="변승섭(BYUN SEUNGSUB)[ssbyun]/사원/제조DX.자동보정.MC자동보정팀" userId="1b38d4b6-64c3-40fb-bb51-29309b54142d" providerId="ADAL" clId="{CC04105C-6016-4AE2-9C92-9D58ACB5128E}" dt="2026-09-09T04:09:03.707" v="11" actId="20577"/>
          <ac:spMkLst>
            <pc:docMk/>
            <pc:sldMk cId="3231850307" sldId="411"/>
            <ac:spMk id="7" creationId="{FF9D7A41-7B03-5BE2-F624-3C6CDFE3447D}"/>
          </ac:spMkLst>
        </pc:spChg>
      </pc:sldChg>
    </pc:docChg>
  </pc:docChgLst>
  <pc:docChgLst>
    <pc:chgData name="변승섭(BYUN SEUNGSUB)[ssbyun]/사원/제조DX.자동보정.MC자동보정팀" userId="1b38d4b6-64c3-40fb-bb51-29309b54142d" providerId="ADAL" clId="{34E8ED16-30E4-40CE-A6E4-2BFE25544219}"/>
    <pc:docChg chg="undo custSel modSld">
      <pc:chgData name="변승섭(BYUN SEUNGSUB)[ssbyun]/사원/제조DX.자동보정.MC자동보정팀" userId="1b38d4b6-64c3-40fb-bb51-29309b54142d" providerId="ADAL" clId="{34E8ED16-30E4-40CE-A6E4-2BFE25544219}" dt="2026-09-01T10:17:10.278" v="119" actId="20577"/>
      <pc:docMkLst>
        <pc:docMk/>
      </pc:docMkLst>
      <pc:sldChg chg="addSp delSp modSp mod">
        <pc:chgData name="변승섭(BYUN SEUNGSUB)[ssbyun]/사원/제조DX.자동보정.MC자동보정팀" userId="1b38d4b6-64c3-40fb-bb51-29309b54142d" providerId="ADAL" clId="{34E8ED16-30E4-40CE-A6E4-2BFE25544219}" dt="2026-09-01T10:17:10.278" v="119" actId="20577"/>
        <pc:sldMkLst>
          <pc:docMk/>
          <pc:sldMk cId="4109008651" sldId="281"/>
        </pc:sldMkLst>
        <pc:spChg chg="mod">
          <ac:chgData name="변승섭(BYUN SEUNGSUB)[ssbyun]/사원/제조DX.자동보정.MC자동보정팀" userId="1b38d4b6-64c3-40fb-bb51-29309b54142d" providerId="ADAL" clId="{34E8ED16-30E4-40CE-A6E4-2BFE25544219}" dt="2026-09-01T10:17:10.278" v="119" actId="20577"/>
          <ac:spMkLst>
            <pc:docMk/>
            <pc:sldMk cId="4109008651" sldId="281"/>
            <ac:spMk id="5" creationId="{5C506958-B6AE-417E-EF6D-BEC3CF0E2900}"/>
          </ac:spMkLst>
        </pc:spChg>
        <pc:spChg chg="mod">
          <ac:chgData name="변승섭(BYUN SEUNGSUB)[ssbyun]/사원/제조DX.자동보정.MC자동보정팀" userId="1b38d4b6-64c3-40fb-bb51-29309b54142d" providerId="ADAL" clId="{34E8ED16-30E4-40CE-A6E4-2BFE25544219}" dt="2026-09-01T10:16:46.222" v="109"/>
          <ac:spMkLst>
            <pc:docMk/>
            <pc:sldMk cId="4109008651" sldId="281"/>
            <ac:spMk id="18" creationId="{FF06F22C-BB34-EAA2-8E9E-F801AEA2E025}"/>
          </ac:spMkLst>
        </pc:spChg>
        <pc:graphicFrameChg chg="add mod">
          <ac:chgData name="변승섭(BYUN SEUNGSUB)[ssbyun]/사원/제조DX.자동보정.MC자동보정팀" userId="1b38d4b6-64c3-40fb-bb51-29309b54142d" providerId="ADAL" clId="{34E8ED16-30E4-40CE-A6E4-2BFE25544219}" dt="2026-09-01T10:16:18.731" v="106"/>
          <ac:graphicFrameMkLst>
            <pc:docMk/>
            <pc:sldMk cId="4109008651" sldId="281"/>
            <ac:graphicFrameMk id="3" creationId="{27A4E3E1-3597-5385-4E3B-3AA48CBFC2CB}"/>
          </ac:graphicFrameMkLst>
        </pc:graphicFrameChg>
      </pc:sldChg>
      <pc:sldChg chg="modSp mod">
        <pc:chgData name="변승섭(BYUN SEUNGSUB)[ssbyun]/사원/제조DX.자동보정.MC자동보정팀" userId="1b38d4b6-64c3-40fb-bb51-29309b54142d" providerId="ADAL" clId="{34E8ED16-30E4-40CE-A6E4-2BFE25544219}" dt="2026-09-01T10:15:37.666" v="104" actId="20577"/>
        <pc:sldMkLst>
          <pc:docMk/>
          <pc:sldMk cId="3231850307" sldId="411"/>
        </pc:sldMkLst>
        <pc:spChg chg="mod">
          <ac:chgData name="변승섭(BYUN SEUNGSUB)[ssbyun]/사원/제조DX.자동보정.MC자동보정팀" userId="1b38d4b6-64c3-40fb-bb51-29309b54142d" providerId="ADAL" clId="{34E8ED16-30E4-40CE-A6E4-2BFE25544219}" dt="2026-09-01T10:15:37.666" v="104" actId="20577"/>
          <ac:spMkLst>
            <pc:docMk/>
            <pc:sldMk cId="3231850307" sldId="411"/>
            <ac:spMk id="7" creationId="{FF9D7A41-7B03-5BE2-F624-3C6CDFE3447D}"/>
          </ac:spMkLst>
        </pc:spChg>
      </pc:sldChg>
    </pc:docChg>
  </pc:docChgLst>
  <pc:docChgLst>
    <pc:chgData name="박세용(SEYONG PARK)[seyong89]/책임/제조DX.자동보정.RSND자동보정팀" userId="9a53a9cf-4d05-4e8b-b6f4-51c057f191bb" providerId="ADAL" clId="{488963CC-3BD1-4F12-840B-9B471EB60158}"/>
    <pc:docChg chg="custSel modSld">
      <pc:chgData name="박세용(SEYONG PARK)[seyong89]/책임/제조DX.자동보정.RSND자동보정팀" userId="9a53a9cf-4d05-4e8b-b6f4-51c057f191bb" providerId="ADAL" clId="{488963CC-3BD1-4F12-840B-9B471EB60158}" dt="2026-08-11T05:27:18.660" v="1224" actId="20577"/>
      <pc:docMkLst>
        <pc:docMk/>
      </pc:docMkLst>
      <pc:sldChg chg="modSp mod">
        <pc:chgData name="박세용(SEYONG PARK)[seyong89]/책임/제조DX.자동보정.RSND자동보정팀" userId="9a53a9cf-4d05-4e8b-b6f4-51c057f191bb" providerId="ADAL" clId="{488963CC-3BD1-4F12-840B-9B471EB60158}" dt="2026-08-11T05:27:18.660" v="1224" actId="20577"/>
        <pc:sldMkLst>
          <pc:docMk/>
          <pc:sldMk cId="2459543331" sldId="310"/>
        </pc:sldMkLst>
        <pc:spChg chg="mod">
          <ac:chgData name="박세용(SEYONG PARK)[seyong89]/책임/제조DX.자동보정.RSND자동보정팀" userId="9a53a9cf-4d05-4e8b-b6f4-51c057f191bb" providerId="ADAL" clId="{488963CC-3BD1-4F12-840B-9B471EB60158}" dt="2026-08-11T05:26:47.012" v="1047" actId="20577"/>
          <ac:spMkLst>
            <pc:docMk/>
            <pc:sldMk cId="2459543331" sldId="310"/>
            <ac:spMk id="17" creationId="{DFF829FD-B8D1-4074-06A7-36016FC9492B}"/>
          </ac:spMkLst>
        </pc:spChg>
        <pc:spChg chg="mod">
          <ac:chgData name="박세용(SEYONG PARK)[seyong89]/책임/제조DX.자동보정.RSND자동보정팀" userId="9a53a9cf-4d05-4e8b-b6f4-51c057f191bb" providerId="ADAL" clId="{488963CC-3BD1-4F12-840B-9B471EB60158}" dt="2026-08-11T05:27:18.660" v="1224" actId="20577"/>
          <ac:spMkLst>
            <pc:docMk/>
            <pc:sldMk cId="2459543331" sldId="310"/>
            <ac:spMk id="21" creationId="{DA4F4403-020E-B0F7-038A-FE2D4618C3CA}"/>
          </ac:spMkLst>
        </pc:spChg>
      </pc:sldChg>
      <pc:sldChg chg="addSp modSp mod">
        <pc:chgData name="박세용(SEYONG PARK)[seyong89]/책임/제조DX.자동보정.RSND자동보정팀" userId="9a53a9cf-4d05-4e8b-b6f4-51c057f191bb" providerId="ADAL" clId="{488963CC-3BD1-4F12-840B-9B471EB60158}" dt="2026-08-11T05:26:01.290" v="1031" actId="6549"/>
        <pc:sldMkLst>
          <pc:docMk/>
          <pc:sldMk cId="2043269716" sldId="319"/>
        </pc:sldMkLst>
        <pc:spChg chg="mod">
          <ac:chgData name="박세용(SEYONG PARK)[seyong89]/책임/제조DX.자동보정.RSND자동보정팀" userId="9a53a9cf-4d05-4e8b-b6f4-51c057f191bb" providerId="ADAL" clId="{488963CC-3BD1-4F12-840B-9B471EB60158}" dt="2026-08-11T05:25:51.493" v="1030" actId="20577"/>
          <ac:spMkLst>
            <pc:docMk/>
            <pc:sldMk cId="2043269716" sldId="319"/>
            <ac:spMk id="8" creationId="{4E4C90C9-A019-5679-6ED0-4DA8526529E6}"/>
          </ac:spMkLst>
        </pc:spChg>
        <pc:spChg chg="mod">
          <ac:chgData name="박세용(SEYONG PARK)[seyong89]/책임/제조DX.자동보정.RSND자동보정팀" userId="9a53a9cf-4d05-4e8b-b6f4-51c057f191bb" providerId="ADAL" clId="{488963CC-3BD1-4F12-840B-9B471EB60158}" dt="2026-08-11T04:49:38.207" v="1" actId="20577"/>
          <ac:spMkLst>
            <pc:docMk/>
            <pc:sldMk cId="2043269716" sldId="319"/>
            <ac:spMk id="15" creationId="{465732E6-7EC6-799B-FDD4-0CF99EEE37FF}"/>
          </ac:spMkLst>
        </pc:spChg>
        <pc:spChg chg="mod">
          <ac:chgData name="박세용(SEYONG PARK)[seyong89]/책임/제조DX.자동보정.RSND자동보정팀" userId="9a53a9cf-4d05-4e8b-b6f4-51c057f191bb" providerId="ADAL" clId="{488963CC-3BD1-4F12-840B-9B471EB60158}" dt="2026-08-11T05:26:01.290" v="1031" actId="6549"/>
          <ac:spMkLst>
            <pc:docMk/>
            <pc:sldMk cId="2043269716" sldId="319"/>
            <ac:spMk id="16" creationId="{0A8513CF-8D68-D321-D10C-6D4A43E1A14E}"/>
          </ac:spMkLst>
        </pc:spChg>
      </pc:sldChg>
      <pc:sldChg chg="modSp mod">
        <pc:chgData name="박세용(SEYONG PARK)[seyong89]/책임/제조DX.자동보정.RSND자동보정팀" userId="9a53a9cf-4d05-4e8b-b6f4-51c057f191bb" providerId="ADAL" clId="{488963CC-3BD1-4F12-840B-9B471EB60158}" dt="2026-08-11T05:26:32.589" v="1045" actId="20577"/>
        <pc:sldMkLst>
          <pc:docMk/>
          <pc:sldMk cId="2102800239" sldId="359"/>
        </pc:sldMkLst>
        <pc:spChg chg="mod">
          <ac:chgData name="박세용(SEYONG PARK)[seyong89]/책임/제조DX.자동보정.RSND자동보정팀" userId="9a53a9cf-4d05-4e8b-b6f4-51c057f191bb" providerId="ADAL" clId="{488963CC-3BD1-4F12-840B-9B471EB60158}" dt="2026-08-11T05:26:32.589" v="1045" actId="20577"/>
          <ac:spMkLst>
            <pc:docMk/>
            <pc:sldMk cId="2102800239" sldId="359"/>
            <ac:spMk id="8" creationId="{4E4C90C9-A019-5679-6ED0-4DA8526529E6}"/>
          </ac:spMkLst>
        </pc:spChg>
        <pc:spChg chg="mod">
          <ac:chgData name="박세용(SEYONG PARK)[seyong89]/책임/제조DX.자동보정.RSND자동보정팀" userId="9a53a9cf-4d05-4e8b-b6f4-51c057f191bb" providerId="ADAL" clId="{488963CC-3BD1-4F12-840B-9B471EB60158}" dt="2026-08-11T04:52:56.668" v="544" actId="20577"/>
          <ac:spMkLst>
            <pc:docMk/>
            <pc:sldMk cId="2102800239" sldId="359"/>
            <ac:spMk id="15" creationId="{465732E6-7EC6-799B-FDD4-0CF99EEE37FF}"/>
          </ac:spMkLst>
        </pc:spChg>
        <pc:spChg chg="mod">
          <ac:chgData name="박세용(SEYONG PARK)[seyong89]/책임/제조DX.자동보정.RSND자동보정팀" userId="9a53a9cf-4d05-4e8b-b6f4-51c057f191bb" providerId="ADAL" clId="{488963CC-3BD1-4F12-840B-9B471EB60158}" dt="2026-08-11T04:52:53.297" v="542" actId="20577"/>
          <ac:spMkLst>
            <pc:docMk/>
            <pc:sldMk cId="2102800239" sldId="359"/>
            <ac:spMk id="16" creationId="{0A8513CF-8D68-D321-D10C-6D4A43E1A14E}"/>
          </ac:spMkLst>
        </pc:spChg>
      </pc:sldChg>
    </pc:docChg>
  </pc:docChgLst>
  <pc:docChgLst>
    <pc:chgData name="김치완(CHIWAN KIM)[kimchiwan04]/책임/제조DX.자동보정.RSND자동보정팀" userId="022829bc-3ea1-441b-b8a3-451705c4a94d" providerId="ADAL" clId="{1C68F3DA-1CC2-4BBC-BEFD-6C0C2A5F1695}"/>
    <pc:docChg chg="custSel modSld">
      <pc:chgData name="김치완(CHIWAN KIM)[kimchiwan04]/책임/제조DX.자동보정.RSND자동보정팀" userId="022829bc-3ea1-441b-b8a3-451705c4a94d" providerId="ADAL" clId="{1C68F3DA-1CC2-4BBC-BEFD-6C0C2A5F1695}" dt="2026-08-25T08:44:02.148" v="107" actId="207"/>
      <pc:docMkLst>
        <pc:docMk/>
      </pc:docMkLst>
      <pc:sldChg chg="modSp mod">
        <pc:chgData name="김치완(CHIWAN KIM)[kimchiwan04]/책임/제조DX.자동보정.RSND자동보정팀" userId="022829bc-3ea1-441b-b8a3-451705c4a94d" providerId="ADAL" clId="{1C68F3DA-1CC2-4BBC-BEFD-6C0C2A5F1695}" dt="2026-08-25T08:40:00.917" v="3"/>
        <pc:sldMkLst>
          <pc:docMk/>
          <pc:sldMk cId="316323796" sldId="402"/>
        </pc:sldMkLst>
        <pc:spChg chg="mod">
          <ac:chgData name="김치완(CHIWAN KIM)[kimchiwan04]/책임/제조DX.자동보정.RSND자동보정팀" userId="022829bc-3ea1-441b-b8a3-451705c4a94d" providerId="ADAL" clId="{1C68F3DA-1CC2-4BBC-BEFD-6C0C2A5F1695}" dt="2026-08-25T08:40:00.917" v="3"/>
          <ac:spMkLst>
            <pc:docMk/>
            <pc:sldMk cId="316323796" sldId="402"/>
            <ac:spMk id="157" creationId="{9B28912B-4347-A792-5175-7BF8A11A195B}"/>
          </ac:spMkLst>
        </pc:spChg>
      </pc:sldChg>
      <pc:sldChg chg="modSp mod">
        <pc:chgData name="김치완(CHIWAN KIM)[kimchiwan04]/책임/제조DX.자동보정.RSND자동보정팀" userId="022829bc-3ea1-441b-b8a3-451705c4a94d" providerId="ADAL" clId="{1C68F3DA-1CC2-4BBC-BEFD-6C0C2A5F1695}" dt="2026-08-25T08:34:25.777" v="1"/>
        <pc:sldMkLst>
          <pc:docMk/>
          <pc:sldMk cId="3929383520" sldId="407"/>
        </pc:sldMkLst>
        <pc:spChg chg="mod">
          <ac:chgData name="김치완(CHIWAN KIM)[kimchiwan04]/책임/제조DX.자동보정.RSND자동보정팀" userId="022829bc-3ea1-441b-b8a3-451705c4a94d" providerId="ADAL" clId="{1C68F3DA-1CC2-4BBC-BEFD-6C0C2A5F1695}" dt="2026-08-25T08:34:25.777" v="1"/>
          <ac:spMkLst>
            <pc:docMk/>
            <pc:sldMk cId="3929383520" sldId="407"/>
            <ac:spMk id="7" creationId="{5F6DCF5A-C812-C79A-3E4D-3B5DB39B7269}"/>
          </ac:spMkLst>
        </pc:spChg>
        <pc:spChg chg="mod">
          <ac:chgData name="김치완(CHIWAN KIM)[kimchiwan04]/책임/제조DX.자동보정.RSND자동보정팀" userId="022829bc-3ea1-441b-b8a3-451705c4a94d" providerId="ADAL" clId="{1C68F3DA-1CC2-4BBC-BEFD-6C0C2A5F1695}" dt="2026-08-25T08:34:19.759" v="0" actId="207"/>
          <ac:spMkLst>
            <pc:docMk/>
            <pc:sldMk cId="3929383520" sldId="407"/>
            <ac:spMk id="8" creationId="{4E4C90C9-A019-5679-6ED0-4DA8526529E6}"/>
          </ac:spMkLst>
        </pc:spChg>
      </pc:sldChg>
      <pc:sldChg chg="modSp mod">
        <pc:chgData name="김치완(CHIWAN KIM)[kimchiwan04]/책임/제조DX.자동보정.RSND자동보정팀" userId="022829bc-3ea1-441b-b8a3-451705c4a94d" providerId="ADAL" clId="{1C68F3DA-1CC2-4BBC-BEFD-6C0C2A5F1695}" dt="2026-08-25T08:44:02.148" v="107" actId="207"/>
        <pc:sldMkLst>
          <pc:docMk/>
          <pc:sldMk cId="556584264" sldId="440"/>
        </pc:sldMkLst>
        <pc:spChg chg="mod">
          <ac:chgData name="김치완(CHIWAN KIM)[kimchiwan04]/책임/제조DX.자동보정.RSND자동보정팀" userId="022829bc-3ea1-441b-b8a3-451705c4a94d" providerId="ADAL" clId="{1C68F3DA-1CC2-4BBC-BEFD-6C0C2A5F1695}" dt="2026-08-25T08:34:30.847" v="2"/>
          <ac:spMkLst>
            <pc:docMk/>
            <pc:sldMk cId="556584264" sldId="440"/>
            <ac:spMk id="7" creationId="{5F6DCF5A-C812-C79A-3E4D-3B5DB39B7269}"/>
          </ac:spMkLst>
        </pc:spChg>
        <pc:graphicFrameChg chg="mod modGraphic">
          <ac:chgData name="김치완(CHIWAN KIM)[kimchiwan04]/책임/제조DX.자동보정.RSND자동보정팀" userId="022829bc-3ea1-441b-b8a3-451705c4a94d" providerId="ADAL" clId="{1C68F3DA-1CC2-4BBC-BEFD-6C0C2A5F1695}" dt="2026-08-25T08:44:02.148" v="107" actId="207"/>
          <ac:graphicFrameMkLst>
            <pc:docMk/>
            <pc:sldMk cId="556584264" sldId="440"/>
            <ac:graphicFrameMk id="12" creationId="{B9F3B7CC-1945-8DF7-D0AA-7E8D3ABF1C7B}"/>
          </ac:graphicFrameMkLst>
        </pc:graphicFrameChg>
      </pc:sldChg>
    </pc:docChg>
  </pc:docChgLst>
  <pc:docChgLst>
    <pc:chgData name="최가을(GAEUL CHOI)[gaeul_choi]/선임/제조DX.자동보정.MC자동보정팀" userId="S::gaeul_choi@lgensol.com::530680f4-fbc6-468a-9c4b-7cc53ec80c4a" providerId="AD" clId="Web-{262EA4C0-B285-9522-F086-A2089C17FACC}"/>
    <pc:docChg chg="modSld">
      <pc:chgData name="최가을(GAEUL CHOI)[gaeul_choi]/선임/제조DX.자동보정.MC자동보정팀" userId="S::gaeul_choi@lgensol.com::530680f4-fbc6-468a-9c4b-7cc53ec80c4a" providerId="AD" clId="Web-{262EA4C0-B285-9522-F086-A2089C17FACC}" dt="2026-08-11T23:28:30.011" v="38" actId="20577"/>
      <pc:docMkLst>
        <pc:docMk/>
      </pc:docMkLst>
      <pc:sldChg chg="modSp">
        <pc:chgData name="최가을(GAEUL CHOI)[gaeul_choi]/선임/제조DX.자동보정.MC자동보정팀" userId="S::gaeul_choi@lgensol.com::530680f4-fbc6-468a-9c4b-7cc53ec80c4a" providerId="AD" clId="Web-{262EA4C0-B285-9522-F086-A2089C17FACC}" dt="2026-08-11T23:27:06.289" v="20" actId="20577"/>
        <pc:sldMkLst>
          <pc:docMk/>
          <pc:sldMk cId="3970612940" sldId="329"/>
        </pc:sldMkLst>
        <pc:spChg chg="mod">
          <ac:chgData name="최가을(GAEUL CHOI)[gaeul_choi]/선임/제조DX.자동보정.MC자동보정팀" userId="S::gaeul_choi@lgensol.com::530680f4-fbc6-468a-9c4b-7cc53ec80c4a" providerId="AD" clId="Web-{262EA4C0-B285-9522-F086-A2089C17FACC}" dt="2026-08-11T23:27:06.289" v="20" actId="20577"/>
          <ac:spMkLst>
            <pc:docMk/>
            <pc:sldMk cId="3970612940" sldId="329"/>
            <ac:spMk id="10" creationId="{D0D0E927-B543-AC32-EC3A-82EF783FD995}"/>
          </ac:spMkLst>
        </pc:spChg>
      </pc:sldChg>
      <pc:sldChg chg="modSp">
        <pc:chgData name="최가을(GAEUL CHOI)[gaeul_choi]/선임/제조DX.자동보정.MC자동보정팀" userId="S::gaeul_choi@lgensol.com::530680f4-fbc6-468a-9c4b-7cc53ec80c4a" providerId="AD" clId="Web-{262EA4C0-B285-9522-F086-A2089C17FACC}" dt="2026-08-11T23:27:26.165" v="26" actId="20577"/>
        <pc:sldMkLst>
          <pc:docMk/>
          <pc:sldMk cId="1417770791" sldId="747"/>
        </pc:sldMkLst>
        <pc:spChg chg="mod">
          <ac:chgData name="최가을(GAEUL CHOI)[gaeul_choi]/선임/제조DX.자동보정.MC자동보정팀" userId="S::gaeul_choi@lgensol.com::530680f4-fbc6-468a-9c4b-7cc53ec80c4a" providerId="AD" clId="Web-{262EA4C0-B285-9522-F086-A2089C17FACC}" dt="2026-08-11T23:27:26.165" v="26" actId="20577"/>
          <ac:spMkLst>
            <pc:docMk/>
            <pc:sldMk cId="1417770791" sldId="747"/>
            <ac:spMk id="5" creationId="{77B34011-1F67-38F5-CDBA-55AA234ECBCD}"/>
          </ac:spMkLst>
        </pc:spChg>
      </pc:sldChg>
    </pc:docChg>
  </pc:docChgLst>
  <pc:docChgLst>
    <pc:chgData name="박세용(SEYONG PARK)[seyong89]/책임/제조DX.자동보정.RSND자동보정팀" userId="9a53a9cf-4d05-4e8b-b6f4-51c057f191bb" providerId="ADAL" clId="{7EB473FA-5405-495C-8A2E-7D60435E579F}"/>
    <pc:docChg chg="modSld">
      <pc:chgData name="박세용(SEYONG PARK)[seyong89]/책임/제조DX.자동보정.RSND자동보정팀" userId="9a53a9cf-4d05-4e8b-b6f4-51c057f191bb" providerId="ADAL" clId="{7EB473FA-5405-495C-8A2E-7D60435E579F}" dt="2026-09-08T23:49:57.065" v="407"/>
      <pc:docMkLst>
        <pc:docMk/>
      </pc:docMkLst>
      <pc:sldChg chg="modSp mod">
        <pc:chgData name="박세용(SEYONG PARK)[seyong89]/책임/제조DX.자동보정.RSND자동보정팀" userId="9a53a9cf-4d05-4e8b-b6f4-51c057f191bb" providerId="ADAL" clId="{7EB473FA-5405-495C-8A2E-7D60435E579F}" dt="2026-09-08T23:47:52.310" v="140"/>
        <pc:sldMkLst>
          <pc:docMk/>
          <pc:sldMk cId="3355297601" sldId="278"/>
        </pc:sldMkLst>
        <pc:spChg chg="mod">
          <ac:chgData name="박세용(SEYONG PARK)[seyong89]/책임/제조DX.자동보정.RSND자동보정팀" userId="9a53a9cf-4d05-4e8b-b6f4-51c057f191bb" providerId="ADAL" clId="{7EB473FA-5405-495C-8A2E-7D60435E579F}" dt="2026-09-08T23:46:52.505" v="0" actId="20577"/>
          <ac:spMkLst>
            <pc:docMk/>
            <pc:sldMk cId="3355297601" sldId="278"/>
            <ac:spMk id="7" creationId="{5F6DCF5A-C812-C79A-3E4D-3B5DB39B7269}"/>
          </ac:spMkLst>
        </pc:spChg>
        <pc:spChg chg="mod">
          <ac:chgData name="박세용(SEYONG PARK)[seyong89]/책임/제조DX.자동보정.RSND자동보정팀" userId="9a53a9cf-4d05-4e8b-b6f4-51c057f191bb" providerId="ADAL" clId="{7EB473FA-5405-495C-8A2E-7D60435E579F}" dt="2026-09-08T23:47:52.310" v="140"/>
          <ac:spMkLst>
            <pc:docMk/>
            <pc:sldMk cId="3355297601" sldId="278"/>
            <ac:spMk id="11" creationId="{CDAB89A0-783A-622B-2C7A-981A15B770D8}"/>
          </ac:spMkLst>
        </pc:spChg>
      </pc:sldChg>
      <pc:sldChg chg="modSp mod">
        <pc:chgData name="박세용(SEYONG PARK)[seyong89]/책임/제조DX.자동보정.RSND자동보정팀" userId="9a53a9cf-4d05-4e8b-b6f4-51c057f191bb" providerId="ADAL" clId="{7EB473FA-5405-495C-8A2E-7D60435E579F}" dt="2026-09-08T23:48:49.231" v="141" actId="20577"/>
        <pc:sldMkLst>
          <pc:docMk/>
          <pc:sldMk cId="3173926166" sldId="297"/>
        </pc:sldMkLst>
        <pc:spChg chg="mod">
          <ac:chgData name="박세용(SEYONG PARK)[seyong89]/책임/제조DX.자동보정.RSND자동보정팀" userId="9a53a9cf-4d05-4e8b-b6f4-51c057f191bb" providerId="ADAL" clId="{7EB473FA-5405-495C-8A2E-7D60435E579F}" dt="2026-09-08T23:48:49.231" v="141" actId="20577"/>
          <ac:spMkLst>
            <pc:docMk/>
            <pc:sldMk cId="3173926166" sldId="297"/>
            <ac:spMk id="17" creationId="{DFF829FD-B8D1-4074-06A7-36016FC9492B}"/>
          </ac:spMkLst>
        </pc:spChg>
      </pc:sldChg>
      <pc:sldChg chg="modSp mod">
        <pc:chgData name="박세용(SEYONG PARK)[seyong89]/책임/제조DX.자동보정.RSND자동보정팀" userId="9a53a9cf-4d05-4e8b-b6f4-51c057f191bb" providerId="ADAL" clId="{7EB473FA-5405-495C-8A2E-7D60435E579F}" dt="2026-09-08T23:49:57.065" v="407"/>
        <pc:sldMkLst>
          <pc:docMk/>
          <pc:sldMk cId="2459543331" sldId="310"/>
        </pc:sldMkLst>
        <pc:spChg chg="mod">
          <ac:chgData name="박세용(SEYONG PARK)[seyong89]/책임/제조DX.자동보정.RSND자동보정팀" userId="9a53a9cf-4d05-4e8b-b6f4-51c057f191bb" providerId="ADAL" clId="{7EB473FA-5405-495C-8A2E-7D60435E579F}" dt="2026-09-08T23:49:08.445" v="142" actId="20577"/>
          <ac:spMkLst>
            <pc:docMk/>
            <pc:sldMk cId="2459543331" sldId="310"/>
            <ac:spMk id="17" creationId="{DFF829FD-B8D1-4074-06A7-36016FC9492B}"/>
          </ac:spMkLst>
        </pc:spChg>
        <pc:spChg chg="mod">
          <ac:chgData name="박세용(SEYONG PARK)[seyong89]/책임/제조DX.자동보정.RSND자동보정팀" userId="9a53a9cf-4d05-4e8b-b6f4-51c057f191bb" providerId="ADAL" clId="{7EB473FA-5405-495C-8A2E-7D60435E579F}" dt="2026-09-08T23:49:57.065" v="407"/>
          <ac:spMkLst>
            <pc:docMk/>
            <pc:sldMk cId="2459543331" sldId="310"/>
            <ac:spMk id="21" creationId="{DA4F4403-020E-B0F7-038A-FE2D4618C3CA}"/>
          </ac:spMkLst>
        </pc:spChg>
      </pc:sldChg>
    </pc:docChg>
  </pc:docChgLst>
  <pc:docChgLst>
    <pc:chgData name="이기홍(GEEHONG LEE)[gihong]/선임/제조DX.자동보정.조립자동보정팀" userId="7eb4d326-2995-407e-9ec7-bafd98231306" providerId="ADAL" clId="{B29E617A-948C-46E1-B0D2-FF838A54B4B3}"/>
    <pc:docChg chg="undo custSel modSld">
      <pc:chgData name="이기홍(GEEHONG LEE)[gihong]/선임/제조DX.자동보정.조립자동보정팀" userId="7eb4d326-2995-407e-9ec7-bafd98231306" providerId="ADAL" clId="{B29E617A-948C-46E1-B0D2-FF838A54B4B3}" dt="2026-09-22T07:19:13.087" v="2078"/>
      <pc:docMkLst>
        <pc:docMk/>
      </pc:docMkLst>
      <pc:sldChg chg="modSp mod">
        <pc:chgData name="이기홍(GEEHONG LEE)[gihong]/선임/제조DX.자동보정.조립자동보정팀" userId="7eb4d326-2995-407e-9ec7-bafd98231306" providerId="ADAL" clId="{B29E617A-948C-46E1-B0D2-FF838A54B4B3}" dt="2026-09-22T06:58:32.486" v="1610" actId="20577"/>
        <pc:sldMkLst>
          <pc:docMk/>
          <pc:sldMk cId="3009852263" sldId="257"/>
        </pc:sldMkLst>
        <pc:spChg chg="mod">
          <ac:chgData name="이기홍(GEEHONG LEE)[gihong]/선임/제조DX.자동보정.조립자동보정팀" userId="7eb4d326-2995-407e-9ec7-bafd98231306" providerId="ADAL" clId="{B29E617A-948C-46E1-B0D2-FF838A54B4B3}" dt="2026-09-22T06:58:32.486" v="1610" actId="20577"/>
          <ac:spMkLst>
            <pc:docMk/>
            <pc:sldMk cId="3009852263" sldId="257"/>
            <ac:spMk id="58" creationId="{1A14E2F3-1D19-45A5-DC7A-6661315C09C3}"/>
          </ac:spMkLst>
        </pc:spChg>
        <pc:spChg chg="mod">
          <ac:chgData name="이기홍(GEEHONG LEE)[gihong]/선임/제조DX.자동보정.조립자동보정팀" userId="7eb4d326-2995-407e-9ec7-bafd98231306" providerId="ADAL" clId="{B29E617A-948C-46E1-B0D2-FF838A54B4B3}" dt="2026-09-22T06:58:28.206" v="1604"/>
          <ac:spMkLst>
            <pc:docMk/>
            <pc:sldMk cId="3009852263" sldId="257"/>
            <ac:spMk id="62" creationId="{67087FE9-D3B8-3B61-8994-10F831D7EDD4}"/>
          </ac:spMkLst>
        </pc:spChg>
      </pc:sldChg>
      <pc:sldChg chg="modSp mod">
        <pc:chgData name="이기홍(GEEHONG LEE)[gihong]/선임/제조DX.자동보정.조립자동보정팀" userId="7eb4d326-2995-407e-9ec7-bafd98231306" providerId="ADAL" clId="{B29E617A-948C-46E1-B0D2-FF838A54B4B3}" dt="2026-09-22T07:19:13.087" v="2078"/>
        <pc:sldMkLst>
          <pc:docMk/>
          <pc:sldMk cId="2571904315" sldId="290"/>
        </pc:sldMkLst>
        <pc:spChg chg="mod">
          <ac:chgData name="이기홍(GEEHONG LEE)[gihong]/선임/제조DX.자동보정.조립자동보정팀" userId="7eb4d326-2995-407e-9ec7-bafd98231306" providerId="ADAL" clId="{B29E617A-948C-46E1-B0D2-FF838A54B4B3}" dt="2026-09-22T07:15:58.547" v="1624" actId="20577"/>
          <ac:spMkLst>
            <pc:docMk/>
            <pc:sldMk cId="2571904315" sldId="290"/>
            <ac:spMk id="58" creationId="{1A14E2F3-1D19-45A5-DC7A-6661315C09C3}"/>
          </ac:spMkLst>
        </pc:spChg>
        <pc:spChg chg="mod">
          <ac:chgData name="이기홍(GEEHONG LEE)[gihong]/선임/제조DX.자동보정.조립자동보정팀" userId="7eb4d326-2995-407e-9ec7-bafd98231306" providerId="ADAL" clId="{B29E617A-948C-46E1-B0D2-FF838A54B4B3}" dt="2026-09-22T07:19:13.087" v="2078"/>
          <ac:spMkLst>
            <pc:docMk/>
            <pc:sldMk cId="2571904315" sldId="290"/>
            <ac:spMk id="59" creationId="{3EF71191-E2B1-E9EB-309A-60849C6D06F8}"/>
          </ac:spMkLst>
        </pc:spChg>
        <pc:spChg chg="mod">
          <ac:chgData name="이기홍(GEEHONG LEE)[gihong]/선임/제조DX.자동보정.조립자동보정팀" userId="7eb4d326-2995-407e-9ec7-bafd98231306" providerId="ADAL" clId="{B29E617A-948C-46E1-B0D2-FF838A54B4B3}" dt="2026-09-22T07:18:13.854" v="2054" actId="20577"/>
          <ac:spMkLst>
            <pc:docMk/>
            <pc:sldMk cId="2571904315" sldId="290"/>
            <ac:spMk id="62" creationId="{67087FE9-D3B8-3B61-8994-10F831D7EDD4}"/>
          </ac:spMkLst>
        </pc:spChg>
      </pc:sldChg>
      <pc:sldChg chg="modSp mod">
        <pc:chgData name="이기홍(GEEHONG LEE)[gihong]/선임/제조DX.자동보정.조립자동보정팀" userId="7eb4d326-2995-407e-9ec7-bafd98231306" providerId="ADAL" clId="{B29E617A-948C-46E1-B0D2-FF838A54B4B3}" dt="2026-09-22T06:59:19.036" v="1618" actId="1076"/>
        <pc:sldMkLst>
          <pc:docMk/>
          <pc:sldMk cId="678299215" sldId="346"/>
        </pc:sldMkLst>
        <pc:spChg chg="mod">
          <ac:chgData name="이기홍(GEEHONG LEE)[gihong]/선임/제조DX.자동보정.조립자동보정팀" userId="7eb4d326-2995-407e-9ec7-bafd98231306" providerId="ADAL" clId="{B29E617A-948C-46E1-B0D2-FF838A54B4B3}" dt="2026-09-22T06:58:37.255" v="1616" actId="20577"/>
          <ac:spMkLst>
            <pc:docMk/>
            <pc:sldMk cId="678299215" sldId="346"/>
            <ac:spMk id="58" creationId="{1A14E2F3-1D19-45A5-DC7A-6661315C09C3}"/>
          </ac:spMkLst>
        </pc:spChg>
        <pc:spChg chg="mod">
          <ac:chgData name="이기홍(GEEHONG LEE)[gihong]/선임/제조DX.자동보정.조립자동보정팀" userId="7eb4d326-2995-407e-9ec7-bafd98231306" providerId="ADAL" clId="{B29E617A-948C-46E1-B0D2-FF838A54B4B3}" dt="2026-09-22T06:58:25.071" v="1603"/>
          <ac:spMkLst>
            <pc:docMk/>
            <pc:sldMk cId="678299215" sldId="346"/>
            <ac:spMk id="62" creationId="{67087FE9-D3B8-3B61-8994-10F831D7EDD4}"/>
          </ac:spMkLst>
        </pc:spChg>
        <pc:picChg chg="mod">
          <ac:chgData name="이기홍(GEEHONG LEE)[gihong]/선임/제조DX.자동보정.조립자동보정팀" userId="7eb4d326-2995-407e-9ec7-bafd98231306" providerId="ADAL" clId="{B29E617A-948C-46E1-B0D2-FF838A54B4B3}" dt="2026-09-22T06:59:19.036" v="1618" actId="1076"/>
          <ac:picMkLst>
            <pc:docMk/>
            <pc:sldMk cId="678299215" sldId="346"/>
            <ac:picMk id="2" creationId="{7B2F6321-DC7D-F6AC-04D3-BCD9B88A4F6C}"/>
          </ac:picMkLst>
        </pc:picChg>
      </pc:sldChg>
      <pc:sldChg chg="modSp mod">
        <pc:chgData name="이기홍(GEEHONG LEE)[gihong]/선임/제조DX.자동보정.조립자동보정팀" userId="7eb4d326-2995-407e-9ec7-bafd98231306" providerId="ADAL" clId="{B29E617A-948C-46E1-B0D2-FF838A54B4B3}" dt="2026-09-22T06:58:18.304" v="1602"/>
        <pc:sldMkLst>
          <pc:docMk/>
          <pc:sldMk cId="3978769968" sldId="357"/>
        </pc:sldMkLst>
        <pc:spChg chg="mod">
          <ac:chgData name="이기홍(GEEHONG LEE)[gihong]/선임/제조DX.자동보정.조립자동보정팀" userId="7eb4d326-2995-407e-9ec7-bafd98231306" providerId="ADAL" clId="{B29E617A-948C-46E1-B0D2-FF838A54B4B3}" dt="2026-09-22T06:58:18.304" v="1602"/>
          <ac:spMkLst>
            <pc:docMk/>
            <pc:sldMk cId="3978769968" sldId="357"/>
            <ac:spMk id="10" creationId="{E8C1EBAE-B0E8-E451-1E13-5D832E027262}"/>
          </ac:spMkLst>
        </pc:spChg>
        <pc:spChg chg="mod">
          <ac:chgData name="이기홍(GEEHONG LEE)[gihong]/선임/제조DX.자동보정.조립자동보정팀" userId="7eb4d326-2995-407e-9ec7-bafd98231306" providerId="ADAL" clId="{B29E617A-948C-46E1-B0D2-FF838A54B4B3}" dt="2026-09-22T06:57:57.328" v="1581" actId="20577"/>
          <ac:spMkLst>
            <pc:docMk/>
            <pc:sldMk cId="3978769968" sldId="357"/>
            <ac:spMk id="58" creationId="{1A14E2F3-1D19-45A5-DC7A-6661315C09C3}"/>
          </ac:spMkLst>
        </pc:spChg>
        <pc:spChg chg="mod">
          <ac:chgData name="이기홍(GEEHONG LEE)[gihong]/선임/제조DX.자동보정.조립자동보정팀" userId="7eb4d326-2995-407e-9ec7-bafd98231306" providerId="ADAL" clId="{B29E617A-948C-46E1-B0D2-FF838A54B4B3}" dt="2026-09-22T06:57:44.863" v="1575" actId="6549"/>
          <ac:spMkLst>
            <pc:docMk/>
            <pc:sldMk cId="3978769968" sldId="357"/>
            <ac:spMk id="62" creationId="{67087FE9-D3B8-3B61-8994-10F831D7EDD4}"/>
          </ac:spMkLst>
        </pc:spChg>
      </pc:sldChg>
    </pc:docChg>
  </pc:docChgLst>
  <pc:docChgLst>
    <pc:chgData name="윤숙영(SUK YEONG YUN)[yoonsy]/책임/제조DX.자동보정.MC자동보정팀" userId="60ce3903-3136-4d02-9370-523fa04b0d65" providerId="ADAL" clId="{0DE97797-BAED-445E-9810-893DA5001C4F}"/>
    <pc:docChg chg="undo custSel addSld delSld modSld sldOrd modSection">
      <pc:chgData name="윤숙영(SUK YEONG YUN)[yoonsy]/책임/제조DX.자동보정.MC자동보정팀" userId="60ce3903-3136-4d02-9370-523fa04b0d65" providerId="ADAL" clId="{0DE97797-BAED-445E-9810-893DA5001C4F}" dt="2026-08-09T00:27:04.280" v="3834"/>
      <pc:docMkLst>
        <pc:docMk/>
      </pc:docMkLst>
      <pc:sldChg chg="modSp mod">
        <pc:chgData name="윤숙영(SUK YEONG YUN)[yoonsy]/책임/제조DX.자동보정.MC자동보정팀" userId="60ce3903-3136-4d02-9370-523fa04b0d65" providerId="ADAL" clId="{0DE97797-BAED-445E-9810-893DA5001C4F}" dt="2026-08-09T00:27:04.280" v="3834"/>
        <pc:sldMkLst>
          <pc:docMk/>
          <pc:sldMk cId="1343670778" sldId="338"/>
        </pc:sldMkLst>
        <pc:spChg chg="mod">
          <ac:chgData name="윤숙영(SUK YEONG YUN)[yoonsy]/책임/제조DX.자동보정.MC자동보정팀" userId="60ce3903-3136-4d02-9370-523fa04b0d65" providerId="ADAL" clId="{0DE97797-BAED-445E-9810-893DA5001C4F}" dt="2026-08-09T00:27:04.280" v="3834"/>
          <ac:spMkLst>
            <pc:docMk/>
            <pc:sldMk cId="1343670778" sldId="338"/>
            <ac:spMk id="12" creationId="{B8BC4FB0-8AB7-F229-346D-7B499053C5A2}"/>
          </ac:spMkLst>
        </pc:spChg>
      </pc:sldChg>
    </pc:docChg>
  </pc:docChgLst>
  <pc:docChgLst>
    <pc:chgData name="김치완(CHIWAN KIM)[kimchiwan04]/책임/제조DX.자동보정.RSND자동보정팀" userId="022829bc-3ea1-441b-b8a3-451705c4a94d" providerId="ADAL" clId="{184164A3-6B1A-46AC-B7FD-BB74DE9A7830}"/>
    <pc:docChg chg="undo custSel modSld">
      <pc:chgData name="김치완(CHIWAN KIM)[kimchiwan04]/책임/제조DX.자동보정.RSND자동보정팀" userId="022829bc-3ea1-441b-b8a3-451705c4a94d" providerId="ADAL" clId="{184164A3-6B1A-46AC-B7FD-BB74DE9A7830}" dt="2026-08-12T05:25:26.930" v="1154" actId="207"/>
      <pc:docMkLst>
        <pc:docMk/>
      </pc:docMkLst>
      <pc:sldChg chg="addSp modSp mod">
        <pc:chgData name="김치완(CHIWAN KIM)[kimchiwan04]/책임/제조DX.자동보정.RSND자동보정팀" userId="022829bc-3ea1-441b-b8a3-451705c4a94d" providerId="ADAL" clId="{184164A3-6B1A-46AC-B7FD-BB74DE9A7830}" dt="2026-08-11T08:56:59.618" v="1153" actId="20577"/>
        <pc:sldMkLst>
          <pc:docMk/>
          <pc:sldMk cId="316323796" sldId="402"/>
        </pc:sldMkLst>
        <pc:spChg chg="mod">
          <ac:chgData name="김치완(CHIWAN KIM)[kimchiwan04]/책임/제조DX.자동보정.RSND자동보정팀" userId="022829bc-3ea1-441b-b8a3-451705c4a94d" providerId="ADAL" clId="{184164A3-6B1A-46AC-B7FD-BB74DE9A7830}" dt="2026-08-11T08:56:59.618" v="1153" actId="20577"/>
          <ac:spMkLst>
            <pc:docMk/>
            <pc:sldMk cId="316323796" sldId="402"/>
            <ac:spMk id="139" creationId="{4001A99D-100E-C902-97DE-C29D4F766E97}"/>
          </ac:spMkLst>
        </pc:spChg>
        <pc:spChg chg="mod">
          <ac:chgData name="김치완(CHIWAN KIM)[kimchiwan04]/책임/제조DX.자동보정.RSND자동보정팀" userId="022829bc-3ea1-441b-b8a3-451705c4a94d" providerId="ADAL" clId="{184164A3-6B1A-46AC-B7FD-BB74DE9A7830}" dt="2026-08-11T08:35:39.156" v="1150"/>
          <ac:spMkLst>
            <pc:docMk/>
            <pc:sldMk cId="316323796" sldId="402"/>
            <ac:spMk id="157" creationId="{9B28912B-4347-A792-5175-7BF8A11A195B}"/>
          </ac:spMkLst>
        </pc:spChg>
      </pc:sldChg>
      <pc:sldChg chg="modSp mod">
        <pc:chgData name="김치완(CHIWAN KIM)[kimchiwan04]/책임/제조DX.자동보정.RSND자동보정팀" userId="022829bc-3ea1-441b-b8a3-451705c4a94d" providerId="ADAL" clId="{184164A3-6B1A-46AC-B7FD-BB74DE9A7830}" dt="2026-08-11T08:25:53.833" v="863" actId="207"/>
        <pc:sldMkLst>
          <pc:docMk/>
          <pc:sldMk cId="3929383520" sldId="407"/>
        </pc:sldMkLst>
        <pc:spChg chg="mod">
          <ac:chgData name="김치완(CHIWAN KIM)[kimchiwan04]/책임/제조DX.자동보정.RSND자동보정팀" userId="022829bc-3ea1-441b-b8a3-451705c4a94d" providerId="ADAL" clId="{184164A3-6B1A-46AC-B7FD-BB74DE9A7830}" dt="2026-08-11T08:19:15.557" v="0"/>
          <ac:spMkLst>
            <pc:docMk/>
            <pc:sldMk cId="3929383520" sldId="407"/>
            <ac:spMk id="7" creationId="{5F6DCF5A-C812-C79A-3E4D-3B5DB39B7269}"/>
          </ac:spMkLst>
        </pc:spChg>
        <pc:spChg chg="mod">
          <ac:chgData name="김치완(CHIWAN KIM)[kimchiwan04]/책임/제조DX.자동보정.RSND자동보정팀" userId="022829bc-3ea1-441b-b8a3-451705c4a94d" providerId="ADAL" clId="{184164A3-6B1A-46AC-B7FD-BB74DE9A7830}" dt="2026-08-11T08:25:53.833" v="863" actId="207"/>
          <ac:spMkLst>
            <pc:docMk/>
            <pc:sldMk cId="3929383520" sldId="407"/>
            <ac:spMk id="8" creationId="{4E4C90C9-A019-5679-6ED0-4DA8526529E6}"/>
          </ac:spMkLst>
        </pc:spChg>
      </pc:sldChg>
      <pc:sldChg chg="modSp mod">
        <pc:chgData name="김치완(CHIWAN KIM)[kimchiwan04]/책임/제조DX.자동보정.RSND자동보정팀" userId="022829bc-3ea1-441b-b8a3-451705c4a94d" providerId="ADAL" clId="{184164A3-6B1A-46AC-B7FD-BB74DE9A7830}" dt="2026-08-12T05:25:26.930" v="1154" actId="207"/>
        <pc:sldMkLst>
          <pc:docMk/>
          <pc:sldMk cId="556584264" sldId="440"/>
        </pc:sldMkLst>
        <pc:graphicFrameChg chg="mod modGraphic">
          <ac:chgData name="김치완(CHIWAN KIM)[kimchiwan04]/책임/제조DX.자동보정.RSND자동보정팀" userId="022829bc-3ea1-441b-b8a3-451705c4a94d" providerId="ADAL" clId="{184164A3-6B1A-46AC-B7FD-BB74DE9A7830}" dt="2026-08-12T05:25:26.930" v="1154" actId="207"/>
          <ac:graphicFrameMkLst>
            <pc:docMk/>
            <pc:sldMk cId="556584264" sldId="440"/>
            <ac:graphicFrameMk id="12" creationId="{B9F3B7CC-1945-8DF7-D0AA-7E8D3ABF1C7B}"/>
          </ac:graphicFrameMkLst>
        </pc:graphicFrameChg>
      </pc:sldChg>
    </pc:docChg>
  </pc:docChgLst>
  <pc:docChgLst>
    <pc:chgData name="박연탁(YEONTARK PARK)[parkyt]/책임/제조DX.자동보정.자동보정선행개발팀" userId="ed32861b-bebc-4d6e-be9d-42a82b4a008b" providerId="ADAL" clId="{D36B9AFF-A8E1-4A71-8E9E-61C74A85228F}"/>
    <pc:docChg chg="undo custSel addSld delSld modSld modSection">
      <pc:chgData name="박연탁(YEONTARK PARK)[parkyt]/책임/제조DX.자동보정.자동보정선행개발팀" userId="ed32861b-bebc-4d6e-be9d-42a82b4a008b" providerId="ADAL" clId="{D36B9AFF-A8E1-4A71-8E9E-61C74A85228F}" dt="2026-09-16T05:42:46.760" v="1179" actId="1035"/>
      <pc:docMkLst>
        <pc:docMk/>
      </pc:docMkLst>
      <pc:sldChg chg="addSp modSp mod">
        <pc:chgData name="박연탁(YEONTARK PARK)[parkyt]/책임/제조DX.자동보정.자동보정선행개발팀" userId="ed32861b-bebc-4d6e-be9d-42a82b4a008b" providerId="ADAL" clId="{D36B9AFF-A8E1-4A71-8E9E-61C74A85228F}" dt="2026-09-16T05:42:46.760" v="1179" actId="1035"/>
        <pc:sldMkLst>
          <pc:docMk/>
          <pc:sldMk cId="1770964036" sldId="258"/>
        </pc:sldMkLst>
        <pc:spChg chg="mod">
          <ac:chgData name="박연탁(YEONTARK PARK)[parkyt]/책임/제조DX.자동보정.자동보정선행개발팀" userId="ed32861b-bebc-4d6e-be9d-42a82b4a008b" providerId="ADAL" clId="{D36B9AFF-A8E1-4A71-8E9E-61C74A85228F}" dt="2026-09-15T10:33:42.388" v="0" actId="6549"/>
          <ac:spMkLst>
            <pc:docMk/>
            <pc:sldMk cId="1770964036" sldId="258"/>
            <ac:spMk id="7" creationId="{AB3C64F9-9A9C-58C3-0E5C-7AA382004820}"/>
          </ac:spMkLst>
        </pc:spChg>
        <pc:spChg chg="mod">
          <ac:chgData name="박연탁(YEONTARK PARK)[parkyt]/책임/제조DX.자동보정.자동보정선행개발팀" userId="ed32861b-bebc-4d6e-be9d-42a82b4a008b" providerId="ADAL" clId="{D36B9AFF-A8E1-4A71-8E9E-61C74A85228F}" dt="2026-09-16T05:42:46.760" v="1179" actId="1035"/>
          <ac:spMkLst>
            <pc:docMk/>
            <pc:sldMk cId="1770964036" sldId="258"/>
            <ac:spMk id="9" creationId="{F8731133-4A75-27D0-2C14-D05840358326}"/>
          </ac:spMkLst>
        </pc:spChg>
        <pc:spChg chg="mod">
          <ac:chgData name="박연탁(YEONTARK PARK)[parkyt]/책임/제조DX.자동보정.자동보정선행개발팀" userId="ed32861b-bebc-4d6e-be9d-42a82b4a008b" providerId="ADAL" clId="{D36B9AFF-A8E1-4A71-8E9E-61C74A85228F}" dt="2026-09-15T10:40:48.330" v="410" actId="20577"/>
          <ac:spMkLst>
            <pc:docMk/>
            <pc:sldMk cId="1770964036" sldId="258"/>
            <ac:spMk id="16" creationId="{769F82A6-8E4D-553A-903B-600E937C469F}"/>
          </ac:spMkLst>
        </pc:spChg>
        <pc:spChg chg="mod">
          <ac:chgData name="박연탁(YEONTARK PARK)[parkyt]/책임/제조DX.자동보정.자동보정선행개발팀" userId="ed32861b-bebc-4d6e-be9d-42a82b4a008b" providerId="ADAL" clId="{D36B9AFF-A8E1-4A71-8E9E-61C74A85228F}" dt="2026-09-16T05:37:36.135" v="1169" actId="20577"/>
          <ac:spMkLst>
            <pc:docMk/>
            <pc:sldMk cId="1770964036" sldId="258"/>
            <ac:spMk id="17" creationId="{2B8DB565-1F9F-0BA9-BC00-00A940B01B0E}"/>
          </ac:spMkLst>
        </pc:spChg>
        <pc:picChg chg="mod">
          <ac:chgData name="박연탁(YEONTARK PARK)[parkyt]/책임/제조DX.자동보정.자동보정선행개발팀" userId="ed32861b-bebc-4d6e-be9d-42a82b4a008b" providerId="ADAL" clId="{D36B9AFF-A8E1-4A71-8E9E-61C74A85228F}" dt="2026-09-16T05:32:26.932" v="832" actId="1076"/>
          <ac:picMkLst>
            <pc:docMk/>
            <pc:sldMk cId="1770964036" sldId="258"/>
            <ac:picMk id="36" creationId="{96067BF2-4FA0-02A0-73B8-4E7DBF68391A}"/>
          </ac:picMkLst>
        </pc:picChg>
        <pc:picChg chg="add mod">
          <ac:chgData name="박연탁(YEONTARK PARK)[parkyt]/책임/제조DX.자동보정.자동보정선행개발팀" userId="ed32861b-bebc-4d6e-be9d-42a82b4a008b" providerId="ADAL" clId="{D36B9AFF-A8E1-4A71-8E9E-61C74A85228F}" dt="2026-09-16T05:37:26.791" v="1157" actId="1076"/>
          <ac:picMkLst>
            <pc:docMk/>
            <pc:sldMk cId="1770964036" sldId="258"/>
            <ac:picMk id="1026" creationId="{6B662A22-DCDC-5C92-250F-D2AB4BFFF52D}"/>
          </ac:picMkLst>
        </pc:picChg>
      </pc:sldChg>
      <pc:sldChg chg="modSp mod">
        <pc:chgData name="박연탁(YEONTARK PARK)[parkyt]/책임/제조DX.자동보정.자동보정선행개발팀" userId="ed32861b-bebc-4d6e-be9d-42a82b4a008b" providerId="ADAL" clId="{D36B9AFF-A8E1-4A71-8E9E-61C74A85228F}" dt="2026-09-15T10:41:42.692" v="437"/>
        <pc:sldMkLst>
          <pc:docMk/>
          <pc:sldMk cId="745550584" sldId="274"/>
        </pc:sldMkLst>
        <pc:spChg chg="mod">
          <ac:chgData name="박연탁(YEONTARK PARK)[parkyt]/책임/제조DX.자동보정.자동보정선행개발팀" userId="ed32861b-bebc-4d6e-be9d-42a82b4a008b" providerId="ADAL" clId="{D36B9AFF-A8E1-4A71-8E9E-61C74A85228F}" dt="2026-09-15T10:41:42.692" v="437"/>
          <ac:spMkLst>
            <pc:docMk/>
            <pc:sldMk cId="745550584" sldId="274"/>
            <ac:spMk id="6" creationId="{D76BC9C0-41CE-9870-7B1A-176FEE059FB6}"/>
          </ac:spMkLst>
        </pc:spChg>
        <pc:spChg chg="mod">
          <ac:chgData name="박연탁(YEONTARK PARK)[parkyt]/책임/제조DX.자동보정.자동보정선행개발팀" userId="ed32861b-bebc-4d6e-be9d-42a82b4a008b" providerId="ADAL" clId="{D36B9AFF-A8E1-4A71-8E9E-61C74A85228F}" dt="2026-09-15T10:41:16.535" v="418" actId="20577"/>
          <ac:spMkLst>
            <pc:docMk/>
            <pc:sldMk cId="745550584" sldId="274"/>
            <ac:spMk id="16" creationId="{CA14BD47-DFA1-853E-ADCF-D39F25AEACF8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D36B9AFF-A8E1-4A71-8E9E-61C74A85228F}" dt="2026-09-15T10:42:14.904" v="475" actId="207"/>
        <pc:sldMkLst>
          <pc:docMk/>
          <pc:sldMk cId="2456550573" sldId="276"/>
        </pc:sldMkLst>
        <pc:spChg chg="mod">
          <ac:chgData name="박연탁(YEONTARK PARK)[parkyt]/책임/제조DX.자동보정.자동보정선행개발팀" userId="ed32861b-bebc-4d6e-be9d-42a82b4a008b" providerId="ADAL" clId="{D36B9AFF-A8E1-4A71-8E9E-61C74A85228F}" dt="2026-09-15T10:42:14.904" v="475" actId="207"/>
          <ac:spMkLst>
            <pc:docMk/>
            <pc:sldMk cId="2456550573" sldId="276"/>
            <ac:spMk id="7" creationId="{2CF3A0B0-9DBA-BCFE-0D94-D0FA7982030F}"/>
          </ac:spMkLst>
        </pc:spChg>
        <pc:spChg chg="mod">
          <ac:chgData name="박연탁(YEONTARK PARK)[parkyt]/책임/제조DX.자동보정.자동보정선행개발팀" userId="ed32861b-bebc-4d6e-be9d-42a82b4a008b" providerId="ADAL" clId="{D36B9AFF-A8E1-4A71-8E9E-61C74A85228F}" dt="2026-09-15T10:41:08.962" v="416" actId="20577"/>
          <ac:spMkLst>
            <pc:docMk/>
            <pc:sldMk cId="2456550573" sldId="276"/>
            <ac:spMk id="16" creationId="{7C7AB55B-45A4-E533-7823-AAA977943996}"/>
          </ac:spMkLst>
        </pc:spChg>
      </pc:sldChg>
      <pc:sldChg chg="modSp add del mod">
        <pc:chgData name="박연탁(YEONTARK PARK)[parkyt]/책임/제조DX.자동보정.자동보정선행개발팀" userId="ed32861b-bebc-4d6e-be9d-42a82b4a008b" providerId="ADAL" clId="{D36B9AFF-A8E1-4A71-8E9E-61C74A85228F}" dt="2026-09-15T10:40:07.229" v="406" actId="27636"/>
        <pc:sldMkLst>
          <pc:docMk/>
          <pc:sldMk cId="2606430368" sldId="307"/>
        </pc:sldMkLst>
        <pc:spChg chg="mod">
          <ac:chgData name="박연탁(YEONTARK PARK)[parkyt]/책임/제조DX.자동보정.자동보정선행개발팀" userId="ed32861b-bebc-4d6e-be9d-42a82b4a008b" providerId="ADAL" clId="{D36B9AFF-A8E1-4A71-8E9E-61C74A85228F}" dt="2026-09-15T10:40:07.229" v="406" actId="27636"/>
          <ac:spMkLst>
            <pc:docMk/>
            <pc:sldMk cId="2606430368" sldId="307"/>
            <ac:spMk id="26" creationId="{B99926B5-3F8D-4EE4-40B0-689363FFE915}"/>
          </ac:spMkLst>
        </pc:spChg>
      </pc:sldChg>
      <pc:sldChg chg="del">
        <pc:chgData name="박연탁(YEONTARK PARK)[parkyt]/책임/제조DX.자동보정.자동보정선행개발팀" userId="ed32861b-bebc-4d6e-be9d-42a82b4a008b" providerId="ADAL" clId="{D36B9AFF-A8E1-4A71-8E9E-61C74A85228F}" dt="2026-09-15T10:40:00.803" v="404" actId="47"/>
        <pc:sldMkLst>
          <pc:docMk/>
          <pc:sldMk cId="2984410937" sldId="311"/>
        </pc:sldMkLst>
      </pc:sldChg>
      <pc:sldChg chg="del">
        <pc:chgData name="박연탁(YEONTARK PARK)[parkyt]/책임/제조DX.자동보정.자동보정선행개발팀" userId="ed32861b-bebc-4d6e-be9d-42a82b4a008b" providerId="ADAL" clId="{D36B9AFF-A8E1-4A71-8E9E-61C74A85228F}" dt="2026-09-15T10:40:00.803" v="404" actId="47"/>
        <pc:sldMkLst>
          <pc:docMk/>
          <pc:sldMk cId="2445718133" sldId="320"/>
        </pc:sldMkLst>
      </pc:sldChg>
      <pc:sldChg chg="modSp mod">
        <pc:chgData name="박연탁(YEONTARK PARK)[parkyt]/책임/제조DX.자동보정.자동보정선행개발팀" userId="ed32861b-bebc-4d6e-be9d-42a82b4a008b" providerId="ADAL" clId="{D36B9AFF-A8E1-4A71-8E9E-61C74A85228F}" dt="2026-09-15T10:41:46.265" v="439" actId="20577"/>
        <pc:sldMkLst>
          <pc:docMk/>
          <pc:sldMk cId="2927333236" sldId="323"/>
        </pc:sldMkLst>
        <pc:spChg chg="mod">
          <ac:chgData name="박연탁(YEONTARK PARK)[parkyt]/책임/제조DX.자동보정.자동보정선행개발팀" userId="ed32861b-bebc-4d6e-be9d-42a82b4a008b" providerId="ADAL" clId="{D36B9AFF-A8E1-4A71-8E9E-61C74A85228F}" dt="2026-09-15T10:41:46.265" v="439" actId="20577"/>
          <ac:spMkLst>
            <pc:docMk/>
            <pc:sldMk cId="2927333236" sldId="323"/>
            <ac:spMk id="16" creationId="{CA14BD47-DFA1-853E-ADCF-D39F25AEACF8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D36B9AFF-A8E1-4A71-8E9E-61C74A85228F}" dt="2026-09-15T10:42:40.737" v="514" actId="207"/>
        <pc:sldMkLst>
          <pc:docMk/>
          <pc:sldMk cId="3782446933" sldId="328"/>
        </pc:sldMkLst>
        <pc:spChg chg="mod">
          <ac:chgData name="박연탁(YEONTARK PARK)[parkyt]/책임/제조DX.자동보정.자동보정선행개발팀" userId="ed32861b-bebc-4d6e-be9d-42a82b4a008b" providerId="ADAL" clId="{D36B9AFF-A8E1-4A71-8E9E-61C74A85228F}" dt="2026-09-15T10:42:40.737" v="514" actId="207"/>
          <ac:spMkLst>
            <pc:docMk/>
            <pc:sldMk cId="3782446933" sldId="328"/>
            <ac:spMk id="7" creationId="{9567EB62-4ECC-A12D-3EFE-E95946A4CE0B}"/>
          </ac:spMkLst>
        </pc:spChg>
        <pc:spChg chg="mod">
          <ac:chgData name="박연탁(YEONTARK PARK)[parkyt]/책임/제조DX.자동보정.자동보정선행개발팀" userId="ed32861b-bebc-4d6e-be9d-42a82b4a008b" providerId="ADAL" clId="{D36B9AFF-A8E1-4A71-8E9E-61C74A85228F}" dt="2026-09-15T10:41:02.991" v="414" actId="20577"/>
          <ac:spMkLst>
            <pc:docMk/>
            <pc:sldMk cId="3782446933" sldId="328"/>
            <ac:spMk id="16" creationId="{94620310-0E9B-7F74-5A5B-AD30FE87E27B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D36B9AFF-A8E1-4A71-8E9E-61C74A85228F}" dt="2026-09-15T10:40:57.213" v="412" actId="20577"/>
        <pc:sldMkLst>
          <pc:docMk/>
          <pc:sldMk cId="2964207914" sldId="399"/>
        </pc:sldMkLst>
        <pc:spChg chg="mod">
          <ac:chgData name="박연탁(YEONTARK PARK)[parkyt]/책임/제조DX.자동보정.자동보정선행개발팀" userId="ed32861b-bebc-4d6e-be9d-42a82b4a008b" providerId="ADAL" clId="{D36B9AFF-A8E1-4A71-8E9E-61C74A85228F}" dt="2026-09-15T10:40:57.213" v="412" actId="20577"/>
          <ac:spMkLst>
            <pc:docMk/>
            <pc:sldMk cId="2964207914" sldId="399"/>
            <ac:spMk id="16" creationId="{769F82A6-8E4D-553A-903B-600E937C469F}"/>
          </ac:spMkLst>
        </pc:spChg>
      </pc:sldChg>
      <pc:sldChg chg="modSp add del mod">
        <pc:chgData name="박연탁(YEONTARK PARK)[parkyt]/책임/제조DX.자동보정.자동보정선행개발팀" userId="ed32861b-bebc-4d6e-be9d-42a82b4a008b" providerId="ADAL" clId="{D36B9AFF-A8E1-4A71-8E9E-61C74A85228F}" dt="2026-09-15T10:40:25.287" v="408" actId="27636"/>
        <pc:sldMkLst>
          <pc:docMk/>
          <pc:sldMk cId="748462324" sldId="2147472734"/>
        </pc:sldMkLst>
        <pc:spChg chg="mod">
          <ac:chgData name="박연탁(YEONTARK PARK)[parkyt]/책임/제조DX.자동보정.자동보정선행개발팀" userId="ed32861b-bebc-4d6e-be9d-42a82b4a008b" providerId="ADAL" clId="{D36B9AFF-A8E1-4A71-8E9E-61C74A85228F}" dt="2026-09-15T10:40:25.287" v="408" actId="27636"/>
          <ac:spMkLst>
            <pc:docMk/>
            <pc:sldMk cId="748462324" sldId="2147472734"/>
            <ac:spMk id="26" creationId="{D624E2EB-BCFC-42DF-C607-3299553B46AC}"/>
          </ac:spMkLst>
        </pc:spChg>
      </pc:sldChg>
      <pc:sldChg chg="del">
        <pc:chgData name="박연탁(YEONTARK PARK)[parkyt]/책임/제조DX.자동보정.자동보정선행개발팀" userId="ed32861b-bebc-4d6e-be9d-42a82b4a008b" providerId="ADAL" clId="{D36B9AFF-A8E1-4A71-8E9E-61C74A85228F}" dt="2026-09-15T10:40:00.803" v="404" actId="47"/>
        <pc:sldMkLst>
          <pc:docMk/>
          <pc:sldMk cId="2835621847" sldId="2147472735"/>
        </pc:sldMkLst>
      </pc:sldChg>
      <pc:sldChg chg="del">
        <pc:chgData name="박연탁(YEONTARK PARK)[parkyt]/책임/제조DX.자동보정.자동보정선행개발팀" userId="ed32861b-bebc-4d6e-be9d-42a82b4a008b" providerId="ADAL" clId="{D36B9AFF-A8E1-4A71-8E9E-61C74A85228F}" dt="2026-09-15T10:40:00.803" v="404" actId="47"/>
        <pc:sldMkLst>
          <pc:docMk/>
          <pc:sldMk cId="192700876" sldId="2147472736"/>
        </pc:sldMkLst>
      </pc:sldChg>
      <pc:sldMasterChg chg="delSldLayout">
        <pc:chgData name="박연탁(YEONTARK PARK)[parkyt]/책임/제조DX.자동보정.자동보정선행개발팀" userId="ed32861b-bebc-4d6e-be9d-42a82b4a008b" providerId="ADAL" clId="{D36B9AFF-A8E1-4A71-8E9E-61C74A85228F}" dt="2026-09-15T10:40:00.803" v="404" actId="47"/>
        <pc:sldMasterMkLst>
          <pc:docMk/>
          <pc:sldMasterMk cId="2856474258" sldId="2147483926"/>
        </pc:sldMasterMkLst>
        <pc:sldLayoutChg chg="del">
          <pc:chgData name="박연탁(YEONTARK PARK)[parkyt]/책임/제조DX.자동보정.자동보정선행개발팀" userId="ed32861b-bebc-4d6e-be9d-42a82b4a008b" providerId="ADAL" clId="{D36B9AFF-A8E1-4A71-8E9E-61C74A85228F}" dt="2026-09-15T10:40:00.803" v="404" actId="47"/>
          <pc:sldLayoutMkLst>
            <pc:docMk/>
            <pc:sldMasterMk cId="2856474258" sldId="2147483926"/>
            <pc:sldLayoutMk cId="3823933368" sldId="2147484001"/>
          </pc:sldLayoutMkLst>
        </pc:sldLayoutChg>
      </pc:sldMasterChg>
    </pc:docChg>
  </pc:docChgLst>
  <pc:docChgLst>
    <pc:chgData name="최창락(CHANGLAK CHOI)[changlac]/선임/제조DX.자동보정.MC자동보정팀" userId="d72a52c0-2206-4e2f-a301-5e6e1519ab1e" providerId="ADAL" clId="{D6234C4D-488D-4A97-8E7D-60BA07BF980A}"/>
    <pc:docChg chg="undo custSel modSld">
      <pc:chgData name="최창락(CHANGLAK CHOI)[changlac]/선임/제조DX.자동보정.MC자동보정팀" userId="d72a52c0-2206-4e2f-a301-5e6e1519ab1e" providerId="ADAL" clId="{D6234C4D-488D-4A97-8E7D-60BA07BF980A}" dt="2026-08-12T08:01:30.820" v="3248" actId="207"/>
      <pc:docMkLst>
        <pc:docMk/>
      </pc:docMkLst>
      <pc:sldChg chg="modSp mod">
        <pc:chgData name="최창락(CHANGLAK CHOI)[changlac]/선임/제조DX.자동보정.MC자동보정팀" userId="d72a52c0-2206-4e2f-a301-5e6e1519ab1e" providerId="ADAL" clId="{D6234C4D-488D-4A97-8E7D-60BA07BF980A}" dt="2026-08-12T07:39:28.550" v="1743" actId="20577"/>
        <pc:sldMkLst>
          <pc:docMk/>
          <pc:sldMk cId="4118150585" sldId="282"/>
        </pc:sldMkLst>
        <pc:spChg chg="mod">
          <ac:chgData name="최창락(CHANGLAK CHOI)[changlac]/선임/제조DX.자동보정.MC자동보정팀" userId="d72a52c0-2206-4e2f-a301-5e6e1519ab1e" providerId="ADAL" clId="{D6234C4D-488D-4A97-8E7D-60BA07BF980A}" dt="2026-08-12T07:39:28.550" v="1743" actId="20577"/>
          <ac:spMkLst>
            <pc:docMk/>
            <pc:sldMk cId="4118150585" sldId="282"/>
            <ac:spMk id="7" creationId="{3C2E9CE6-904A-B2C0-D032-387E16A67CFC}"/>
          </ac:spMkLst>
        </pc:spChg>
        <pc:spChg chg="mod">
          <ac:chgData name="최창락(CHANGLAK CHOI)[changlac]/선임/제조DX.자동보정.MC자동보정팀" userId="d72a52c0-2206-4e2f-a301-5e6e1519ab1e" providerId="ADAL" clId="{D6234C4D-488D-4A97-8E7D-60BA07BF980A}" dt="2026-08-12T07:38:54.163" v="1739" actId="20577"/>
          <ac:spMkLst>
            <pc:docMk/>
            <pc:sldMk cId="4118150585" sldId="282"/>
            <ac:spMk id="10" creationId="{BE4C2C8B-09AF-FAC9-52C3-2C3EFD407CCC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D6234C4D-488D-4A97-8E7D-60BA07BF980A}" dt="2026-08-12T07:39:38.727" v="1745" actId="20577"/>
        <pc:sldMkLst>
          <pc:docMk/>
          <pc:sldMk cId="610755056" sldId="303"/>
        </pc:sldMkLst>
        <pc:spChg chg="mod">
          <ac:chgData name="최창락(CHANGLAK CHOI)[changlac]/선임/제조DX.자동보정.MC자동보정팀" userId="d72a52c0-2206-4e2f-a301-5e6e1519ab1e" providerId="ADAL" clId="{D6234C4D-488D-4A97-8E7D-60BA07BF980A}" dt="2026-08-12T07:39:38.727" v="1745" actId="20577"/>
          <ac:spMkLst>
            <pc:docMk/>
            <pc:sldMk cId="610755056" sldId="303"/>
            <ac:spMk id="7" creationId="{87AA14E4-54AD-8324-C7DF-2A64FDEFD4EE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D6234C4D-488D-4A97-8E7D-60BA07BF980A}" dt="2026-08-12T07:39:44.315" v="1747" actId="20577"/>
        <pc:sldMkLst>
          <pc:docMk/>
          <pc:sldMk cId="3438866837" sldId="309"/>
        </pc:sldMkLst>
        <pc:spChg chg="mod">
          <ac:chgData name="최창락(CHANGLAK CHOI)[changlac]/선임/제조DX.자동보정.MC자동보정팀" userId="d72a52c0-2206-4e2f-a301-5e6e1519ab1e" providerId="ADAL" clId="{D6234C4D-488D-4A97-8E7D-60BA07BF980A}" dt="2026-08-12T07:39:44.315" v="1747" actId="20577"/>
          <ac:spMkLst>
            <pc:docMk/>
            <pc:sldMk cId="3438866837" sldId="309"/>
            <ac:spMk id="7" creationId="{F0B5C10F-E9D8-D6F1-CF35-61FE85C2F484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D6234C4D-488D-4A97-8E7D-60BA07BF980A}" dt="2026-08-12T07:42:44.299" v="1812" actId="207"/>
        <pc:sldMkLst>
          <pc:docMk/>
          <pc:sldMk cId="414644102" sldId="352"/>
        </pc:sldMkLst>
        <pc:spChg chg="mod">
          <ac:chgData name="최창락(CHANGLAK CHOI)[changlac]/선임/제조DX.자동보정.MC자동보정팀" userId="d72a52c0-2206-4e2f-a301-5e6e1519ab1e" providerId="ADAL" clId="{D6234C4D-488D-4A97-8E7D-60BA07BF980A}" dt="2026-08-12T07:42:23.440" v="1780" actId="1076"/>
          <ac:spMkLst>
            <pc:docMk/>
            <pc:sldMk cId="414644102" sldId="352"/>
            <ac:spMk id="3" creationId="{999C4A96-8054-1AD1-46BC-53E7B9C174CC}"/>
          </ac:spMkLst>
        </pc:spChg>
        <pc:spChg chg="mod">
          <ac:chgData name="최창락(CHANGLAK CHOI)[changlac]/선임/제조DX.자동보정.MC자동보정팀" userId="d72a52c0-2206-4e2f-a301-5e6e1519ab1e" providerId="ADAL" clId="{D6234C4D-488D-4A97-8E7D-60BA07BF980A}" dt="2026-08-12T07:42:27.850" v="1781" actId="1076"/>
          <ac:spMkLst>
            <pc:docMk/>
            <pc:sldMk cId="414644102" sldId="352"/>
            <ac:spMk id="10" creationId="{E6EDC221-0158-5648-B168-C68A26C07B4D}"/>
          </ac:spMkLst>
        </pc:spChg>
        <pc:graphicFrameChg chg="mod">
          <ac:chgData name="최창락(CHANGLAK CHOI)[changlac]/선임/제조DX.자동보정.MC자동보정팀" userId="d72a52c0-2206-4e2f-a301-5e6e1519ab1e" providerId="ADAL" clId="{D6234C4D-488D-4A97-8E7D-60BA07BF980A}" dt="2026-08-12T07:42:23.440" v="1780" actId="1076"/>
          <ac:graphicFrameMkLst>
            <pc:docMk/>
            <pc:sldMk cId="414644102" sldId="352"/>
            <ac:graphicFrameMk id="9" creationId="{99AD95C3-3356-6868-B12E-1C0AD176B84A}"/>
          </ac:graphicFrameMkLst>
        </pc:graphicFrameChg>
      </pc:sldChg>
      <pc:sldChg chg="modSp mod">
        <pc:chgData name="최창락(CHANGLAK CHOI)[changlac]/선임/제조DX.자동보정.MC자동보정팀" userId="d72a52c0-2206-4e2f-a301-5e6e1519ab1e" providerId="ADAL" clId="{D6234C4D-488D-4A97-8E7D-60BA07BF980A}" dt="2026-08-12T07:41:23.218" v="1750"/>
        <pc:sldMkLst>
          <pc:docMk/>
          <pc:sldMk cId="319867820" sldId="372"/>
        </pc:sldMkLst>
        <pc:spChg chg="mod">
          <ac:chgData name="최창락(CHANGLAK CHOI)[changlac]/선임/제조DX.자동보정.MC자동보정팀" userId="d72a52c0-2206-4e2f-a301-5e6e1519ab1e" providerId="ADAL" clId="{D6234C4D-488D-4A97-8E7D-60BA07BF980A}" dt="2026-08-12T07:39:48.539" v="1749" actId="20577"/>
          <ac:spMkLst>
            <pc:docMk/>
            <pc:sldMk cId="319867820" sldId="372"/>
            <ac:spMk id="17" creationId="{24078160-BD87-7DDB-35FF-AC266021525D}"/>
          </ac:spMkLst>
        </pc:spChg>
        <pc:spChg chg="mod">
          <ac:chgData name="최창락(CHANGLAK CHOI)[changlac]/선임/제조DX.자동보정.MC자동보정팀" userId="d72a52c0-2206-4e2f-a301-5e6e1519ab1e" providerId="ADAL" clId="{D6234C4D-488D-4A97-8E7D-60BA07BF980A}" dt="2026-08-12T07:41:23.218" v="1750"/>
          <ac:spMkLst>
            <pc:docMk/>
            <pc:sldMk cId="319867820" sldId="372"/>
            <ac:spMk id="30" creationId="{5A93FBA8-E3C4-0943-75E5-74D25EF1452D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D6234C4D-488D-4A97-8E7D-60BA07BF980A}" dt="2026-08-12T08:00:11.584" v="3193"/>
        <pc:sldMkLst>
          <pc:docMk/>
          <pc:sldMk cId="1421194858" sldId="386"/>
        </pc:sldMkLst>
        <pc:spChg chg="mod">
          <ac:chgData name="최창락(CHANGLAK CHOI)[changlac]/선임/제조DX.자동보정.MC자동보정팀" userId="d72a52c0-2206-4e2f-a301-5e6e1519ab1e" providerId="ADAL" clId="{D6234C4D-488D-4A97-8E7D-60BA07BF980A}" dt="2026-08-12T08:00:11.584" v="3193"/>
          <ac:spMkLst>
            <pc:docMk/>
            <pc:sldMk cId="1421194858" sldId="386"/>
            <ac:spMk id="30" creationId="{82316C5F-CBE3-A95F-7CC8-EF8564695C5E}"/>
          </ac:spMkLst>
        </pc:spChg>
        <pc:spChg chg="mod">
          <ac:chgData name="최창락(CHANGLAK CHOI)[changlac]/선임/제조DX.자동보정.MC자동보정팀" userId="d72a52c0-2206-4e2f-a301-5e6e1519ab1e" providerId="ADAL" clId="{D6234C4D-488D-4A97-8E7D-60BA07BF980A}" dt="2026-08-12T07:45:39.004" v="1915" actId="20577"/>
          <ac:spMkLst>
            <pc:docMk/>
            <pc:sldMk cId="1421194858" sldId="386"/>
            <ac:spMk id="235" creationId="{F0809C5E-7541-A47D-9EB0-F5C95B7891AC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D6234C4D-488D-4A97-8E7D-60BA07BF980A}" dt="2026-08-12T08:01:30.820" v="3248" actId="207"/>
        <pc:sldMkLst>
          <pc:docMk/>
          <pc:sldMk cId="3231850307" sldId="411"/>
        </pc:sldMkLst>
        <pc:spChg chg="mod">
          <ac:chgData name="최창락(CHANGLAK CHOI)[changlac]/선임/제조DX.자동보정.MC자동보정팀" userId="d72a52c0-2206-4e2f-a301-5e6e1519ab1e" providerId="ADAL" clId="{D6234C4D-488D-4A97-8E7D-60BA07BF980A}" dt="2026-08-12T08:01:30.820" v="3248" actId="207"/>
          <ac:spMkLst>
            <pc:docMk/>
            <pc:sldMk cId="3231850307" sldId="411"/>
            <ac:spMk id="67" creationId="{71A2530E-7B1A-4DA0-5354-43F86F23432B}"/>
          </ac:spMkLst>
        </pc:spChg>
      </pc:sldChg>
      <pc:sldChg chg="modSp mod">
        <pc:chgData name="최창락(CHANGLAK CHOI)[changlac]/선임/제조DX.자동보정.MC자동보정팀" userId="d72a52c0-2206-4e2f-a301-5e6e1519ab1e" providerId="ADAL" clId="{D6234C4D-488D-4A97-8E7D-60BA07BF980A}" dt="2026-08-12T07:55:55.563" v="3192" actId="20577"/>
        <pc:sldMkLst>
          <pc:docMk/>
          <pc:sldMk cId="339509220" sldId="418"/>
        </pc:sldMkLst>
        <pc:spChg chg="mod">
          <ac:chgData name="최창락(CHANGLAK CHOI)[changlac]/선임/제조DX.자동보정.MC자동보정팀" userId="d72a52c0-2206-4e2f-a301-5e6e1519ab1e" providerId="ADAL" clId="{D6234C4D-488D-4A97-8E7D-60BA07BF980A}" dt="2026-08-12T07:45:53.956" v="1917" actId="20577"/>
          <ac:spMkLst>
            <pc:docMk/>
            <pc:sldMk cId="339509220" sldId="418"/>
            <ac:spMk id="7" creationId="{8B848689-A50B-F47A-B634-18C946DF3DFE}"/>
          </ac:spMkLst>
        </pc:spChg>
        <pc:spChg chg="mod">
          <ac:chgData name="최창락(CHANGLAK CHOI)[changlac]/선임/제조DX.자동보정.MC자동보정팀" userId="d72a52c0-2206-4e2f-a301-5e6e1519ab1e" providerId="ADAL" clId="{D6234C4D-488D-4A97-8E7D-60BA07BF980A}" dt="2026-08-12T07:55:55.563" v="3192" actId="20577"/>
          <ac:spMkLst>
            <pc:docMk/>
            <pc:sldMk cId="339509220" sldId="418"/>
            <ac:spMk id="10" creationId="{32AE87DE-04A4-BD4B-927A-7899052DF654}"/>
          </ac:spMkLst>
        </pc:spChg>
      </pc:sldChg>
    </pc:docChg>
  </pc:docChgLst>
  <pc:docChgLst>
    <pc:chgData name="성연욱(YEONUK SEONG)[ynk_seong]/책임/제조DX.자동보정.조립자동보정팀" userId="eb9793e5-3a20-40c8-9b24-fa4dc89e30c1" providerId="ADAL" clId="{9F30B502-8CBE-4580-8E47-1563290EBA8A}"/>
    <pc:docChg chg="undo custSel addSld modSld">
      <pc:chgData name="성연욱(YEONUK SEONG)[ynk_seong]/책임/제조DX.자동보정.조립자동보정팀" userId="eb9793e5-3a20-40c8-9b24-fa4dc89e30c1" providerId="ADAL" clId="{9F30B502-8CBE-4580-8E47-1563290EBA8A}" dt="2026-08-14T00:07:27.080" v="6842" actId="20577"/>
      <pc:docMkLst>
        <pc:docMk/>
      </pc:docMkLst>
      <pc:sldChg chg="addSp delSp modSp add mod">
        <pc:chgData name="성연욱(YEONUK SEONG)[ynk_seong]/책임/제조DX.자동보정.조립자동보정팀" userId="eb9793e5-3a20-40c8-9b24-fa4dc89e30c1" providerId="ADAL" clId="{9F30B502-8CBE-4580-8E47-1563290EBA8A}" dt="2026-08-13T00:01:58.677" v="6824" actId="20577"/>
        <pc:sldMkLst>
          <pc:docMk/>
          <pc:sldMk cId="3009852263" sldId="257"/>
        </pc:sldMkLst>
        <pc:spChg chg="add mod">
          <ac:chgData name="성연욱(YEONUK SEONG)[ynk_seong]/책임/제조DX.자동보정.조립자동보정팀" userId="eb9793e5-3a20-40c8-9b24-fa4dc89e30c1" providerId="ADAL" clId="{9F30B502-8CBE-4580-8E47-1563290EBA8A}" dt="2026-08-11T23:40:53.175" v="4187" actId="164"/>
          <ac:spMkLst>
            <pc:docMk/>
            <pc:sldMk cId="3009852263" sldId="257"/>
            <ac:spMk id="8" creationId="{17EA6E33-49E2-95CA-4E78-71670384286D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2T23:52:17.794" v="6328" actId="1076"/>
          <ac:spMkLst>
            <pc:docMk/>
            <pc:sldMk cId="3009852263" sldId="257"/>
            <ac:spMk id="15" creationId="{9321757C-2DBC-A1AA-BDC6-6BBE30BF120F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1T23:40:53.175" v="4187" actId="164"/>
          <ac:spMkLst>
            <pc:docMk/>
            <pc:sldMk cId="3009852263" sldId="257"/>
            <ac:spMk id="16" creationId="{160AB529-5B9F-F4E5-2041-E93CB366ABB1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1T23:40:53.175" v="4187" actId="164"/>
          <ac:spMkLst>
            <pc:docMk/>
            <pc:sldMk cId="3009852263" sldId="257"/>
            <ac:spMk id="17" creationId="{DA92A302-34C0-DA41-E907-FC21AE396576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2T23:52:17.794" v="6328" actId="1076"/>
          <ac:spMkLst>
            <pc:docMk/>
            <pc:sldMk cId="3009852263" sldId="257"/>
            <ac:spMk id="18" creationId="{6DBAA0F7-7EAF-45B9-20D1-909C6484D58A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2T23:53:57.242" v="6380" actId="1076"/>
          <ac:spMkLst>
            <pc:docMk/>
            <pc:sldMk cId="3009852263" sldId="257"/>
            <ac:spMk id="19" creationId="{77D49DE6-60AA-643D-316E-DC384D3C0A04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1T23:40:53.175" v="4187" actId="164"/>
          <ac:spMkLst>
            <pc:docMk/>
            <pc:sldMk cId="3009852263" sldId="257"/>
            <ac:spMk id="21" creationId="{7933A6DA-D43F-01F1-E9D9-53DC95F2456D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2T23:54:01.560" v="6382" actId="14100"/>
          <ac:spMkLst>
            <pc:docMk/>
            <pc:sldMk cId="3009852263" sldId="257"/>
            <ac:spMk id="22" creationId="{C44BB126-A2E1-4737-4678-5410C442DD17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2T23:53:16.687" v="6344" actId="1076"/>
          <ac:spMkLst>
            <pc:docMk/>
            <pc:sldMk cId="3009852263" sldId="257"/>
            <ac:spMk id="25" creationId="{826CDFFE-7FD7-E08B-1A97-71A29DE12F25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1T23:40:53.175" v="4187" actId="164"/>
          <ac:spMkLst>
            <pc:docMk/>
            <pc:sldMk cId="3009852263" sldId="257"/>
            <ac:spMk id="28" creationId="{F5F76EC7-3D91-FB98-30D1-3974F409612C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2T23:52:17.794" v="6328" actId="1076"/>
          <ac:spMkLst>
            <pc:docMk/>
            <pc:sldMk cId="3009852263" sldId="257"/>
            <ac:spMk id="32" creationId="{F85E9E06-13F1-0C86-75DA-6EC978FA3658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1T23:40:53.175" v="4187" actId="164"/>
          <ac:spMkLst>
            <pc:docMk/>
            <pc:sldMk cId="3009852263" sldId="257"/>
            <ac:spMk id="34" creationId="{AA043929-A98C-EF40-C882-E0F19752C85C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2T23:52:17.794" v="6328" actId="1076"/>
          <ac:spMkLst>
            <pc:docMk/>
            <pc:sldMk cId="3009852263" sldId="257"/>
            <ac:spMk id="35" creationId="{AC7C900A-7FE8-0955-3AEA-2C5D0431B848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1T23:40:53.175" v="4187" actId="164"/>
          <ac:spMkLst>
            <pc:docMk/>
            <pc:sldMk cId="3009852263" sldId="257"/>
            <ac:spMk id="36" creationId="{8066200A-3419-600C-9C15-A1786420BA06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2T23:52:17.794" v="6328" actId="1076"/>
          <ac:spMkLst>
            <pc:docMk/>
            <pc:sldMk cId="3009852263" sldId="257"/>
            <ac:spMk id="39" creationId="{7694F6D4-6668-7BF9-0873-E831732D1CD8}"/>
          </ac:spMkLst>
        </pc:spChg>
        <pc:spChg chg="add mod">
          <ac:chgData name="성연욱(YEONUK SEONG)[ynk_seong]/책임/제조DX.자동보정.조립자동보정팀" userId="eb9793e5-3a20-40c8-9b24-fa4dc89e30c1" providerId="ADAL" clId="{9F30B502-8CBE-4580-8E47-1563290EBA8A}" dt="2026-08-11T23:40:53.175" v="4187" actId="164"/>
          <ac:spMkLst>
            <pc:docMk/>
            <pc:sldMk cId="3009852263" sldId="257"/>
            <ac:spMk id="40" creationId="{43909D37-4A10-A576-7FB9-145877B196DE}"/>
          </ac:spMkLst>
        </pc:spChg>
        <pc:spChg chg="mod">
          <ac:chgData name="성연욱(YEONUK SEONG)[ynk_seong]/책임/제조DX.자동보정.조립자동보정팀" userId="eb9793e5-3a20-40c8-9b24-fa4dc89e30c1" providerId="ADAL" clId="{9F30B502-8CBE-4580-8E47-1563290EBA8A}" dt="2026-08-11T01:03:04.502" v="1753"/>
          <ac:spMkLst>
            <pc:docMk/>
            <pc:sldMk cId="3009852263" sldId="257"/>
            <ac:spMk id="53" creationId="{685D4899-7985-B960-6CDA-495D2CB59B39}"/>
          </ac:spMkLst>
        </pc:spChg>
        <pc:spChg chg="mod">
          <ac:chgData name="성연욱(YEONUK SEONG)[ynk_seong]/책임/제조DX.자동보정.조립자동보정팀" userId="eb9793e5-3a20-40c8-9b24-fa4dc89e30c1" providerId="ADAL" clId="{9F30B502-8CBE-4580-8E47-1563290EBA8A}" dt="2026-08-11T00:40:35.804" v="115" actId="20577"/>
          <ac:spMkLst>
            <pc:docMk/>
            <pc:sldMk cId="3009852263" sldId="257"/>
            <ac:spMk id="54" creationId="{8030C1DC-5326-EC42-A029-1BE0A9D33AD1}"/>
          </ac:spMkLst>
        </pc:spChg>
        <pc:spChg chg="mod">
          <ac:chgData name="성연욱(YEONUK SEONG)[ynk_seong]/책임/제조DX.자동보정.조립자동보정팀" userId="eb9793e5-3a20-40c8-9b24-fa4dc89e30c1" providerId="ADAL" clId="{9F30B502-8CBE-4580-8E47-1563290EBA8A}" dt="2026-08-11T00:41:01.769" v="167"/>
          <ac:spMkLst>
            <pc:docMk/>
            <pc:sldMk cId="3009852263" sldId="257"/>
            <ac:spMk id="55" creationId="{546BFFC7-3ABD-043F-B22E-08364623B86D}"/>
          </ac:spMkLst>
        </pc:spChg>
        <pc:spChg chg="mod">
          <ac:chgData name="성연욱(YEONUK SEONG)[ynk_seong]/책임/제조DX.자동보정.조립자동보정팀" userId="eb9793e5-3a20-40c8-9b24-fa4dc89e30c1" providerId="ADAL" clId="{9F30B502-8CBE-4580-8E47-1563290EBA8A}" dt="2026-08-11T00:41:05.812" v="169" actId="20577"/>
          <ac:spMkLst>
            <pc:docMk/>
            <pc:sldMk cId="3009852263" sldId="257"/>
            <ac:spMk id="56" creationId="{C81C8513-D98C-B6A7-39BB-5E9DF01B320F}"/>
          </ac:spMkLst>
        </pc:spChg>
        <pc:spChg chg="mod">
          <ac:chgData name="성연욱(YEONUK SEONG)[ynk_seong]/책임/제조DX.자동보정.조립자동보정팀" userId="eb9793e5-3a20-40c8-9b24-fa4dc89e30c1" providerId="ADAL" clId="{9F30B502-8CBE-4580-8E47-1563290EBA8A}" dt="2026-08-13T00:01:58.677" v="6824" actId="20577"/>
          <ac:spMkLst>
            <pc:docMk/>
            <pc:sldMk cId="3009852263" sldId="257"/>
            <ac:spMk id="58" creationId="{1A14E2F3-1D19-45A5-DC7A-6661315C09C3}"/>
          </ac:spMkLst>
        </pc:spChg>
        <pc:spChg chg="mod">
          <ac:chgData name="성연욱(YEONUK SEONG)[ynk_seong]/책임/제조DX.자동보정.조립자동보정팀" userId="eb9793e5-3a20-40c8-9b24-fa4dc89e30c1" providerId="ADAL" clId="{9F30B502-8CBE-4580-8E47-1563290EBA8A}" dt="2026-08-12T23:53:38.682" v="6351" actId="113"/>
          <ac:spMkLst>
            <pc:docMk/>
            <pc:sldMk cId="3009852263" sldId="257"/>
            <ac:spMk id="59" creationId="{3EF71191-E2B1-E9EB-309A-60849C6D06F8}"/>
          </ac:spMkLst>
        </pc:spChg>
        <pc:spChg chg="mod">
          <ac:chgData name="성연욱(YEONUK SEONG)[ynk_seong]/책임/제조DX.자동보정.조립자동보정팀" userId="eb9793e5-3a20-40c8-9b24-fa4dc89e30c1" providerId="ADAL" clId="{9F30B502-8CBE-4580-8E47-1563290EBA8A}" dt="2026-08-11T00:26:36.736" v="99" actId="20577"/>
          <ac:spMkLst>
            <pc:docMk/>
            <pc:sldMk cId="3009852263" sldId="257"/>
            <ac:spMk id="61" creationId="{90AC4789-A3FE-4963-A335-E623E8C98F84}"/>
          </ac:spMkLst>
        </pc:spChg>
        <pc:spChg chg="mod">
          <ac:chgData name="성연욱(YEONUK SEONG)[ynk_seong]/책임/제조DX.자동보정.조립자동보정팀" userId="eb9793e5-3a20-40c8-9b24-fa4dc89e30c1" providerId="ADAL" clId="{9F30B502-8CBE-4580-8E47-1563290EBA8A}" dt="2026-08-12T11:12:36.982" v="5253" actId="20577"/>
          <ac:spMkLst>
            <pc:docMk/>
            <pc:sldMk cId="3009852263" sldId="257"/>
            <ac:spMk id="62" creationId="{67087FE9-D3B8-3B61-8994-10F831D7EDD4}"/>
          </ac:spMkLst>
        </pc:spChg>
        <pc:grpChg chg="add mod">
          <ac:chgData name="성연욱(YEONUK SEONG)[ynk_seong]/책임/제조DX.자동보정.조립자동보정팀" userId="eb9793e5-3a20-40c8-9b24-fa4dc89e30c1" providerId="ADAL" clId="{9F30B502-8CBE-4580-8E47-1563290EBA8A}" dt="2026-08-12T23:53:12.194" v="6343" actId="1076"/>
          <ac:grpSpMkLst>
            <pc:docMk/>
            <pc:sldMk cId="3009852263" sldId="257"/>
            <ac:grpSpMk id="5" creationId="{7D11199A-63E6-769B-C466-649697825D8E}"/>
          </ac:grpSpMkLst>
        </pc:grpChg>
        <pc:grpChg chg="mod">
          <ac:chgData name="성연욱(YEONUK SEONG)[ynk_seong]/책임/제조DX.자동보정.조립자동보정팀" userId="eb9793e5-3a20-40c8-9b24-fa4dc89e30c1" providerId="ADAL" clId="{9F30B502-8CBE-4580-8E47-1563290EBA8A}" dt="2026-08-11T00:40:09.800" v="105" actId="1076"/>
          <ac:grpSpMkLst>
            <pc:docMk/>
            <pc:sldMk cId="3009852263" sldId="257"/>
            <ac:grpSpMk id="10" creationId="{A4FE4196-3330-330D-B115-11D1670A0A52}"/>
          </ac:grpSpMkLst>
        </pc:grpChg>
        <pc:graphicFrameChg chg="modGraphic">
          <ac:chgData name="성연욱(YEONUK SEONG)[ynk_seong]/책임/제조DX.자동보정.조립자동보정팀" userId="eb9793e5-3a20-40c8-9b24-fa4dc89e30c1" providerId="ADAL" clId="{9F30B502-8CBE-4580-8E47-1563290EBA8A}" dt="2026-08-11T00:40:29.221" v="113" actId="20577"/>
          <ac:graphicFrameMkLst>
            <pc:docMk/>
            <pc:sldMk cId="3009852263" sldId="257"/>
            <ac:graphicFrameMk id="9" creationId="{449F626A-DBC8-4A3C-AC31-96A9EDF90D6A}"/>
          </ac:graphicFrameMkLst>
        </pc:graphicFrameChg>
        <pc:cxnChg chg="add mod">
          <ac:chgData name="성연욱(YEONUK SEONG)[ynk_seong]/책임/제조DX.자동보정.조립자동보정팀" userId="eb9793e5-3a20-40c8-9b24-fa4dc89e30c1" providerId="ADAL" clId="{9F30B502-8CBE-4580-8E47-1563290EBA8A}" dt="2026-08-11T23:40:53.175" v="4187" actId="164"/>
          <ac:cxnSpMkLst>
            <pc:docMk/>
            <pc:sldMk cId="3009852263" sldId="257"/>
            <ac:cxnSpMk id="6" creationId="{CA15969A-206B-0A8C-E2CB-A5F1B83D60E4}"/>
          </ac:cxnSpMkLst>
        </pc:cxnChg>
      </pc:sldChg>
      <pc:sldChg chg="modSp mod">
        <pc:chgData name="성연욱(YEONUK SEONG)[ynk_seong]/책임/제조DX.자동보정.조립자동보정팀" userId="eb9793e5-3a20-40c8-9b24-fa4dc89e30c1" providerId="ADAL" clId="{9F30B502-8CBE-4580-8E47-1563290EBA8A}" dt="2026-08-14T00:07:27.080" v="6842" actId="20577"/>
        <pc:sldMkLst>
          <pc:docMk/>
          <pc:sldMk cId="3025724239" sldId="365"/>
        </pc:sldMkLst>
        <pc:spChg chg="mod">
          <ac:chgData name="성연욱(YEONUK SEONG)[ynk_seong]/책임/제조DX.자동보정.조립자동보정팀" userId="eb9793e5-3a20-40c8-9b24-fa4dc89e30c1" providerId="ADAL" clId="{9F30B502-8CBE-4580-8E47-1563290EBA8A}" dt="2026-08-14T00:07:27.080" v="6842" actId="20577"/>
          <ac:spMkLst>
            <pc:docMk/>
            <pc:sldMk cId="3025724239" sldId="365"/>
            <ac:spMk id="58" creationId="{1A14E2F3-1D19-45A5-DC7A-6661315C09C3}"/>
          </ac:spMkLst>
        </pc:spChg>
        <pc:graphicFrameChg chg="modGraphic">
          <ac:chgData name="성연욱(YEONUK SEONG)[ynk_seong]/책임/제조DX.자동보정.조립자동보정팀" userId="eb9793e5-3a20-40c8-9b24-fa4dc89e30c1" providerId="ADAL" clId="{9F30B502-8CBE-4580-8E47-1563290EBA8A}" dt="2026-08-14T00:07:10.774" v="6840" actId="20577"/>
          <ac:graphicFrameMkLst>
            <pc:docMk/>
            <pc:sldMk cId="3025724239" sldId="365"/>
            <ac:graphicFrameMk id="9" creationId="{449F626A-DBC8-4A3C-AC31-96A9EDF90D6A}"/>
          </ac:graphicFrameMkLst>
        </pc:graphicFrameChg>
      </pc:sldChg>
    </pc:docChg>
  </pc:docChgLst>
  <pc:docChgLst>
    <pc:chgData name="엄광호(KWANGHO EUM)[eum_kh]/팀장/제조DX.자동보정.MC자동보정팀" userId="0c104bed-bfc5-4d8d-93da-4ded022c412f" providerId="ADAL" clId="{ECAC1BAB-82C3-457C-BF17-38C9CD7C0140}"/>
    <pc:docChg chg="undo custSel delSld modSld modSection">
      <pc:chgData name="엄광호(KWANGHO EUM)[eum_kh]/팀장/제조DX.자동보정.MC자동보정팀" userId="0c104bed-bfc5-4d8d-93da-4ded022c412f" providerId="ADAL" clId="{ECAC1BAB-82C3-457C-BF17-38C9CD7C0140}" dt="2026-08-12T12:53:37.309" v="2866" actId="47"/>
      <pc:docMkLst>
        <pc:docMk/>
      </pc:docMkLst>
      <pc:sldChg chg="addSp modSp mod">
        <pc:chgData name="엄광호(KWANGHO EUM)[eum_kh]/팀장/제조DX.자동보정.MC자동보정팀" userId="0c104bed-bfc5-4d8d-93da-4ded022c412f" providerId="ADAL" clId="{ECAC1BAB-82C3-457C-BF17-38C9CD7C0140}" dt="2026-08-12T12:43:49.273" v="2150"/>
        <pc:sldMkLst>
          <pc:docMk/>
          <pc:sldMk cId="4109008651" sldId="281"/>
        </pc:sldMkLst>
        <pc:spChg chg="add mod">
          <ac:chgData name="엄광호(KWANGHO EUM)[eum_kh]/팀장/제조DX.자동보정.MC자동보정팀" userId="0c104bed-bfc5-4d8d-93da-4ded022c412f" providerId="ADAL" clId="{ECAC1BAB-82C3-457C-BF17-38C9CD7C0140}" dt="2026-08-12T12:43:49.273" v="2150"/>
          <ac:spMkLst>
            <pc:docMk/>
            <pc:sldMk cId="4109008651" sldId="281"/>
            <ac:spMk id="2" creationId="{9D49CB8A-7BF5-B3E7-4BA1-4BE3461D5832}"/>
          </ac:spMkLst>
        </pc:spChg>
        <pc:graphicFrameChg chg="modGraphic">
          <ac:chgData name="엄광호(KWANGHO EUM)[eum_kh]/팀장/제조DX.자동보정.MC자동보정팀" userId="0c104bed-bfc5-4d8d-93da-4ded022c412f" providerId="ADAL" clId="{ECAC1BAB-82C3-457C-BF17-38C9CD7C0140}" dt="2026-08-12T11:42:30.376" v="9" actId="20577"/>
          <ac:graphicFrameMkLst>
            <pc:docMk/>
            <pc:sldMk cId="4109008651" sldId="281"/>
            <ac:graphicFrameMk id="239" creationId="{4BA64C2C-721D-2CF0-32B8-2734BCA3DACB}"/>
          </ac:graphicFrameMkLst>
        </pc:graphicFrameChg>
      </pc:sldChg>
      <pc:sldChg chg="modSp mod">
        <pc:chgData name="엄광호(KWANGHO EUM)[eum_kh]/팀장/제조DX.자동보정.MC자동보정팀" userId="0c104bed-bfc5-4d8d-93da-4ded022c412f" providerId="ADAL" clId="{ECAC1BAB-82C3-457C-BF17-38C9CD7C0140}" dt="2026-08-12T12:09:32.097" v="27" actId="20577"/>
        <pc:sldMkLst>
          <pc:docMk/>
          <pc:sldMk cId="1594622344" sldId="283"/>
        </pc:sldMkLst>
        <pc:spChg chg="mod">
          <ac:chgData name="엄광호(KWANGHO EUM)[eum_kh]/팀장/제조DX.자동보정.MC자동보정팀" userId="0c104bed-bfc5-4d8d-93da-4ded022c412f" providerId="ADAL" clId="{ECAC1BAB-82C3-457C-BF17-38C9CD7C0140}" dt="2026-08-12T12:09:32.097" v="27" actId="20577"/>
          <ac:spMkLst>
            <pc:docMk/>
            <pc:sldMk cId="1594622344" sldId="283"/>
            <ac:spMk id="146" creationId="{98D26914-0135-B989-ABDD-05FADC65A9F7}"/>
          </ac:spMkLst>
        </pc:spChg>
      </pc:sldChg>
      <pc:sldChg chg="addSp delSp modSp mod">
        <pc:chgData name="엄광호(KWANGHO EUM)[eum_kh]/팀장/제조DX.자동보정.MC자동보정팀" userId="0c104bed-bfc5-4d8d-93da-4ded022c412f" providerId="ADAL" clId="{ECAC1BAB-82C3-457C-BF17-38C9CD7C0140}" dt="2026-08-12T12:44:44.020" v="2172"/>
        <pc:sldMkLst>
          <pc:docMk/>
          <pc:sldMk cId="2391201169" sldId="301"/>
        </pc:sldMkLst>
        <pc:spChg chg="add mod">
          <ac:chgData name="엄광호(KWANGHO EUM)[eum_kh]/팀장/제조DX.자동보정.MC자동보정팀" userId="0c104bed-bfc5-4d8d-93da-4ded022c412f" providerId="ADAL" clId="{ECAC1BAB-82C3-457C-BF17-38C9CD7C0140}" dt="2026-08-12T12:44:44.020" v="2172"/>
          <ac:spMkLst>
            <pc:docMk/>
            <pc:sldMk cId="2391201169" sldId="301"/>
            <ac:spMk id="23" creationId="{6D70D23C-6158-E575-F5C4-0B90D1C49716}"/>
          </ac:spMkLst>
        </pc:spChg>
      </pc:sldChg>
      <pc:sldChg chg="addSp delSp modSp mod">
        <pc:chgData name="엄광호(KWANGHO EUM)[eum_kh]/팀장/제조DX.자동보정.MC자동보정팀" userId="0c104bed-bfc5-4d8d-93da-4ded022c412f" providerId="ADAL" clId="{ECAC1BAB-82C3-457C-BF17-38C9CD7C0140}" dt="2026-08-12T12:44:26.423" v="2162"/>
        <pc:sldMkLst>
          <pc:docMk/>
          <pc:sldMk cId="634019489" sldId="321"/>
        </pc:sldMkLst>
      </pc:sldChg>
      <pc:sldChg chg="addSp delSp modSp mod">
        <pc:chgData name="엄광호(KWANGHO EUM)[eum_kh]/팀장/제조DX.자동보정.MC자동보정팀" userId="0c104bed-bfc5-4d8d-93da-4ded022c412f" providerId="ADAL" clId="{ECAC1BAB-82C3-457C-BF17-38C9CD7C0140}" dt="2026-08-12T12:44:35.625" v="2168"/>
        <pc:sldMkLst>
          <pc:docMk/>
          <pc:sldMk cId="1971500730" sldId="333"/>
        </pc:sldMkLst>
        <pc:spChg chg="add mod">
          <ac:chgData name="엄광호(KWANGHO EUM)[eum_kh]/팀장/제조DX.자동보정.MC자동보정팀" userId="0c104bed-bfc5-4d8d-93da-4ded022c412f" providerId="ADAL" clId="{ECAC1BAB-82C3-457C-BF17-38C9CD7C0140}" dt="2026-08-12T12:44:35.625" v="2168"/>
          <ac:spMkLst>
            <pc:docMk/>
            <pc:sldMk cId="1971500730" sldId="333"/>
            <ac:spMk id="4" creationId="{431D0225-DC01-E640-D9F9-8A1C9054380D}"/>
          </ac:spMkLst>
        </pc:spChg>
      </pc:sldChg>
      <pc:sldChg chg="addSp delSp modSp mod">
        <pc:chgData name="엄광호(KWANGHO EUM)[eum_kh]/팀장/제조DX.자동보정.MC자동보정팀" userId="0c104bed-bfc5-4d8d-93da-4ded022c412f" providerId="ADAL" clId="{ECAC1BAB-82C3-457C-BF17-38C9CD7C0140}" dt="2026-08-12T12:44:29.211" v="2164"/>
        <pc:sldMkLst>
          <pc:docMk/>
          <pc:sldMk cId="4187601064" sldId="345"/>
        </pc:sldMkLst>
        <pc:spChg chg="add mod">
          <ac:chgData name="엄광호(KWANGHO EUM)[eum_kh]/팀장/제조DX.자동보정.MC자동보정팀" userId="0c104bed-bfc5-4d8d-93da-4ded022c412f" providerId="ADAL" clId="{ECAC1BAB-82C3-457C-BF17-38C9CD7C0140}" dt="2026-08-12T12:44:29.211" v="2164"/>
          <ac:spMkLst>
            <pc:docMk/>
            <pc:sldMk cId="4187601064" sldId="345"/>
            <ac:spMk id="4" creationId="{DC22BF7C-B32C-DE54-A27B-C2055CDD5758}"/>
          </ac:spMkLst>
        </pc:spChg>
      </pc:sldChg>
      <pc:sldChg chg="addSp delSp modSp mod">
        <pc:chgData name="엄광호(KWANGHO EUM)[eum_kh]/팀장/제조DX.자동보정.MC자동보정팀" userId="0c104bed-bfc5-4d8d-93da-4ded022c412f" providerId="ADAL" clId="{ECAC1BAB-82C3-457C-BF17-38C9CD7C0140}" dt="2026-08-12T12:44:32.362" v="2166"/>
        <pc:sldMkLst>
          <pc:docMk/>
          <pc:sldMk cId="1274175196" sldId="363"/>
        </pc:sldMkLst>
        <pc:spChg chg="add mod">
          <ac:chgData name="엄광호(KWANGHO EUM)[eum_kh]/팀장/제조DX.자동보정.MC자동보정팀" userId="0c104bed-bfc5-4d8d-93da-4ded022c412f" providerId="ADAL" clId="{ECAC1BAB-82C3-457C-BF17-38C9CD7C0140}" dt="2026-08-12T12:44:32.362" v="2166"/>
          <ac:spMkLst>
            <pc:docMk/>
            <pc:sldMk cId="1274175196" sldId="363"/>
            <ac:spMk id="5" creationId="{F09EC715-D0DF-1074-2FFD-9663AC58AC79}"/>
          </ac:spMkLst>
        </pc:spChg>
      </pc:sldChg>
      <pc:sldChg chg="addSp delSp modSp mod">
        <pc:chgData name="엄광호(KWANGHO EUM)[eum_kh]/팀장/제조DX.자동보정.MC자동보정팀" userId="0c104bed-bfc5-4d8d-93da-4ded022c412f" providerId="ADAL" clId="{ECAC1BAB-82C3-457C-BF17-38C9CD7C0140}" dt="2026-08-12T12:44:16.746" v="2156"/>
        <pc:sldMkLst>
          <pc:docMk/>
          <pc:sldMk cId="1421194858" sldId="386"/>
        </pc:sldMkLst>
        <pc:spChg chg="add mod">
          <ac:chgData name="엄광호(KWANGHO EUM)[eum_kh]/팀장/제조DX.자동보정.MC자동보정팀" userId="0c104bed-bfc5-4d8d-93da-4ded022c412f" providerId="ADAL" clId="{ECAC1BAB-82C3-457C-BF17-38C9CD7C0140}" dt="2026-08-12T12:44:16.746" v="2156"/>
          <ac:spMkLst>
            <pc:docMk/>
            <pc:sldMk cId="1421194858" sldId="386"/>
            <ac:spMk id="6" creationId="{AA59A6FB-1C11-8340-7B8F-AD039799D71E}"/>
          </ac:spMkLst>
        </pc:spChg>
      </pc:sldChg>
      <pc:sldChg chg="addSp delSp modSp mod">
        <pc:chgData name="엄광호(KWANGHO EUM)[eum_kh]/팀장/제조DX.자동보정.MC자동보정팀" userId="0c104bed-bfc5-4d8d-93da-4ded022c412f" providerId="ADAL" clId="{ECAC1BAB-82C3-457C-BF17-38C9CD7C0140}" dt="2026-08-12T12:44:13.891" v="2154"/>
        <pc:sldMkLst>
          <pc:docMk/>
          <pc:sldMk cId="339509220" sldId="418"/>
        </pc:sldMkLst>
        <pc:spChg chg="add mod">
          <ac:chgData name="엄광호(KWANGHO EUM)[eum_kh]/팀장/제조DX.자동보정.MC자동보정팀" userId="0c104bed-bfc5-4d8d-93da-4ded022c412f" providerId="ADAL" clId="{ECAC1BAB-82C3-457C-BF17-38C9CD7C0140}" dt="2026-08-12T12:44:13.891" v="2154"/>
          <ac:spMkLst>
            <pc:docMk/>
            <pc:sldMk cId="339509220" sldId="418"/>
            <ac:spMk id="14" creationId="{460F220D-48E3-3493-60F4-415A75267F16}"/>
          </ac:spMkLst>
        </pc:spChg>
      </pc:sldChg>
    </pc:docChg>
  </pc:docChgLst>
  <pc:docChgLst>
    <pc:chgData name="이제희(JEHEE LEE)[jhlee5841]/책임/제조DX.자동보정.조립자동보정팀" userId="31773b35-80f3-44f0-bad0-f4c04c1e8eae" providerId="ADAL" clId="{866EFCCC-5557-411B-B511-FD7F50648779}"/>
    <pc:docChg chg="undo custSel modSld sldOrd">
      <pc:chgData name="이제희(JEHEE LEE)[jhlee5841]/책임/제조DX.자동보정.조립자동보정팀" userId="31773b35-80f3-44f0-bad0-f4c04c1e8eae" providerId="ADAL" clId="{866EFCCC-5557-411B-B511-FD7F50648779}" dt="2026-09-22T08:01:09.108" v="2227" actId="20577"/>
      <pc:docMkLst>
        <pc:docMk/>
      </pc:docMkLst>
      <pc:sldChg chg="modSp mod">
        <pc:chgData name="이제희(JEHEE LEE)[jhlee5841]/책임/제조DX.자동보정.조립자동보정팀" userId="31773b35-80f3-44f0-bad0-f4c04c1e8eae" providerId="ADAL" clId="{866EFCCC-5557-411B-B511-FD7F50648779}" dt="2026-09-22T08:01:09.108" v="2227" actId="20577"/>
        <pc:sldMkLst>
          <pc:docMk/>
          <pc:sldMk cId="3009852263" sldId="257"/>
        </pc:sldMkLst>
        <pc:spChg chg="mod">
          <ac:chgData name="이제희(JEHEE LEE)[jhlee5841]/책임/제조DX.자동보정.조립자동보정팀" userId="31773b35-80f3-44f0-bad0-f4c04c1e8eae" providerId="ADAL" clId="{866EFCCC-5557-411B-B511-FD7F50648779}" dt="2026-09-22T08:01:09.108" v="2227" actId="20577"/>
          <ac:spMkLst>
            <pc:docMk/>
            <pc:sldMk cId="3009852263" sldId="257"/>
            <ac:spMk id="62" creationId="{67087FE9-D3B8-3B61-8994-10F831D7EDD4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866EFCCC-5557-411B-B511-FD7F50648779}" dt="2026-09-22T08:00:17.671" v="2209" actId="20577"/>
        <pc:sldMkLst>
          <pc:docMk/>
          <pc:sldMk cId="3282732139" sldId="268"/>
        </pc:sldMkLst>
        <pc:spChg chg="mod">
          <ac:chgData name="이제희(JEHEE LEE)[jhlee5841]/책임/제조DX.자동보정.조립자동보정팀" userId="31773b35-80f3-44f0-bad0-f4c04c1e8eae" providerId="ADAL" clId="{866EFCCC-5557-411B-B511-FD7F50648779}" dt="2026-09-22T08:00:17.671" v="2209" actId="20577"/>
          <ac:spMkLst>
            <pc:docMk/>
            <pc:sldMk cId="3282732139" sldId="268"/>
            <ac:spMk id="58" creationId="{1A14E2F3-1D19-45A5-DC7A-6661315C09C3}"/>
          </ac:spMkLst>
        </pc:spChg>
      </pc:sldChg>
      <pc:sldChg chg="addSp delSp modSp mod">
        <pc:chgData name="이제희(JEHEE LEE)[jhlee5841]/책임/제조DX.자동보정.조립자동보정팀" userId="31773b35-80f3-44f0-bad0-f4c04c1e8eae" providerId="ADAL" clId="{866EFCCC-5557-411B-B511-FD7F50648779}" dt="2026-09-22T04:29:17.918" v="1640" actId="20577"/>
        <pc:sldMkLst>
          <pc:docMk/>
          <pc:sldMk cId="238870570" sldId="361"/>
        </pc:sldMkLst>
        <pc:spChg chg="mod">
          <ac:chgData name="이제희(JEHEE LEE)[jhlee5841]/책임/제조DX.자동보정.조립자동보정팀" userId="31773b35-80f3-44f0-bad0-f4c04c1e8eae" providerId="ADAL" clId="{866EFCCC-5557-411B-B511-FD7F50648779}" dt="2026-09-22T03:59:59.394" v="141" actId="20577"/>
          <ac:spMkLst>
            <pc:docMk/>
            <pc:sldMk cId="238870570" sldId="361"/>
            <ac:spMk id="5" creationId="{235D2EA7-9D57-5935-CB10-F4A35ABCBB51}"/>
          </ac:spMkLst>
        </pc:spChg>
        <pc:spChg chg="del">
          <ac:chgData name="이제희(JEHEE LEE)[jhlee5841]/책임/제조DX.자동보정.조립자동보정팀" userId="31773b35-80f3-44f0-bad0-f4c04c1e8eae" providerId="ADAL" clId="{866EFCCC-5557-411B-B511-FD7F50648779}" dt="2026-09-22T03:59:53.373" v="139" actId="478"/>
          <ac:spMkLst>
            <pc:docMk/>
            <pc:sldMk cId="238870570" sldId="361"/>
            <ac:spMk id="6" creationId="{AB115A8C-A89F-F570-1BA1-3D408137DDA4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7" creationId="{9122418F-BD5C-C7E9-9F43-6BB7BE16ACD2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03.717" v="142" actId="1076"/>
          <ac:spMkLst>
            <pc:docMk/>
            <pc:sldMk cId="238870570" sldId="361"/>
            <ac:spMk id="8" creationId="{3DAD0725-B65B-67CE-32EF-FD793C13482C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13" creationId="{AAC8CA92-19B4-DC44-7038-1AAA5F356633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8.871" v="145" actId="1076"/>
          <ac:spMkLst>
            <pc:docMk/>
            <pc:sldMk cId="238870570" sldId="361"/>
            <ac:spMk id="14" creationId="{81AAE5D1-31D7-034B-07A7-218A92381251}"/>
          </ac:spMkLst>
        </pc:spChg>
        <pc:spChg chg="add 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15" creationId="{67785070-3F0C-33E6-E1D3-4CAC6D399B28}"/>
          </ac:spMkLst>
        </pc:spChg>
        <pc:spChg chg="add mod">
          <ac:chgData name="이제희(JEHEE LEE)[jhlee5841]/책임/제조DX.자동보정.조립자동보정팀" userId="31773b35-80f3-44f0-bad0-f4c04c1e8eae" providerId="ADAL" clId="{866EFCCC-5557-411B-B511-FD7F50648779}" dt="2026-09-22T04:27:50.922" v="1590" actId="20577"/>
          <ac:spMkLst>
            <pc:docMk/>
            <pc:sldMk cId="238870570" sldId="361"/>
            <ac:spMk id="16" creationId="{76A94861-0984-65A6-85CE-5E057C7FA6DA}"/>
          </ac:spMkLst>
        </pc:spChg>
        <pc:spChg chg="add mod">
          <ac:chgData name="이제희(JEHEE LEE)[jhlee5841]/책임/제조DX.자동보정.조립자동보정팀" userId="31773b35-80f3-44f0-bad0-f4c04c1e8eae" providerId="ADAL" clId="{866EFCCC-5557-411B-B511-FD7F50648779}" dt="2026-09-22T04:14:32.192" v="653" actId="1076"/>
          <ac:spMkLst>
            <pc:docMk/>
            <pc:sldMk cId="238870570" sldId="361"/>
            <ac:spMk id="17" creationId="{E837484B-0D0A-FB04-B0E5-FF8939F2CF09}"/>
          </ac:spMkLst>
        </pc:spChg>
        <pc:spChg chg="del">
          <ac:chgData name="이제희(JEHEE LEE)[jhlee5841]/책임/제조DX.자동보정.조립자동보정팀" userId="31773b35-80f3-44f0-bad0-f4c04c1e8eae" providerId="ADAL" clId="{866EFCCC-5557-411B-B511-FD7F50648779}" dt="2026-09-22T03:59:53.373" v="139" actId="478"/>
          <ac:spMkLst>
            <pc:docMk/>
            <pc:sldMk cId="238870570" sldId="361"/>
            <ac:spMk id="31" creationId="{85AAF112-A879-A804-3087-F2C3D1DA3028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42" creationId="{6AA67EB7-D9C0-B7A5-D524-7ABDEADEF818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14:42.100" v="657" actId="20577"/>
          <ac:spMkLst>
            <pc:docMk/>
            <pc:sldMk cId="238870570" sldId="361"/>
            <ac:spMk id="43" creationId="{F0C38F79-AC0C-DDFE-620D-99F70CD3472B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44" creationId="{3CBAF6F7-EAFB-9794-3D60-A7134C156D76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45" creationId="{EBD4E087-137E-AAAD-A729-A1A83D4EEFEE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14:36.086" v="654" actId="6549"/>
          <ac:spMkLst>
            <pc:docMk/>
            <pc:sldMk cId="238870570" sldId="361"/>
            <ac:spMk id="46" creationId="{7C21C60D-E4B0-81F9-AD69-E265BD1A9FE0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47" creationId="{7E6BB612-92A1-01E2-9367-BD3BD42DE10C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29:17.918" v="1640" actId="20577"/>
          <ac:spMkLst>
            <pc:docMk/>
            <pc:sldMk cId="238870570" sldId="361"/>
            <ac:spMk id="58" creationId="{1A14E2F3-1D19-45A5-DC7A-6661315C09C3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29:07.595" v="1636" actId="20577"/>
          <ac:spMkLst>
            <pc:docMk/>
            <pc:sldMk cId="238870570" sldId="361"/>
            <ac:spMk id="62" creationId="{67087FE9-D3B8-3B61-8994-10F831D7EDD4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72" creationId="{3536DE45-86F8-C68E-0972-F7536A24D60E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73" creationId="{43749B2D-5A9B-E5E3-B83A-FF4ED250A087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74" creationId="{F74B0001-4C99-34D4-D956-5D87194B7CF6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76" creationId="{B3A9FD94-FC42-6092-B063-F61AD14A9A3B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77" creationId="{193AF6B2-9DB3-41AB-3BC0-91125FF6E7C2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78" creationId="{3B911704-CE58-7CB2-0088-EE918F0EAD2A}"/>
          </ac:spMkLst>
        </pc:spChg>
        <pc:spChg chg="del mod">
          <ac:chgData name="이제희(JEHEE LEE)[jhlee5841]/책임/제조DX.자동보정.조립자동보정팀" userId="31773b35-80f3-44f0-bad0-f4c04c1e8eae" providerId="ADAL" clId="{866EFCCC-5557-411B-B511-FD7F50648779}" dt="2026-09-22T04:14:15.488" v="598" actId="478"/>
          <ac:spMkLst>
            <pc:docMk/>
            <pc:sldMk cId="238870570" sldId="361"/>
            <ac:spMk id="79" creationId="{F498C77D-DC59-63BB-66B9-F3DDFF7BDCDB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spMkLst>
            <pc:docMk/>
            <pc:sldMk cId="238870570" sldId="361"/>
            <ac:spMk id="81" creationId="{E514F84E-27E0-8016-A282-14138C53FC96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00:03.717" v="142" actId="1076"/>
          <ac:spMkLst>
            <pc:docMk/>
            <pc:sldMk cId="238870570" sldId="361"/>
            <ac:spMk id="83" creationId="{BE2591D4-0002-A7F9-253E-FC2998ABA03E}"/>
          </ac:spMkLst>
        </pc:spChg>
        <pc:graphicFrameChg chg="del">
          <ac:chgData name="이제희(JEHEE LEE)[jhlee5841]/책임/제조DX.자동보정.조립자동보정팀" userId="31773b35-80f3-44f0-bad0-f4c04c1e8eae" providerId="ADAL" clId="{866EFCCC-5557-411B-B511-FD7F50648779}" dt="2026-09-22T03:59:53.373" v="139" actId="478"/>
          <ac:graphicFrameMkLst>
            <pc:docMk/>
            <pc:sldMk cId="238870570" sldId="361"/>
            <ac:graphicFrameMk id="30" creationId="{B409A7FA-6042-3D09-4EF8-AC4D9617463F}"/>
          </ac:graphicFrameMkLst>
        </pc:graphicFrameChg>
        <pc:graphicFrameChg chg="mod">
          <ac:chgData name="이제희(JEHEE LEE)[jhlee5841]/책임/제조DX.자동보정.조립자동보정팀" userId="31773b35-80f3-44f0-bad0-f4c04c1e8eae" providerId="ADAL" clId="{866EFCCC-5557-411B-B511-FD7F50648779}" dt="2026-09-22T04:00:03.717" v="142" actId="1076"/>
          <ac:graphicFrameMkLst>
            <pc:docMk/>
            <pc:sldMk cId="238870570" sldId="361"/>
            <ac:graphicFrameMk id="82" creationId="{0792740D-7452-F4A4-2ECB-4C3A69AFC25D}"/>
          </ac:graphicFrameMkLst>
        </pc:graphicFrameChg>
        <pc:picChg chg="add del mod">
          <ac:chgData name="이제희(JEHEE LEE)[jhlee5841]/책임/제조DX.자동보정.조립자동보정팀" userId="31773b35-80f3-44f0-bad0-f4c04c1e8eae" providerId="ADAL" clId="{866EFCCC-5557-411B-B511-FD7F50648779}" dt="2026-09-22T04:21:49.504" v="1000" actId="478"/>
          <ac:picMkLst>
            <pc:docMk/>
            <pc:sldMk cId="238870570" sldId="361"/>
            <ac:picMk id="18" creationId="{D65B6448-46DA-CC82-1F6C-8670ABD29470}"/>
          </ac:picMkLst>
        </pc:picChg>
        <pc:picChg chg="add del mod">
          <ac:chgData name="이제희(JEHEE LEE)[jhlee5841]/책임/제조DX.자동보정.조립자동보정팀" userId="31773b35-80f3-44f0-bad0-f4c04c1e8eae" providerId="ADAL" clId="{866EFCCC-5557-411B-B511-FD7F50648779}" dt="2026-09-22T04:21:49.504" v="1000" actId="478"/>
          <ac:picMkLst>
            <pc:docMk/>
            <pc:sldMk cId="238870570" sldId="361"/>
            <ac:picMk id="19" creationId="{6583DDFF-A8A0-B721-DAB8-64BAB3C09ABF}"/>
          </ac:picMkLst>
        </pc:picChg>
        <pc:picChg chg="add mod">
          <ac:chgData name="이제희(JEHEE LEE)[jhlee5841]/책임/제조DX.자동보정.조립자동보정팀" userId="31773b35-80f3-44f0-bad0-f4c04c1e8eae" providerId="ADAL" clId="{866EFCCC-5557-411B-B511-FD7F50648779}" dt="2026-09-22T04:22:57.088" v="1031" actId="1076"/>
          <ac:picMkLst>
            <pc:docMk/>
            <pc:sldMk cId="238870570" sldId="361"/>
            <ac:picMk id="20" creationId="{933C7922-8FAB-F345-0FC4-7555D7BA1632}"/>
          </ac:picMkLst>
        </pc:picChg>
        <pc:picChg chg="add del mod">
          <ac:chgData name="이제희(JEHEE LEE)[jhlee5841]/책임/제조DX.자동보정.조립자동보정팀" userId="31773b35-80f3-44f0-bad0-f4c04c1e8eae" providerId="ADAL" clId="{866EFCCC-5557-411B-B511-FD7F50648779}" dt="2026-09-22T04:26:53.559" v="1567" actId="478"/>
          <ac:picMkLst>
            <pc:docMk/>
            <pc:sldMk cId="238870570" sldId="361"/>
            <ac:picMk id="21" creationId="{A453E69E-44FA-6540-3E41-7BBE5AA8DB36}"/>
          </ac:picMkLst>
        </pc:picChg>
        <pc:picChg chg="add mod">
          <ac:chgData name="이제희(JEHEE LEE)[jhlee5841]/책임/제조DX.자동보정.조립자동보정팀" userId="31773b35-80f3-44f0-bad0-f4c04c1e8eae" providerId="ADAL" clId="{866EFCCC-5557-411B-B511-FD7F50648779}" dt="2026-09-22T04:27:30.246" v="1578" actId="1076"/>
          <ac:picMkLst>
            <pc:docMk/>
            <pc:sldMk cId="238870570" sldId="361"/>
            <ac:picMk id="22" creationId="{DCAAED0E-BACE-65A7-1F89-86C7F2F6B554}"/>
          </ac:picMkLst>
        </pc:picChg>
        <pc:cxnChg chg="mod">
          <ac:chgData name="이제희(JEHEE LEE)[jhlee5841]/책임/제조DX.자동보정.조립자동보정팀" userId="31773b35-80f3-44f0-bad0-f4c04c1e8eae" providerId="ADAL" clId="{866EFCCC-5557-411B-B511-FD7F50648779}" dt="2026-09-22T04:00:16.902" v="144" actId="1076"/>
          <ac:cxnSpMkLst>
            <pc:docMk/>
            <pc:sldMk cId="238870570" sldId="361"/>
            <ac:cxnSpMk id="41" creationId="{3E38CC1E-88AD-7F9F-D8F5-275062585D06}"/>
          </ac:cxnSpMkLst>
        </pc:cxnChg>
      </pc:sldChg>
      <pc:sldChg chg="modSp mod">
        <pc:chgData name="이제희(JEHEE LEE)[jhlee5841]/책임/제조DX.자동보정.조립자동보정팀" userId="31773b35-80f3-44f0-bad0-f4c04c1e8eae" providerId="ADAL" clId="{866EFCCC-5557-411B-B511-FD7F50648779}" dt="2026-09-22T05:31:14.495" v="2205" actId="20577"/>
        <pc:sldMkLst>
          <pc:docMk/>
          <pc:sldMk cId="92261207" sldId="364"/>
        </pc:sldMkLst>
        <pc:spChg chg="mod">
          <ac:chgData name="이제희(JEHEE LEE)[jhlee5841]/책임/제조DX.자동보정.조립자동보정팀" userId="31773b35-80f3-44f0-bad0-f4c04c1e8eae" providerId="ADAL" clId="{866EFCCC-5557-411B-B511-FD7F50648779}" dt="2026-09-22T05:31:14.495" v="2205" actId="20577"/>
          <ac:spMkLst>
            <pc:docMk/>
            <pc:sldMk cId="92261207" sldId="364"/>
            <ac:spMk id="2" creationId="{4B2F722E-337B-8C08-B059-BE8A3BD6372B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32:50.503" v="2133" actId="20577"/>
          <ac:spMkLst>
            <pc:docMk/>
            <pc:sldMk cId="92261207" sldId="364"/>
            <ac:spMk id="8" creationId="{5919198A-CDB5-FF93-3169-8D8F18829103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5:30:47.234" v="2153" actId="20577"/>
          <ac:spMkLst>
            <pc:docMk/>
            <pc:sldMk cId="92261207" sldId="364"/>
            <ac:spMk id="10" creationId="{EF6A0805-A5DD-8C32-39B3-6312F5DCD75E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32:45.446" v="2131" actId="1076"/>
          <ac:spMkLst>
            <pc:docMk/>
            <pc:sldMk cId="92261207" sldId="364"/>
            <ac:spMk id="13" creationId="{38F59D01-83A1-8EDB-A942-CFCC8A24A16D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32:45.446" v="2131" actId="1076"/>
          <ac:spMkLst>
            <pc:docMk/>
            <pc:sldMk cId="92261207" sldId="364"/>
            <ac:spMk id="14" creationId="{8F7AE809-E3E3-4B22-D095-AC790C9334D4}"/>
          </ac:spMkLst>
        </pc:spChg>
        <pc:spChg chg="mod">
          <ac:chgData name="이제희(JEHEE LEE)[jhlee5841]/책임/제조DX.자동보정.조립자동보정팀" userId="31773b35-80f3-44f0-bad0-f4c04c1e8eae" providerId="ADAL" clId="{866EFCCC-5557-411B-B511-FD7F50648779}" dt="2026-09-22T04:32:31.676" v="2129" actId="20577"/>
          <ac:spMkLst>
            <pc:docMk/>
            <pc:sldMk cId="92261207" sldId="364"/>
            <ac:spMk id="58" creationId="{1A14E2F3-1D19-45A5-DC7A-6661315C09C3}"/>
          </ac:spMkLst>
        </pc:spChg>
      </pc:sldChg>
      <pc:sldChg chg="ord">
        <pc:chgData name="이제희(JEHEE LEE)[jhlee5841]/책임/제조DX.자동보정.조립자동보정팀" userId="31773b35-80f3-44f0-bad0-f4c04c1e8eae" providerId="ADAL" clId="{866EFCCC-5557-411B-B511-FD7F50648779}" dt="2026-09-22T03:57:26.326" v="0" actId="20578"/>
        <pc:sldMkLst>
          <pc:docMk/>
          <pc:sldMk cId="2440852975" sldId="2147481923"/>
        </pc:sldMkLst>
      </pc:sldChg>
    </pc:docChg>
  </pc:docChgLst>
  <pc:docChgLst>
    <pc:chgData name="박연탁(YEONTARK PARK)[parkyt]/책임/제조DX.자동보정.자동보정선행개발팀" userId="ed32861b-bebc-4d6e-be9d-42a82b4a008b" providerId="ADAL" clId="{B76BB969-8F97-4239-95B1-A7005CC024C4}"/>
    <pc:docChg chg="undo custSel addSld delSld modSld modSection">
      <pc:chgData name="박연탁(YEONTARK PARK)[parkyt]/책임/제조DX.자동보정.자동보정선행개발팀" userId="ed32861b-bebc-4d6e-be9d-42a82b4a008b" providerId="ADAL" clId="{B76BB969-8F97-4239-95B1-A7005CC024C4}" dt="2026-09-02T05:32:54.056" v="1381" actId="207"/>
      <pc:docMkLst>
        <pc:docMk/>
      </pc:docMkLst>
      <pc:sldChg chg="addSp delSp modSp mod">
        <pc:chgData name="박연탁(YEONTARK PARK)[parkyt]/책임/제조DX.자동보정.자동보정선행개발팀" userId="ed32861b-bebc-4d6e-be9d-42a82b4a008b" providerId="ADAL" clId="{B76BB969-8F97-4239-95B1-A7005CC024C4}" dt="2026-09-02T05:07:42.660" v="1312" actId="207"/>
        <pc:sldMkLst>
          <pc:docMk/>
          <pc:sldMk cId="1770964036" sldId="258"/>
        </pc:sldMkLst>
        <pc:spChg chg="mod">
          <ac:chgData name="박연탁(YEONTARK PARK)[parkyt]/책임/제조DX.자동보정.자동보정선행개발팀" userId="ed32861b-bebc-4d6e-be9d-42a82b4a008b" providerId="ADAL" clId="{B76BB969-8F97-4239-95B1-A7005CC024C4}" dt="2026-09-02T05:07:42.660" v="1312" actId="207"/>
          <ac:spMkLst>
            <pc:docMk/>
            <pc:sldMk cId="1770964036" sldId="258"/>
            <ac:spMk id="7" creationId="{AB3C64F9-9A9C-58C3-0E5C-7AA382004820}"/>
          </ac:spMkLst>
        </pc:spChg>
        <pc:spChg chg="mod">
          <ac:chgData name="박연탁(YEONTARK PARK)[parkyt]/책임/제조DX.자동보정.자동보정선행개발팀" userId="ed32861b-bebc-4d6e-be9d-42a82b4a008b" providerId="ADAL" clId="{B76BB969-8F97-4239-95B1-A7005CC024C4}" dt="2026-09-02T02:13:25.086" v="1186"/>
          <ac:spMkLst>
            <pc:docMk/>
            <pc:sldMk cId="1770964036" sldId="258"/>
            <ac:spMk id="9" creationId="{F8731133-4A75-27D0-2C14-D05840358326}"/>
          </ac:spMkLst>
        </pc:spChg>
        <pc:spChg chg="mod">
          <ac:chgData name="박연탁(YEONTARK PARK)[parkyt]/책임/제조DX.자동보정.자동보정선행개발팀" userId="ed32861b-bebc-4d6e-be9d-42a82b4a008b" providerId="ADAL" clId="{B76BB969-8F97-4239-95B1-A7005CC024C4}" dt="2026-09-02T02:05:40.013" v="1177" actId="20577"/>
          <ac:spMkLst>
            <pc:docMk/>
            <pc:sldMk cId="1770964036" sldId="258"/>
            <ac:spMk id="16" creationId="{769F82A6-8E4D-553A-903B-600E937C469F}"/>
          </ac:spMkLst>
        </pc:spChg>
        <pc:spChg chg="mod">
          <ac:chgData name="박연탁(YEONTARK PARK)[parkyt]/책임/제조DX.자동보정.자동보정선행개발팀" userId="ed32861b-bebc-4d6e-be9d-42a82b4a008b" providerId="ADAL" clId="{B76BB969-8F97-4239-95B1-A7005CC024C4}" dt="2026-09-02T05:07:01.337" v="1308" actId="20577"/>
          <ac:spMkLst>
            <pc:docMk/>
            <pc:sldMk cId="1770964036" sldId="258"/>
            <ac:spMk id="17" creationId="{2B8DB565-1F9F-0BA9-BC00-00A940B01B0E}"/>
          </ac:spMkLst>
        </pc:spChg>
        <pc:graphicFrameChg chg="add mod modGraphic">
          <ac:chgData name="박연탁(YEONTARK PARK)[parkyt]/책임/제조DX.자동보정.자동보정선행개발팀" userId="ed32861b-bebc-4d6e-be9d-42a82b4a008b" providerId="ADAL" clId="{B76BB969-8F97-4239-95B1-A7005CC024C4}" dt="2026-09-02T01:59:26.771" v="998"/>
          <ac:graphicFrameMkLst>
            <pc:docMk/>
            <pc:sldMk cId="1770964036" sldId="258"/>
            <ac:graphicFrameMk id="10" creationId="{CEDDADE1-190E-DA03-EB11-B0F113FB97F9}"/>
          </ac:graphicFrameMkLst>
        </pc:graphicFrameChg>
        <pc:picChg chg="add mod">
          <ac:chgData name="박연탁(YEONTARK PARK)[parkyt]/책임/제조DX.자동보정.자동보정선행개발팀" userId="ed32861b-bebc-4d6e-be9d-42a82b4a008b" providerId="ADAL" clId="{B76BB969-8F97-4239-95B1-A7005CC024C4}" dt="2026-09-02T05:06:54.435" v="1290" actId="1076"/>
          <ac:picMkLst>
            <pc:docMk/>
            <pc:sldMk cId="1770964036" sldId="258"/>
            <ac:picMk id="36" creationId="{96067BF2-4FA0-02A0-73B8-4E7DBF68391A}"/>
          </ac:picMkLst>
        </pc:picChg>
      </pc:sldChg>
      <pc:sldChg chg="modSp mod">
        <pc:chgData name="박연탁(YEONTARK PARK)[parkyt]/책임/제조DX.자동보정.자동보정선행개발팀" userId="ed32861b-bebc-4d6e-be9d-42a82b4a008b" providerId="ADAL" clId="{B76BB969-8F97-4239-95B1-A7005CC024C4}" dt="2026-09-02T01:36:04.939" v="125" actId="20577"/>
        <pc:sldMkLst>
          <pc:docMk/>
          <pc:sldMk cId="745550584" sldId="274"/>
        </pc:sldMkLst>
        <pc:spChg chg="mod">
          <ac:chgData name="박연탁(YEONTARK PARK)[parkyt]/책임/제조DX.자동보정.자동보정선행개발팀" userId="ed32861b-bebc-4d6e-be9d-42a82b4a008b" providerId="ADAL" clId="{B76BB969-8F97-4239-95B1-A7005CC024C4}" dt="2026-09-02T01:35:53.668" v="121" actId="6549"/>
          <ac:spMkLst>
            <pc:docMk/>
            <pc:sldMk cId="745550584" sldId="274"/>
            <ac:spMk id="6" creationId="{D76BC9C0-41CE-9870-7B1A-176FEE059FB6}"/>
          </ac:spMkLst>
        </pc:spChg>
        <pc:spChg chg="mod">
          <ac:chgData name="박연탁(YEONTARK PARK)[parkyt]/책임/제조DX.자동보정.자동보정선행개발팀" userId="ed32861b-bebc-4d6e-be9d-42a82b4a008b" providerId="ADAL" clId="{B76BB969-8F97-4239-95B1-A7005CC024C4}" dt="2026-09-02T01:36:04.939" v="125" actId="20577"/>
          <ac:spMkLst>
            <pc:docMk/>
            <pc:sldMk cId="745550584" sldId="274"/>
            <ac:spMk id="16" creationId="{CA14BD47-DFA1-853E-ADCF-D39F25AEACF8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B76BB969-8F97-4239-95B1-A7005CC024C4}" dt="2026-09-02T01:42:36.112" v="227" actId="20577"/>
        <pc:sldMkLst>
          <pc:docMk/>
          <pc:sldMk cId="2456550573" sldId="276"/>
        </pc:sldMkLst>
        <pc:spChg chg="mod">
          <ac:chgData name="박연탁(YEONTARK PARK)[parkyt]/책임/제조DX.자동보정.자동보정선행개발팀" userId="ed32861b-bebc-4d6e-be9d-42a82b4a008b" providerId="ADAL" clId="{B76BB969-8F97-4239-95B1-A7005CC024C4}" dt="2026-09-02T01:41:45.439" v="195" actId="20577"/>
          <ac:spMkLst>
            <pc:docMk/>
            <pc:sldMk cId="2456550573" sldId="276"/>
            <ac:spMk id="16" creationId="{7C7AB55B-45A4-E533-7823-AAA977943996}"/>
          </ac:spMkLst>
        </pc:spChg>
        <pc:graphicFrameChg chg="mod modGraphic">
          <ac:chgData name="박연탁(YEONTARK PARK)[parkyt]/책임/제조DX.자동보정.자동보정선행개발팀" userId="ed32861b-bebc-4d6e-be9d-42a82b4a008b" providerId="ADAL" clId="{B76BB969-8F97-4239-95B1-A7005CC024C4}" dt="2026-09-02T01:42:36.112" v="227" actId="20577"/>
          <ac:graphicFrameMkLst>
            <pc:docMk/>
            <pc:sldMk cId="2456550573" sldId="276"/>
            <ac:graphicFrameMk id="53" creationId="{AD0CB380-31E8-BF49-E8BC-41F67CB2E917}"/>
          </ac:graphicFrameMkLst>
        </pc:graphicFrameChg>
      </pc:sldChg>
      <pc:sldChg chg="addSp modSp mod">
        <pc:chgData name="박연탁(YEONTARK PARK)[parkyt]/책임/제조DX.자동보정.자동보정선행개발팀" userId="ed32861b-bebc-4d6e-be9d-42a82b4a008b" providerId="ADAL" clId="{B76BB969-8F97-4239-95B1-A7005CC024C4}" dt="2026-09-02T05:18:46.964" v="1356"/>
        <pc:sldMkLst>
          <pc:docMk/>
          <pc:sldMk cId="2795407016" sldId="311"/>
        </pc:sldMkLst>
        <pc:spChg chg="mod">
          <ac:chgData name="박연탁(YEONTARK PARK)[parkyt]/책임/제조DX.자동보정.자동보정선행개발팀" userId="ed32861b-bebc-4d6e-be9d-42a82b4a008b" providerId="ADAL" clId="{B76BB969-8F97-4239-95B1-A7005CC024C4}" dt="2026-09-02T02:01:21.758" v="1061" actId="20577"/>
          <ac:spMkLst>
            <pc:docMk/>
            <pc:sldMk cId="2795407016" sldId="311"/>
            <ac:spMk id="3" creationId="{00000000-0000-0000-0000-000000000000}"/>
          </ac:spMkLst>
        </pc:spChg>
        <pc:spChg chg="add mod">
          <ac:chgData name="박연탁(YEONTARK PARK)[parkyt]/책임/제조DX.자동보정.자동보정선행개발팀" userId="ed32861b-bebc-4d6e-be9d-42a82b4a008b" providerId="ADAL" clId="{B76BB969-8F97-4239-95B1-A7005CC024C4}" dt="2026-09-02T05:18:39.672" v="1350" actId="1076"/>
          <ac:spMkLst>
            <pc:docMk/>
            <pc:sldMk cId="2795407016" sldId="311"/>
            <ac:spMk id="6" creationId="{C2454075-7011-B370-D62E-AC7E2A5695B1}"/>
          </ac:spMkLst>
        </pc:spChg>
        <pc:spChg chg="add mod">
          <ac:chgData name="박연탁(YEONTARK PARK)[parkyt]/책임/제조DX.자동보정.자동보정선행개발팀" userId="ed32861b-bebc-4d6e-be9d-42a82b4a008b" providerId="ADAL" clId="{B76BB969-8F97-4239-95B1-A7005CC024C4}" dt="2026-09-02T05:18:46.964" v="1356"/>
          <ac:spMkLst>
            <pc:docMk/>
            <pc:sldMk cId="2795407016" sldId="311"/>
            <ac:spMk id="7" creationId="{ECD39FB1-B452-E485-5985-9E64B5936C48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B76BB969-8F97-4239-95B1-A7005CC024C4}" dt="2026-09-02T05:21:25.318" v="1375" actId="207"/>
        <pc:sldMkLst>
          <pc:docMk/>
          <pc:sldMk cId="1492841092" sldId="320"/>
        </pc:sldMkLst>
        <pc:spChg chg="mod">
          <ac:chgData name="박연탁(YEONTARK PARK)[parkyt]/책임/제조DX.자동보정.자동보정선행개발팀" userId="ed32861b-bebc-4d6e-be9d-42a82b4a008b" providerId="ADAL" clId="{B76BB969-8F97-4239-95B1-A7005CC024C4}" dt="2026-09-02T02:01:54.094" v="1087"/>
          <ac:spMkLst>
            <pc:docMk/>
            <pc:sldMk cId="1492841092" sldId="320"/>
            <ac:spMk id="2" creationId="{00000000-0000-0000-0000-000000000000}"/>
          </ac:spMkLst>
        </pc:spChg>
        <pc:spChg chg="mod">
          <ac:chgData name="박연탁(YEONTARK PARK)[parkyt]/책임/제조DX.자동보정.자동보정선행개발팀" userId="ed32861b-bebc-4d6e-be9d-42a82b4a008b" providerId="ADAL" clId="{B76BB969-8F97-4239-95B1-A7005CC024C4}" dt="2026-09-02T05:21:25.318" v="1375" actId="207"/>
          <ac:spMkLst>
            <pc:docMk/>
            <pc:sldMk cId="1492841092" sldId="320"/>
            <ac:spMk id="10" creationId="{00000000-0000-0000-0000-000000000000}"/>
          </ac:spMkLst>
        </pc:spChg>
        <pc:graphicFrameChg chg="modGraphic">
          <ac:chgData name="박연탁(YEONTARK PARK)[parkyt]/책임/제조DX.자동보정.자동보정선행개발팀" userId="ed32861b-bebc-4d6e-be9d-42a82b4a008b" providerId="ADAL" clId="{B76BB969-8F97-4239-95B1-A7005CC024C4}" dt="2026-09-02T02:02:02.279" v="1088" actId="6549"/>
          <ac:graphicFrameMkLst>
            <pc:docMk/>
            <pc:sldMk cId="1492841092" sldId="320"/>
            <ac:graphicFrameMk id="6" creationId="{00000000-0000-0000-0000-000000000000}"/>
          </ac:graphicFrameMkLst>
        </pc:graphicFrameChg>
      </pc:sldChg>
      <pc:sldChg chg="modSp mod">
        <pc:chgData name="박연탁(YEONTARK PARK)[parkyt]/책임/제조DX.자동보정.자동보정선행개발팀" userId="ed32861b-bebc-4d6e-be9d-42a82b4a008b" providerId="ADAL" clId="{B76BB969-8F97-4239-95B1-A7005CC024C4}" dt="2026-09-02T01:36:12.996" v="129" actId="20577"/>
        <pc:sldMkLst>
          <pc:docMk/>
          <pc:sldMk cId="2927333236" sldId="323"/>
        </pc:sldMkLst>
        <pc:spChg chg="mod">
          <ac:chgData name="박연탁(YEONTARK PARK)[parkyt]/책임/제조DX.자동보정.자동보정선행개발팀" userId="ed32861b-bebc-4d6e-be9d-42a82b4a008b" providerId="ADAL" clId="{B76BB969-8F97-4239-95B1-A7005CC024C4}" dt="2026-09-02T01:36:12.996" v="129" actId="20577"/>
          <ac:spMkLst>
            <pc:docMk/>
            <pc:sldMk cId="2927333236" sldId="323"/>
            <ac:spMk id="16" creationId="{CA14BD47-DFA1-853E-ADCF-D39F25AEACF8}"/>
          </ac:spMkLst>
        </pc:spChg>
      </pc:sldChg>
      <pc:sldChg chg="addSp modSp add mod">
        <pc:chgData name="박연탁(YEONTARK PARK)[parkyt]/책임/제조DX.자동보정.자동보정선행개발팀" userId="ed32861b-bebc-4d6e-be9d-42a82b4a008b" providerId="ADAL" clId="{B76BB969-8F97-4239-95B1-A7005CC024C4}" dt="2026-09-02T05:32:54.056" v="1381" actId="207"/>
        <pc:sldMkLst>
          <pc:docMk/>
          <pc:sldMk cId="2984410937" sldId="327"/>
        </pc:sldMkLst>
        <pc:spChg chg="add mod">
          <ac:chgData name="박연탁(YEONTARK PARK)[parkyt]/책임/제조DX.자동보정.자동보정선행개발팀" userId="ed32861b-bebc-4d6e-be9d-42a82b4a008b" providerId="ADAL" clId="{B76BB969-8F97-4239-95B1-A7005CC024C4}" dt="2026-09-02T05:32:34.713" v="1379"/>
          <ac:spMkLst>
            <pc:docMk/>
            <pc:sldMk cId="2984410937" sldId="327"/>
            <ac:spMk id="2" creationId="{7709899F-2BAD-FC54-5E44-6CFDB3A97486}"/>
          </ac:spMkLst>
        </pc:spChg>
        <pc:spChg chg="add mod">
          <ac:chgData name="박연탁(YEONTARK PARK)[parkyt]/책임/제조DX.자동보정.자동보정선행개발팀" userId="ed32861b-bebc-4d6e-be9d-42a82b4a008b" providerId="ADAL" clId="{B76BB969-8F97-4239-95B1-A7005CC024C4}" dt="2026-09-02T05:32:34.713" v="1379"/>
          <ac:spMkLst>
            <pc:docMk/>
            <pc:sldMk cId="2984410937" sldId="327"/>
            <ac:spMk id="3" creationId="{DBE5A306-81A7-B45F-8EA8-62C57BFF2002}"/>
          </ac:spMkLst>
        </pc:spChg>
        <pc:spChg chg="mod">
          <ac:chgData name="박연탁(YEONTARK PARK)[parkyt]/책임/제조DX.자동보정.자동보정선행개발팀" userId="ed32861b-bebc-4d6e-be9d-42a82b4a008b" providerId="ADAL" clId="{B76BB969-8F97-4239-95B1-A7005CC024C4}" dt="2026-09-02T05:04:07.623" v="1188" actId="27636"/>
          <ac:spMkLst>
            <pc:docMk/>
            <pc:sldMk cId="2984410937" sldId="327"/>
            <ac:spMk id="26" creationId="{D624E2EB-BCFC-42DF-C607-3299553B46AC}"/>
          </ac:spMkLst>
        </pc:spChg>
        <pc:graphicFrameChg chg="modGraphic">
          <ac:chgData name="박연탁(YEONTARK PARK)[parkyt]/책임/제조DX.자동보정.자동보정선행개발팀" userId="ed32861b-bebc-4d6e-be9d-42a82b4a008b" providerId="ADAL" clId="{B76BB969-8F97-4239-95B1-A7005CC024C4}" dt="2026-09-02T05:32:54.056" v="1381" actId="207"/>
          <ac:graphicFrameMkLst>
            <pc:docMk/>
            <pc:sldMk cId="2984410937" sldId="327"/>
            <ac:graphicFrameMk id="4" creationId="{A5A23191-22BF-07B8-B015-5F96BD9C463D}"/>
          </ac:graphicFrameMkLst>
        </pc:graphicFrameChg>
        <pc:graphicFrameChg chg="modGraphic">
          <ac:chgData name="박연탁(YEONTARK PARK)[parkyt]/책임/제조DX.자동보정.자동보정선행개발팀" userId="ed32861b-bebc-4d6e-be9d-42a82b4a008b" providerId="ADAL" clId="{B76BB969-8F97-4239-95B1-A7005CC024C4}" dt="2026-09-02T05:32:50.181" v="1380" actId="207"/>
          <ac:graphicFrameMkLst>
            <pc:docMk/>
            <pc:sldMk cId="2984410937" sldId="327"/>
            <ac:graphicFrameMk id="8" creationId="{F713B236-4BE6-BD15-5EFB-4903DC900347}"/>
          </ac:graphicFrameMkLst>
        </pc:graphicFrameChg>
      </pc:sldChg>
      <pc:sldChg chg="modSp mod">
        <pc:chgData name="박연탁(YEONTARK PARK)[parkyt]/책임/제조DX.자동보정.자동보정선행개발팀" userId="ed32861b-bebc-4d6e-be9d-42a82b4a008b" providerId="ADAL" clId="{B76BB969-8F97-4239-95B1-A7005CC024C4}" dt="2026-09-02T01:49:29.009" v="790" actId="207"/>
        <pc:sldMkLst>
          <pc:docMk/>
          <pc:sldMk cId="3782446933" sldId="328"/>
        </pc:sldMkLst>
        <pc:spChg chg="mod">
          <ac:chgData name="박연탁(YEONTARK PARK)[parkyt]/책임/제조DX.자동보정.자동보정선행개발팀" userId="ed32861b-bebc-4d6e-be9d-42a82b4a008b" providerId="ADAL" clId="{B76BB969-8F97-4239-95B1-A7005CC024C4}" dt="2026-09-02T01:49:29.009" v="790" actId="207"/>
          <ac:spMkLst>
            <pc:docMk/>
            <pc:sldMk cId="3782446933" sldId="328"/>
            <ac:spMk id="6" creationId="{9429BFCD-514C-884F-C564-A36A426BB2D5}"/>
          </ac:spMkLst>
        </pc:spChg>
        <pc:spChg chg="mod">
          <ac:chgData name="박연탁(YEONTARK PARK)[parkyt]/책임/제조DX.자동보정.자동보정선행개발팀" userId="ed32861b-bebc-4d6e-be9d-42a82b4a008b" providerId="ADAL" clId="{B76BB969-8F97-4239-95B1-A7005CC024C4}" dt="2026-09-02T01:49:15.349" v="789"/>
          <ac:spMkLst>
            <pc:docMk/>
            <pc:sldMk cId="3782446933" sldId="328"/>
            <ac:spMk id="7" creationId="{9567EB62-4ECC-A12D-3EFE-E95946A4CE0B}"/>
          </ac:spMkLst>
        </pc:spChg>
        <pc:spChg chg="mod">
          <ac:chgData name="박연탁(YEONTARK PARK)[parkyt]/책임/제조DX.자동보정.자동보정선행개발팀" userId="ed32861b-bebc-4d6e-be9d-42a82b4a008b" providerId="ADAL" clId="{B76BB969-8F97-4239-95B1-A7005CC024C4}" dt="2026-09-02T01:49:06.003" v="788" actId="20577"/>
          <ac:spMkLst>
            <pc:docMk/>
            <pc:sldMk cId="3782446933" sldId="328"/>
            <ac:spMk id="16" creationId="{94620310-0E9B-7F74-5A5B-AD30FE87E27B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B76BB969-8F97-4239-95B1-A7005CC024C4}" dt="2026-09-02T01:48:47.468" v="784"/>
        <pc:sldMkLst>
          <pc:docMk/>
          <pc:sldMk cId="1991559308" sldId="331"/>
        </pc:sldMkLst>
        <pc:spChg chg="mod">
          <ac:chgData name="박연탁(YEONTARK PARK)[parkyt]/책임/제조DX.자동보정.자동보정선행개발팀" userId="ed32861b-bebc-4d6e-be9d-42a82b4a008b" providerId="ADAL" clId="{B76BB969-8F97-4239-95B1-A7005CC024C4}" dt="2026-09-02T01:48:47.468" v="784"/>
          <ac:spMkLst>
            <pc:docMk/>
            <pc:sldMk cId="1991559308" sldId="331"/>
            <ac:spMk id="7" creationId="{0C5BA0EC-7D94-9054-43F9-3C242BB7B60F}"/>
          </ac:spMkLst>
        </pc:spChg>
        <pc:spChg chg="mod">
          <ac:chgData name="박연탁(YEONTARK PARK)[parkyt]/책임/제조DX.자동보정.자동보정선행개발팀" userId="ed32861b-bebc-4d6e-be9d-42a82b4a008b" providerId="ADAL" clId="{B76BB969-8F97-4239-95B1-A7005CC024C4}" dt="2026-09-02T01:48:28.712" v="783" actId="20577"/>
          <ac:spMkLst>
            <pc:docMk/>
            <pc:sldMk cId="1991559308" sldId="331"/>
            <ac:spMk id="16" creationId="{59634C11-CA3B-797B-FB57-34B49AE2560B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B76BB969-8F97-4239-95B1-A7005CC024C4}" dt="2026-09-02T02:05:57.089" v="1181" actId="20577"/>
        <pc:sldMkLst>
          <pc:docMk/>
          <pc:sldMk cId="2964207914" sldId="399"/>
        </pc:sldMkLst>
        <pc:spChg chg="mod">
          <ac:chgData name="박연탁(YEONTARK PARK)[parkyt]/책임/제조DX.자동보정.자동보정선행개발팀" userId="ed32861b-bebc-4d6e-be9d-42a82b4a008b" providerId="ADAL" clId="{B76BB969-8F97-4239-95B1-A7005CC024C4}" dt="2026-09-02T02:05:57.089" v="1181" actId="20577"/>
          <ac:spMkLst>
            <pc:docMk/>
            <pc:sldMk cId="2964207914" sldId="399"/>
            <ac:spMk id="16" creationId="{769F82A6-8E4D-553A-903B-600E937C469F}"/>
          </ac:spMkLst>
        </pc:spChg>
      </pc:sldChg>
      <pc:sldChg chg="modSp mod">
        <pc:chgData name="박연탁(YEONTARK PARK)[parkyt]/책임/제조DX.자동보정.자동보정선행개발팀" userId="ed32861b-bebc-4d6e-be9d-42a82b4a008b" providerId="ADAL" clId="{B76BB969-8F97-4239-95B1-A7005CC024C4}" dt="2026-09-02T05:29:51.135" v="1378"/>
        <pc:sldMkLst>
          <pc:docMk/>
          <pc:sldMk cId="2078861670" sldId="2147483568"/>
        </pc:sldMkLst>
        <pc:spChg chg="mod">
          <ac:chgData name="박연탁(YEONTARK PARK)[parkyt]/책임/제조DX.자동보정.자동보정선행개발팀" userId="ed32861b-bebc-4d6e-be9d-42a82b4a008b" providerId="ADAL" clId="{B76BB969-8F97-4239-95B1-A7005CC024C4}" dt="2026-09-02T05:05:18.104" v="1207" actId="1076"/>
          <ac:spMkLst>
            <pc:docMk/>
            <pc:sldMk cId="2078861670" sldId="2147483568"/>
            <ac:spMk id="11" creationId="{9343EBA5-E928-3C62-EB7D-E97447A45ACA}"/>
          </ac:spMkLst>
        </pc:spChg>
        <pc:spChg chg="mod">
          <ac:chgData name="박연탁(YEONTARK PARK)[parkyt]/책임/제조DX.자동보정.자동보정선행개발팀" userId="ed32861b-bebc-4d6e-be9d-42a82b4a008b" providerId="ADAL" clId="{B76BB969-8F97-4239-95B1-A7005CC024C4}" dt="2026-09-02T05:29:51.135" v="1378"/>
          <ac:spMkLst>
            <pc:docMk/>
            <pc:sldMk cId="2078861670" sldId="2147483568"/>
            <ac:spMk id="14" creationId="{4EABB971-7377-9AD5-50FB-0B1A44A59A43}"/>
          </ac:spMkLst>
        </pc:spChg>
      </pc:sldChg>
    </pc:docChg>
  </pc:docChgLst>
  <pc:docChgLst>
    <pc:chgData name="박수종(SUJONG PARK)[sujong.park]/팀장/제조DX.자동보정.조립자동보정팀" userId="ab82824d-b00b-4730-b1d5-e6a89197d8e8" providerId="ADAL" clId="{32EA456F-5DD8-4203-AFF7-0D633E4B18C7}"/>
    <pc:docChg chg="undo custSel modSld">
      <pc:chgData name="박수종(SUJONG PARK)[sujong.park]/팀장/제조DX.자동보정.조립자동보정팀" userId="ab82824d-b00b-4730-b1d5-e6a89197d8e8" providerId="ADAL" clId="{32EA456F-5DD8-4203-AFF7-0D633E4B18C7}" dt="2026-09-02T06:14:06.723" v="1176" actId="1076"/>
      <pc:docMkLst>
        <pc:docMk/>
      </pc:docMkLst>
      <pc:sldChg chg="modSp mod">
        <pc:chgData name="박수종(SUJONG PARK)[sujong.park]/팀장/제조DX.자동보정.조립자동보정팀" userId="ab82824d-b00b-4730-b1d5-e6a89197d8e8" providerId="ADAL" clId="{32EA456F-5DD8-4203-AFF7-0D633E4B18C7}" dt="2026-09-02T06:14:06.723" v="1176" actId="1076"/>
        <pc:sldMkLst>
          <pc:docMk/>
          <pc:sldMk cId="3521588699" sldId="354"/>
        </pc:sldMkLst>
        <pc:spChg chg="mod">
          <ac:chgData name="박수종(SUJONG PARK)[sujong.park]/팀장/제조DX.자동보정.조립자동보정팀" userId="ab82824d-b00b-4730-b1d5-e6a89197d8e8" providerId="ADAL" clId="{32EA456F-5DD8-4203-AFF7-0D633E4B18C7}" dt="2026-09-02T06:13:56.338" v="1174" actId="20577"/>
          <ac:spMkLst>
            <pc:docMk/>
            <pc:sldMk cId="3521588699" sldId="354"/>
            <ac:spMk id="35" creationId="{A5938A85-D233-547C-64D1-BD9DECE6E8F4}"/>
          </ac:spMkLst>
        </pc:spChg>
        <pc:picChg chg="mod">
          <ac:chgData name="박수종(SUJONG PARK)[sujong.park]/팀장/제조DX.자동보정.조립자동보정팀" userId="ab82824d-b00b-4730-b1d5-e6a89197d8e8" providerId="ADAL" clId="{32EA456F-5DD8-4203-AFF7-0D633E4B18C7}" dt="2026-09-02T06:14:06.723" v="1176" actId="1076"/>
          <ac:picMkLst>
            <pc:docMk/>
            <pc:sldMk cId="3521588699" sldId="354"/>
            <ac:picMk id="8" creationId="{99882FD3-9BC9-610B-1781-156C626D9C83}"/>
          </ac:picMkLst>
        </pc:picChg>
        <pc:picChg chg="mod">
          <ac:chgData name="박수종(SUJONG PARK)[sujong.park]/팀장/제조DX.자동보정.조립자동보정팀" userId="ab82824d-b00b-4730-b1d5-e6a89197d8e8" providerId="ADAL" clId="{32EA456F-5DD8-4203-AFF7-0D633E4B18C7}" dt="2026-09-02T06:14:06.723" v="1176" actId="1076"/>
          <ac:picMkLst>
            <pc:docMk/>
            <pc:sldMk cId="3521588699" sldId="354"/>
            <ac:picMk id="10" creationId="{CAE98121-79FA-9E78-E061-606F5DADA439}"/>
          </ac:picMkLst>
        </pc:picChg>
        <pc:picChg chg="mod">
          <ac:chgData name="박수종(SUJONG PARK)[sujong.park]/팀장/제조DX.자동보정.조립자동보정팀" userId="ab82824d-b00b-4730-b1d5-e6a89197d8e8" providerId="ADAL" clId="{32EA456F-5DD8-4203-AFF7-0D633E4B18C7}" dt="2026-09-02T06:14:06.723" v="1176" actId="1076"/>
          <ac:picMkLst>
            <pc:docMk/>
            <pc:sldMk cId="3521588699" sldId="354"/>
            <ac:picMk id="11" creationId="{35E207A7-CB3E-C477-6587-930BE0D7D07C}"/>
          </ac:picMkLst>
        </pc:picChg>
        <pc:picChg chg="mod">
          <ac:chgData name="박수종(SUJONG PARK)[sujong.park]/팀장/제조DX.자동보정.조립자동보정팀" userId="ab82824d-b00b-4730-b1d5-e6a89197d8e8" providerId="ADAL" clId="{32EA456F-5DD8-4203-AFF7-0D633E4B18C7}" dt="2026-09-02T06:14:06.723" v="1176" actId="1076"/>
          <ac:picMkLst>
            <pc:docMk/>
            <pc:sldMk cId="3521588699" sldId="354"/>
            <ac:picMk id="13" creationId="{C2F922C2-FB2C-9EEC-51D5-4962A4C0E557}"/>
          </ac:picMkLst>
        </pc:picChg>
      </pc:sldChg>
      <pc:sldChg chg="modSp mod">
        <pc:chgData name="박수종(SUJONG PARK)[sujong.park]/팀장/제조DX.자동보정.조립자동보정팀" userId="ab82824d-b00b-4730-b1d5-e6a89197d8e8" providerId="ADAL" clId="{32EA456F-5DD8-4203-AFF7-0D633E4B18C7}" dt="2026-09-01T11:08:24.183" v="1169" actId="1076"/>
        <pc:sldMkLst>
          <pc:docMk/>
          <pc:sldMk cId="3266697761" sldId="2278"/>
        </pc:sldMkLst>
        <pc:spChg chg="mod">
          <ac:chgData name="박수종(SUJONG PARK)[sujong.park]/팀장/제조DX.자동보정.조립자동보정팀" userId="ab82824d-b00b-4730-b1d5-e6a89197d8e8" providerId="ADAL" clId="{32EA456F-5DD8-4203-AFF7-0D633E4B18C7}" dt="2026-09-01T10:48:22.530" v="1089" actId="20577"/>
          <ac:spMkLst>
            <pc:docMk/>
            <pc:sldMk cId="3266697761" sldId="2278"/>
            <ac:spMk id="3" creationId="{FA989627-D337-A87A-296A-932B058907A6}"/>
          </ac:spMkLst>
        </pc:spChg>
        <pc:spChg chg="mod">
          <ac:chgData name="박수종(SUJONG PARK)[sujong.park]/팀장/제조DX.자동보정.조립자동보정팀" userId="ab82824d-b00b-4730-b1d5-e6a89197d8e8" providerId="ADAL" clId="{32EA456F-5DD8-4203-AFF7-0D633E4B18C7}" dt="2026-09-01T10:48:12.748" v="1086" actId="207"/>
          <ac:spMkLst>
            <pc:docMk/>
            <pc:sldMk cId="3266697761" sldId="2278"/>
            <ac:spMk id="5" creationId="{6456310C-04B9-BC56-E1F1-0AD8676A8298}"/>
          </ac:spMkLst>
        </pc:spChg>
        <pc:spChg chg="mod">
          <ac:chgData name="박수종(SUJONG PARK)[sujong.park]/팀장/제조DX.자동보정.조립자동보정팀" userId="ab82824d-b00b-4730-b1d5-e6a89197d8e8" providerId="ADAL" clId="{32EA456F-5DD8-4203-AFF7-0D633E4B18C7}" dt="2026-09-01T11:08:24.183" v="1169" actId="1076"/>
          <ac:spMkLst>
            <pc:docMk/>
            <pc:sldMk cId="3266697761" sldId="2278"/>
            <ac:spMk id="8" creationId="{EC0912CA-29AE-8611-69B8-F03BF7B26A92}"/>
          </ac:spMkLst>
        </pc:spChg>
      </pc:sldChg>
      <pc:sldChg chg="addSp modSp mod">
        <pc:chgData name="박수종(SUJONG PARK)[sujong.park]/팀장/제조DX.자동보정.조립자동보정팀" userId="ab82824d-b00b-4730-b1d5-e6a89197d8e8" providerId="ADAL" clId="{32EA456F-5DD8-4203-AFF7-0D633E4B18C7}" dt="2026-09-01T11:05:35.015" v="1168" actId="6549"/>
        <pc:sldMkLst>
          <pc:docMk/>
          <pc:sldMk cId="2440852975" sldId="2147481923"/>
        </pc:sldMkLst>
        <pc:spChg chg="mod">
          <ac:chgData name="박수종(SUJONG PARK)[sujong.park]/팀장/제조DX.자동보정.조립자동보정팀" userId="ab82824d-b00b-4730-b1d5-e6a89197d8e8" providerId="ADAL" clId="{32EA456F-5DD8-4203-AFF7-0D633E4B18C7}" dt="2026-09-01T10:09:58.621" v="304" actId="6549"/>
          <ac:spMkLst>
            <pc:docMk/>
            <pc:sldMk cId="2440852975" sldId="2147481923"/>
            <ac:spMk id="2" creationId="{A6ECDAEA-1C22-3669-9BA9-A90A7929C5AA}"/>
          </ac:spMkLst>
        </pc:spChg>
        <pc:spChg chg="mod">
          <ac:chgData name="박수종(SUJONG PARK)[sujong.park]/팀장/제조DX.자동보정.조립자동보정팀" userId="ab82824d-b00b-4730-b1d5-e6a89197d8e8" providerId="ADAL" clId="{32EA456F-5DD8-4203-AFF7-0D633E4B18C7}" dt="2026-09-01T10:03:26.914" v="157" actId="20577"/>
          <ac:spMkLst>
            <pc:docMk/>
            <pc:sldMk cId="2440852975" sldId="2147481923"/>
            <ac:spMk id="6" creationId="{426D7752-9184-00D0-D165-3030B2D6CF10}"/>
          </ac:spMkLst>
        </pc:spChg>
        <pc:spChg chg="mod">
          <ac:chgData name="박수종(SUJONG PARK)[sujong.park]/팀장/제조DX.자동보정.조립자동보정팀" userId="ab82824d-b00b-4730-b1d5-e6a89197d8e8" providerId="ADAL" clId="{32EA456F-5DD8-4203-AFF7-0D633E4B18C7}" dt="2026-09-01T11:05:35.015" v="1168" actId="6549"/>
          <ac:spMkLst>
            <pc:docMk/>
            <pc:sldMk cId="2440852975" sldId="2147481923"/>
            <ac:spMk id="7" creationId="{8D7F82E9-1F8E-061D-8384-37E3403DDD85}"/>
          </ac:spMkLst>
        </pc:spChg>
      </pc:sldChg>
      <pc:sldChg chg="addSp delSp modSp mod">
        <pc:chgData name="박수종(SUJONG PARK)[sujong.park]/팀장/제조DX.자동보정.조립자동보정팀" userId="ab82824d-b00b-4730-b1d5-e6a89197d8e8" providerId="ADAL" clId="{32EA456F-5DD8-4203-AFF7-0D633E4B18C7}" dt="2026-09-01T10:49:11.585" v="1147" actId="20577"/>
        <pc:sldMkLst>
          <pc:docMk/>
          <pc:sldMk cId="2543445665" sldId="2147483561"/>
        </pc:sldMkLst>
        <pc:spChg chg="mod">
          <ac:chgData name="박수종(SUJONG PARK)[sujong.park]/팀장/제조DX.자동보정.조립자동보정팀" userId="ab82824d-b00b-4730-b1d5-e6a89197d8e8" providerId="ADAL" clId="{32EA456F-5DD8-4203-AFF7-0D633E4B18C7}" dt="2026-09-01T10:48:29.477" v="1092" actId="20577"/>
          <ac:spMkLst>
            <pc:docMk/>
            <pc:sldMk cId="2543445665" sldId="2147483561"/>
            <ac:spMk id="3" creationId="{D500E21D-3DDF-ECB7-263D-14F9679641C3}"/>
          </ac:spMkLst>
        </pc:spChg>
        <pc:spChg chg="mod">
          <ac:chgData name="박수종(SUJONG PARK)[sujong.park]/팀장/제조DX.자동보정.조립자동보정팀" userId="ab82824d-b00b-4730-b1d5-e6a89197d8e8" providerId="ADAL" clId="{32EA456F-5DD8-4203-AFF7-0D633E4B18C7}" dt="2026-09-01T10:49:11.585" v="1147" actId="20577"/>
          <ac:spMkLst>
            <pc:docMk/>
            <pc:sldMk cId="2543445665" sldId="2147483561"/>
            <ac:spMk id="4" creationId="{B4CD27EE-5736-0A68-F3C7-9738C509246D}"/>
          </ac:spMkLst>
        </pc:spChg>
      </pc:sldChg>
    </pc:docChg>
  </pc:docChgLst>
  <pc:docChgLst>
    <pc:chgData name="정대영(DAEYEONG JUNG)[shinecas]/책임/제조DX.자동보정.RSND자동보정팀" userId="d0d3060e-f064-4c8a-b029-66e60df73558" providerId="ADAL" clId="{01FCAEF5-F572-41E2-A738-47F57BCF8899}"/>
    <pc:docChg chg="undo custSel modSld">
      <pc:chgData name="정대영(DAEYEONG JUNG)[shinecas]/책임/제조DX.자동보정.RSND자동보정팀" userId="d0d3060e-f064-4c8a-b029-66e60df73558" providerId="ADAL" clId="{01FCAEF5-F572-41E2-A738-47F57BCF8899}" dt="2026-08-26T04:35:49.178" v="2800" actId="207"/>
      <pc:docMkLst>
        <pc:docMk/>
      </pc:docMkLst>
      <pc:sldChg chg="modSp mod">
        <pc:chgData name="정대영(DAEYEONG JUNG)[shinecas]/책임/제조DX.자동보정.RSND자동보정팀" userId="d0d3060e-f064-4c8a-b029-66e60df73558" providerId="ADAL" clId="{01FCAEF5-F572-41E2-A738-47F57BCF8899}" dt="2026-08-26T04:35:49.178" v="2800" actId="207"/>
        <pc:sldMkLst>
          <pc:docMk/>
          <pc:sldMk cId="318835780" sldId="348"/>
        </pc:sldMkLst>
        <pc:spChg chg="mod">
          <ac:chgData name="정대영(DAEYEONG JUNG)[shinecas]/책임/제조DX.자동보정.RSND자동보정팀" userId="d0d3060e-f064-4c8a-b029-66e60df73558" providerId="ADAL" clId="{01FCAEF5-F572-41E2-A738-47F57BCF8899}" dt="2026-08-26T04:35:49.178" v="2800" actId="207"/>
          <ac:spMkLst>
            <pc:docMk/>
            <pc:sldMk cId="318835780" sldId="348"/>
            <ac:spMk id="14" creationId="{2F54B4B4-594E-6A50-C481-1A791E885C7C}"/>
          </ac:spMkLst>
        </pc:spChg>
      </pc:sldChg>
      <pc:sldChg chg="addSp delSp modSp mod">
        <pc:chgData name="정대영(DAEYEONG JUNG)[shinecas]/책임/제조DX.자동보정.RSND자동보정팀" userId="d0d3060e-f064-4c8a-b029-66e60df73558" providerId="ADAL" clId="{01FCAEF5-F572-41E2-A738-47F57BCF8899}" dt="2026-08-26T04:26:46.849" v="2637" actId="20577"/>
        <pc:sldMkLst>
          <pc:docMk/>
          <pc:sldMk cId="2137932498" sldId="355"/>
        </pc:sldMkLst>
        <pc:spChg chg="mod">
          <ac:chgData name="정대영(DAEYEONG JUNG)[shinecas]/책임/제조DX.자동보정.RSND자동보정팀" userId="d0d3060e-f064-4c8a-b029-66e60df73558" providerId="ADAL" clId="{01FCAEF5-F572-41E2-A738-47F57BCF8899}" dt="2026-08-26T04:26:46.849" v="2637" actId="20577"/>
          <ac:spMkLst>
            <pc:docMk/>
            <pc:sldMk cId="2137932498" sldId="355"/>
            <ac:spMk id="2" creationId="{C369D80D-66B4-288D-797D-0F067C94E92F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9" creationId="{04C7C32E-BFB7-C9D5-7C6C-BBB69F9C2ECA}"/>
          </ac:spMkLst>
        </pc:spChg>
        <pc:spChg chg="mod">
          <ac:chgData name="정대영(DAEYEONG JUNG)[shinecas]/책임/제조DX.자동보정.RSND자동보정팀" userId="d0d3060e-f064-4c8a-b029-66e60df73558" providerId="ADAL" clId="{01FCAEF5-F572-41E2-A738-47F57BCF8899}" dt="2026-08-26T01:05:31.508" v="895" actId="1076"/>
          <ac:spMkLst>
            <pc:docMk/>
            <pc:sldMk cId="2137932498" sldId="355"/>
            <ac:spMk id="11" creationId="{2E5F6AFB-080E-4175-16B7-D6BB4839A44F}"/>
          </ac:spMkLst>
        </pc:spChg>
        <pc:spChg chg="mod">
          <ac:chgData name="정대영(DAEYEONG JUNG)[shinecas]/책임/제조DX.자동보정.RSND자동보정팀" userId="d0d3060e-f064-4c8a-b029-66e60df73558" providerId="ADAL" clId="{01FCAEF5-F572-41E2-A738-47F57BCF8899}" dt="2026-08-26T00:17:04.977" v="71" actId="1076"/>
          <ac:spMkLst>
            <pc:docMk/>
            <pc:sldMk cId="2137932498" sldId="355"/>
            <ac:spMk id="12" creationId="{B75708F2-7291-D7D2-F4E9-7D64F3701EB2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14" creationId="{77F76F49-1822-E287-74F8-D07646BA5510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15" creationId="{082BDB10-77E5-98A7-4451-B7C42479179C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18" creationId="{87EDADE3-EA9B-1BB8-1ADC-15AA3FCA2439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20" creationId="{5B43CBAD-073E-9256-DCDE-BE840A65CAE4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23" creationId="{00F38D9B-AE42-0C24-310C-B6234662399D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24" creationId="{333FECDA-D27B-7E9E-A36A-BD961A122D67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26" creationId="{A048684C-AFA9-3305-4603-4A227F04195F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27" creationId="{FC310AAE-C4E8-A0E9-296A-F35CF50A2B90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29" creationId="{3509B3E3-276A-0B9B-9ECE-D25EE4046AA0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30" creationId="{847BBEC3-0F62-AEF2-74C6-34A78E096FF9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32" creationId="{D5CD65A0-5BA4-FC87-14DD-FE4B07F89152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33" creationId="{50DB9737-2225-900F-46AD-84FC0D8AE023}"/>
          </ac:spMkLst>
        </pc:spChg>
        <pc:sp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35" creationId="{4B1C55CE-CE00-5699-44E0-87796E2CEC61}"/>
          </ac:spMkLst>
        </pc:spChg>
        <pc:spChg chg="add mod">
          <ac:chgData name="정대영(DAEYEONG JUNG)[shinecas]/책임/제조DX.자동보정.RSND자동보정팀" userId="d0d3060e-f064-4c8a-b029-66e60df73558" providerId="ADAL" clId="{01FCAEF5-F572-41E2-A738-47F57BCF8899}" dt="2026-08-26T02:31:05.445" v="2439" actId="1076"/>
          <ac:spMkLst>
            <pc:docMk/>
            <pc:sldMk cId="2137932498" sldId="355"/>
            <ac:spMk id="39" creationId="{1CC04A63-D262-24B2-791C-283CBEC0AA3F}"/>
          </ac:spMkLst>
        </pc:spChg>
        <pc:sp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40" creationId="{F36C65C4-A6ED-3FB6-E6F6-24C51C8F01C2}"/>
          </ac:spMkLst>
        </pc:spChg>
        <pc:sp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41" creationId="{0C188CD7-8C8E-39CF-C4F5-66D1A4CB6B67}"/>
          </ac:spMkLst>
        </pc:spChg>
        <pc:sp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42" creationId="{C5AF83EB-BF08-1F67-58A8-464FBAE2A8E8}"/>
          </ac:spMkLst>
        </pc:spChg>
        <pc:sp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43" creationId="{2F334EF3-D289-1DA8-66B6-577EFFBA0B76}"/>
          </ac:spMkLst>
        </pc:spChg>
        <pc:sp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44" creationId="{50203283-58BE-66A6-1436-28FCD9D6E462}"/>
          </ac:spMkLst>
        </pc:spChg>
        <pc:sp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45" creationId="{A35E2E78-EE3E-2F06-E1C9-EB7339D976A9}"/>
          </ac:spMkLst>
        </pc:spChg>
        <pc:sp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spMkLst>
            <pc:docMk/>
            <pc:sldMk cId="2137932498" sldId="355"/>
            <ac:spMk id="46" creationId="{44B545B6-CAEC-5CA8-A842-7AD2E48E3D54}"/>
          </ac:spMkLst>
        </pc:spChg>
        <pc:cxnChg chg="add mod topLvl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cxnSpMkLst>
            <pc:docMk/>
            <pc:sldMk cId="2137932498" sldId="355"/>
            <ac:cxnSpMk id="8" creationId="{EC0CE02B-75DE-E0D9-ACA9-1CA7A49AA54A}"/>
          </ac:cxnSpMkLst>
        </pc:cxnChg>
        <pc:cxn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cxnSpMkLst>
            <pc:docMk/>
            <pc:sldMk cId="2137932498" sldId="355"/>
            <ac:cxnSpMk id="48" creationId="{DECD853A-F3EC-5407-1545-0D745F8B09A3}"/>
          </ac:cxnSpMkLst>
        </pc:cxnChg>
        <pc:cxn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cxnSpMkLst>
            <pc:docMk/>
            <pc:sldMk cId="2137932498" sldId="355"/>
            <ac:cxnSpMk id="50" creationId="{2F22EE28-8DDA-263E-482C-9A49F1BA8BEC}"/>
          </ac:cxnSpMkLst>
        </pc:cxnChg>
        <pc:cxn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cxnSpMkLst>
            <pc:docMk/>
            <pc:sldMk cId="2137932498" sldId="355"/>
            <ac:cxnSpMk id="52" creationId="{1D6C280D-EFF9-8AC0-FB82-723296E75F7E}"/>
          </ac:cxnSpMkLst>
        </pc:cxnChg>
        <pc:cxnChg chg="add mod">
          <ac:chgData name="정대영(DAEYEONG JUNG)[shinecas]/책임/제조DX.자동보정.RSND자동보정팀" userId="d0d3060e-f064-4c8a-b029-66e60df73558" providerId="ADAL" clId="{01FCAEF5-F572-41E2-A738-47F57BCF8899}" dt="2026-08-26T02:31:01.937" v="2438" actId="1036"/>
          <ac:cxnSpMkLst>
            <pc:docMk/>
            <pc:sldMk cId="2137932498" sldId="355"/>
            <ac:cxnSpMk id="54" creationId="{176F960F-7F54-00E5-203B-506BA32323B3}"/>
          </ac:cxnSpMkLst>
        </pc:cxnChg>
      </pc:sldChg>
    </pc:docChg>
  </pc:docChgLst>
  <pc:docChgLst>
    <pc:chgData name="강현웅(HYEONWOONG KANG)[khw330]/선임/제조DX.자동보정.조립자동보정팀" userId="2b3cec2e-b960-4340-96c3-4469e2643969" providerId="ADAL" clId="{0DDFED5A-0B08-4ADB-9142-148262AE3229}"/>
    <pc:docChg chg="undo custSel addSld delSld modSld modSection">
      <pc:chgData name="강현웅(HYEONWOONG KANG)[khw330]/선임/제조DX.자동보정.조립자동보정팀" userId="2b3cec2e-b960-4340-96c3-4469e2643969" providerId="ADAL" clId="{0DDFED5A-0B08-4ADB-9142-148262AE3229}" dt="2026-09-17T04:55:05.380" v="2068" actId="20577"/>
      <pc:docMkLst>
        <pc:docMk/>
      </pc:docMkLst>
      <pc:sldChg chg="modSp mod">
        <pc:chgData name="강현웅(HYEONWOONG KANG)[khw330]/선임/제조DX.자동보정.조립자동보정팀" userId="2b3cec2e-b960-4340-96c3-4469e2643969" providerId="ADAL" clId="{0DDFED5A-0B08-4ADB-9142-148262AE3229}" dt="2026-09-16T00:09:28.090" v="624" actId="20577"/>
        <pc:sldMkLst>
          <pc:docMk/>
          <pc:sldMk cId="1688006984" sldId="264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09:28.090" v="624" actId="20577"/>
          <ac:spMkLst>
            <pc:docMk/>
            <pc:sldMk cId="1688006984" sldId="264"/>
            <ac:spMk id="37" creationId="{539CA26B-1B77-5B7B-ED7C-0CFDF3C41613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0DDFED5A-0B08-4ADB-9142-148262AE3229}" dt="2026-09-16T00:19:59.245" v="1939" actId="20577"/>
        <pc:sldMkLst>
          <pc:docMk/>
          <pc:sldMk cId="2538130918" sldId="272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19:59.245" v="1939" actId="20577"/>
          <ac:spMkLst>
            <pc:docMk/>
            <pc:sldMk cId="2538130918" sldId="272"/>
            <ac:spMk id="12" creationId="{FCA791FC-21BF-EDB3-F41D-8FE5A79A1304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6T00:18:44.118" v="1863"/>
          <ac:spMkLst>
            <pc:docMk/>
            <pc:sldMk cId="2538130918" sldId="272"/>
            <ac:spMk id="30" creationId="{0D42272B-7090-3E3D-C807-E7C5620E4BEA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0DDFED5A-0B08-4ADB-9142-148262AE3229}" dt="2026-09-16T00:19:43.663" v="1891" actId="20577"/>
        <pc:sldMkLst>
          <pc:docMk/>
          <pc:sldMk cId="1560782275" sldId="289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19:43.663" v="1891" actId="20577"/>
          <ac:spMkLst>
            <pc:docMk/>
            <pc:sldMk cId="1560782275" sldId="289"/>
            <ac:spMk id="12" creationId="{FCA791FC-21BF-EDB3-F41D-8FE5A79A1304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6T00:14:54.674" v="1439" actId="20577"/>
          <ac:spMkLst>
            <pc:docMk/>
            <pc:sldMk cId="1560782275" sldId="289"/>
            <ac:spMk id="29" creationId="{CADE57B7-AFD5-377B-538A-D583A6DC70A2}"/>
          </ac:spMkLst>
        </pc:spChg>
      </pc:sldChg>
      <pc:sldChg chg="addSp delSp modSp mod">
        <pc:chgData name="강현웅(HYEONWOONG KANG)[khw330]/선임/제조DX.자동보정.조립자동보정팀" userId="2b3cec2e-b960-4340-96c3-4469e2643969" providerId="ADAL" clId="{0DDFED5A-0B08-4ADB-9142-148262AE3229}" dt="2026-09-16T02:18:46.044" v="2064" actId="1076"/>
        <pc:sldMkLst>
          <pc:docMk/>
          <pc:sldMk cId="1690943200" sldId="298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2:18:42.904" v="2063" actId="6549"/>
          <ac:spMkLst>
            <pc:docMk/>
            <pc:sldMk cId="1690943200" sldId="298"/>
            <ac:spMk id="8" creationId="{DBA1A072-B867-1210-4F9A-1B42B9C79662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6T00:19:37.977" v="1875" actId="20577"/>
          <ac:spMkLst>
            <pc:docMk/>
            <pc:sldMk cId="1690943200" sldId="298"/>
            <ac:spMk id="12" creationId="{FCA791FC-21BF-EDB3-F41D-8FE5A79A1304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6T00:14:49.862" v="1435" actId="20577"/>
          <ac:spMkLst>
            <pc:docMk/>
            <pc:sldMk cId="1690943200" sldId="298"/>
            <ac:spMk id="29" creationId="{CADE57B7-AFD5-377B-538A-D583A6DC70A2}"/>
          </ac:spMkLst>
        </pc:spChg>
        <pc:graphicFrameChg chg="del mod">
          <ac:chgData name="강현웅(HYEONWOONG KANG)[khw330]/선임/제조DX.자동보정.조립자동보정팀" userId="2b3cec2e-b960-4340-96c3-4469e2643969" providerId="ADAL" clId="{0DDFED5A-0B08-4ADB-9142-148262AE3229}" dt="2026-09-16T02:17:35.220" v="1944" actId="478"/>
          <ac:graphicFrameMkLst>
            <pc:docMk/>
            <pc:sldMk cId="1690943200" sldId="298"/>
            <ac:graphicFrameMk id="2" creationId="{0B4F780E-8A5C-0EF9-EB1C-6735D0E821ED}"/>
          </ac:graphicFrameMkLst>
        </pc:graphicFrameChg>
        <pc:picChg chg="add mod">
          <ac:chgData name="강현웅(HYEONWOONG KANG)[khw330]/선임/제조DX.자동보정.조립자동보정팀" userId="2b3cec2e-b960-4340-96c3-4469e2643969" providerId="ADAL" clId="{0DDFED5A-0B08-4ADB-9142-148262AE3229}" dt="2026-09-16T02:18:46.044" v="2064" actId="1076"/>
          <ac:picMkLst>
            <pc:docMk/>
            <pc:sldMk cId="1690943200" sldId="298"/>
            <ac:picMk id="4" creationId="{B52BAA6C-B410-3468-6D33-530DAB10430B}"/>
          </ac:picMkLst>
        </pc:picChg>
      </pc:sldChg>
      <pc:sldChg chg="modSp mod">
        <pc:chgData name="강현웅(HYEONWOONG KANG)[khw330]/선임/제조DX.자동보정.조립자동보정팀" userId="2b3cec2e-b960-4340-96c3-4469e2643969" providerId="ADAL" clId="{0DDFED5A-0B08-4ADB-9142-148262AE3229}" dt="2026-09-16T00:14:19.894" v="1431" actId="207"/>
        <pc:sldMkLst>
          <pc:docMk/>
          <pc:sldMk cId="468470824" sldId="300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14:19.894" v="1431" actId="207"/>
          <ac:spMkLst>
            <pc:docMk/>
            <pc:sldMk cId="468470824" sldId="300"/>
            <ac:spMk id="35" creationId="{EBCD70C6-1B01-75ED-E0B9-C4F66A746D05}"/>
          </ac:spMkLst>
        </pc:spChg>
      </pc:sldChg>
      <pc:sldChg chg="modSp add del mod">
        <pc:chgData name="강현웅(HYEONWOONG KANG)[khw330]/선임/제조DX.자동보정.조립자동보정팀" userId="2b3cec2e-b960-4340-96c3-4469e2643969" providerId="ADAL" clId="{0DDFED5A-0B08-4ADB-9142-148262AE3229}" dt="2026-09-16T02:14:11.296" v="1940" actId="47"/>
        <pc:sldMkLst>
          <pc:docMk/>
          <pc:sldMk cId="1681052998" sldId="327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09:32.636" v="626" actId="20577"/>
          <ac:spMkLst>
            <pc:docMk/>
            <pc:sldMk cId="1681052998" sldId="327"/>
            <ac:spMk id="37" creationId="{539CA26B-1B77-5B7B-ED7C-0CFDF3C41613}"/>
          </ac:spMkLst>
        </pc:spChg>
      </pc:sldChg>
      <pc:sldChg chg="new del">
        <pc:chgData name="강현웅(HYEONWOONG KANG)[khw330]/선임/제조DX.자동보정.조립자동보정팀" userId="2b3cec2e-b960-4340-96c3-4469e2643969" providerId="ADAL" clId="{0DDFED5A-0B08-4ADB-9142-148262AE3229}" dt="2026-09-16T00:09:05.178" v="617" actId="47"/>
        <pc:sldMkLst>
          <pc:docMk/>
          <pc:sldMk cId="3820152452" sldId="327"/>
        </pc:sldMkLst>
      </pc:sldChg>
      <pc:sldChg chg="addSp delSp modSp add mod">
        <pc:chgData name="강현웅(HYEONWOONG KANG)[khw330]/선임/제조DX.자동보정.조립자동보정팀" userId="2b3cec2e-b960-4340-96c3-4469e2643969" providerId="ADAL" clId="{0DDFED5A-0B08-4ADB-9142-148262AE3229}" dt="2026-09-16T02:17:53.642" v="1961" actId="20577"/>
        <pc:sldMkLst>
          <pc:docMk/>
          <pc:sldMk cId="1669890168" sldId="331"/>
        </pc:sldMkLst>
        <pc:spChg chg="del">
          <ac:chgData name="강현웅(HYEONWOONG KANG)[khw330]/선임/제조DX.자동보정.조립자동보정팀" userId="2b3cec2e-b960-4340-96c3-4469e2643969" providerId="ADAL" clId="{0DDFED5A-0B08-4ADB-9142-148262AE3229}" dt="2026-09-16T00:10:03.792" v="640" actId="478"/>
          <ac:spMkLst>
            <pc:docMk/>
            <pc:sldMk cId="1669890168" sldId="331"/>
            <ac:spMk id="3" creationId="{72038967-FAE2-B2CF-DC71-BB43095866BD}"/>
          </ac:spMkLst>
        </pc:spChg>
        <pc:spChg chg="del mod">
          <ac:chgData name="강현웅(HYEONWOONG KANG)[khw330]/선임/제조DX.자동보정.조립자동보정팀" userId="2b3cec2e-b960-4340-96c3-4469e2643969" providerId="ADAL" clId="{0DDFED5A-0B08-4ADB-9142-148262AE3229}" dt="2026-09-16T00:10:03.161" v="639" actId="478"/>
          <ac:spMkLst>
            <pc:docMk/>
            <pc:sldMk cId="1669890168" sldId="331"/>
            <ac:spMk id="5" creationId="{0E8A0059-DF48-494E-21A4-6E87B39648BC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6T02:17:53.642" v="1961" actId="20577"/>
          <ac:spMkLst>
            <pc:docMk/>
            <pc:sldMk cId="1669890168" sldId="331"/>
            <ac:spMk id="35" creationId="{A5938A85-D233-547C-64D1-BD9DECE6E8F4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6T00:10:36.764" v="673" actId="14100"/>
          <ac:spMkLst>
            <pc:docMk/>
            <pc:sldMk cId="1669890168" sldId="331"/>
            <ac:spMk id="37" creationId="{539CA26B-1B77-5B7B-ED7C-0CFDF3C41613}"/>
          </ac:spMkLst>
        </pc:spChg>
        <pc:graphicFrameChg chg="del modGraphic">
          <ac:chgData name="강현웅(HYEONWOONG KANG)[khw330]/선임/제조DX.자동보정.조립자동보정팀" userId="2b3cec2e-b960-4340-96c3-4469e2643969" providerId="ADAL" clId="{0DDFED5A-0B08-4ADB-9142-148262AE3229}" dt="2026-09-16T00:10:00.755" v="635" actId="478"/>
          <ac:graphicFrameMkLst>
            <pc:docMk/>
            <pc:sldMk cId="1669890168" sldId="331"/>
            <ac:graphicFrameMk id="6" creationId="{627B4948-300B-D1F9-B50C-58B52B7F079E}"/>
          </ac:graphicFrameMkLst>
        </pc:graphicFrameChg>
        <pc:picChg chg="del">
          <ac:chgData name="강현웅(HYEONWOONG KANG)[khw330]/선임/제조DX.자동보정.조립자동보정팀" userId="2b3cec2e-b960-4340-96c3-4469e2643969" providerId="ADAL" clId="{0DDFED5A-0B08-4ADB-9142-148262AE3229}" dt="2026-09-16T00:10:01.165" v="636" actId="478"/>
          <ac:picMkLst>
            <pc:docMk/>
            <pc:sldMk cId="1669890168" sldId="331"/>
            <ac:picMk id="2" creationId="{AFA3250D-3984-8914-2717-58C5546DC57B}"/>
          </ac:picMkLst>
        </pc:picChg>
        <pc:picChg chg="add del mod">
          <ac:chgData name="강현웅(HYEONWOONG KANG)[khw330]/선임/제조DX.자동보정.조립자동보정팀" userId="2b3cec2e-b960-4340-96c3-4469e2643969" providerId="ADAL" clId="{0DDFED5A-0B08-4ADB-9142-148262AE3229}" dt="2026-09-16T02:17:48.267" v="1947" actId="478"/>
          <ac:picMkLst>
            <pc:docMk/>
            <pc:sldMk cId="1669890168" sldId="331"/>
            <ac:picMk id="1026" creationId="{AFF78B59-83AF-562D-93E5-972EC1556AA9}"/>
          </ac:picMkLst>
        </pc:picChg>
        <pc:picChg chg="del">
          <ac:chgData name="강현웅(HYEONWOONG KANG)[khw330]/선임/제조DX.자동보정.조립자동보정팀" userId="2b3cec2e-b960-4340-96c3-4469e2643969" providerId="ADAL" clId="{0DDFED5A-0B08-4ADB-9142-148262AE3229}" dt="2026-09-16T00:10:01.609" v="637" actId="478"/>
          <ac:picMkLst>
            <pc:docMk/>
            <pc:sldMk cId="1669890168" sldId="331"/>
            <ac:picMk id="1028" creationId="{90D04E14-4DA4-3E3D-F0A1-6AEC50005A76}"/>
          </ac:picMkLst>
        </pc:picChg>
      </pc:sldChg>
      <pc:sldChg chg="modSp mod">
        <pc:chgData name="강현웅(HYEONWOONG KANG)[khw330]/선임/제조DX.자동보정.조립자동보정팀" userId="2b3cec2e-b960-4340-96c3-4469e2643969" providerId="ADAL" clId="{0DDFED5A-0B08-4ADB-9142-148262AE3229}" dt="2026-09-16T00:14:10.067" v="1430" actId="6549"/>
        <pc:sldMkLst>
          <pc:docMk/>
          <pc:sldMk cId="1685038010" sldId="349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14:10.067" v="1430" actId="6549"/>
          <ac:spMkLst>
            <pc:docMk/>
            <pc:sldMk cId="1685038010" sldId="349"/>
            <ac:spMk id="22" creationId="{39007AA6-9C76-CC35-9003-766D6E57C2F2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0DDFED5A-0B08-4ADB-9142-148262AE3229}" dt="2026-09-17T04:55:05.380" v="2068" actId="20577"/>
        <pc:sldMkLst>
          <pc:docMk/>
          <pc:sldMk cId="302398732" sldId="350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04:38.092" v="7" actId="20577"/>
          <ac:spMkLst>
            <pc:docMk/>
            <pc:sldMk cId="302398732" sldId="350"/>
            <ac:spMk id="7" creationId="{76597178-0C46-359F-C512-80C28D96C117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7T04:55:05.380" v="2068" actId="20577"/>
          <ac:spMkLst>
            <pc:docMk/>
            <pc:sldMk cId="302398732" sldId="350"/>
            <ac:spMk id="17" creationId="{05156B74-DBA0-193F-AAE2-377FD903BEEB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6T00:05:27.927" v="289" actId="20577"/>
          <ac:spMkLst>
            <pc:docMk/>
            <pc:sldMk cId="302398732" sldId="350"/>
            <ac:spMk id="21" creationId="{D79119F6-A51B-078B-B1CF-0E4C415E152A}"/>
          </ac:spMkLst>
        </pc:spChg>
        <pc:graphicFrameChg chg="modGraphic">
          <ac:chgData name="강현웅(HYEONWOONG KANG)[khw330]/선임/제조DX.자동보정.조립자동보정팀" userId="2b3cec2e-b960-4340-96c3-4469e2643969" providerId="ADAL" clId="{0DDFED5A-0B08-4ADB-9142-148262AE3229}" dt="2026-09-17T04:55:03.842" v="2066" actId="20577"/>
          <ac:graphicFrameMkLst>
            <pc:docMk/>
            <pc:sldMk cId="302398732" sldId="350"/>
            <ac:graphicFrameMk id="23" creationId="{50F47115-DA06-AF12-182F-F6F614EAC07D}"/>
          </ac:graphicFrameMkLst>
        </pc:graphicFrameChg>
      </pc:sldChg>
      <pc:sldChg chg="modSp mod">
        <pc:chgData name="강현웅(HYEONWOONG KANG)[khw330]/선임/제조DX.자동보정.조립자동보정팀" userId="2b3cec2e-b960-4340-96c3-4469e2643969" providerId="ADAL" clId="{0DDFED5A-0B08-4ADB-9142-148262AE3229}" dt="2026-09-16T00:09:55.413" v="632" actId="20577"/>
        <pc:sldMkLst>
          <pc:docMk/>
          <pc:sldMk cId="3521588699" sldId="354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09:55.413" v="632" actId="20577"/>
          <ac:spMkLst>
            <pc:docMk/>
            <pc:sldMk cId="3521588699" sldId="354"/>
            <ac:spMk id="37" creationId="{539CA26B-1B77-5B7B-ED7C-0CFDF3C41613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0DDFED5A-0B08-4ADB-9142-148262AE3229}" dt="2026-09-16T00:04:34.781" v="3" actId="20577"/>
        <pc:sldMkLst>
          <pc:docMk/>
          <pc:sldMk cId="3515206283" sldId="368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04:34.781" v="3" actId="20577"/>
          <ac:spMkLst>
            <pc:docMk/>
            <pc:sldMk cId="3515206283" sldId="368"/>
            <ac:spMk id="115" creationId="{9AB0CFA3-6992-FB78-C56A-76216688921E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0DDFED5A-0B08-4ADB-9142-148262AE3229}" dt="2026-09-16T00:09:22.079" v="620" actId="20577"/>
        <pc:sldMkLst>
          <pc:docMk/>
          <pc:sldMk cId="3501312549" sldId="380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09:22.079" v="620" actId="20577"/>
          <ac:spMkLst>
            <pc:docMk/>
            <pc:sldMk cId="3501312549" sldId="380"/>
            <ac:spMk id="29" creationId="{CADE57B7-AFD5-377B-538A-D583A6DC70A2}"/>
          </ac:spMkLst>
        </pc:spChg>
      </pc:sldChg>
      <pc:sldChg chg="addSp modSp mod">
        <pc:chgData name="강현웅(HYEONWOONG KANG)[khw330]/선임/제조DX.자동보정.조립자동보정팀" userId="2b3cec2e-b960-4340-96c3-4469e2643969" providerId="ADAL" clId="{0DDFED5A-0B08-4ADB-9142-148262AE3229}" dt="2026-09-16T00:07:13.083" v="615" actId="20577"/>
        <pc:sldMkLst>
          <pc:docMk/>
          <pc:sldMk cId="3572401588" sldId="384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05:35.960" v="292" actId="164"/>
          <ac:spMkLst>
            <pc:docMk/>
            <pc:sldMk cId="3572401588" sldId="384"/>
            <ac:spMk id="11" creationId="{5ADBB079-52EF-DE64-6212-537CED3C8B19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6T00:05:35.960" v="292" actId="164"/>
          <ac:spMkLst>
            <pc:docMk/>
            <pc:sldMk cId="3572401588" sldId="384"/>
            <ac:spMk id="13" creationId="{2650220A-800F-FB11-7E97-C8923C02A46B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6T00:07:13.083" v="615" actId="20577"/>
          <ac:spMkLst>
            <pc:docMk/>
            <pc:sldMk cId="3572401588" sldId="384"/>
            <ac:spMk id="20" creationId="{FF36B9CE-C4B6-E9B1-6EDB-42B8AC281614}"/>
          </ac:spMkLst>
        </pc:spChg>
        <pc:grpChg chg="add mod">
          <ac:chgData name="강현웅(HYEONWOONG KANG)[khw330]/선임/제조DX.자동보정.조립자동보정팀" userId="2b3cec2e-b960-4340-96c3-4469e2643969" providerId="ADAL" clId="{0DDFED5A-0B08-4ADB-9142-148262AE3229}" dt="2026-09-16T00:05:38.038" v="293" actId="1076"/>
          <ac:grpSpMkLst>
            <pc:docMk/>
            <pc:sldMk cId="3572401588" sldId="384"/>
            <ac:grpSpMk id="2" creationId="{1C375548-7ABF-B192-7D63-547162D2E8C9}"/>
          </ac:grpSpMkLst>
        </pc:grpChg>
        <pc:picChg chg="mod">
          <ac:chgData name="강현웅(HYEONWOONG KANG)[khw330]/선임/제조DX.자동보정.조립자동보정팀" userId="2b3cec2e-b960-4340-96c3-4469e2643969" providerId="ADAL" clId="{0DDFED5A-0B08-4ADB-9142-148262AE3229}" dt="2026-09-16T00:05:35.960" v="292" actId="164"/>
          <ac:picMkLst>
            <pc:docMk/>
            <pc:sldMk cId="3572401588" sldId="384"/>
            <ac:picMk id="3" creationId="{37B8D9E0-737E-DA6D-C9AB-C086BEA98C48}"/>
          </ac:picMkLst>
        </pc:picChg>
        <pc:picChg chg="mod">
          <ac:chgData name="강현웅(HYEONWOONG KANG)[khw330]/선임/제조DX.자동보정.조립자동보정팀" userId="2b3cec2e-b960-4340-96c3-4469e2643969" providerId="ADAL" clId="{0DDFED5A-0B08-4ADB-9142-148262AE3229}" dt="2026-09-16T00:05:35.960" v="292" actId="164"/>
          <ac:picMkLst>
            <pc:docMk/>
            <pc:sldMk cId="3572401588" sldId="384"/>
            <ac:picMk id="8" creationId="{1415EC18-2363-BA71-60B2-83C8DA71DD34}"/>
          </ac:picMkLst>
        </pc:picChg>
      </pc:sldChg>
      <pc:sldChg chg="modSp mod">
        <pc:chgData name="강현웅(HYEONWOONG KANG)[khw330]/선임/제조DX.자동보정.조립자동보정팀" userId="2b3cec2e-b960-4340-96c3-4469e2643969" providerId="ADAL" clId="{0DDFED5A-0B08-4ADB-9142-148262AE3229}" dt="2026-09-16T00:09:25.141" v="622" actId="20577"/>
        <pc:sldMkLst>
          <pc:docMk/>
          <pc:sldMk cId="3908212712" sldId="413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09:25.141" v="622" actId="20577"/>
          <ac:spMkLst>
            <pc:docMk/>
            <pc:sldMk cId="3908212712" sldId="413"/>
            <ac:spMk id="37" creationId="{539CA26B-1B77-5B7B-ED7C-0CFDF3C41613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0DDFED5A-0B08-4ADB-9142-148262AE3229}" dt="2026-09-16T00:19:53.030" v="1925" actId="20577"/>
        <pc:sldMkLst>
          <pc:docMk/>
          <pc:sldMk cId="3526692955" sldId="432"/>
        </pc:sldMkLst>
        <pc:spChg chg="mod">
          <ac:chgData name="강현웅(HYEONWOONG KANG)[khw330]/선임/제조DX.자동보정.조립자동보정팀" userId="2b3cec2e-b960-4340-96c3-4469e2643969" providerId="ADAL" clId="{0DDFED5A-0B08-4ADB-9142-148262AE3229}" dt="2026-09-16T00:19:53.030" v="1925" actId="20577"/>
          <ac:spMkLst>
            <pc:docMk/>
            <pc:sldMk cId="3526692955" sldId="432"/>
            <ac:spMk id="12" creationId="{FCA791FC-21BF-EDB3-F41D-8FE5A79A1304}"/>
          </ac:spMkLst>
        </pc:spChg>
        <pc:spChg chg="mod">
          <ac:chgData name="강현웅(HYEONWOONG KANG)[khw330]/선임/제조DX.자동보정.조립자동보정팀" userId="2b3cec2e-b960-4340-96c3-4469e2643969" providerId="ADAL" clId="{0DDFED5A-0B08-4ADB-9142-148262AE3229}" dt="2026-09-16T00:14:57.475" v="1441" actId="20577"/>
          <ac:spMkLst>
            <pc:docMk/>
            <pc:sldMk cId="3526692955" sldId="432"/>
            <ac:spMk id="29" creationId="{CADE57B7-AFD5-377B-538A-D583A6DC70A2}"/>
          </ac:spMkLst>
        </pc:spChg>
      </pc:sldChg>
    </pc:docChg>
  </pc:docChgLst>
  <pc:docChgLst>
    <pc:chgData name="이제희(JEHEE LEE)[jhlee5841]/책임/제조DX.자동보정.조립자동보정팀" userId="31773b35-80f3-44f0-bad0-f4c04c1e8eae" providerId="ADAL" clId="{8C1C3F3C-88C6-4173-8CBD-08AF36AD3535}"/>
    <pc:docChg chg="undo custSel modSld">
      <pc:chgData name="이제희(JEHEE LEE)[jhlee5841]/책임/제조DX.자동보정.조립자동보정팀" userId="31773b35-80f3-44f0-bad0-f4c04c1e8eae" providerId="ADAL" clId="{8C1C3F3C-88C6-4173-8CBD-08AF36AD3535}" dt="2026-08-11T16:54:35.238" v="2499" actId="6549"/>
      <pc:docMkLst>
        <pc:docMk/>
      </pc:docMkLst>
      <pc:sldChg chg="addSp delSp modSp mod">
        <pc:chgData name="이제희(JEHEE LEE)[jhlee5841]/책임/제조DX.자동보정.조립자동보정팀" userId="31773b35-80f3-44f0-bad0-f4c04c1e8eae" providerId="ADAL" clId="{8C1C3F3C-88C6-4173-8CBD-08AF36AD3535}" dt="2026-08-11T16:51:54.476" v="2407" actId="478"/>
        <pc:sldMkLst>
          <pc:docMk/>
          <pc:sldMk cId="238870570" sldId="361"/>
        </pc:sldMkLst>
        <pc:spChg chg="mod">
          <ac:chgData name="이제희(JEHEE LEE)[jhlee5841]/책임/제조DX.자동보정.조립자동보정팀" userId="31773b35-80f3-44f0-bad0-f4c04c1e8eae" providerId="ADAL" clId="{8C1C3F3C-88C6-4173-8CBD-08AF36AD3535}" dt="2026-08-11T16:46:13.966" v="1990" actId="6549"/>
          <ac:spMkLst>
            <pc:docMk/>
            <pc:sldMk cId="238870570" sldId="361"/>
            <ac:spMk id="18" creationId="{48D3B364-FB7B-D592-FC91-64593D9E73A4}"/>
          </ac:spMkLst>
        </pc:spChg>
        <pc:spChg chg="mod">
          <ac:chgData name="이제희(JEHEE LEE)[jhlee5841]/책임/제조DX.자동보정.조립자동보정팀" userId="31773b35-80f3-44f0-bad0-f4c04c1e8eae" providerId="ADAL" clId="{8C1C3F3C-88C6-4173-8CBD-08AF36AD3535}" dt="2026-08-11T16:45:29.882" v="1978" actId="20577"/>
          <ac:spMkLst>
            <pc:docMk/>
            <pc:sldMk cId="238870570" sldId="361"/>
            <ac:spMk id="58" creationId="{1A14E2F3-1D19-45A5-DC7A-6661315C09C3}"/>
          </ac:spMkLst>
        </pc:spChg>
        <pc:spChg chg="mod">
          <ac:chgData name="이제희(JEHEE LEE)[jhlee5841]/책임/제조DX.자동보정.조립자동보정팀" userId="31773b35-80f3-44f0-bad0-f4c04c1e8eae" providerId="ADAL" clId="{8C1C3F3C-88C6-4173-8CBD-08AF36AD3535}" dt="2026-08-11T16:51:47.416" v="2405" actId="20577"/>
          <ac:spMkLst>
            <pc:docMk/>
            <pc:sldMk cId="238870570" sldId="361"/>
            <ac:spMk id="62" creationId="{67087FE9-D3B8-3B61-8994-10F831D7EDD4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8C1C3F3C-88C6-4173-8CBD-08AF36AD3535}" dt="2026-08-11T16:54:35.238" v="2499" actId="6549"/>
        <pc:sldMkLst>
          <pc:docMk/>
          <pc:sldMk cId="3025724239" sldId="365"/>
        </pc:sldMkLst>
        <pc:spChg chg="mod">
          <ac:chgData name="이제희(JEHEE LEE)[jhlee5841]/책임/제조DX.자동보정.조립자동보정팀" userId="31773b35-80f3-44f0-bad0-f4c04c1e8eae" providerId="ADAL" clId="{8C1C3F3C-88C6-4173-8CBD-08AF36AD3535}" dt="2026-08-11T16:54:35.238" v="2499" actId="6549"/>
          <ac:spMkLst>
            <pc:docMk/>
            <pc:sldMk cId="3025724239" sldId="365"/>
            <ac:spMk id="58" creationId="{1A14E2F3-1D19-45A5-DC7A-6661315C09C3}"/>
          </ac:spMkLst>
        </pc:spChg>
      </pc:sldChg>
      <pc:sldChg chg="modSp mod">
        <pc:chgData name="이제희(JEHEE LEE)[jhlee5841]/책임/제조DX.자동보정.조립자동보정팀" userId="31773b35-80f3-44f0-bad0-f4c04c1e8eae" providerId="ADAL" clId="{8C1C3F3C-88C6-4173-8CBD-08AF36AD3535}" dt="2026-08-11T16:54:23.676" v="2496" actId="20577"/>
        <pc:sldMkLst>
          <pc:docMk/>
          <pc:sldMk cId="2861646551" sldId="367"/>
        </pc:sldMkLst>
        <pc:spChg chg="mod">
          <ac:chgData name="이제희(JEHEE LEE)[jhlee5841]/책임/제조DX.자동보정.조립자동보정팀" userId="31773b35-80f3-44f0-bad0-f4c04c1e8eae" providerId="ADAL" clId="{8C1C3F3C-88C6-4173-8CBD-08AF36AD3535}" dt="2026-08-11T16:54:23.676" v="2496" actId="20577"/>
          <ac:spMkLst>
            <pc:docMk/>
            <pc:sldMk cId="2861646551" sldId="367"/>
            <ac:spMk id="27" creationId="{F1F0155F-26F4-EDD1-2334-EC9049245013}"/>
          </ac:spMkLst>
        </pc:spChg>
        <pc:spChg chg="mod">
          <ac:chgData name="이제희(JEHEE LEE)[jhlee5841]/책임/제조DX.자동보정.조립자동보정팀" userId="31773b35-80f3-44f0-bad0-f4c04c1e8eae" providerId="ADAL" clId="{8C1C3F3C-88C6-4173-8CBD-08AF36AD3535}" dt="2026-08-11T16:54:19.832" v="2492" actId="20577"/>
          <ac:spMkLst>
            <pc:docMk/>
            <pc:sldMk cId="2861646551" sldId="367"/>
            <ac:spMk id="31" creationId="{6A17E368-C27F-5246-106D-2999D66311CE}"/>
          </ac:spMkLst>
        </pc:spChg>
      </pc:sldChg>
    </pc:docChg>
  </pc:docChgLst>
  <pc:docChgLst>
    <pc:chgData name="원종래(JONG LAE WON)[jlwon]/책임/제조DX.자동보정.조립자동보정팀" userId="b47432fc-6904-4550-9f81-749fde7e3ec4" providerId="ADAL" clId="{FC6DD800-33A5-4F08-B66B-C5DB82B90AE9}"/>
    <pc:docChg chg="undo redo custSel delSld modSld modSection">
      <pc:chgData name="원종래(JONG LAE WON)[jlwon]/책임/제조DX.자동보정.조립자동보정팀" userId="b47432fc-6904-4550-9f81-749fde7e3ec4" providerId="ADAL" clId="{FC6DD800-33A5-4F08-B66B-C5DB82B90AE9}" dt="2026-09-17T05:52:38.529" v="770" actId="121"/>
      <pc:docMkLst>
        <pc:docMk/>
      </pc:docMkLst>
      <pc:sldChg chg="modSp mod">
        <pc:chgData name="원종래(JONG LAE WON)[jlwon]/책임/제조DX.자동보정.조립자동보정팀" userId="b47432fc-6904-4550-9f81-749fde7e3ec4" providerId="ADAL" clId="{FC6DD800-33A5-4F08-B66B-C5DB82B90AE9}" dt="2026-09-15T22:51:45.625" v="3" actId="20577"/>
        <pc:sldMkLst>
          <pc:docMk/>
          <pc:sldMk cId="2772027129" sldId="260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2:51:45.625" v="3" actId="20577"/>
          <ac:spMkLst>
            <pc:docMk/>
            <pc:sldMk cId="2772027129" sldId="260"/>
            <ac:spMk id="8" creationId="{96604DF6-74CC-03F1-AF12-C27E99648785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6T23:49:13.776" v="604" actId="20577"/>
        <pc:sldMkLst>
          <pc:docMk/>
          <pc:sldMk cId="1688006984" sldId="264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6T23:49:13.776" v="604" actId="20577"/>
          <ac:spMkLst>
            <pc:docMk/>
            <pc:sldMk cId="1688006984" sldId="264"/>
            <ac:spMk id="35" creationId="{A5938A85-D233-547C-64D1-BD9DECE6E8F4}"/>
          </ac:spMkLst>
        </pc:spChg>
        <pc:spChg chg="mod">
          <ac:chgData name="원종래(JONG LAE WON)[jlwon]/책임/제조DX.자동보정.조립자동보정팀" userId="b47432fc-6904-4550-9f81-749fde7e3ec4" providerId="ADAL" clId="{FC6DD800-33A5-4F08-B66B-C5DB82B90AE9}" dt="2026-09-16T23:48:17.366" v="451" actId="20577"/>
          <ac:spMkLst>
            <pc:docMk/>
            <pc:sldMk cId="1688006984" sldId="264"/>
            <ac:spMk id="37" creationId="{539CA26B-1B77-5B7B-ED7C-0CFDF3C41613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6T23:51:12.547" v="716" actId="6549"/>
        <pc:sldMkLst>
          <pc:docMk/>
          <pc:sldMk cId="2538130918" sldId="272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3:04:25.954" v="138" actId="20577"/>
          <ac:spMkLst>
            <pc:docMk/>
            <pc:sldMk cId="2538130918" sldId="272"/>
            <ac:spMk id="17" creationId="{3D171D3E-1985-8A6E-7869-31CB77FE3666}"/>
          </ac:spMkLst>
        </pc:spChg>
        <pc:spChg chg="mod">
          <ac:chgData name="원종래(JONG LAE WON)[jlwon]/책임/제조DX.자동보정.조립자동보정팀" userId="b47432fc-6904-4550-9f81-749fde7e3ec4" providerId="ADAL" clId="{FC6DD800-33A5-4F08-B66B-C5DB82B90AE9}" dt="2026-09-16T23:50:47.246" v="701" actId="20577"/>
          <ac:spMkLst>
            <pc:docMk/>
            <pc:sldMk cId="2538130918" sldId="272"/>
            <ac:spMk id="29" creationId="{CADE57B7-AFD5-377B-538A-D583A6DC70A2}"/>
          </ac:spMkLst>
        </pc:spChg>
        <pc:spChg chg="mod">
          <ac:chgData name="원종래(JONG LAE WON)[jlwon]/책임/제조DX.자동보정.조립자동보정팀" userId="b47432fc-6904-4550-9f81-749fde7e3ec4" providerId="ADAL" clId="{FC6DD800-33A5-4F08-B66B-C5DB82B90AE9}" dt="2026-09-16T23:51:12.547" v="716" actId="6549"/>
          <ac:spMkLst>
            <pc:docMk/>
            <pc:sldMk cId="2538130918" sldId="272"/>
            <ac:spMk id="30" creationId="{0D42272B-7090-3E3D-C807-E7C5620E4BE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5T23:08:05.138" v="141" actId="20577"/>
        <pc:sldMkLst>
          <pc:docMk/>
          <pc:sldMk cId="1560782275" sldId="289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3:08:05.138" v="141" actId="20577"/>
          <ac:spMkLst>
            <pc:docMk/>
            <pc:sldMk cId="1560782275" sldId="289"/>
            <ac:spMk id="17" creationId="{3D171D3E-1985-8A6E-7869-31CB77FE3666}"/>
          </ac:spMkLst>
        </pc:spChg>
      </pc:sldChg>
      <pc:sldChg chg="addSp modSp mod">
        <pc:chgData name="원종래(JONG LAE WON)[jlwon]/책임/제조DX.자동보정.조립자동보정팀" userId="b47432fc-6904-4550-9f81-749fde7e3ec4" providerId="ADAL" clId="{FC6DD800-33A5-4F08-B66B-C5DB82B90AE9}" dt="2026-09-16T23:47:53.660" v="445" actId="1076"/>
        <pc:sldMkLst>
          <pc:docMk/>
          <pc:sldMk cId="1690943200" sldId="298"/>
        </pc:sldMkLst>
        <pc:spChg chg="add mod">
          <ac:chgData name="원종래(JONG LAE WON)[jlwon]/책임/제조DX.자동보정.조립자동보정팀" userId="b47432fc-6904-4550-9f81-749fde7e3ec4" providerId="ADAL" clId="{FC6DD800-33A5-4F08-B66B-C5DB82B90AE9}" dt="2026-09-16T23:44:51.381" v="214" actId="1076"/>
          <ac:spMkLst>
            <pc:docMk/>
            <pc:sldMk cId="1690943200" sldId="298"/>
            <ac:spMk id="5" creationId="{B78D6BB6-C974-88AF-A810-5A9AD8C7B697}"/>
          </ac:spMkLst>
        </pc:spChg>
        <pc:spChg chg="mod">
          <ac:chgData name="원종래(JONG LAE WON)[jlwon]/책임/제조DX.자동보정.조립자동보정팀" userId="b47432fc-6904-4550-9f81-749fde7e3ec4" providerId="ADAL" clId="{FC6DD800-33A5-4F08-B66B-C5DB82B90AE9}" dt="2026-09-16T23:47:47.660" v="444" actId="6549"/>
          <ac:spMkLst>
            <pc:docMk/>
            <pc:sldMk cId="1690943200" sldId="298"/>
            <ac:spMk id="8" creationId="{DBA1A072-B867-1210-4F9A-1B42B9C79662}"/>
          </ac:spMkLst>
        </pc:spChg>
        <pc:spChg chg="mod">
          <ac:chgData name="원종래(JONG LAE WON)[jlwon]/책임/제조DX.자동보정.조립자동보정팀" userId="b47432fc-6904-4550-9f81-749fde7e3ec4" providerId="ADAL" clId="{FC6DD800-33A5-4F08-B66B-C5DB82B90AE9}" dt="2026-09-15T23:08:23.769" v="143" actId="20577"/>
          <ac:spMkLst>
            <pc:docMk/>
            <pc:sldMk cId="1690943200" sldId="298"/>
            <ac:spMk id="17" creationId="{3D171D3E-1985-8A6E-7869-31CB77FE3666}"/>
          </ac:spMkLst>
        </pc:spChg>
        <pc:picChg chg="mod">
          <ac:chgData name="원종래(JONG LAE WON)[jlwon]/책임/제조DX.자동보정.조립자동보정팀" userId="b47432fc-6904-4550-9f81-749fde7e3ec4" providerId="ADAL" clId="{FC6DD800-33A5-4F08-B66B-C5DB82B90AE9}" dt="2026-09-16T23:47:53.660" v="445" actId="1076"/>
          <ac:picMkLst>
            <pc:docMk/>
            <pc:sldMk cId="1690943200" sldId="298"/>
            <ac:picMk id="4" creationId="{B52BAA6C-B410-3468-6D33-530DAB10430B}"/>
          </ac:picMkLst>
        </pc:picChg>
      </pc:sldChg>
      <pc:sldChg chg="addSp delSp modSp mod">
        <pc:chgData name="원종래(JONG LAE WON)[jlwon]/책임/제조DX.자동보정.조립자동보정팀" userId="b47432fc-6904-4550-9f81-749fde7e3ec4" providerId="ADAL" clId="{FC6DD800-33A5-4F08-B66B-C5DB82B90AE9}" dt="2026-09-17T05:52:38.529" v="770" actId="121"/>
        <pc:sldMkLst>
          <pc:docMk/>
          <pc:sldMk cId="381790897" sldId="314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7T05:50:05.532" v="754" actId="20577"/>
          <ac:spMkLst>
            <pc:docMk/>
            <pc:sldMk cId="381790897" sldId="314"/>
            <ac:spMk id="18" creationId="{5B20E7F4-5EC3-322A-DD64-FA9CB7EBD060}"/>
          </ac:spMkLst>
        </pc:spChg>
        <pc:graphicFrameChg chg="add mod">
          <ac:chgData name="원종래(JONG LAE WON)[jlwon]/책임/제조DX.자동보정.조립자동보정팀" userId="b47432fc-6904-4550-9f81-749fde7e3ec4" providerId="ADAL" clId="{FC6DD800-33A5-4F08-B66B-C5DB82B90AE9}" dt="2026-09-17T05:50:54.267" v="755"/>
          <ac:graphicFrameMkLst>
            <pc:docMk/>
            <pc:sldMk cId="381790897" sldId="314"/>
            <ac:graphicFrameMk id="2" creationId="{954B07D1-3875-F44F-B2A0-935F5E5DF0EF}"/>
          </ac:graphicFrameMkLst>
        </pc:graphicFrameChg>
        <pc:graphicFrameChg chg="del mod modGraphic">
          <ac:chgData name="원종래(JONG LAE WON)[jlwon]/책임/제조DX.자동보정.조립자동보정팀" userId="b47432fc-6904-4550-9f81-749fde7e3ec4" providerId="ADAL" clId="{FC6DD800-33A5-4F08-B66B-C5DB82B90AE9}" dt="2026-09-17T05:49:59.482" v="753" actId="478"/>
          <ac:graphicFrameMkLst>
            <pc:docMk/>
            <pc:sldMk cId="381790897" sldId="314"/>
            <ac:graphicFrameMk id="3" creationId="{9A8562B6-8A5D-4D88-C3E4-7C9068DA4499}"/>
          </ac:graphicFrameMkLst>
        </pc:graphicFrameChg>
        <pc:graphicFrameChg chg="add del mod">
          <ac:chgData name="원종래(JONG LAE WON)[jlwon]/책임/제조DX.자동보정.조립자동보정팀" userId="b47432fc-6904-4550-9f81-749fde7e3ec4" providerId="ADAL" clId="{FC6DD800-33A5-4F08-B66B-C5DB82B90AE9}" dt="2026-09-17T05:51:10.753" v="759" actId="478"/>
          <ac:graphicFrameMkLst>
            <pc:docMk/>
            <pc:sldMk cId="381790897" sldId="314"/>
            <ac:graphicFrameMk id="4" creationId="{65A575FF-DCCF-AD37-D80E-1ABB39E0EDC0}"/>
          </ac:graphicFrameMkLst>
        </pc:graphicFrameChg>
        <pc:graphicFrameChg chg="add mod">
          <ac:chgData name="원종래(JONG LAE WON)[jlwon]/책임/제조DX.자동보정.조립자동보정팀" userId="b47432fc-6904-4550-9f81-749fde7e3ec4" providerId="ADAL" clId="{FC6DD800-33A5-4F08-B66B-C5DB82B90AE9}" dt="2026-09-17T05:51:22.242" v="760"/>
          <ac:graphicFrameMkLst>
            <pc:docMk/>
            <pc:sldMk cId="381790897" sldId="314"/>
            <ac:graphicFrameMk id="6" creationId="{1B7E80CC-45BF-0DD1-AA87-E2839693AF9E}"/>
          </ac:graphicFrameMkLst>
        </pc:graphicFrameChg>
        <pc:graphicFrameChg chg="del modGraphic">
          <ac:chgData name="원종래(JONG LAE WON)[jlwon]/책임/제조DX.자동보정.조립자동보정팀" userId="b47432fc-6904-4550-9f81-749fde7e3ec4" providerId="ADAL" clId="{FC6DD800-33A5-4F08-B66B-C5DB82B90AE9}" dt="2026-09-17T05:48:25.710" v="741" actId="478"/>
          <ac:graphicFrameMkLst>
            <pc:docMk/>
            <pc:sldMk cId="381790897" sldId="314"/>
            <ac:graphicFrameMk id="6" creationId="{58996AD5-A64C-F0EB-BE82-03B08618116C}"/>
          </ac:graphicFrameMkLst>
        </pc:graphicFrameChg>
        <pc:graphicFrameChg chg="add mod modGraphic">
          <ac:chgData name="원종래(JONG LAE WON)[jlwon]/책임/제조DX.자동보정.조립자동보정팀" userId="b47432fc-6904-4550-9f81-749fde7e3ec4" providerId="ADAL" clId="{FC6DD800-33A5-4F08-B66B-C5DB82B90AE9}" dt="2026-09-17T05:52:38.529" v="770" actId="121"/>
          <ac:graphicFrameMkLst>
            <pc:docMk/>
            <pc:sldMk cId="381790897" sldId="314"/>
            <ac:graphicFrameMk id="7" creationId="{C12DA108-ED64-3A9F-E066-41155E14A518}"/>
          </ac:graphicFrameMkLst>
        </pc:graphicFrameChg>
        <pc:graphicFrameChg chg="modGraphic">
          <ac:chgData name="원종래(JONG LAE WON)[jlwon]/책임/제조DX.자동보정.조립자동보정팀" userId="b47432fc-6904-4550-9f81-749fde7e3ec4" providerId="ADAL" clId="{FC6DD800-33A5-4F08-B66B-C5DB82B90AE9}" dt="2026-09-17T05:04:42.164" v="736" actId="947"/>
          <ac:graphicFrameMkLst>
            <pc:docMk/>
            <pc:sldMk cId="381790897" sldId="314"/>
            <ac:graphicFrameMk id="11" creationId="{60B84A9A-6E83-BDDA-77FD-96BD517AA0BE}"/>
          </ac:graphicFrameMkLst>
        </pc:graphicFrame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5T22:55:22.897" v="136" actId="20577"/>
        <pc:sldMkLst>
          <pc:docMk/>
          <pc:sldMk cId="3813480401" sldId="316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2:55:22.897" v="136" actId="20577"/>
          <ac:spMkLst>
            <pc:docMk/>
            <pc:sldMk cId="3813480401" sldId="316"/>
            <ac:spMk id="17" creationId="{3D171D3E-1985-8A6E-7869-31CB77FE3666}"/>
          </ac:spMkLst>
        </pc:spChg>
      </pc:sldChg>
      <pc:sldChg chg="modSp del mod">
        <pc:chgData name="원종래(JONG LAE WON)[jlwon]/책임/제조DX.자동보정.조립자동보정팀" userId="b47432fc-6904-4550-9f81-749fde7e3ec4" providerId="ADAL" clId="{FC6DD800-33A5-4F08-B66B-C5DB82B90AE9}" dt="2026-09-16T23:48:06.553" v="446" actId="47"/>
        <pc:sldMkLst>
          <pc:docMk/>
          <pc:sldMk cId="1669890168" sldId="331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6T01:47:08.779" v="152" actId="20577"/>
          <ac:spMkLst>
            <pc:docMk/>
            <pc:sldMk cId="1669890168" sldId="331"/>
            <ac:spMk id="35" creationId="{A5938A85-D233-547C-64D1-BD9DECE6E8F4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6T23:07:23.508" v="157"/>
        <pc:sldMkLst>
          <pc:docMk/>
          <pc:sldMk cId="302398732" sldId="350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6T23:07:23.508" v="157"/>
          <ac:spMkLst>
            <pc:docMk/>
            <pc:sldMk cId="302398732" sldId="350"/>
            <ac:spMk id="21" creationId="{D79119F6-A51B-078B-B1CF-0E4C415E152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6T23:48:13.670" v="449" actId="20577"/>
        <pc:sldMkLst>
          <pc:docMk/>
          <pc:sldMk cId="3521588699" sldId="354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6T23:48:13.670" v="449" actId="20577"/>
          <ac:spMkLst>
            <pc:docMk/>
            <pc:sldMk cId="3521588699" sldId="354"/>
            <ac:spMk id="37" creationId="{539CA26B-1B77-5B7B-ED7C-0CFDF3C41613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5T22:43:34.840" v="1" actId="20577"/>
        <pc:sldMkLst>
          <pc:docMk/>
          <pc:sldMk cId="3515206283" sldId="368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2:43:34.840" v="1" actId="20577"/>
          <ac:spMkLst>
            <pc:docMk/>
            <pc:sldMk cId="3515206283" sldId="368"/>
            <ac:spMk id="115" creationId="{9AB0CFA3-6992-FB78-C56A-76216688921E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5T22:52:33.742" v="135" actId="20577"/>
        <pc:sldMkLst>
          <pc:docMk/>
          <pc:sldMk cId="4093150624" sldId="371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2:52:01.160" v="4" actId="20577"/>
          <ac:spMkLst>
            <pc:docMk/>
            <pc:sldMk cId="4093150624" sldId="371"/>
            <ac:spMk id="17" creationId="{3D171D3E-1985-8A6E-7869-31CB77FE3666}"/>
          </ac:spMkLst>
        </pc:spChg>
        <pc:spChg chg="mod">
          <ac:chgData name="원종래(JONG LAE WON)[jlwon]/책임/제조DX.자동보정.조립자동보정팀" userId="b47432fc-6904-4550-9f81-749fde7e3ec4" providerId="ADAL" clId="{FC6DD800-33A5-4F08-B66B-C5DB82B90AE9}" dt="2026-09-15T22:52:33.742" v="135" actId="20577"/>
          <ac:spMkLst>
            <pc:docMk/>
            <pc:sldMk cId="4093150624" sldId="371"/>
            <ac:spMk id="30" creationId="{0D42272B-7090-3E3D-C807-E7C5620E4BE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6T23:49:36.783" v="608" actId="20577"/>
        <pc:sldMkLst>
          <pc:docMk/>
          <pc:sldMk cId="3501312549" sldId="380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2:55:40.617" v="137" actId="20577"/>
          <ac:spMkLst>
            <pc:docMk/>
            <pc:sldMk cId="3501312549" sldId="380"/>
            <ac:spMk id="17" creationId="{3D171D3E-1985-8A6E-7869-31CB77FE3666}"/>
          </ac:spMkLst>
        </pc:spChg>
        <pc:spChg chg="mod">
          <ac:chgData name="원종래(JONG LAE WON)[jlwon]/책임/제조DX.자동보정.조립자동보정팀" userId="b47432fc-6904-4550-9f81-749fde7e3ec4" providerId="ADAL" clId="{FC6DD800-33A5-4F08-B66B-C5DB82B90AE9}" dt="2026-09-16T23:49:36.783" v="608" actId="20577"/>
          <ac:spMkLst>
            <pc:docMk/>
            <pc:sldMk cId="3501312549" sldId="380"/>
            <ac:spMk id="29" creationId="{CADE57B7-AFD5-377B-538A-D583A6DC70A2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6T23:49:34.224" v="606" actId="20577"/>
        <pc:sldMkLst>
          <pc:docMk/>
          <pc:sldMk cId="3908212712" sldId="413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6T23:49:34.224" v="606" actId="20577"/>
          <ac:spMkLst>
            <pc:docMk/>
            <pc:sldMk cId="3908212712" sldId="413"/>
            <ac:spMk id="37" creationId="{539CA26B-1B77-5B7B-ED7C-0CFDF3C41613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5T23:12:30.590" v="144" actId="20577"/>
        <pc:sldMkLst>
          <pc:docMk/>
          <pc:sldMk cId="171816745" sldId="416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3:12:30.590" v="144" actId="20577"/>
          <ac:spMkLst>
            <pc:docMk/>
            <pc:sldMk cId="171816745" sldId="416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5T23:12:44.720" v="145" actId="20577"/>
        <pc:sldMkLst>
          <pc:docMk/>
          <pc:sldMk cId="2828155431" sldId="417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3:12:44.720" v="145" actId="20577"/>
          <ac:spMkLst>
            <pc:docMk/>
            <pc:sldMk cId="2828155431" sldId="417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6T01:52:06.807" v="154" actId="1076"/>
        <pc:sldMkLst>
          <pc:docMk/>
          <pc:sldMk cId="3526692955" sldId="432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3:08:11.225" v="142" actId="20577"/>
          <ac:spMkLst>
            <pc:docMk/>
            <pc:sldMk cId="3526692955" sldId="432"/>
            <ac:spMk id="17" creationId="{3D171D3E-1985-8A6E-7869-31CB77FE3666}"/>
          </ac:spMkLst>
        </pc:spChg>
        <pc:grpChg chg="mod">
          <ac:chgData name="원종래(JONG LAE WON)[jlwon]/책임/제조DX.자동보정.조립자동보정팀" userId="b47432fc-6904-4550-9f81-749fde7e3ec4" providerId="ADAL" clId="{FC6DD800-33A5-4F08-B66B-C5DB82B90AE9}" dt="2026-09-16T01:52:06.807" v="154" actId="1076"/>
          <ac:grpSpMkLst>
            <pc:docMk/>
            <pc:sldMk cId="3526692955" sldId="432"/>
            <ac:grpSpMk id="11" creationId="{7E88BD66-9F64-3D4A-A9A0-0A66BBA6A04E}"/>
          </ac:grpSpMkLst>
        </pc:grpChg>
      </pc:sldChg>
      <pc:sldChg chg="modSp mod">
        <pc:chgData name="원종래(JONG LAE WON)[jlwon]/책임/제조DX.자동보정.조립자동보정팀" userId="b47432fc-6904-4550-9f81-749fde7e3ec4" providerId="ADAL" clId="{FC6DD800-33A5-4F08-B66B-C5DB82B90AE9}" dt="2026-09-15T22:51:41.018" v="2" actId="20577"/>
        <pc:sldMkLst>
          <pc:docMk/>
          <pc:sldMk cId="3901532967" sldId="2147481959"/>
        </pc:sldMkLst>
        <pc:spChg chg="mod">
          <ac:chgData name="원종래(JONG LAE WON)[jlwon]/책임/제조DX.자동보정.조립자동보정팀" userId="b47432fc-6904-4550-9f81-749fde7e3ec4" providerId="ADAL" clId="{FC6DD800-33A5-4F08-B66B-C5DB82B90AE9}" dt="2026-09-15T22:51:41.018" v="2" actId="20577"/>
          <ac:spMkLst>
            <pc:docMk/>
            <pc:sldMk cId="3901532967" sldId="2147481959"/>
            <ac:spMk id="3" creationId="{36861DA2-A477-7234-84DA-E783F149B3FB}"/>
          </ac:spMkLst>
        </pc:spChg>
      </pc:sldChg>
    </pc:docChg>
  </pc:docChgLst>
  <pc:docChgLst>
    <pc:chgData name="김태승(TAESEUNG KIM)[kim_ts]/사원/제조DX.자동보정.조립자동보정팀" userId="dcaa50d5-2a4b-4c24-8466-13e3b9f9beaf" providerId="ADAL" clId="{8724BCCF-F91C-4DC6-B291-879D1C951357}"/>
    <pc:docChg chg="undo custSel modSld">
      <pc:chgData name="김태승(TAESEUNG KIM)[kim_ts]/사원/제조DX.자동보정.조립자동보정팀" userId="dcaa50d5-2a4b-4c24-8466-13e3b9f9beaf" providerId="ADAL" clId="{8724BCCF-F91C-4DC6-B291-879D1C951357}" dt="2026-08-18T10:29:12.214" v="4760" actId="20577"/>
      <pc:docMkLst>
        <pc:docMk/>
      </pc:docMkLst>
      <pc:sldChg chg="modSp mod">
        <pc:chgData name="김태승(TAESEUNG KIM)[kim_ts]/사원/제조DX.자동보정.조립자동보정팀" userId="dcaa50d5-2a4b-4c24-8466-13e3b9f9beaf" providerId="ADAL" clId="{8724BCCF-F91C-4DC6-B291-879D1C951357}" dt="2026-08-18T10:17:46.102" v="4740" actId="20577"/>
        <pc:sldMkLst>
          <pc:docMk/>
          <pc:sldMk cId="3009852263" sldId="257"/>
        </pc:sldMkLst>
        <pc:spChg chg="mod">
          <ac:chgData name="김태승(TAESEUNG KIM)[kim_ts]/사원/제조DX.자동보정.조립자동보정팀" userId="dcaa50d5-2a4b-4c24-8466-13e3b9f9beaf" providerId="ADAL" clId="{8724BCCF-F91C-4DC6-B291-879D1C951357}" dt="2026-08-18T10:17:46.102" v="4740" actId="20577"/>
          <ac:spMkLst>
            <pc:docMk/>
            <pc:sldMk cId="3009852263" sldId="257"/>
            <ac:spMk id="58" creationId="{1A14E2F3-1D19-45A5-DC7A-6661315C09C3}"/>
          </ac:spMkLst>
        </pc:spChg>
        <pc:spChg chg="mod">
          <ac:chgData name="김태승(TAESEUNG KIM)[kim_ts]/사원/제조DX.자동보정.조립자동보정팀" userId="dcaa50d5-2a4b-4c24-8466-13e3b9f9beaf" providerId="ADAL" clId="{8724BCCF-F91C-4DC6-B291-879D1C951357}" dt="2026-08-18T10:12:25.460" v="4336" actId="207"/>
          <ac:spMkLst>
            <pc:docMk/>
            <pc:sldMk cId="3009852263" sldId="257"/>
            <ac:spMk id="59" creationId="{3EF71191-E2B1-E9EB-309A-60849C6D06F8}"/>
          </ac:spMkLst>
        </pc:spChg>
        <pc:spChg chg="mod">
          <ac:chgData name="김태승(TAESEUNG KIM)[kim_ts]/사원/제조DX.자동보정.조립자동보정팀" userId="dcaa50d5-2a4b-4c24-8466-13e3b9f9beaf" providerId="ADAL" clId="{8724BCCF-F91C-4DC6-B291-879D1C951357}" dt="2026-08-18T10:17:37.944" v="4736" actId="20577"/>
          <ac:spMkLst>
            <pc:docMk/>
            <pc:sldMk cId="3009852263" sldId="257"/>
            <ac:spMk id="62" creationId="{67087FE9-D3B8-3B61-8994-10F831D7EDD4}"/>
          </ac:spMkLst>
        </pc:spChg>
      </pc:sldChg>
      <pc:sldChg chg="addSp delSp modSp mod">
        <pc:chgData name="김태승(TAESEUNG KIM)[kim_ts]/사원/제조DX.자동보정.조립자동보정팀" userId="dcaa50d5-2a4b-4c24-8466-13e3b9f9beaf" providerId="ADAL" clId="{8724BCCF-F91C-4DC6-B291-879D1C951357}" dt="2026-08-18T10:11:14.134" v="4335" actId="20577"/>
        <pc:sldMkLst>
          <pc:docMk/>
          <pc:sldMk cId="3801312616" sldId="358"/>
        </pc:sldMkLst>
        <pc:spChg chg="mod">
          <ac:chgData name="김태승(TAESEUNG KIM)[kim_ts]/사원/제조DX.자동보정.조립자동보정팀" userId="dcaa50d5-2a4b-4c24-8466-13e3b9f9beaf" providerId="ADAL" clId="{8724BCCF-F91C-4DC6-B291-879D1C951357}" dt="2026-08-18T10:09:23.223" v="4272" actId="20577"/>
          <ac:spMkLst>
            <pc:docMk/>
            <pc:sldMk cId="3801312616" sldId="358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8724BCCF-F91C-4DC6-B291-879D1C951357}" dt="2026-08-18T10:11:14.134" v="4335" actId="20577"/>
          <ac:spMkLst>
            <pc:docMk/>
            <pc:sldMk cId="3801312616" sldId="358"/>
            <ac:spMk id="19" creationId="{E171CBC2-14E2-E585-0663-4501CF655FB6}"/>
          </ac:spMkLst>
        </pc:spChg>
        <pc:spChg chg="mod ord">
          <ac:chgData name="김태승(TAESEUNG KIM)[kim_ts]/사원/제조DX.자동보정.조립자동보정팀" userId="dcaa50d5-2a4b-4c24-8466-13e3b9f9beaf" providerId="ADAL" clId="{8724BCCF-F91C-4DC6-B291-879D1C951357}" dt="2026-08-18T10:07:40.911" v="3994" actId="6549"/>
          <ac:spMkLst>
            <pc:docMk/>
            <pc:sldMk cId="3801312616" sldId="358"/>
            <ac:spMk id="36" creationId="{00ED7720-6B6E-1AA6-BC90-E12E3D75CCFF}"/>
          </ac:spMkLst>
        </pc:spChg>
      </pc:sldChg>
      <pc:sldChg chg="addSp delSp modSp mod">
        <pc:chgData name="김태승(TAESEUNG KIM)[kim_ts]/사원/제조DX.자동보정.조립자동보정팀" userId="dcaa50d5-2a4b-4c24-8466-13e3b9f9beaf" providerId="ADAL" clId="{8724BCCF-F91C-4DC6-B291-879D1C951357}" dt="2026-08-18T10:10:09.362" v="4328" actId="6549"/>
        <pc:sldMkLst>
          <pc:docMk/>
          <pc:sldMk cId="3658455393" sldId="437"/>
        </pc:sldMkLst>
        <pc:spChg chg="mod">
          <ac:chgData name="김태승(TAESEUNG KIM)[kim_ts]/사원/제조DX.자동보정.조립자동보정팀" userId="dcaa50d5-2a4b-4c24-8466-13e3b9f9beaf" providerId="ADAL" clId="{8724BCCF-F91C-4DC6-B291-879D1C951357}" dt="2026-08-18T10:09:01.109" v="4268" actId="1035"/>
          <ac:spMkLst>
            <pc:docMk/>
            <pc:sldMk cId="3658455393" sldId="437"/>
            <ac:spMk id="4" creationId="{B723C6D5-F554-8B46-CF0B-3540C82590F1}"/>
          </ac:spMkLst>
        </pc:spChg>
        <pc:spChg chg="mod">
          <ac:chgData name="김태승(TAESEUNG KIM)[kim_ts]/사원/제조DX.자동보정.조립자동보정팀" userId="dcaa50d5-2a4b-4c24-8466-13e3b9f9beaf" providerId="ADAL" clId="{8724BCCF-F91C-4DC6-B291-879D1C951357}" dt="2026-08-18T08:03:02.718" v="1" actId="20577"/>
          <ac:spMkLst>
            <pc:docMk/>
            <pc:sldMk cId="3658455393" sldId="437"/>
            <ac:spMk id="7" creationId="{76597178-0C46-359F-C512-80C28D96C117}"/>
          </ac:spMkLst>
        </pc:spChg>
        <pc:spChg chg="mod">
          <ac:chgData name="김태승(TAESEUNG KIM)[kim_ts]/사원/제조DX.자동보정.조립자동보정팀" userId="dcaa50d5-2a4b-4c24-8466-13e3b9f9beaf" providerId="ADAL" clId="{8724BCCF-F91C-4DC6-B291-879D1C951357}" dt="2026-08-18T10:10:09.362" v="4328" actId="6549"/>
          <ac:spMkLst>
            <pc:docMk/>
            <pc:sldMk cId="3658455393" sldId="437"/>
            <ac:spMk id="40" creationId="{6D83938E-EACF-6171-3002-446A6495CB39}"/>
          </ac:spMkLst>
        </pc:spChg>
      </pc:sldChg>
      <pc:sldChg chg="modSp mod">
        <pc:chgData name="김태승(TAESEUNG KIM)[kim_ts]/사원/제조DX.자동보정.조립자동보정팀" userId="dcaa50d5-2a4b-4c24-8466-13e3b9f9beaf" providerId="ADAL" clId="{8724BCCF-F91C-4DC6-B291-879D1C951357}" dt="2026-08-18T10:29:12.214" v="4760" actId="20577"/>
        <pc:sldMkLst>
          <pc:docMk/>
          <pc:sldMk cId="4122308118" sldId="2147483617"/>
        </pc:sldMkLst>
        <pc:spChg chg="mod">
          <ac:chgData name="김태승(TAESEUNG KIM)[kim_ts]/사원/제조DX.자동보정.조립자동보정팀" userId="dcaa50d5-2a4b-4c24-8466-13e3b9f9beaf" providerId="ADAL" clId="{8724BCCF-F91C-4DC6-B291-879D1C951357}" dt="2026-08-18T10:29:04.469" v="4754" actId="207"/>
          <ac:spMkLst>
            <pc:docMk/>
            <pc:sldMk cId="4122308118" sldId="2147483617"/>
            <ac:spMk id="2" creationId="{88539A7A-691C-A91F-92D4-163C0AF1D559}"/>
          </ac:spMkLst>
        </pc:spChg>
        <pc:spChg chg="mod">
          <ac:chgData name="김태승(TAESEUNG KIM)[kim_ts]/사원/제조DX.자동보정.조립자동보정팀" userId="dcaa50d5-2a4b-4c24-8466-13e3b9f9beaf" providerId="ADAL" clId="{8724BCCF-F91C-4DC6-B291-879D1C951357}" dt="2026-08-18T10:29:07.119" v="4756" actId="20577"/>
          <ac:spMkLst>
            <pc:docMk/>
            <pc:sldMk cId="4122308118" sldId="2147483617"/>
            <ac:spMk id="3" creationId="{400864A3-84C9-BF63-E78A-6234F7832030}"/>
          </ac:spMkLst>
        </pc:spChg>
        <pc:spChg chg="mod">
          <ac:chgData name="김태승(TAESEUNG KIM)[kim_ts]/사원/제조DX.자동보정.조립자동보정팀" userId="dcaa50d5-2a4b-4c24-8466-13e3b9f9beaf" providerId="ADAL" clId="{8724BCCF-F91C-4DC6-B291-879D1C951357}" dt="2026-08-18T10:29:09.843" v="4758" actId="20577"/>
          <ac:spMkLst>
            <pc:docMk/>
            <pc:sldMk cId="4122308118" sldId="2147483617"/>
            <ac:spMk id="4" creationId="{BE104905-26D4-2B6E-B759-C2B6927D4EE8}"/>
          </ac:spMkLst>
        </pc:spChg>
        <pc:spChg chg="mod">
          <ac:chgData name="김태승(TAESEUNG KIM)[kim_ts]/사원/제조DX.자동보정.조립자동보정팀" userId="dcaa50d5-2a4b-4c24-8466-13e3b9f9beaf" providerId="ADAL" clId="{8724BCCF-F91C-4DC6-B291-879D1C951357}" dt="2026-08-18T10:29:12.214" v="4760" actId="20577"/>
          <ac:spMkLst>
            <pc:docMk/>
            <pc:sldMk cId="4122308118" sldId="2147483617"/>
            <ac:spMk id="42" creationId="{51BF0D86-1DF9-4CDD-9ADF-D9D78254A144}"/>
          </ac:spMkLst>
        </pc:spChg>
      </pc:sldChg>
    </pc:docChg>
  </pc:docChgLst>
  <pc:docChgLst>
    <pc:chgData name="나영준(YOUNGJUN NA)[youngjun_na]/책임/제조DX.자동보정.MC자동보정팀" userId="S::youngjun_na@lgensol.com::0c590520-1e60-4e57-b0d6-012f89cef193" providerId="AD" clId="Web-{C57564E8-CCC8-3645-5744-ADD5F9352738}"/>
    <pc:docChg chg="modSld sldOrd">
      <pc:chgData name="나영준(YOUNGJUN NA)[youngjun_na]/책임/제조DX.자동보정.MC자동보정팀" userId="S::youngjun_na@lgensol.com::0c590520-1e60-4e57-b0d6-012f89cef193" providerId="AD" clId="Web-{C57564E8-CCC8-3645-5744-ADD5F9352738}" dt="2026-09-22T23:38:23.720" v="347" actId="20577"/>
      <pc:docMkLst>
        <pc:docMk/>
      </pc:docMkLst>
      <pc:sldChg chg="modSp">
        <pc:chgData name="나영준(YOUNGJUN NA)[youngjun_na]/책임/제조DX.자동보정.MC자동보정팀" userId="S::youngjun_na@lgensol.com::0c590520-1e60-4e57-b0d6-012f89cef193" providerId="AD" clId="Web-{C57564E8-CCC8-3645-5744-ADD5F9352738}" dt="2026-09-22T23:25:54.273" v="127" actId="20577"/>
        <pc:sldMkLst>
          <pc:docMk/>
          <pc:sldMk cId="4118150585" sldId="282"/>
        </pc:sldMkLst>
        <pc:spChg chg="mod">
          <ac:chgData name="나영준(YOUNGJUN NA)[youngjun_na]/책임/제조DX.자동보정.MC자동보정팀" userId="S::youngjun_na@lgensol.com::0c590520-1e60-4e57-b0d6-012f89cef193" providerId="AD" clId="Web-{C57564E8-CCC8-3645-5744-ADD5F9352738}" dt="2026-09-22T23:25:19.241" v="113" actId="20577"/>
          <ac:spMkLst>
            <pc:docMk/>
            <pc:sldMk cId="4118150585" sldId="282"/>
            <ac:spMk id="7" creationId="{3C2E9CE6-904A-B2C0-D032-387E16A67CFC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C57564E8-CCC8-3645-5744-ADD5F9352738}" dt="2026-09-22T23:25:54.273" v="127" actId="20577"/>
          <ac:spMkLst>
            <pc:docMk/>
            <pc:sldMk cId="4118150585" sldId="282"/>
            <ac:spMk id="10" creationId="{BE4C2C8B-09AF-FAC9-52C3-2C3EFD407CCC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C57564E8-CCC8-3645-5744-ADD5F9352738}" dt="2026-09-22T23:38:23.720" v="347" actId="20577"/>
        <pc:sldMkLst>
          <pc:docMk/>
          <pc:sldMk cId="3743058706" sldId="302"/>
        </pc:sldMkLst>
        <pc:spChg chg="mod">
          <ac:chgData name="나영준(YOUNGJUN NA)[youngjun_na]/책임/제조DX.자동보정.MC자동보정팀" userId="S::youngjun_na@lgensol.com::0c590520-1e60-4e57-b0d6-012f89cef193" providerId="AD" clId="Web-{C57564E8-CCC8-3645-5744-ADD5F9352738}" dt="2026-09-22T23:38:23.720" v="347" actId="20577"/>
          <ac:spMkLst>
            <pc:docMk/>
            <pc:sldMk cId="3743058706" sldId="302"/>
            <ac:spMk id="11" creationId="{119FFC0B-9D11-698D-BBD2-F42C088382A8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C57564E8-CCC8-3645-5744-ADD5F9352738}" dt="2026-09-22T23:25:08.537" v="112" actId="20577"/>
        <pc:sldMkLst>
          <pc:docMk/>
          <pc:sldMk cId="610755056" sldId="303"/>
        </pc:sldMkLst>
        <pc:spChg chg="mod">
          <ac:chgData name="나영준(YOUNGJUN NA)[youngjun_na]/책임/제조DX.자동보정.MC자동보정팀" userId="S::youngjun_na@lgensol.com::0c590520-1e60-4e57-b0d6-012f89cef193" providerId="AD" clId="Web-{C57564E8-CCC8-3645-5744-ADD5F9352738}" dt="2026-09-22T23:25:08.537" v="112" actId="20577"/>
          <ac:spMkLst>
            <pc:docMk/>
            <pc:sldMk cId="610755056" sldId="303"/>
            <ac:spMk id="7" creationId="{87AA14E4-54AD-8324-C7DF-2A64FDEFD4EE}"/>
          </ac:spMkLst>
        </pc:spChg>
      </pc:sldChg>
      <pc:sldChg chg="modSp ord">
        <pc:chgData name="나영준(YOUNGJUN NA)[youngjun_na]/책임/제조DX.자동보정.MC자동보정팀" userId="S::youngjun_na@lgensol.com::0c590520-1e60-4e57-b0d6-012f89cef193" providerId="AD" clId="Web-{C57564E8-CCC8-3645-5744-ADD5F9352738}" dt="2026-09-22T23:25:01.537" v="111" actId="20577"/>
        <pc:sldMkLst>
          <pc:docMk/>
          <pc:sldMk cId="3438866837" sldId="309"/>
        </pc:sldMkLst>
        <pc:spChg chg="mod">
          <ac:chgData name="나영준(YOUNGJUN NA)[youngjun_na]/책임/제조DX.자동보정.MC자동보정팀" userId="S::youngjun_na@lgensol.com::0c590520-1e60-4e57-b0d6-012f89cef193" providerId="AD" clId="Web-{C57564E8-CCC8-3645-5744-ADD5F9352738}" dt="2026-09-22T23:25:01.537" v="111" actId="20577"/>
          <ac:spMkLst>
            <pc:docMk/>
            <pc:sldMk cId="3438866837" sldId="309"/>
            <ac:spMk id="7" creationId="{F0B5C10F-E9D8-D6F1-CF35-61FE85C2F484}"/>
          </ac:spMkLst>
        </pc:spChg>
      </pc:sldChg>
      <pc:sldChg chg="modSp">
        <pc:chgData name="나영준(YOUNGJUN NA)[youngjun_na]/책임/제조DX.자동보정.MC자동보정팀" userId="S::youngjun_na@lgensol.com::0c590520-1e60-4e57-b0d6-012f89cef193" providerId="AD" clId="Web-{C57564E8-CCC8-3645-5744-ADD5F9352738}" dt="2026-09-22T23:24:53.677" v="108" actId="20577"/>
        <pc:sldMkLst>
          <pc:docMk/>
          <pc:sldMk cId="319867820" sldId="372"/>
        </pc:sldMkLst>
        <pc:spChg chg="mod">
          <ac:chgData name="나영준(YOUNGJUN NA)[youngjun_na]/책임/제조DX.자동보정.MC자동보정팀" userId="S::youngjun_na@lgensol.com::0c590520-1e60-4e57-b0d6-012f89cef193" providerId="AD" clId="Web-{C57564E8-CCC8-3645-5744-ADD5F9352738}" dt="2026-09-22T23:24:53.677" v="108" actId="20577"/>
          <ac:spMkLst>
            <pc:docMk/>
            <pc:sldMk cId="319867820" sldId="372"/>
            <ac:spMk id="17" creationId="{24078160-BD87-7DDB-35FF-AC266021525D}"/>
          </ac:spMkLst>
        </pc:spChg>
        <pc:spChg chg="mod">
          <ac:chgData name="나영준(YOUNGJUN NA)[youngjun_na]/책임/제조DX.자동보정.MC자동보정팀" userId="S::youngjun_na@lgensol.com::0c590520-1e60-4e57-b0d6-012f89cef193" providerId="AD" clId="Web-{C57564E8-CCC8-3645-5744-ADD5F9352738}" dt="2026-09-22T23:24:47.786" v="107" actId="20577"/>
          <ac:spMkLst>
            <pc:docMk/>
            <pc:sldMk cId="319867820" sldId="372"/>
            <ac:spMk id="30" creationId="{5A93FBA8-E3C4-0943-75E5-74D25EF1452D}"/>
          </ac:spMkLst>
        </pc:spChg>
      </pc:sldChg>
    </pc:docChg>
  </pc:docChgLst>
  <pc:docChgLst>
    <pc:chgData name="강호종(HOJONG KANG)[hojong.kang]/책임/제조DX.자동보정.MC자동보정팀" userId="bc22bbe6-6c82-4228-8cf3-ea75f80faae5" providerId="ADAL" clId="{B6EAAE8E-8769-4897-AC0D-38BBFCF997C3}"/>
    <pc:docChg chg="undo custSel addSld modSld">
      <pc:chgData name="강호종(HOJONG KANG)[hojong.kang]/책임/제조DX.자동보정.MC자동보정팀" userId="bc22bbe6-6c82-4228-8cf3-ea75f80faae5" providerId="ADAL" clId="{B6EAAE8E-8769-4897-AC0D-38BBFCF997C3}" dt="2026-08-31T04:19:26.992" v="2176" actId="20577"/>
      <pc:docMkLst>
        <pc:docMk/>
      </pc:docMkLst>
      <pc:sldChg chg="delSp modSp add mod">
        <pc:chgData name="강호종(HOJONG KANG)[hojong.kang]/책임/제조DX.자동보정.MC자동보정팀" userId="bc22bbe6-6c82-4228-8cf3-ea75f80faae5" providerId="ADAL" clId="{B6EAAE8E-8769-4897-AC0D-38BBFCF997C3}" dt="2026-08-31T04:09:34.798" v="2038" actId="20577"/>
        <pc:sldMkLst>
          <pc:docMk/>
          <pc:sldMk cId="2316929721" sldId="277"/>
        </pc:sldMkLst>
        <pc:spChg chg="mod">
          <ac:chgData name="강호종(HOJONG KANG)[hojong.kang]/책임/제조DX.자동보정.MC자동보정팀" userId="bc22bbe6-6c82-4228-8cf3-ea75f80faae5" providerId="ADAL" clId="{B6EAAE8E-8769-4897-AC0D-38BBFCF997C3}" dt="2026-08-31T04:09:34.798" v="2038" actId="20577"/>
          <ac:spMkLst>
            <pc:docMk/>
            <pc:sldMk cId="2316929721" sldId="277"/>
            <ac:spMk id="18" creationId="{F688FD03-6D08-9B73-8011-25ED415FE508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4:09:03.885" v="2032" actId="6549"/>
          <ac:spMkLst>
            <pc:docMk/>
            <pc:sldMk cId="2316929721" sldId="277"/>
            <ac:spMk id="19" creationId="{3EFC02BB-EDAB-B584-B2E0-9AFACE447E71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3:41:55.336" v="799" actId="20577"/>
          <ac:spMkLst>
            <pc:docMk/>
            <pc:sldMk cId="2316929721" sldId="277"/>
            <ac:spMk id="21" creationId="{BDF003D8-5074-5606-13AF-75742E94B696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B6EAAE8E-8769-4897-AC0D-38BBFCF997C3}" dt="2026-08-31T04:09:51.322" v="2044"/>
        <pc:sldMkLst>
          <pc:docMk/>
          <pc:sldMk cId="2205649748" sldId="291"/>
        </pc:sldMkLst>
        <pc:spChg chg="mod">
          <ac:chgData name="강호종(HOJONG KANG)[hojong.kang]/책임/제조DX.자동보정.MC자동보정팀" userId="bc22bbe6-6c82-4228-8cf3-ea75f80faae5" providerId="ADAL" clId="{B6EAAE8E-8769-4897-AC0D-38BBFCF997C3}" dt="2026-08-31T04:09:51.322" v="2044"/>
          <ac:spMkLst>
            <pc:docMk/>
            <pc:sldMk cId="2205649748" sldId="291"/>
            <ac:spMk id="18" creationId="{F688FD03-6D08-9B73-8011-25ED415FE508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4:09:48.319" v="2043" actId="20577"/>
          <ac:spMkLst>
            <pc:docMk/>
            <pc:sldMk cId="2205649748" sldId="291"/>
            <ac:spMk id="21" creationId="{BDF003D8-5074-5606-13AF-75742E94B696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B6EAAE8E-8769-4897-AC0D-38BBFCF997C3}" dt="2026-08-31T04:09:43.708" v="2041" actId="20577"/>
        <pc:sldMkLst>
          <pc:docMk/>
          <pc:sldMk cId="1312155356" sldId="295"/>
        </pc:sldMkLst>
        <pc:spChg chg="mod">
          <ac:chgData name="강호종(HOJONG KANG)[hojong.kang]/책임/제조DX.자동보정.MC자동보정팀" userId="bc22bbe6-6c82-4228-8cf3-ea75f80faae5" providerId="ADAL" clId="{B6EAAE8E-8769-4897-AC0D-38BBFCF997C3}" dt="2026-08-31T04:09:40.634" v="2039"/>
          <ac:spMkLst>
            <pc:docMk/>
            <pc:sldMk cId="1312155356" sldId="295"/>
            <ac:spMk id="18" creationId="{F688FD03-6D08-9B73-8011-25ED415FE508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3:42:17.104" v="801" actId="207"/>
          <ac:spMkLst>
            <pc:docMk/>
            <pc:sldMk cId="1312155356" sldId="295"/>
            <ac:spMk id="19" creationId="{3EFC02BB-EDAB-B584-B2E0-9AFACE447E71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4:09:43.708" v="2041" actId="20577"/>
          <ac:spMkLst>
            <pc:docMk/>
            <pc:sldMk cId="1312155356" sldId="295"/>
            <ac:spMk id="21" creationId="{BDF003D8-5074-5606-13AF-75742E94B696}"/>
          </ac:spMkLst>
        </pc:spChg>
      </pc:sldChg>
      <pc:sldChg chg="delSp modSp mod">
        <pc:chgData name="강호종(HOJONG KANG)[hojong.kang]/책임/제조DX.자동보정.MC자동보정팀" userId="bc22bbe6-6c82-4228-8cf3-ea75f80faae5" providerId="ADAL" clId="{B6EAAE8E-8769-4897-AC0D-38BBFCF997C3}" dt="2026-08-31T02:42:28.794" v="276" actId="6549"/>
        <pc:sldMkLst>
          <pc:docMk/>
          <pc:sldMk cId="2391201169" sldId="301"/>
        </pc:sldMkLst>
        <pc:spChg chg="mod">
          <ac:chgData name="강호종(HOJONG KANG)[hojong.kang]/책임/제조DX.자동보정.MC자동보정팀" userId="bc22bbe6-6c82-4228-8cf3-ea75f80faae5" providerId="ADAL" clId="{B6EAAE8E-8769-4897-AC0D-38BBFCF997C3}" dt="2026-08-31T02:42:02.376" v="259" actId="207"/>
          <ac:spMkLst>
            <pc:docMk/>
            <pc:sldMk cId="2391201169" sldId="301"/>
            <ac:spMk id="5" creationId="{35FEF9B7-F3ED-2D4F-BFA1-F77F550FCECC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2:41:53.448" v="258" actId="14100"/>
          <ac:spMkLst>
            <pc:docMk/>
            <pc:sldMk cId="2391201169" sldId="301"/>
            <ac:spMk id="11" creationId="{98711F6A-AFF1-F97E-7D24-732BBA408BE8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1:54:53.490" v="10" actId="20577"/>
          <ac:spMkLst>
            <pc:docMk/>
            <pc:sldMk cId="2391201169" sldId="301"/>
            <ac:spMk id="17" creationId="{24078160-BD87-7DDB-35FF-AC266021525D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2:42:28.794" v="276" actId="6549"/>
          <ac:spMkLst>
            <pc:docMk/>
            <pc:sldMk cId="2391201169" sldId="301"/>
            <ac:spMk id="18" creationId="{89DA6E5F-7DC9-5479-198E-EB8FCC41FA49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2:40:05.893" v="255" actId="20577"/>
          <ac:spMkLst>
            <pc:docMk/>
            <pc:sldMk cId="2391201169" sldId="301"/>
            <ac:spMk id="30" creationId="{5A93FBA8-E3C4-0943-75E5-74D25EF1452D}"/>
          </ac:spMkLst>
        </pc:spChg>
        <pc:graphicFrameChg chg="modGraphic">
          <ac:chgData name="강호종(HOJONG KANG)[hojong.kang]/책임/제조DX.자동보정.MC자동보정팀" userId="bc22bbe6-6c82-4228-8cf3-ea75f80faae5" providerId="ADAL" clId="{B6EAAE8E-8769-4897-AC0D-38BBFCF997C3}" dt="2026-08-31T02:41:44.688" v="256" actId="2165"/>
          <ac:graphicFrameMkLst>
            <pc:docMk/>
            <pc:sldMk cId="2391201169" sldId="301"/>
            <ac:graphicFrameMk id="10" creationId="{7825F76F-F4D3-2027-4EE7-24A88EF0D0DD}"/>
          </ac:graphicFrameMkLst>
        </pc:graphicFrameChg>
      </pc:sldChg>
      <pc:sldChg chg="modSp mod">
        <pc:chgData name="강호종(HOJONG KANG)[hojong.kang]/책임/제조DX.자동보정.MC자동보정팀" userId="bc22bbe6-6c82-4228-8cf3-ea75f80faae5" providerId="ADAL" clId="{B6EAAE8E-8769-4897-AC0D-38BBFCF997C3}" dt="2026-08-31T04:09:58.365" v="2045"/>
        <pc:sldMkLst>
          <pc:docMk/>
          <pc:sldMk cId="634019489" sldId="321"/>
        </pc:sldMkLst>
        <pc:spChg chg="mod">
          <ac:chgData name="강호종(HOJONG KANG)[hojong.kang]/책임/제조DX.자동보정.MC자동보정팀" userId="bc22bbe6-6c82-4228-8cf3-ea75f80faae5" providerId="ADAL" clId="{B6EAAE8E-8769-4897-AC0D-38BBFCF997C3}" dt="2026-08-31T03:47:09.965" v="1179" actId="20577"/>
          <ac:spMkLst>
            <pc:docMk/>
            <pc:sldMk cId="634019489" sldId="321"/>
            <ac:spMk id="5" creationId="{77B34011-1F67-38F5-CDBA-55AA234ECBCD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3:45:13.879" v="1023" actId="14100"/>
          <ac:spMkLst>
            <pc:docMk/>
            <pc:sldMk cId="634019489" sldId="321"/>
            <ac:spMk id="15" creationId="{4E4F2B00-05E1-EFC5-7E83-217316A38BF3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3:45:20.069" v="1066" actId="1038"/>
          <ac:spMkLst>
            <pc:docMk/>
            <pc:sldMk cId="634019489" sldId="321"/>
            <ac:spMk id="16" creationId="{3950E216-E1DE-6988-9919-0E72E9C478DD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4:09:58.365" v="2045"/>
          <ac:spMkLst>
            <pc:docMk/>
            <pc:sldMk cId="634019489" sldId="321"/>
            <ac:spMk id="34" creationId="{D8B60436-CB69-037E-0252-E096A9F06E49}"/>
          </ac:spMkLst>
        </pc:spChg>
        <pc:graphicFrameChg chg="mod modGraphic">
          <ac:chgData name="강호종(HOJONG KANG)[hojong.kang]/책임/제조DX.자동보정.MC자동보정팀" userId="bc22bbe6-6c82-4228-8cf3-ea75f80faae5" providerId="ADAL" clId="{B6EAAE8E-8769-4897-AC0D-38BBFCF997C3}" dt="2026-08-31T03:47:27.861" v="1180" actId="207"/>
          <ac:graphicFrameMkLst>
            <pc:docMk/>
            <pc:sldMk cId="634019489" sldId="321"/>
            <ac:graphicFrameMk id="12" creationId="{057C43E9-6C25-BCA0-0FB7-09763A0EF9F2}"/>
          </ac:graphicFrameMkLst>
        </pc:graphicFrameChg>
      </pc:sldChg>
      <pc:sldChg chg="modSp mod">
        <pc:chgData name="강호종(HOJONG KANG)[hojong.kang]/책임/제조DX.자동보정.MC자동보정팀" userId="bc22bbe6-6c82-4228-8cf3-ea75f80faae5" providerId="ADAL" clId="{B6EAAE8E-8769-4897-AC0D-38BBFCF997C3}" dt="2026-08-31T04:10:53.284" v="2046" actId="6549"/>
        <pc:sldMkLst>
          <pc:docMk/>
          <pc:sldMk cId="1971500730" sldId="333"/>
        </pc:sldMkLst>
        <pc:spChg chg="mod">
          <ac:chgData name="강호종(HOJONG KANG)[hojong.kang]/책임/제조DX.자동보정.MC자동보정팀" userId="bc22bbe6-6c82-4228-8cf3-ea75f80faae5" providerId="ADAL" clId="{B6EAAE8E-8769-4897-AC0D-38BBFCF997C3}" dt="2026-08-31T01:54:49.802" v="8" actId="20577"/>
          <ac:spMkLst>
            <pc:docMk/>
            <pc:sldMk cId="1971500730" sldId="333"/>
            <ac:spMk id="18" creationId="{7EF05392-A902-0609-C73A-057F6C72F700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4:10:53.284" v="2046" actId="6549"/>
          <ac:spMkLst>
            <pc:docMk/>
            <pc:sldMk cId="1971500730" sldId="333"/>
            <ac:spMk id="19" creationId="{F9171EF0-5806-3F08-4D17-10AB3CA02CFA}"/>
          </ac:spMkLst>
        </pc:spChg>
        <pc:graphicFrameChg chg="mod modGraphic">
          <ac:chgData name="강호종(HOJONG KANG)[hojong.kang]/책임/제조DX.자동보정.MC자동보정팀" userId="bc22bbe6-6c82-4228-8cf3-ea75f80faae5" providerId="ADAL" clId="{B6EAAE8E-8769-4897-AC0D-38BBFCF997C3}" dt="2026-08-31T01:57:50.417" v="138" actId="207"/>
          <ac:graphicFrameMkLst>
            <pc:docMk/>
            <pc:sldMk cId="1971500730" sldId="333"/>
            <ac:graphicFrameMk id="2" creationId="{4BEA7D05-E8E3-D57B-36ED-BE6511FF6191}"/>
          </ac:graphicFrameMkLst>
        </pc:graphicFrameChg>
      </pc:sldChg>
      <pc:sldChg chg="modSp mod">
        <pc:chgData name="강호종(HOJONG KANG)[hojong.kang]/책임/제조DX.자동보정.MC자동보정팀" userId="bc22bbe6-6c82-4228-8cf3-ea75f80faae5" providerId="ADAL" clId="{B6EAAE8E-8769-4897-AC0D-38BBFCF997C3}" dt="2026-08-31T04:14:17.451" v="2091" actId="207"/>
        <pc:sldMkLst>
          <pc:docMk/>
          <pc:sldMk cId="414644102" sldId="352"/>
        </pc:sldMkLst>
        <pc:spChg chg="mod">
          <ac:chgData name="강호종(HOJONG KANG)[hojong.kang]/책임/제조DX.자동보정.MC자동보정팀" userId="bc22bbe6-6c82-4228-8cf3-ea75f80faae5" providerId="ADAL" clId="{B6EAAE8E-8769-4897-AC0D-38BBFCF997C3}" dt="2026-08-31T04:12:58.123" v="2074" actId="20577"/>
          <ac:spMkLst>
            <pc:docMk/>
            <pc:sldMk cId="414644102" sldId="352"/>
            <ac:spMk id="3" creationId="{999C4A96-8054-1AD1-46BC-53E7B9C174CC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4:14:17.451" v="2091" actId="207"/>
          <ac:spMkLst>
            <pc:docMk/>
            <pc:sldMk cId="414644102" sldId="352"/>
            <ac:spMk id="8" creationId="{E966A8D6-63CE-C01F-2958-CFBDB6DE2F72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B6EAAE8E-8769-4897-AC0D-38BBFCF997C3}" dt="2026-08-31T04:19:26.992" v="2176" actId="20577"/>
        <pc:sldMkLst>
          <pc:docMk/>
          <pc:sldMk cId="3231850307" sldId="411"/>
        </pc:sldMkLst>
        <pc:spChg chg="mod">
          <ac:chgData name="강호종(HOJONG KANG)[hojong.kang]/책임/제조DX.자동보정.MC자동보정팀" userId="bc22bbe6-6c82-4228-8cf3-ea75f80faae5" providerId="ADAL" clId="{B6EAAE8E-8769-4897-AC0D-38BBFCF997C3}" dt="2026-08-31T04:18:58.144" v="2149" actId="1036"/>
          <ac:spMkLst>
            <pc:docMk/>
            <pc:sldMk cId="3231850307" sldId="411"/>
            <ac:spMk id="7" creationId="{FF9D7A41-7B03-5BE2-F624-3C6CDFE3447D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4:19:04.149" v="2158" actId="1036"/>
          <ac:spMkLst>
            <pc:docMk/>
            <pc:sldMk cId="3231850307" sldId="411"/>
            <ac:spMk id="67" creationId="{71A2530E-7B1A-4DA0-5354-43F86F23432B}"/>
          </ac:spMkLst>
        </pc:spChg>
        <pc:spChg chg="mod">
          <ac:chgData name="강호종(HOJONG KANG)[hojong.kang]/책임/제조DX.자동보정.MC자동보정팀" userId="bc22bbe6-6c82-4228-8cf3-ea75f80faae5" providerId="ADAL" clId="{B6EAAE8E-8769-4897-AC0D-38BBFCF997C3}" dt="2026-08-31T04:19:26.992" v="2176" actId="20577"/>
          <ac:spMkLst>
            <pc:docMk/>
            <pc:sldMk cId="3231850307" sldId="411"/>
            <ac:spMk id="68" creationId="{4836A17F-0852-F6D6-ECB3-41D77FF212A8}"/>
          </ac:spMkLst>
        </pc:spChg>
      </pc:sldChg>
      <pc:sldChg chg="modSp mod">
        <pc:chgData name="강호종(HOJONG KANG)[hojong.kang]/책임/제조DX.자동보정.MC자동보정팀" userId="bc22bbe6-6c82-4228-8cf3-ea75f80faae5" providerId="ADAL" clId="{B6EAAE8E-8769-4897-AC0D-38BBFCF997C3}" dt="2026-08-31T04:12:09.997" v="2058"/>
        <pc:sldMkLst>
          <pc:docMk/>
          <pc:sldMk cId="1417770791" sldId="747"/>
        </pc:sldMkLst>
        <pc:spChg chg="mod">
          <ac:chgData name="강호종(HOJONG KANG)[hojong.kang]/책임/제조DX.자동보정.MC자동보정팀" userId="bc22bbe6-6c82-4228-8cf3-ea75f80faae5" providerId="ADAL" clId="{B6EAAE8E-8769-4897-AC0D-38BBFCF997C3}" dt="2026-08-31T04:12:09.997" v="2058"/>
          <ac:spMkLst>
            <pc:docMk/>
            <pc:sldMk cId="1417770791" sldId="747"/>
            <ac:spMk id="5" creationId="{77B34011-1F67-38F5-CDBA-55AA234ECBCD}"/>
          </ac:spMkLst>
        </pc:spChg>
      </pc:sldChg>
    </pc:docChg>
  </pc:docChgLst>
  <pc:docChgLst>
    <pc:chgData name="임인섭(INSUP LIM)[insup_lim]/선임/제조DX.자동보정.조립자동보정팀" userId="46c23904-ff79-42c9-9e41-2f57972a901c" providerId="ADAL" clId="{6887B78A-47DE-48F6-8C09-DDEBE67EDD07}"/>
    <pc:docChg chg="undo custSel delSld modSld modSection">
      <pc:chgData name="임인섭(INSUP LIM)[insup_lim]/선임/제조DX.자동보정.조립자동보정팀" userId="46c23904-ff79-42c9-9e41-2f57972a901c" providerId="ADAL" clId="{6887B78A-47DE-48F6-8C09-DDEBE67EDD07}" dt="2026-09-17T06:34:32.556" v="3752" actId="1076"/>
      <pc:docMkLst>
        <pc:docMk/>
      </pc:docMkLst>
      <pc:sldChg chg="modSp mod">
        <pc:chgData name="임인섭(INSUP LIM)[insup_lim]/선임/제조DX.자동보정.조립자동보정팀" userId="46c23904-ff79-42c9-9e41-2f57972a901c" providerId="ADAL" clId="{6887B78A-47DE-48F6-8C09-DDEBE67EDD07}" dt="2026-09-15T01:44:28.501" v="8" actId="20577"/>
        <pc:sldMkLst>
          <pc:docMk/>
          <pc:sldMk cId="2772027129" sldId="260"/>
        </pc:sldMkLst>
        <pc:spChg chg="mod">
          <ac:chgData name="임인섭(INSUP LIM)[insup_lim]/선임/제조DX.자동보정.조립자동보정팀" userId="46c23904-ff79-42c9-9e41-2f57972a901c" providerId="ADAL" clId="{6887B78A-47DE-48F6-8C09-DDEBE67EDD07}" dt="2026-09-15T01:44:25.609" v="7" actId="20577"/>
          <ac:spMkLst>
            <pc:docMk/>
            <pc:sldMk cId="2772027129" sldId="260"/>
            <ac:spMk id="8" creationId="{96604DF6-74CC-03F1-AF12-C27E99648785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1:44:28.501" v="8" actId="20577"/>
          <ac:spMkLst>
            <pc:docMk/>
            <pc:sldMk cId="2772027129" sldId="260"/>
            <ac:spMk id="13" creationId="{6F04AF11-50D5-49B6-A265-556E9598BDBE}"/>
          </ac:spMkLst>
        </pc:spChg>
      </pc:sldChg>
      <pc:sldChg chg="modSp del mod">
        <pc:chgData name="임인섭(INSUP LIM)[insup_lim]/선임/제조DX.자동보정.조립자동보정팀" userId="46c23904-ff79-42c9-9e41-2f57972a901c" providerId="ADAL" clId="{6887B78A-47DE-48F6-8C09-DDEBE67EDD07}" dt="2026-09-17T05:00:25.296" v="3746" actId="47"/>
        <pc:sldMkLst>
          <pc:docMk/>
          <pc:sldMk cId="1688006984" sldId="264"/>
        </pc:sldMkLst>
        <pc:spChg chg="mod">
          <ac:chgData name="임인섭(INSUP LIM)[insup_lim]/선임/제조DX.자동보정.조립자동보정팀" userId="46c23904-ff79-42c9-9e41-2f57972a901c" providerId="ADAL" clId="{6887B78A-47DE-48F6-8C09-DDEBE67EDD07}" dt="2026-09-17T04:59:07.654" v="3717"/>
          <ac:spMkLst>
            <pc:docMk/>
            <pc:sldMk cId="1688006984" sldId="264"/>
            <ac:spMk id="30" creationId="{7673F75A-473D-96CE-E0D3-994F08DCA38E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6887B78A-47DE-48F6-8C09-DDEBE67EDD07}" dt="2026-09-15T06:57:38.603" v="3444" actId="20577"/>
        <pc:sldMkLst>
          <pc:docMk/>
          <pc:sldMk cId="2538130918" sldId="272"/>
        </pc:sldMkLst>
        <pc:spChg chg="mod">
          <ac:chgData name="임인섭(INSUP LIM)[insup_lim]/선임/제조DX.자동보정.조립자동보정팀" userId="46c23904-ff79-42c9-9e41-2f57972a901c" providerId="ADAL" clId="{6887B78A-47DE-48F6-8C09-DDEBE67EDD07}" dt="2026-09-15T06:57:38.603" v="3444" actId="20577"/>
          <ac:spMkLst>
            <pc:docMk/>
            <pc:sldMk cId="2538130918" sldId="272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6:57:33.974" v="3440" actId="20577"/>
          <ac:spMkLst>
            <pc:docMk/>
            <pc:sldMk cId="2538130918" sldId="272"/>
            <ac:spMk id="30" creationId="{0D42272B-7090-3E3D-C807-E7C5620E4BEA}"/>
          </ac:spMkLst>
        </pc:spChg>
      </pc:sldChg>
      <pc:sldChg chg="addSp modSp mod">
        <pc:chgData name="임인섭(INSUP LIM)[insup_lim]/선임/제조DX.자동보정.조립자동보정팀" userId="46c23904-ff79-42c9-9e41-2f57972a901c" providerId="ADAL" clId="{6887B78A-47DE-48F6-8C09-DDEBE67EDD07}" dt="2026-09-15T06:56:49.007" v="3367" actId="1076"/>
        <pc:sldMkLst>
          <pc:docMk/>
          <pc:sldMk cId="1560782275" sldId="289"/>
        </pc:sldMkLst>
        <pc:spChg chg="add mod">
          <ac:chgData name="임인섭(INSUP LIM)[insup_lim]/선임/제조DX.자동보정.조립자동보정팀" userId="46c23904-ff79-42c9-9e41-2f57972a901c" providerId="ADAL" clId="{6887B78A-47DE-48F6-8C09-DDEBE67EDD07}" dt="2026-09-15T06:42:43.078" v="2543" actId="164"/>
          <ac:spMkLst>
            <pc:docMk/>
            <pc:sldMk cId="1560782275" sldId="289"/>
            <ac:spMk id="10" creationId="{CC463F90-4D2F-A7D5-52A8-440CF5BB6534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6:47:18.777" v="2914" actId="20577"/>
          <ac:spMkLst>
            <pc:docMk/>
            <pc:sldMk cId="1560782275" sldId="289"/>
            <ac:spMk id="17" creationId="{3D171D3E-1985-8A6E-7869-31CB77FE3666}"/>
          </ac:spMkLst>
        </pc:spChg>
        <pc:spChg chg="add mod">
          <ac:chgData name="임인섭(INSUP LIM)[insup_lim]/선임/제조DX.자동보정.조립자동보정팀" userId="46c23904-ff79-42c9-9e41-2f57972a901c" providerId="ADAL" clId="{6887B78A-47DE-48F6-8C09-DDEBE67EDD07}" dt="2026-09-15T06:42:43.078" v="2543" actId="164"/>
          <ac:spMkLst>
            <pc:docMk/>
            <pc:sldMk cId="1560782275" sldId="289"/>
            <ac:spMk id="21" creationId="{E47D743A-0556-58C6-7F94-69C93299D4CE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6:56:45.945" v="3366" actId="20577"/>
          <ac:spMkLst>
            <pc:docMk/>
            <pc:sldMk cId="1560782275" sldId="289"/>
            <ac:spMk id="25" creationId="{2161B97F-6726-D36D-8217-01518733FF4A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6:47:29.831" v="2919" actId="20577"/>
          <ac:spMkLst>
            <pc:docMk/>
            <pc:sldMk cId="1560782275" sldId="289"/>
            <ac:spMk id="29" creationId="{CADE57B7-AFD5-377B-538A-D583A6DC70A2}"/>
          </ac:spMkLst>
        </pc:spChg>
        <pc:spChg chg="add mod">
          <ac:chgData name="임인섭(INSUP LIM)[insup_lim]/선임/제조DX.자동보정.조립자동보정팀" userId="46c23904-ff79-42c9-9e41-2f57972a901c" providerId="ADAL" clId="{6887B78A-47DE-48F6-8C09-DDEBE67EDD07}" dt="2026-09-15T06:47:37.719" v="2922" actId="1035"/>
          <ac:spMkLst>
            <pc:docMk/>
            <pc:sldMk cId="1560782275" sldId="289"/>
            <ac:spMk id="33" creationId="{E0F75BC8-F0B4-972D-DE00-480BD3E2D660}"/>
          </ac:spMkLst>
        </pc:spChg>
        <pc:grpChg chg="add mod">
          <ac:chgData name="임인섭(INSUP LIM)[insup_lim]/선임/제조DX.자동보정.조립자동보정팀" userId="46c23904-ff79-42c9-9e41-2f57972a901c" providerId="ADAL" clId="{6887B78A-47DE-48F6-8C09-DDEBE67EDD07}" dt="2026-09-15T06:47:44.200" v="2937" actId="1035"/>
          <ac:grpSpMkLst>
            <pc:docMk/>
            <pc:sldMk cId="1560782275" sldId="289"/>
            <ac:grpSpMk id="32" creationId="{33764A6A-2B0C-F19A-4E8F-70AED4853F0B}"/>
          </ac:grpSpMkLst>
        </pc:grpChg>
        <pc:grpChg chg="mod">
          <ac:chgData name="임인섭(INSUP LIM)[insup_lim]/선임/제조DX.자동보정.조립자동보정팀" userId="46c23904-ff79-42c9-9e41-2f57972a901c" providerId="ADAL" clId="{6887B78A-47DE-48F6-8C09-DDEBE67EDD07}" dt="2026-09-15T06:56:49.007" v="3367" actId="1076"/>
          <ac:grpSpMkLst>
            <pc:docMk/>
            <pc:sldMk cId="1560782275" sldId="289"/>
            <ac:grpSpMk id="36" creationId="{FA50B8EB-1BE2-8ADE-1207-66AB1C8BFC1C}"/>
          </ac:grpSpMkLst>
        </pc:grpChg>
        <pc:graphicFrameChg chg="add mod">
          <ac:chgData name="임인섭(INSUP LIM)[insup_lim]/선임/제조DX.자동보정.조립자동보정팀" userId="46c23904-ff79-42c9-9e41-2f57972a901c" providerId="ADAL" clId="{6887B78A-47DE-48F6-8C09-DDEBE67EDD07}" dt="2026-09-15T06:38:45.954" v="2500"/>
          <ac:graphicFrameMkLst>
            <pc:docMk/>
            <pc:sldMk cId="1560782275" sldId="289"/>
            <ac:graphicFrameMk id="2" creationId="{3BE99360-45DF-ACF2-9C50-BDE09AB40D25}"/>
          </ac:graphicFrameMkLst>
        </pc:graphicFrameChg>
        <pc:graphicFrameChg chg="mod modGraphic">
          <ac:chgData name="임인섭(INSUP LIM)[insup_lim]/선임/제조DX.자동보정.조립자동보정팀" userId="46c23904-ff79-42c9-9e41-2f57972a901c" providerId="ADAL" clId="{6887B78A-47DE-48F6-8C09-DDEBE67EDD07}" dt="2026-09-15T06:47:44.200" v="2937" actId="1035"/>
          <ac:graphicFrameMkLst>
            <pc:docMk/>
            <pc:sldMk cId="1560782275" sldId="289"/>
            <ac:graphicFrameMk id="7" creationId="{CA6A99C8-00B6-A3C4-AD03-9E4FE51DE9A6}"/>
          </ac:graphicFrameMkLst>
        </pc:graphicFrameChg>
        <pc:picChg chg="add mod">
          <ac:chgData name="임인섭(INSUP LIM)[insup_lim]/선임/제조DX.자동보정.조립자동보정팀" userId="46c23904-ff79-42c9-9e41-2f57972a901c" providerId="ADAL" clId="{6887B78A-47DE-48F6-8C09-DDEBE67EDD07}" dt="2026-09-15T06:42:43.078" v="2543" actId="164"/>
          <ac:picMkLst>
            <pc:docMk/>
            <pc:sldMk cId="1560782275" sldId="289"/>
            <ac:picMk id="3" creationId="{BEDDA5CB-3D7A-E3D2-A843-BC7C46FD0DC7}"/>
          </ac:picMkLst>
        </pc:picChg>
        <pc:cxnChg chg="add mod">
          <ac:chgData name="임인섭(INSUP LIM)[insup_lim]/선임/제조DX.자동보정.조립자동보정팀" userId="46c23904-ff79-42c9-9e41-2f57972a901c" providerId="ADAL" clId="{6887B78A-47DE-48F6-8C09-DDEBE67EDD07}" dt="2026-09-15T06:42:43.078" v="2543" actId="164"/>
          <ac:cxnSpMkLst>
            <pc:docMk/>
            <pc:sldMk cId="1560782275" sldId="289"/>
            <ac:cxnSpMk id="26" creationId="{0B8A76EA-B67B-650E-6E5E-852EA2DB928C}"/>
          </ac:cxnSpMkLst>
        </pc:cxnChg>
        <pc:cxnChg chg="add mod">
          <ac:chgData name="임인섭(INSUP LIM)[insup_lim]/선임/제조DX.자동보정.조립자동보정팀" userId="46c23904-ff79-42c9-9e41-2f57972a901c" providerId="ADAL" clId="{6887B78A-47DE-48F6-8C09-DDEBE67EDD07}" dt="2026-09-15T06:42:43.078" v="2543" actId="164"/>
          <ac:cxnSpMkLst>
            <pc:docMk/>
            <pc:sldMk cId="1560782275" sldId="289"/>
            <ac:cxnSpMk id="28" creationId="{BC60FAE3-DF35-C550-C667-7002C7904F17}"/>
          </ac:cxnSpMkLst>
        </pc:cxnChg>
      </pc:sldChg>
      <pc:sldChg chg="addSp modSp mod">
        <pc:chgData name="임인섭(INSUP LIM)[insup_lim]/선임/제조DX.자동보정.조립자동보정팀" userId="46c23904-ff79-42c9-9e41-2f57972a901c" providerId="ADAL" clId="{6887B78A-47DE-48F6-8C09-DDEBE67EDD07}" dt="2026-09-15T06:50:53.312" v="3320" actId="1076"/>
        <pc:sldMkLst>
          <pc:docMk/>
          <pc:sldMk cId="1690943200" sldId="298"/>
        </pc:sldMkLst>
        <pc:spChg chg="add mod">
          <ac:chgData name="임인섭(INSUP LIM)[insup_lim]/선임/제조DX.자동보정.조립자동보정팀" userId="46c23904-ff79-42c9-9e41-2f57972a901c" providerId="ADAL" clId="{6887B78A-47DE-48F6-8C09-DDEBE67EDD07}" dt="2026-09-15T06:48:49.428" v="3111" actId="1076"/>
          <ac:spMkLst>
            <pc:docMk/>
            <pc:sldMk cId="1690943200" sldId="298"/>
            <ac:spMk id="3" creationId="{BFFE8324-9730-5260-7E3E-3DA5B434433A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6:50:48.136" v="3319" actId="20577"/>
          <ac:spMkLst>
            <pc:docMk/>
            <pc:sldMk cId="1690943200" sldId="298"/>
            <ac:spMk id="8" creationId="{DBA1A072-B867-1210-4F9A-1B42B9C79662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6:47:53.733" v="2941" actId="20577"/>
          <ac:spMkLst>
            <pc:docMk/>
            <pc:sldMk cId="1690943200" sldId="298"/>
            <ac:spMk id="17" creationId="{3D171D3E-1985-8A6E-7869-31CB77FE3666}"/>
          </ac:spMkLst>
        </pc:spChg>
        <pc:graphicFrameChg chg="add mod modGraphic">
          <ac:chgData name="임인섭(INSUP LIM)[insup_lim]/선임/제조DX.자동보정.조립자동보정팀" userId="46c23904-ff79-42c9-9e41-2f57972a901c" providerId="ADAL" clId="{6887B78A-47DE-48F6-8C09-DDEBE67EDD07}" dt="2026-09-15T06:50:53.312" v="3320" actId="1076"/>
          <ac:graphicFrameMkLst>
            <pc:docMk/>
            <pc:sldMk cId="1690943200" sldId="298"/>
            <ac:graphicFrameMk id="2" creationId="{0B4F780E-8A5C-0EF9-EB1C-6735D0E821ED}"/>
          </ac:graphicFrameMkLst>
        </pc:graphicFrameChg>
      </pc:sldChg>
      <pc:sldChg chg="addSp delSp modSp mod">
        <pc:chgData name="임인섭(INSUP LIM)[insup_lim]/선임/제조DX.자동보정.조립자동보정팀" userId="46c23904-ff79-42c9-9e41-2f57972a901c" providerId="ADAL" clId="{6887B78A-47DE-48F6-8C09-DDEBE67EDD07}" dt="2026-09-17T04:58:55.568" v="3715" actId="20577"/>
        <pc:sldMkLst>
          <pc:docMk/>
          <pc:sldMk cId="3813480401" sldId="316"/>
        </pc:sldMkLst>
        <pc:spChg chg="del mod">
          <ac:chgData name="임인섭(INSUP LIM)[insup_lim]/선임/제조DX.자동보정.조립자동보정팀" userId="46c23904-ff79-42c9-9e41-2f57972a901c" providerId="ADAL" clId="{6887B78A-47DE-48F6-8C09-DDEBE67EDD07}" dt="2026-09-15T01:58:44.388" v="184"/>
          <ac:spMkLst>
            <pc:docMk/>
            <pc:sldMk cId="3813480401" sldId="316"/>
            <ac:spMk id="3" creationId="{BC12CF42-B292-785C-5AC5-93D2EAC44425}"/>
          </ac:spMkLst>
        </pc:spChg>
        <pc:spChg chg="add mod">
          <ac:chgData name="임인섭(INSUP LIM)[insup_lim]/선임/제조DX.자동보정.조립자동보정팀" userId="46c23904-ff79-42c9-9e41-2f57972a901c" providerId="ADAL" clId="{6887B78A-47DE-48F6-8C09-DDEBE67EDD07}" dt="2026-09-15T02:21:56.417" v="1045" actId="20577"/>
          <ac:spMkLst>
            <pc:docMk/>
            <pc:sldMk cId="3813480401" sldId="316"/>
            <ac:spMk id="4" creationId="{B10E5556-5BAD-31EB-A154-ADCEB23AC0CC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7T04:58:55.568" v="3715" actId="20577"/>
          <ac:spMkLst>
            <pc:docMk/>
            <pc:sldMk cId="3813480401" sldId="316"/>
            <ac:spMk id="13" creationId="{B1F6AF25-0D3A-5DEF-1701-94ABFC49567D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1:44:38.130" v="13" actId="20577"/>
          <ac:spMkLst>
            <pc:docMk/>
            <pc:sldMk cId="3813480401" sldId="316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3:18:22.861" v="1076" actId="6549"/>
          <ac:spMkLst>
            <pc:docMk/>
            <pc:sldMk cId="3813480401" sldId="316"/>
            <ac:spMk id="30" creationId="{0D42272B-7090-3E3D-C807-E7C5620E4BEA}"/>
          </ac:spMkLst>
        </pc:spChg>
        <pc:graphicFrameChg chg="add mod modGraphic">
          <ac:chgData name="임인섭(INSUP LIM)[insup_lim]/선임/제조DX.자동보정.조립자동보정팀" userId="46c23904-ff79-42c9-9e41-2f57972a901c" providerId="ADAL" clId="{6887B78A-47DE-48F6-8C09-DDEBE67EDD07}" dt="2026-09-16T02:07:20.209" v="3700" actId="1076"/>
          <ac:graphicFrameMkLst>
            <pc:docMk/>
            <pc:sldMk cId="3813480401" sldId="316"/>
            <ac:graphicFrameMk id="5" creationId="{91970867-4931-F1AA-D663-FB511E0A9C17}"/>
          </ac:graphicFrameMkLst>
        </pc:graphicFrameChg>
        <pc:graphicFrameChg chg="mod modGraphic">
          <ac:chgData name="임인섭(INSUP LIM)[insup_lim]/선임/제조DX.자동보정.조립자동보정팀" userId="46c23904-ff79-42c9-9e41-2f57972a901c" providerId="ADAL" clId="{6887B78A-47DE-48F6-8C09-DDEBE67EDD07}" dt="2026-09-15T02:28:54.108" v="1075" actId="20577"/>
          <ac:graphicFrameMkLst>
            <pc:docMk/>
            <pc:sldMk cId="3813480401" sldId="316"/>
            <ac:graphicFrameMk id="44" creationId="{5D775976-EE95-0DB1-8843-691F5760F185}"/>
          </ac:graphicFrameMkLst>
        </pc:graphicFrameChg>
      </pc:sldChg>
      <pc:sldChg chg="modSp mod">
        <pc:chgData name="임인섭(INSUP LIM)[insup_lim]/선임/제조DX.자동보정.조립자동보정팀" userId="46c23904-ff79-42c9-9e41-2f57972a901c" providerId="ADAL" clId="{6887B78A-47DE-48F6-8C09-DDEBE67EDD07}" dt="2026-09-17T05:00:00.575" v="3743" actId="20577"/>
        <pc:sldMkLst>
          <pc:docMk/>
          <pc:sldMk cId="1681052998" sldId="327"/>
        </pc:sldMkLst>
        <pc:spChg chg="mod">
          <ac:chgData name="임인섭(INSUP LIM)[insup_lim]/선임/제조DX.자동보정.조립자동보정팀" userId="46c23904-ff79-42c9-9e41-2f57972a901c" providerId="ADAL" clId="{6887B78A-47DE-48F6-8C09-DDEBE67EDD07}" dt="2026-09-17T04:59:10.324" v="3718"/>
          <ac:spMkLst>
            <pc:docMk/>
            <pc:sldMk cId="1681052998" sldId="327"/>
            <ac:spMk id="30" creationId="{7673F75A-473D-96CE-E0D3-994F08DCA38E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7T05:00:00.575" v="3743" actId="20577"/>
          <ac:spMkLst>
            <pc:docMk/>
            <pc:sldMk cId="1681052998" sldId="327"/>
            <ac:spMk id="34" creationId="{0DBB8F14-223A-56DE-7946-DE15F19C0CCB}"/>
          </ac:spMkLst>
        </pc:spChg>
      </pc:sldChg>
      <pc:sldChg chg="addSp delSp modSp mod">
        <pc:chgData name="임인섭(INSUP LIM)[insup_lim]/선임/제조DX.자동보정.조립자동보정팀" userId="46c23904-ff79-42c9-9e41-2f57972a901c" providerId="ADAL" clId="{6887B78A-47DE-48F6-8C09-DDEBE67EDD07}" dt="2026-09-17T05:00:33.709" v="3748" actId="20577"/>
        <pc:sldMkLst>
          <pc:docMk/>
          <pc:sldMk cId="1669890168" sldId="331"/>
        </pc:sldMkLst>
        <pc:spChg chg="add del mod">
          <ac:chgData name="임인섭(INSUP LIM)[insup_lim]/선임/제조DX.자동보정.조립자동보정팀" userId="46c23904-ff79-42c9-9e41-2f57972a901c" providerId="ADAL" clId="{6887B78A-47DE-48F6-8C09-DDEBE67EDD07}" dt="2026-09-17T04:59:54.818" v="3735" actId="478"/>
          <ac:spMkLst>
            <pc:docMk/>
            <pc:sldMk cId="1669890168" sldId="331"/>
            <ac:spMk id="3" creationId="{6A426763-0294-2217-5B7C-628E0D687538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7T04:59:13.511" v="3719"/>
          <ac:spMkLst>
            <pc:docMk/>
            <pc:sldMk cId="1669890168" sldId="331"/>
            <ac:spMk id="30" creationId="{7673F75A-473D-96CE-E0D3-994F08DCA38E}"/>
          </ac:spMkLst>
        </pc:spChg>
        <pc:spChg chg="add del mod">
          <ac:chgData name="임인섭(INSUP LIM)[insup_lim]/선임/제조DX.자동보정.조립자동보정팀" userId="46c23904-ff79-42c9-9e41-2f57972a901c" providerId="ADAL" clId="{6887B78A-47DE-48F6-8C09-DDEBE67EDD07}" dt="2026-09-17T04:59:57.312" v="3739" actId="20577"/>
          <ac:spMkLst>
            <pc:docMk/>
            <pc:sldMk cId="1669890168" sldId="331"/>
            <ac:spMk id="34" creationId="{0DBB8F14-223A-56DE-7946-DE15F19C0CCB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7T05:00:33.709" v="3748" actId="20577"/>
          <ac:spMkLst>
            <pc:docMk/>
            <pc:sldMk cId="1669890168" sldId="331"/>
            <ac:spMk id="37" creationId="{539CA26B-1B77-5B7B-ED7C-0CFDF3C41613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6887B78A-47DE-48F6-8C09-DDEBE67EDD07}" dt="2026-09-17T05:00:36.369" v="3750" actId="20577"/>
        <pc:sldMkLst>
          <pc:docMk/>
          <pc:sldMk cId="3521588699" sldId="354"/>
        </pc:sldMkLst>
        <pc:spChg chg="mod">
          <ac:chgData name="임인섭(INSUP LIM)[insup_lim]/선임/제조DX.자동보정.조립자동보정팀" userId="46c23904-ff79-42c9-9e41-2f57972a901c" providerId="ADAL" clId="{6887B78A-47DE-48F6-8C09-DDEBE67EDD07}" dt="2026-09-17T04:59:37.176" v="3729"/>
          <ac:spMkLst>
            <pc:docMk/>
            <pc:sldMk cId="3521588699" sldId="354"/>
            <ac:spMk id="30" creationId="{7673F75A-473D-96CE-E0D3-994F08DCA38E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7T04:59:49.193" v="3733" actId="20577"/>
          <ac:spMkLst>
            <pc:docMk/>
            <pc:sldMk cId="3521588699" sldId="354"/>
            <ac:spMk id="34" creationId="{0DBB8F14-223A-56DE-7946-DE15F19C0CCB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7T05:00:36.369" v="3750" actId="20577"/>
          <ac:spMkLst>
            <pc:docMk/>
            <pc:sldMk cId="3521588699" sldId="354"/>
            <ac:spMk id="37" creationId="{539CA26B-1B77-5B7B-ED7C-0CFDF3C41613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6887B78A-47DE-48F6-8C09-DDEBE67EDD07}" dt="2026-09-17T04:58:44.726" v="3708" actId="20577"/>
        <pc:sldMkLst>
          <pc:docMk/>
          <pc:sldMk cId="3501312549" sldId="380"/>
        </pc:sldMkLst>
        <pc:spChg chg="mod">
          <ac:chgData name="임인섭(INSUP LIM)[insup_lim]/선임/제조DX.자동보정.조립자동보정팀" userId="46c23904-ff79-42c9-9e41-2f57972a901c" providerId="ADAL" clId="{6887B78A-47DE-48F6-8C09-DDEBE67EDD07}" dt="2026-09-17T04:58:44.726" v="3708" actId="20577"/>
          <ac:spMkLst>
            <pc:docMk/>
            <pc:sldMk cId="3501312549" sldId="380"/>
            <ac:spMk id="13" creationId="{B1F6AF25-0D3A-5DEF-1701-94ABFC49567D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5:53:17.250" v="1783" actId="20577"/>
          <ac:spMkLst>
            <pc:docMk/>
            <pc:sldMk cId="3501312549" sldId="380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6T00:44:23.744" v="3658" actId="20577"/>
          <ac:spMkLst>
            <pc:docMk/>
            <pc:sldMk cId="3501312549" sldId="380"/>
            <ac:spMk id="30" creationId="{0D42272B-7090-3E3D-C807-E7C5620E4BEA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6887B78A-47DE-48F6-8C09-DDEBE67EDD07}" dt="2026-09-17T04:59:04.669" v="3716"/>
        <pc:sldMkLst>
          <pc:docMk/>
          <pc:sldMk cId="3908212712" sldId="413"/>
        </pc:sldMkLst>
        <pc:spChg chg="mod">
          <ac:chgData name="임인섭(INSUP LIM)[insup_lim]/선임/제조DX.자동보정.조립자동보정팀" userId="46c23904-ff79-42c9-9e41-2f57972a901c" providerId="ADAL" clId="{6887B78A-47DE-48F6-8C09-DDEBE67EDD07}" dt="2026-09-17T04:59:04.669" v="3716"/>
          <ac:spMkLst>
            <pc:docMk/>
            <pc:sldMk cId="3908212712" sldId="413"/>
            <ac:spMk id="30" creationId="{7673F75A-473D-96CE-E0D3-994F08DCA38E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6:01:12.498" v="1785" actId="20577"/>
          <ac:spMkLst>
            <pc:docMk/>
            <pc:sldMk cId="3908212712" sldId="413"/>
            <ac:spMk id="34" creationId="{0DBB8F14-223A-56DE-7946-DE15F19C0CCB}"/>
          </ac:spMkLst>
        </pc:spChg>
      </pc:sldChg>
      <pc:sldChg chg="addSp delSp modSp mod">
        <pc:chgData name="임인섭(INSUP LIM)[insup_lim]/선임/제조DX.자동보정.조립자동보정팀" userId="46c23904-ff79-42c9-9e41-2f57972a901c" providerId="ADAL" clId="{6887B78A-47DE-48F6-8C09-DDEBE67EDD07}" dt="2026-09-17T06:34:32.556" v="3752" actId="1076"/>
        <pc:sldMkLst>
          <pc:docMk/>
          <pc:sldMk cId="3526692955" sldId="432"/>
        </pc:sldMkLst>
        <pc:spChg chg="add mod">
          <ac:chgData name="임인섭(INSUP LIM)[insup_lim]/선임/제조DX.자동보정.조립자동보정팀" userId="46c23904-ff79-42c9-9e41-2f57972a901c" providerId="ADAL" clId="{6887B78A-47DE-48F6-8C09-DDEBE67EDD07}" dt="2026-09-15T06:38:01.332" v="2489" actId="164"/>
          <ac:spMkLst>
            <pc:docMk/>
            <pc:sldMk cId="3526692955" sldId="432"/>
            <ac:spMk id="9" creationId="{21DFD235-D8A1-979B-3EC0-9C345A502711}"/>
          </ac:spMkLst>
        </pc:spChg>
        <pc:spChg chg="add mod">
          <ac:chgData name="임인섭(INSUP LIM)[insup_lim]/선임/제조DX.자동보정.조립자동보정팀" userId="46c23904-ff79-42c9-9e41-2f57972a901c" providerId="ADAL" clId="{6887B78A-47DE-48F6-8C09-DDEBE67EDD07}" dt="2026-09-15T06:38:01.332" v="2489" actId="164"/>
          <ac:spMkLst>
            <pc:docMk/>
            <pc:sldMk cId="3526692955" sldId="432"/>
            <ac:spMk id="10" creationId="{8DD8902C-88FF-2906-E75C-68858995AA8F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6:47:22.222" v="2918" actId="20577"/>
          <ac:spMkLst>
            <pc:docMk/>
            <pc:sldMk cId="3526692955" sldId="432"/>
            <ac:spMk id="17" creationId="{3D171D3E-1985-8A6E-7869-31CB77FE3666}"/>
          </ac:spMkLst>
        </pc:spChg>
        <pc:spChg chg="mod ord">
          <ac:chgData name="임인섭(INSUP LIM)[insup_lim]/선임/제조DX.자동보정.조립자동보정팀" userId="46c23904-ff79-42c9-9e41-2f57972a901c" providerId="ADAL" clId="{6887B78A-47DE-48F6-8C09-DDEBE67EDD07}" dt="2026-09-15T06:38:01.332" v="2489" actId="164"/>
          <ac:spMkLst>
            <pc:docMk/>
            <pc:sldMk cId="3526692955" sldId="432"/>
            <ac:spMk id="61" creationId="{AFC17993-85E5-3683-739F-444220CA04F2}"/>
          </ac:spMkLst>
        </pc:spChg>
        <pc:spChg chg="mod ord">
          <ac:chgData name="임인섭(INSUP LIM)[insup_lim]/선임/제조DX.자동보정.조립자동보정팀" userId="46c23904-ff79-42c9-9e41-2f57972a901c" providerId="ADAL" clId="{6887B78A-47DE-48F6-8C09-DDEBE67EDD07}" dt="2026-09-15T06:38:21.831" v="2496" actId="1076"/>
          <ac:spMkLst>
            <pc:docMk/>
            <pc:sldMk cId="3526692955" sldId="432"/>
            <ac:spMk id="62" creationId="{F87BFDF2-7101-5D2F-7CB4-4DFCA9823C6C}"/>
          </ac:spMkLst>
        </pc:spChg>
        <pc:spChg chg="mod ord">
          <ac:chgData name="임인섭(INSUP LIM)[insup_lim]/선임/제조DX.자동보정.조립자동보정팀" userId="46c23904-ff79-42c9-9e41-2f57972a901c" providerId="ADAL" clId="{6887B78A-47DE-48F6-8C09-DDEBE67EDD07}" dt="2026-09-15T06:39:04.425" v="2508" actId="20577"/>
          <ac:spMkLst>
            <pc:docMk/>
            <pc:sldMk cId="3526692955" sldId="432"/>
            <ac:spMk id="63" creationId="{9F310A00-C94E-0D1A-1D4E-0A6E67F1ABBF}"/>
          </ac:spMkLst>
        </pc:spChg>
        <pc:grpChg chg="add mod">
          <ac:chgData name="임인섭(INSUP LIM)[insup_lim]/선임/제조DX.자동보정.조립자동보정팀" userId="46c23904-ff79-42c9-9e41-2f57972a901c" providerId="ADAL" clId="{6887B78A-47DE-48F6-8C09-DDEBE67EDD07}" dt="2026-09-17T06:34:32.556" v="3752" actId="1076"/>
          <ac:grpSpMkLst>
            <pc:docMk/>
            <pc:sldMk cId="3526692955" sldId="432"/>
            <ac:grpSpMk id="11" creationId="{7E88BD66-9F64-3D4A-A9A0-0A66BBA6A04E}"/>
          </ac:grpSpMkLst>
        </pc:grpChg>
        <pc:graphicFrameChg chg="add mod">
          <ac:chgData name="임인섭(INSUP LIM)[insup_lim]/선임/제조DX.자동보정.조립자동보정팀" userId="46c23904-ff79-42c9-9e41-2f57972a901c" providerId="ADAL" clId="{6887B78A-47DE-48F6-8C09-DDEBE67EDD07}" dt="2026-09-15T06:26:14.612" v="2148"/>
          <ac:graphicFrameMkLst>
            <pc:docMk/>
            <pc:sldMk cId="3526692955" sldId="432"/>
            <ac:graphicFrameMk id="2" creationId="{163E450B-4487-98B1-43BA-96B348B9DFE5}"/>
          </ac:graphicFrameMkLst>
        </pc:graphicFrameChg>
        <pc:graphicFrameChg chg="add mod">
          <ac:chgData name="임인섭(INSUP LIM)[insup_lim]/선임/제조DX.자동보정.조립자동보정팀" userId="46c23904-ff79-42c9-9e41-2f57972a901c" providerId="ADAL" clId="{6887B78A-47DE-48F6-8C09-DDEBE67EDD07}" dt="2026-09-15T06:26:14.612" v="2148"/>
          <ac:graphicFrameMkLst>
            <pc:docMk/>
            <pc:sldMk cId="3526692955" sldId="432"/>
            <ac:graphicFrameMk id="3" creationId="{3BE99360-45DF-ACF2-9C50-BDE09AB40D25}"/>
          </ac:graphicFrameMkLst>
        </pc:graphicFrameChg>
        <pc:graphicFrameChg chg="add mod">
          <ac:chgData name="임인섭(INSUP LIM)[insup_lim]/선임/제조DX.자동보정.조립자동보정팀" userId="46c23904-ff79-42c9-9e41-2f57972a901c" providerId="ADAL" clId="{6887B78A-47DE-48F6-8C09-DDEBE67EDD07}" dt="2026-09-15T06:27:19.423" v="2155"/>
          <ac:graphicFrameMkLst>
            <pc:docMk/>
            <pc:sldMk cId="3526692955" sldId="432"/>
            <ac:graphicFrameMk id="5" creationId="{163E450B-4487-98B1-43BA-96B348B9DFE5}"/>
          </ac:graphicFrameMkLst>
        </pc:graphicFrameChg>
        <pc:picChg chg="add del mod">
          <ac:chgData name="임인섭(INSUP LIM)[insup_lim]/선임/제조DX.자동보정.조립자동보정팀" userId="46c23904-ff79-42c9-9e41-2f57972a901c" providerId="ADAL" clId="{6887B78A-47DE-48F6-8C09-DDEBE67EDD07}" dt="2026-09-15T06:27:17.556" v="2152" actId="478"/>
          <ac:picMkLst>
            <pc:docMk/>
            <pc:sldMk cId="3526692955" sldId="432"/>
            <ac:picMk id="4" creationId="{E3F37621-E7FE-69D5-0C30-9E147913C38C}"/>
          </ac:picMkLst>
        </pc:picChg>
        <pc:picChg chg="add del mod">
          <ac:chgData name="임인섭(INSUP LIM)[insup_lim]/선임/제조DX.자동보정.조립자동보정팀" userId="46c23904-ff79-42c9-9e41-2f57972a901c" providerId="ADAL" clId="{6887B78A-47DE-48F6-8C09-DDEBE67EDD07}" dt="2026-09-15T06:28:07.942" v="2158" actId="478"/>
          <ac:picMkLst>
            <pc:docMk/>
            <pc:sldMk cId="3526692955" sldId="432"/>
            <ac:picMk id="7" creationId="{07013C86-95F3-C5D3-E1CA-CFA1C8A91ADB}"/>
          </ac:picMkLst>
        </pc:picChg>
        <pc:picChg chg="add mod">
          <ac:chgData name="임인섭(INSUP LIM)[insup_lim]/선임/제조DX.자동보정.조립자동보정팀" userId="46c23904-ff79-42c9-9e41-2f57972a901c" providerId="ADAL" clId="{6887B78A-47DE-48F6-8C09-DDEBE67EDD07}" dt="2026-09-15T06:38:01.332" v="2489" actId="164"/>
          <ac:picMkLst>
            <pc:docMk/>
            <pc:sldMk cId="3526692955" sldId="432"/>
            <ac:picMk id="8" creationId="{E30D3543-2D8D-ADF7-53CF-1664D419A1ED}"/>
          </ac:picMkLst>
        </pc:picChg>
        <pc:picChg chg="del mod">
          <ac:chgData name="임인섭(INSUP LIM)[insup_lim]/선임/제조DX.자동보정.조립자동보정팀" userId="46c23904-ff79-42c9-9e41-2f57972a901c" providerId="ADAL" clId="{6887B78A-47DE-48F6-8C09-DDEBE67EDD07}" dt="2026-09-15T06:38:23.400" v="2497" actId="478"/>
          <ac:picMkLst>
            <pc:docMk/>
            <pc:sldMk cId="3526692955" sldId="432"/>
            <ac:picMk id="60" creationId="{E3AA2DFB-3D15-C205-C266-67F8D7C698AC}"/>
          </ac:picMkLst>
        </pc:picChg>
        <pc:cxnChg chg="add mod">
          <ac:chgData name="임인섭(INSUP LIM)[insup_lim]/선임/제조DX.자동보정.조립자동보정팀" userId="46c23904-ff79-42c9-9e41-2f57972a901c" providerId="ADAL" clId="{6887B78A-47DE-48F6-8C09-DDEBE67EDD07}" dt="2026-09-15T06:39:52.500" v="2517" actId="1582"/>
          <ac:cxnSpMkLst>
            <pc:docMk/>
            <pc:sldMk cId="3526692955" sldId="432"/>
            <ac:cxnSpMk id="21" creationId="{7E07337C-4862-8F65-A018-84B851236EAA}"/>
          </ac:cxnSpMkLst>
        </pc:cxnChg>
        <pc:cxnChg chg="add mod">
          <ac:chgData name="임인섭(INSUP LIM)[insup_lim]/선임/제조DX.자동보정.조립자동보정팀" userId="46c23904-ff79-42c9-9e41-2f57972a901c" providerId="ADAL" clId="{6887B78A-47DE-48F6-8C09-DDEBE67EDD07}" dt="2026-09-15T06:40:09.888" v="2520" actId="1582"/>
          <ac:cxnSpMkLst>
            <pc:docMk/>
            <pc:sldMk cId="3526692955" sldId="432"/>
            <ac:cxnSpMk id="23" creationId="{B14FB0A9-753E-9A37-DFF9-62F4D1054534}"/>
          </ac:cxnSpMkLst>
        </pc:cxnChg>
      </pc:sldChg>
      <pc:sldChg chg="modSp mod">
        <pc:chgData name="임인섭(INSUP LIM)[insup_lim]/선임/제조DX.자동보정.조립자동보정팀" userId="46c23904-ff79-42c9-9e41-2f57972a901c" providerId="ADAL" clId="{6887B78A-47DE-48F6-8C09-DDEBE67EDD07}" dt="2026-09-15T01:44:31.177" v="9" actId="20577"/>
        <pc:sldMkLst>
          <pc:docMk/>
          <pc:sldMk cId="3901532967" sldId="2147481959"/>
        </pc:sldMkLst>
        <pc:spChg chg="mod">
          <ac:chgData name="임인섭(INSUP LIM)[insup_lim]/선임/제조DX.자동보정.조립자동보정팀" userId="46c23904-ff79-42c9-9e41-2f57972a901c" providerId="ADAL" clId="{6887B78A-47DE-48F6-8C09-DDEBE67EDD07}" dt="2026-09-15T01:44:21.968" v="3" actId="20577"/>
          <ac:spMkLst>
            <pc:docMk/>
            <pc:sldMk cId="3901532967" sldId="2147481959"/>
            <ac:spMk id="3" creationId="{36861DA2-A477-7234-84DA-E783F149B3FB}"/>
          </ac:spMkLst>
        </pc:spChg>
        <pc:spChg chg="mod">
          <ac:chgData name="임인섭(INSUP LIM)[insup_lim]/선임/제조DX.자동보정.조립자동보정팀" userId="46c23904-ff79-42c9-9e41-2f57972a901c" providerId="ADAL" clId="{6887B78A-47DE-48F6-8C09-DDEBE67EDD07}" dt="2026-09-15T01:44:31.177" v="9" actId="20577"/>
          <ac:spMkLst>
            <pc:docMk/>
            <pc:sldMk cId="3901532967" sldId="2147481959"/>
            <ac:spMk id="13" creationId="{6F04AF11-50D5-49B6-A265-556E9598BDBE}"/>
          </ac:spMkLst>
        </pc:spChg>
      </pc:sldChg>
    </pc:docChg>
  </pc:docChgLst>
  <pc:docChgLst>
    <pc:chgData name="조동현(DONGHYUN CHO)[donghyun.cho]/사원/제조DX.자동보정.자동보정선행개발팀" userId="S::donghyun.cho@lgensol.com::4048f0f4-eb5f-46e7-a9ba-3ca26743ffb3" providerId="AD" clId="Web-{FC75538E-67CF-D4CC-DBD7-23CEF6ABF0B3}"/>
    <pc:docChg chg="modSld">
      <pc:chgData name="조동현(DONGHYUN CHO)[donghyun.cho]/사원/제조DX.자동보정.자동보정선행개발팀" userId="S::donghyun.cho@lgensol.com::4048f0f4-eb5f-46e7-a9ba-3ca26743ffb3" providerId="AD" clId="Web-{FC75538E-67CF-D4CC-DBD7-23CEF6ABF0B3}" dt="2026-08-12T01:59:16.440" v="70" actId="20577"/>
      <pc:docMkLst>
        <pc:docMk/>
      </pc:docMkLst>
    </pc:docChg>
  </pc:docChgLst>
  <pc:docChgLst>
    <pc:chgData name="황재웅(JAEWOONG HWANG)[xyxowen1234]/선임/제조DX.자동보정.조립자동보정팀" userId="84481fad-ac5e-4a35-844e-8829e3f0212e" providerId="ADAL" clId="{E4424F70-AC5A-4E80-A13E-3C2CC893249F}"/>
    <pc:docChg chg="undo custSel addSld delSld modSld modSection">
      <pc:chgData name="황재웅(JAEWOONG HWANG)[xyxowen1234]/선임/제조DX.자동보정.조립자동보정팀" userId="84481fad-ac5e-4a35-844e-8829e3f0212e" providerId="ADAL" clId="{E4424F70-AC5A-4E80-A13E-3C2CC893249F}" dt="2026-08-12T09:16:34.493" v="1921"/>
      <pc:docMkLst>
        <pc:docMk/>
      </pc:docMkLst>
      <pc:sldChg chg="modSp add del mod">
        <pc:chgData name="황재웅(JAEWOONG HWANG)[xyxowen1234]/선임/제조DX.자동보정.조립자동보정팀" userId="84481fad-ac5e-4a35-844e-8829e3f0212e" providerId="ADAL" clId="{E4424F70-AC5A-4E80-A13E-3C2CC893249F}" dt="2026-08-11T01:07:55.435" v="1330" actId="47"/>
        <pc:sldMkLst>
          <pc:docMk/>
          <pc:sldMk cId="3009852263" sldId="257"/>
        </pc:sldMkLst>
      </pc:sldChg>
      <pc:sldMasterChg chg="delSldLayout">
        <pc:chgData name="황재웅(JAEWOONG HWANG)[xyxowen1234]/선임/제조DX.자동보정.조립자동보정팀" userId="84481fad-ac5e-4a35-844e-8829e3f0212e" providerId="ADAL" clId="{E4424F70-AC5A-4E80-A13E-3C2CC893249F}" dt="2026-08-11T01:07:55.435" v="1330" actId="47"/>
        <pc:sldMasterMkLst>
          <pc:docMk/>
          <pc:sldMasterMk cId="2856474258" sldId="2147483926"/>
        </pc:sldMasterMkLst>
      </pc:sldMasterChg>
    </pc:docChg>
  </pc:docChgLst>
  <pc:docChgLst>
    <pc:chgData name="성연욱(YEONUK SEONG)[ynk_seong]/책임/제조DX.자동보정.조립자동보정팀" userId="eb9793e5-3a20-40c8-9b24-fa4dc89e30c1" providerId="ADAL" clId="{A23FE7B5-D63F-4FB4-BAF2-C234CDDAD899}"/>
    <pc:docChg chg="custSel modSld">
      <pc:chgData name="성연욱(YEONUK SEONG)[ynk_seong]/책임/제조DX.자동보정.조립자동보정팀" userId="eb9793e5-3a20-40c8-9b24-fa4dc89e30c1" providerId="ADAL" clId="{A23FE7B5-D63F-4FB4-BAF2-C234CDDAD899}" dt="2026-09-22T08:15:30.369" v="446" actId="20577"/>
      <pc:docMkLst>
        <pc:docMk/>
      </pc:docMkLst>
      <pc:sldChg chg="modSp mod">
        <pc:chgData name="성연욱(YEONUK SEONG)[ynk_seong]/책임/제조DX.자동보정.조립자동보정팀" userId="eb9793e5-3a20-40c8-9b24-fa4dc89e30c1" providerId="ADAL" clId="{A23FE7B5-D63F-4FB4-BAF2-C234CDDAD899}" dt="2026-09-22T08:12:16.506" v="364" actId="20577"/>
        <pc:sldMkLst>
          <pc:docMk/>
          <pc:sldMk cId="3658455393" sldId="437"/>
        </pc:sldMkLst>
        <pc:spChg chg="mod">
          <ac:chgData name="성연욱(YEONUK SEONG)[ynk_seong]/책임/제조DX.자동보정.조립자동보정팀" userId="eb9793e5-3a20-40c8-9b24-fa4dc89e30c1" providerId="ADAL" clId="{A23FE7B5-D63F-4FB4-BAF2-C234CDDAD899}" dt="2026-09-22T08:12:16.506" v="364" actId="20577"/>
          <ac:spMkLst>
            <pc:docMk/>
            <pc:sldMk cId="3658455393" sldId="437"/>
            <ac:spMk id="40" creationId="{6D83938E-EACF-6171-3002-446A6495CB39}"/>
          </ac:spMkLst>
        </pc:spChg>
      </pc:sldChg>
      <pc:sldChg chg="modSp mod">
        <pc:chgData name="성연욱(YEONUK SEONG)[ynk_seong]/책임/제조DX.자동보정.조립자동보정팀" userId="eb9793e5-3a20-40c8-9b24-fa4dc89e30c1" providerId="ADAL" clId="{A23FE7B5-D63F-4FB4-BAF2-C234CDDAD899}" dt="2026-09-22T08:15:30.369" v="446" actId="20577"/>
        <pc:sldMkLst>
          <pc:docMk/>
          <pc:sldMk cId="4122308118" sldId="2147483617"/>
        </pc:sldMkLst>
        <pc:spChg chg="mod">
          <ac:chgData name="성연욱(YEONUK SEONG)[ynk_seong]/책임/제조DX.자동보정.조립자동보정팀" userId="eb9793e5-3a20-40c8-9b24-fa4dc89e30c1" providerId="ADAL" clId="{A23FE7B5-D63F-4FB4-BAF2-C234CDDAD899}" dt="2026-09-22T08:15:30.369" v="446" actId="20577"/>
          <ac:spMkLst>
            <pc:docMk/>
            <pc:sldMk cId="4122308118" sldId="2147483617"/>
            <ac:spMk id="2" creationId="{88539A7A-691C-A91F-92D4-163C0AF1D559}"/>
          </ac:spMkLst>
        </pc:spChg>
        <pc:graphicFrameChg chg="mod modGraphic">
          <ac:chgData name="성연욱(YEONUK SEONG)[ynk_seong]/책임/제조DX.자동보정.조립자동보정팀" userId="eb9793e5-3a20-40c8-9b24-fa4dc89e30c1" providerId="ADAL" clId="{A23FE7B5-D63F-4FB4-BAF2-C234CDDAD899}" dt="2026-09-22T08:14:55.514" v="440" actId="20577"/>
          <ac:graphicFrameMkLst>
            <pc:docMk/>
            <pc:sldMk cId="4122308118" sldId="2147483617"/>
            <ac:graphicFrameMk id="9" creationId="{BB054EC1-1123-65FC-CE1F-0946B478AB40}"/>
          </ac:graphicFrameMkLst>
        </pc:graphicFrameChg>
      </pc:sldChg>
    </pc:docChg>
  </pc:docChgLst>
  <pc:docChgLst>
    <pc:chgData name="황민주(MINJOO HWANG)[minjoo.hwang]/사원/제조DX.자동보정.조립자동보정팀" userId="a2965168-728a-4df4-9aaa-48a474e4b7a9" providerId="ADAL" clId="{DEB18AB9-7D9E-48FF-8C48-294C08FEA223}"/>
    <pc:docChg chg="undo custSel addSld delSld modSld delMainMaster modSection">
      <pc:chgData name="황민주(MINJOO HWANG)[minjoo.hwang]/사원/제조DX.자동보정.조립자동보정팀" userId="a2965168-728a-4df4-9aaa-48a474e4b7a9" providerId="ADAL" clId="{DEB18AB9-7D9E-48FF-8C48-294C08FEA223}" dt="2026-09-22T00:53:41.627" v="27934" actId="20577"/>
      <pc:docMkLst>
        <pc:docMk/>
      </pc:docMkLst>
      <pc:sldChg chg="addSp delSp modSp mod">
        <pc:chgData name="황민주(MINJOO HWANG)[minjoo.hwang]/사원/제조DX.자동보정.조립자동보정팀" userId="a2965168-728a-4df4-9aaa-48a474e4b7a9" providerId="ADAL" clId="{DEB18AB9-7D9E-48FF-8C48-294C08FEA223}" dt="2026-09-22T00:13:33.162" v="27264" actId="20577"/>
        <pc:sldMkLst>
          <pc:docMk/>
          <pc:sldMk cId="578341185" sldId="259"/>
        </pc:sldMkLst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4:23.793" v="19466" actId="20577"/>
          <ac:spMkLst>
            <pc:docMk/>
            <pc:sldMk cId="578341185" sldId="259"/>
            <ac:spMk id="4" creationId="{8E236F04-0C73-4255-46C5-014E9A2B1EE7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5:20:58.249" v="23250"/>
          <ac:spMkLst>
            <pc:docMk/>
            <pc:sldMk cId="578341185" sldId="259"/>
            <ac:spMk id="5" creationId="{60690C41-68C1-50F2-ABA5-B3A12A8D1502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2T00:06:35.005" v="26515" actId="20577"/>
          <ac:spMkLst>
            <pc:docMk/>
            <pc:sldMk cId="578341185" sldId="259"/>
            <ac:spMk id="8" creationId="{7716F7AD-FB3F-E5E7-E977-CE2F4829263F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2T00:13:33.162" v="27264" actId="20577"/>
          <ac:spMkLst>
            <pc:docMk/>
            <pc:sldMk cId="578341185" sldId="259"/>
            <ac:spMk id="13" creationId="{6558E94C-EDA8-51A4-1A53-22183D74ECF2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1:56.720" v="19338" actId="1076"/>
          <ac:spMkLst>
            <pc:docMk/>
            <pc:sldMk cId="578341185" sldId="259"/>
            <ac:spMk id="25" creationId="{6D63B4AB-27A9-E305-2A70-A2021278A1FC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8-26T00:40:18.898" v="20782" actId="20577"/>
          <ac:spMkLst>
            <pc:docMk/>
            <pc:sldMk cId="578341185" sldId="259"/>
            <ac:spMk id="30" creationId="{75CEF561-4C7B-5A10-1F01-A6A006700BA0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8-25T23:53:24.757" v="19216"/>
          <ac:spMkLst>
            <pc:docMk/>
            <pc:sldMk cId="578341185" sldId="259"/>
            <ac:spMk id="37" creationId="{3A648268-2222-8020-8956-FFB85C8B0E6B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1:56.720" v="19338" actId="1076"/>
          <ac:spMkLst>
            <pc:docMk/>
            <pc:sldMk cId="578341185" sldId="259"/>
            <ac:spMk id="41" creationId="{E7A4806A-9DE4-3DC4-3AC4-58A4778767F7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1:56.720" v="19338" actId="1076"/>
          <ac:spMkLst>
            <pc:docMk/>
            <pc:sldMk cId="578341185" sldId="259"/>
            <ac:spMk id="43" creationId="{68A3D6C7-C13C-B5DF-6E2F-50A1A214E428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1:56.720" v="19338" actId="1076"/>
          <ac:spMkLst>
            <pc:docMk/>
            <pc:sldMk cId="578341185" sldId="259"/>
            <ac:spMk id="45" creationId="{193FDDF2-2284-C998-CB8B-B7FB2C343722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1:56.720" v="19338" actId="1076"/>
          <ac:spMkLst>
            <pc:docMk/>
            <pc:sldMk cId="578341185" sldId="259"/>
            <ac:spMk id="49" creationId="{C8094C6E-4606-3E70-3BF9-249DA4A638F3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1:56.720" v="19338" actId="1076"/>
          <ac:spMkLst>
            <pc:docMk/>
            <pc:sldMk cId="578341185" sldId="259"/>
            <ac:spMk id="51" creationId="{EE8E7558-719F-1F94-F4A8-BB42278B591A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1:56.720" v="19338" actId="1076"/>
          <ac:spMkLst>
            <pc:docMk/>
            <pc:sldMk cId="578341185" sldId="259"/>
            <ac:spMk id="53" creationId="{07EB489D-6E78-824E-1C0C-776F484996C8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1:56.720" v="19338" actId="1076"/>
          <ac:spMkLst>
            <pc:docMk/>
            <pc:sldMk cId="578341185" sldId="259"/>
            <ac:spMk id="55" creationId="{2101DCD8-9033-0150-BC02-0271C8753B79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1:56.720" v="19338" actId="1076"/>
          <ac:spMkLst>
            <pc:docMk/>
            <pc:sldMk cId="578341185" sldId="259"/>
            <ac:spMk id="57" creationId="{138A06A5-0FE9-BCC9-6BB6-2CCA593ACBC6}"/>
          </ac:spMkLst>
        </pc:spChg>
        <pc:spChg chg="add">
          <ac:chgData name="황민주(MINJOO HWANG)[minjoo.hwang]/사원/제조DX.자동보정.조립자동보정팀" userId="a2965168-728a-4df4-9aaa-48a474e4b7a9" providerId="ADAL" clId="{DEB18AB9-7D9E-48FF-8C48-294C08FEA223}" dt="2026-08-26T00:00:26.569" v="19330" actId="22"/>
          <ac:spMkLst>
            <pc:docMk/>
            <pc:sldMk cId="578341185" sldId="259"/>
            <ac:spMk id="106" creationId="{3770F7B2-8642-0AF8-D20A-71E1F59B8F0F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23:46:14.375" v="24054" actId="20577"/>
          <ac:spMkLst>
            <pc:docMk/>
            <pc:sldMk cId="578341185" sldId="259"/>
            <ac:spMk id="107" creationId="{D213A0AB-C905-92AE-C894-77CC0D11D4AB}"/>
          </ac:spMkLst>
        </pc:spChg>
        <pc:graphicFrameChg chg="mod modGraphic">
          <ac:chgData name="황민주(MINJOO HWANG)[minjoo.hwang]/사원/제조DX.자동보정.조립자동보정팀" userId="a2965168-728a-4df4-9aaa-48a474e4b7a9" providerId="ADAL" clId="{DEB18AB9-7D9E-48FF-8C48-294C08FEA223}" dt="2026-08-31T04:43:55.424" v="22575" actId="207"/>
          <ac:graphicFrameMkLst>
            <pc:docMk/>
            <pc:sldMk cId="578341185" sldId="259"/>
            <ac:graphicFrameMk id="47" creationId="{1FE6E7C9-3C7A-DA71-5AAD-DCD6BC61E084}"/>
          </ac:graphicFrameMkLst>
        </pc:graphicFrameChg>
        <pc:picChg chg="add mod">
          <ac:chgData name="황민주(MINJOO HWANG)[minjoo.hwang]/사원/제조DX.자동보정.조립자동보정팀" userId="a2965168-728a-4df4-9aaa-48a474e4b7a9" providerId="ADAL" clId="{DEB18AB9-7D9E-48FF-8C48-294C08FEA223}" dt="2026-08-26T00:01:53.618" v="19337" actId="1076"/>
          <ac:picMkLst>
            <pc:docMk/>
            <pc:sldMk cId="578341185" sldId="259"/>
            <ac:picMk id="35" creationId="{602C4BBB-D6C2-9072-3E7C-20898D61DFF2}"/>
          </ac:picMkLst>
        </pc:picChg>
        <pc:picChg chg="add mod">
          <ac:chgData name="황민주(MINJOO HWANG)[minjoo.hwang]/사원/제조DX.자동보정.조립자동보정팀" userId="a2965168-728a-4df4-9aaa-48a474e4b7a9" providerId="ADAL" clId="{DEB18AB9-7D9E-48FF-8C48-294C08FEA223}" dt="2026-08-26T00:01:44.122" v="19334" actId="1076"/>
          <ac:picMkLst>
            <pc:docMk/>
            <pc:sldMk cId="578341185" sldId="259"/>
            <ac:picMk id="39" creationId="{14FEE5F6-9BB3-F158-AF4C-69CBC1F49CBB}"/>
          </ac:picMkLst>
        </pc:picChg>
      </pc:sldChg>
      <pc:sldChg chg="addSp delSp modSp mod">
        <pc:chgData name="황민주(MINJOO HWANG)[minjoo.hwang]/사원/제조DX.자동보정.조립자동보정팀" userId="a2965168-728a-4df4-9aaa-48a474e4b7a9" providerId="ADAL" clId="{DEB18AB9-7D9E-48FF-8C48-294C08FEA223}" dt="2026-09-07T05:21:48.989" v="23270"/>
        <pc:sldMkLst>
          <pc:docMk/>
          <pc:sldMk cId="1688006984" sldId="264"/>
        </pc:sldMkLst>
        <pc:spChg chg="mod">
          <ac:chgData name="황민주(MINJOO HWANG)[minjoo.hwang]/사원/제조DX.자동보정.조립자동보정팀" userId="a2965168-728a-4df4-9aaa-48a474e4b7a9" providerId="ADAL" clId="{DEB18AB9-7D9E-48FF-8C48-294C08FEA223}" dt="2026-09-07T05:21:48.989" v="23270"/>
          <ac:spMkLst>
            <pc:docMk/>
            <pc:sldMk cId="1688006984" sldId="264"/>
            <ac:spMk id="29" creationId="{7ACE05C1-3234-20C5-00F4-7D7D2A71EDFE}"/>
          </ac:spMkLst>
        </pc:spChg>
      </pc:sldChg>
      <pc:sldChg chg="modSp mod">
        <pc:chgData name="황민주(MINJOO HWANG)[minjoo.hwang]/사원/제조DX.자동보정.조립자동보정팀" userId="a2965168-728a-4df4-9aaa-48a474e4b7a9" providerId="ADAL" clId="{DEB18AB9-7D9E-48FF-8C48-294C08FEA223}" dt="2026-09-07T05:44:23.510" v="23334" actId="14734"/>
        <pc:sldMkLst>
          <pc:docMk/>
          <pc:sldMk cId="3932546465" sldId="275"/>
        </pc:sldMkLst>
      </pc:sldChg>
      <pc:sldChg chg="addSp delSp modSp add mod modClrScheme chgLayout">
        <pc:chgData name="황민주(MINJOO HWANG)[minjoo.hwang]/사원/제조DX.자동보정.조립자동보정팀" userId="a2965168-728a-4df4-9aaa-48a474e4b7a9" providerId="ADAL" clId="{DEB18AB9-7D9E-48FF-8C48-294C08FEA223}" dt="2026-09-22T00:25:15.960" v="27306"/>
        <pc:sldMkLst>
          <pc:docMk/>
          <pc:sldMk cId="1946781437" sldId="308"/>
        </pc:sldMkLst>
        <pc:spChg chg="add mod ord">
          <ac:chgData name="황민주(MINJOO HWANG)[minjoo.hwang]/사원/제조DX.자동보정.조립자동보정팀" userId="a2965168-728a-4df4-9aaa-48a474e4b7a9" providerId="ADAL" clId="{DEB18AB9-7D9E-48FF-8C48-294C08FEA223}" dt="2026-08-26T00:41:19.043" v="20824" actId="1076"/>
          <ac:spMkLst>
            <pc:docMk/>
            <pc:sldMk cId="1946781437" sldId="308"/>
            <ac:spMk id="2" creationId="{69F9608C-F7F3-582B-3E3D-D06C7E6FA18C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2T00:09:08.947" v="26826" actId="20577"/>
          <ac:spMkLst>
            <pc:docMk/>
            <pc:sldMk cId="1946781437" sldId="308"/>
            <ac:spMk id="3" creationId="{EBFB0143-7774-7E12-E052-BD7EA45E924C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2:23.230" v="19340"/>
          <ac:spMkLst>
            <pc:docMk/>
            <pc:sldMk cId="1946781437" sldId="308"/>
            <ac:spMk id="4" creationId="{5F9485E1-8419-6C24-32BD-7B26B872F7F1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1T23:56:38.020" v="26500" actId="1076"/>
          <ac:spMkLst>
            <pc:docMk/>
            <pc:sldMk cId="1946781437" sldId="308"/>
            <ac:spMk id="5" creationId="{8F1B75A7-AAB2-BFF4-05A2-9D687BDA8D2A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2T00:07:33.770" v="26692" actId="20577"/>
          <ac:spMkLst>
            <pc:docMk/>
            <pc:sldMk cId="1946781437" sldId="308"/>
            <ac:spMk id="6" creationId="{E4B253B0-D82A-4544-CBAC-2739F1A92DA4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2:27.947" v="19347" actId="20577"/>
          <ac:spMkLst>
            <pc:docMk/>
            <pc:sldMk cId="1946781437" sldId="308"/>
            <ac:spMk id="7" creationId="{8B847C98-1587-9718-38CA-ACB24C6A1729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8-26T04:37:50.551" v="21767" actId="6549"/>
          <ac:spMkLst>
            <pc:docMk/>
            <pc:sldMk cId="1946781437" sldId="308"/>
            <ac:spMk id="8" creationId="{BE0B3D7D-F783-8676-038B-99749E3B57F7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2T00:07:24.944" v="26685" actId="14100"/>
          <ac:spMkLst>
            <pc:docMk/>
            <pc:sldMk cId="1946781437" sldId="308"/>
            <ac:spMk id="9" creationId="{471B035A-B0A0-61D8-3C42-F49EFE27A994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2T00:07:00.234" v="26578"/>
          <ac:spMkLst>
            <pc:docMk/>
            <pc:sldMk cId="1946781437" sldId="308"/>
            <ac:spMk id="11" creationId="{BB5C87C0-41AF-0677-F6CA-AEB2875E1057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2T00:25:15.960" v="27306"/>
          <ac:spMkLst>
            <pc:docMk/>
            <pc:sldMk cId="1946781437" sldId="308"/>
            <ac:spMk id="13" creationId="{68560113-26E5-008C-B8FD-73484B4450AD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2T00:25:14.981" v="27305" actId="21"/>
          <ac:spMkLst>
            <pc:docMk/>
            <pc:sldMk cId="1946781437" sldId="308"/>
            <ac:spMk id="14" creationId="{AD807E3A-C292-A722-2903-1DB822CE4044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1T23:56:38.020" v="26500" actId="1076"/>
          <ac:spMkLst>
            <pc:docMk/>
            <pc:sldMk cId="1946781437" sldId="308"/>
            <ac:spMk id="16" creationId="{C4305365-83F4-E454-789D-F84D648ED2B9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02:14.610" v="19339" actId="1076"/>
          <ac:spMkLst>
            <pc:docMk/>
            <pc:sldMk cId="1946781437" sldId="308"/>
            <ac:spMk id="17" creationId="{EBBD1B96-4027-861D-2B97-3B11C5115B1E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8-26T00:22:22.851" v="19984"/>
          <ac:spMkLst>
            <pc:docMk/>
            <pc:sldMk cId="1946781437" sldId="308"/>
            <ac:spMk id="20" creationId="{27D3C2D1-5B48-D05B-E2DA-FE6F4F9B3E68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1T23:56:38.020" v="26500" actId="1076"/>
          <ac:spMkLst>
            <pc:docMk/>
            <pc:sldMk cId="1946781437" sldId="308"/>
            <ac:spMk id="22" creationId="{D31B53C6-CC00-47F2-5A4E-5415E9A4A332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2T00:08:06.176" v="26693"/>
          <ac:spMkLst>
            <pc:docMk/>
            <pc:sldMk cId="1946781437" sldId="308"/>
            <ac:spMk id="25" creationId="{B65B8F28-3E5B-AAA1-84A0-1ADA0FDC7E2C}"/>
          </ac:spMkLst>
        </pc:spChg>
        <pc:spChg chg="del mod ord">
          <ac:chgData name="황민주(MINJOO HWANG)[minjoo.hwang]/사원/제조DX.자동보정.조립자동보정팀" userId="a2965168-728a-4df4-9aaa-48a474e4b7a9" providerId="ADAL" clId="{DEB18AB9-7D9E-48FF-8C48-294C08FEA223}" dt="2026-09-22T00:25:12.635" v="27303" actId="478"/>
          <ac:spMkLst>
            <pc:docMk/>
            <pc:sldMk cId="1946781437" sldId="308"/>
            <ac:spMk id="34" creationId="{5FEADE0E-57B3-778E-50CE-1815A5F9DE40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07T05:22:48.267" v="23275"/>
          <ac:spMkLst>
            <pc:docMk/>
            <pc:sldMk cId="1946781437" sldId="308"/>
            <ac:spMk id="37" creationId="{7ECBF0A0-A2D0-028B-21C5-7FB6C0D16097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1T23:56:38.020" v="26500" actId="1076"/>
          <ac:spMkLst>
            <pc:docMk/>
            <pc:sldMk cId="1946781437" sldId="308"/>
            <ac:spMk id="45" creationId="{14426627-BFBE-5976-7D8E-3E288DA46993}"/>
          </ac:spMkLst>
        </pc:spChg>
        <pc:graphicFrameChg chg="mod ord modGraphic">
          <ac:chgData name="황민주(MINJOO HWANG)[minjoo.hwang]/사원/제조DX.자동보정.조립자동보정팀" userId="a2965168-728a-4df4-9aaa-48a474e4b7a9" providerId="ADAL" clId="{DEB18AB9-7D9E-48FF-8C48-294C08FEA223}" dt="2026-09-21T23:56:38.020" v="26500" actId="1076"/>
          <ac:graphicFrameMkLst>
            <pc:docMk/>
            <pc:sldMk cId="1946781437" sldId="308"/>
            <ac:graphicFrameMk id="10" creationId="{C40E3D2D-86CF-CDF7-C784-5E7F489FB6EB}"/>
          </ac:graphicFrameMkLst>
        </pc:graphicFrameChg>
        <pc:graphicFrameChg chg="add mod modGraphic">
          <ac:chgData name="황민주(MINJOO HWANG)[minjoo.hwang]/사원/제조DX.자동보정.조립자동보정팀" userId="a2965168-728a-4df4-9aaa-48a474e4b7a9" providerId="ADAL" clId="{DEB18AB9-7D9E-48FF-8C48-294C08FEA223}" dt="2026-09-21T23:56:38.020" v="26500" actId="1076"/>
          <ac:graphicFrameMkLst>
            <pc:docMk/>
            <pc:sldMk cId="1946781437" sldId="308"/>
            <ac:graphicFrameMk id="43" creationId="{DB9AB2BB-23E7-2F94-D614-2E433584D52B}"/>
          </ac:graphicFrameMkLst>
        </pc:graphicFrameChg>
      </pc:sldChg>
      <pc:sldChg chg="addSp delSp modSp add mod">
        <pc:chgData name="황민주(MINJOO HWANG)[minjoo.hwang]/사원/제조DX.자동보정.조립자동보정팀" userId="a2965168-728a-4df4-9aaa-48a474e4b7a9" providerId="ADAL" clId="{DEB18AB9-7D9E-48FF-8C48-294C08FEA223}" dt="2026-09-22T00:53:41.627" v="27934" actId="20577"/>
        <pc:sldMkLst>
          <pc:docMk/>
          <pc:sldMk cId="4136951071" sldId="311"/>
        </pc:sldMkLst>
        <pc:spChg chg="mod">
          <ac:chgData name="황민주(MINJOO HWANG)[minjoo.hwang]/사원/제조DX.자동보정.조립자동보정팀" userId="a2965168-728a-4df4-9aaa-48a474e4b7a9" providerId="ADAL" clId="{DEB18AB9-7D9E-48FF-8C48-294C08FEA223}" dt="2026-09-16T08:02:10.095" v="25126" actId="1038"/>
          <ac:spMkLst>
            <pc:docMk/>
            <pc:sldMk cId="4136951071" sldId="311"/>
            <ac:spMk id="12" creationId="{9871F14A-5D1E-021D-1518-5AFE452993A0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16T08:02:10.095" v="25126" actId="1038"/>
          <ac:spMkLst>
            <pc:docMk/>
            <pc:sldMk cId="4136951071" sldId="311"/>
            <ac:spMk id="13" creationId="{DFF46427-1655-95B8-3155-E1C64732E696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16T08:02:10.095" v="25126" actId="1038"/>
          <ac:spMkLst>
            <pc:docMk/>
            <pc:sldMk cId="4136951071" sldId="311"/>
            <ac:spMk id="15" creationId="{19A2169E-9F34-427A-6BD0-D38CE00C9EA6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16T08:02:10.095" v="25126" actId="1038"/>
          <ac:spMkLst>
            <pc:docMk/>
            <pc:sldMk cId="4136951071" sldId="311"/>
            <ac:spMk id="16" creationId="{DBE2B6A8-036C-3B89-CFE1-25BC5E836503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22T00:25:32.975" v="27310" actId="20577"/>
          <ac:spMkLst>
            <pc:docMk/>
            <pc:sldMk cId="4136951071" sldId="311"/>
            <ac:spMk id="17" creationId="{5217682A-5CDA-CABD-9ABC-6D8952B5019F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16T08:02:10.095" v="25126" actId="1038"/>
          <ac:spMkLst>
            <pc:docMk/>
            <pc:sldMk cId="4136951071" sldId="311"/>
            <ac:spMk id="19" creationId="{AA7C3F0C-5E60-5BAB-F8AC-73AE5930C43F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16T08:20:27.286" v="25515"/>
          <ac:spMkLst>
            <pc:docMk/>
            <pc:sldMk cId="4136951071" sldId="311"/>
            <ac:spMk id="27" creationId="{9785895B-5D8D-E579-3E59-4ECC5E073E02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16T08:02:10.095" v="25126" actId="1038"/>
          <ac:spMkLst>
            <pc:docMk/>
            <pc:sldMk cId="4136951071" sldId="311"/>
            <ac:spMk id="29" creationId="{FCB00387-3936-9B3F-81B4-8BEB8EE9DA81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22T00:53:41.627" v="27934" actId="20577"/>
          <ac:spMkLst>
            <pc:docMk/>
            <pc:sldMk cId="4136951071" sldId="311"/>
            <ac:spMk id="30" creationId="{4E1C388E-4A2D-2AAD-D7CA-A459F66DD9E6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16T08:28:54.217" v="26259" actId="1076"/>
          <ac:spMkLst>
            <pc:docMk/>
            <pc:sldMk cId="4136951071" sldId="311"/>
            <ac:spMk id="41" creationId="{64CDE30A-F6C9-250D-5263-6E3C711973CC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16T08:28:47.599" v="26258" actId="1076"/>
          <ac:spMkLst>
            <pc:docMk/>
            <pc:sldMk cId="4136951071" sldId="311"/>
            <ac:spMk id="42" creationId="{99A9B75F-3655-B5A9-D9C8-3D9C061B43BF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22T00:27:33.926" v="27333" actId="207"/>
          <ac:spMkLst>
            <pc:docMk/>
            <pc:sldMk cId="4136951071" sldId="311"/>
            <ac:spMk id="47" creationId="{4859CF05-42A5-296C-FF9C-8B62648BD89A}"/>
          </ac:spMkLst>
        </pc:spChg>
        <pc:spChg chg="add del mod">
          <ac:chgData name="황민주(MINJOO HWANG)[minjoo.hwang]/사원/제조DX.자동보정.조립자동보정팀" userId="a2965168-728a-4df4-9aaa-48a474e4b7a9" providerId="ADAL" clId="{DEB18AB9-7D9E-48FF-8C48-294C08FEA223}" dt="2026-09-22T00:51:43.963" v="27747" actId="20577"/>
          <ac:spMkLst>
            <pc:docMk/>
            <pc:sldMk cId="4136951071" sldId="311"/>
            <ac:spMk id="210" creationId="{2FA5D620-575F-6948-B249-69B36D5A9010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16T08:27:55.105" v="26211" actId="1076"/>
          <ac:spMkLst>
            <pc:docMk/>
            <pc:sldMk cId="4136951071" sldId="311"/>
            <ac:spMk id="271" creationId="{C31F6A67-EEA7-597C-5489-72FE36E0DBF3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16T08:28:12.610" v="26218" actId="1076"/>
          <ac:spMkLst>
            <pc:docMk/>
            <pc:sldMk cId="4136951071" sldId="311"/>
            <ac:spMk id="279" creationId="{975A3AED-16BA-8F11-67D6-33A0239E9CE4}"/>
          </ac:spMkLst>
        </pc:spChg>
        <pc:graphicFrameChg chg="add mod modGraphic">
          <ac:chgData name="황민주(MINJOO HWANG)[minjoo.hwang]/사원/제조DX.자동보정.조립자동보정팀" userId="a2965168-728a-4df4-9aaa-48a474e4b7a9" providerId="ADAL" clId="{DEB18AB9-7D9E-48FF-8C48-294C08FEA223}" dt="2026-09-16T08:29:26.693" v="26281" actId="20577"/>
          <ac:graphicFrameMkLst>
            <pc:docMk/>
            <pc:sldMk cId="4136951071" sldId="311"/>
            <ac:graphicFrameMk id="263" creationId="{52A9EE0A-4815-0E11-4BDA-BBD281BD6F69}"/>
          </ac:graphicFrameMkLst>
        </pc:graphicFrameChg>
        <pc:graphicFrameChg chg="add mod">
          <ac:chgData name="황민주(MINJOO HWANG)[minjoo.hwang]/사원/제조DX.자동보정.조립자동보정팀" userId="a2965168-728a-4df4-9aaa-48a474e4b7a9" providerId="ADAL" clId="{DEB18AB9-7D9E-48FF-8C48-294C08FEA223}" dt="2026-09-16T08:28:08.581" v="26217" actId="1076"/>
          <ac:graphicFrameMkLst>
            <pc:docMk/>
            <pc:sldMk cId="4136951071" sldId="311"/>
            <ac:graphicFrameMk id="281" creationId="{84DC9A2E-11A0-56C7-D98F-A322B494EBC5}"/>
          </ac:graphicFrameMkLst>
        </pc:graphicFrameChg>
        <pc:picChg chg="mod topLvl modCrop">
          <ac:chgData name="황민주(MINJOO HWANG)[minjoo.hwang]/사원/제조DX.자동보정.조립자동보정팀" userId="a2965168-728a-4df4-9aaa-48a474e4b7a9" providerId="ADAL" clId="{DEB18AB9-7D9E-48FF-8C48-294C08FEA223}" dt="2026-09-16T08:22:31.401" v="25566" actId="1076"/>
          <ac:picMkLst>
            <pc:docMk/>
            <pc:sldMk cId="4136951071" sldId="311"/>
            <ac:picMk id="44" creationId="{D4581A65-E756-ED6A-CA8D-2F44CA37F33A}"/>
          </ac:picMkLst>
        </pc:picChg>
      </pc:sldChg>
      <pc:sldChg chg="addSp delSp modSp mod">
        <pc:chgData name="황민주(MINJOO HWANG)[minjoo.hwang]/사원/제조DX.자동보정.조립자동보정팀" userId="a2965168-728a-4df4-9aaa-48a474e4b7a9" providerId="ADAL" clId="{DEB18AB9-7D9E-48FF-8C48-294C08FEA223}" dt="2026-09-22T00:22:48.422" v="27302" actId="14734"/>
        <pc:sldMkLst>
          <pc:docMk/>
          <pc:sldMk cId="3521588699" sldId="354"/>
        </pc:sldMkLst>
        <pc:spChg chg="add mod">
          <ac:chgData name="황민주(MINJOO HWANG)[minjoo.hwang]/사원/제조DX.자동보정.조립자동보정팀" userId="a2965168-728a-4df4-9aaa-48a474e4b7a9" providerId="ADAL" clId="{DEB18AB9-7D9E-48FF-8C48-294C08FEA223}" dt="2026-09-07T05:47:45.454" v="23507" actId="1076"/>
          <ac:spMkLst>
            <pc:docMk/>
            <pc:sldMk cId="3521588699" sldId="354"/>
            <ac:spMk id="16" creationId="{B8EC1990-2B81-2A8C-A864-7A5BC274E581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5:49:30.667" v="23528" actId="1035"/>
          <ac:spMkLst>
            <pc:docMk/>
            <pc:sldMk cId="3521588699" sldId="354"/>
            <ac:spMk id="23" creationId="{254A3B59-35D8-DC47-0310-A3F9AFDEB21A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5:48:25.969" v="23525" actId="1037"/>
          <ac:spMkLst>
            <pc:docMk/>
            <pc:sldMk cId="3521588699" sldId="354"/>
            <ac:spMk id="24" creationId="{5B6D31A5-DCA7-6C1A-DA79-0D9F58E09F91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5:48:25.969" v="23525" actId="1037"/>
          <ac:spMkLst>
            <pc:docMk/>
            <pc:sldMk cId="3521588699" sldId="354"/>
            <ac:spMk id="25" creationId="{BA0C8D75-7296-7AFB-1623-0FCA6F7D3621}"/>
          </ac:spMkLst>
        </pc:spChg>
        <pc:spChg chg="add mod ord">
          <ac:chgData name="황민주(MINJOO HWANG)[minjoo.hwang]/사원/제조DX.자동보정.조립자동보정팀" userId="a2965168-728a-4df4-9aaa-48a474e4b7a9" providerId="ADAL" clId="{DEB18AB9-7D9E-48FF-8C48-294C08FEA223}" dt="2026-09-07T05:48:22.182" v="23520" actId="14100"/>
          <ac:spMkLst>
            <pc:docMk/>
            <pc:sldMk cId="3521588699" sldId="354"/>
            <ac:spMk id="26" creationId="{22C2031F-D5C4-B74A-BD64-F8431DBCE436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7:31:40.648" v="23575" actId="164"/>
          <ac:spMkLst>
            <pc:docMk/>
            <pc:sldMk cId="3521588699" sldId="354"/>
            <ac:spMk id="27" creationId="{EFA6DCE0-4850-6C25-78AD-B93737B37195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7:31:40.648" v="23575" actId="164"/>
          <ac:spMkLst>
            <pc:docMk/>
            <pc:sldMk cId="3521588699" sldId="354"/>
            <ac:spMk id="28" creationId="{1BC319DD-D039-79FE-6715-B82F3133AF48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07T05:47:39.777" v="23506" actId="1076"/>
          <ac:spMkLst>
            <pc:docMk/>
            <pc:sldMk cId="3521588699" sldId="354"/>
            <ac:spMk id="29" creationId="{7ACE05C1-3234-20C5-00F4-7D7D2A71EDFE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07T05:47:39.777" v="23506" actId="1076"/>
          <ac:spMkLst>
            <pc:docMk/>
            <pc:sldMk cId="3521588699" sldId="354"/>
            <ac:spMk id="30" creationId="{7673F75A-473D-96CE-E0D3-994F08DCA38E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07T05:19:56.958" v="23230" actId="20577"/>
          <ac:spMkLst>
            <pc:docMk/>
            <pc:sldMk cId="3521588699" sldId="354"/>
            <ac:spMk id="33" creationId="{F703B24B-7F49-2FC3-CC69-4901B102D19E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22T00:20:14.182" v="27268" actId="20577"/>
          <ac:spMkLst>
            <pc:docMk/>
            <pc:sldMk cId="3521588699" sldId="354"/>
            <ac:spMk id="34" creationId="{0DBB8F14-223A-56DE-7946-DE15F19C0CCB}"/>
          </ac:spMkLst>
        </pc:spChg>
        <pc:spChg chg="mod ord">
          <ac:chgData name="황민주(MINJOO HWANG)[minjoo.hwang]/사원/제조DX.자동보정.조립자동보정팀" userId="a2965168-728a-4df4-9aaa-48a474e4b7a9" providerId="ADAL" clId="{DEB18AB9-7D9E-48FF-8C48-294C08FEA223}" dt="2026-09-22T00:22:29.616" v="27300" actId="20577"/>
          <ac:spMkLst>
            <pc:docMk/>
            <pc:sldMk cId="3521588699" sldId="354"/>
            <ac:spMk id="35" creationId="{A5938A85-D233-547C-64D1-BD9DECE6E8F4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7:31:40.648" v="23575" actId="164"/>
          <ac:spMkLst>
            <pc:docMk/>
            <pc:sldMk cId="3521588699" sldId="354"/>
            <ac:spMk id="38" creationId="{7523D187-EFB7-520A-A4D8-F876AFE6CAA8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7:31:40.648" v="23575" actId="164"/>
          <ac:spMkLst>
            <pc:docMk/>
            <pc:sldMk cId="3521588699" sldId="354"/>
            <ac:spMk id="39" creationId="{9B396ECC-C015-AF3E-CA33-08AACCA8E582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7:31:40.648" v="23575" actId="164"/>
          <ac:spMkLst>
            <pc:docMk/>
            <pc:sldMk cId="3521588699" sldId="354"/>
            <ac:spMk id="40" creationId="{12136E0B-6434-110B-54B4-9114763889D3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7:31:40.648" v="23575" actId="164"/>
          <ac:spMkLst>
            <pc:docMk/>
            <pc:sldMk cId="3521588699" sldId="354"/>
            <ac:spMk id="41" creationId="{3266198D-45A6-1FF9-ED3A-32EF36C9CEA2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7:31:40.648" v="23575" actId="164"/>
          <ac:spMkLst>
            <pc:docMk/>
            <pc:sldMk cId="3521588699" sldId="354"/>
            <ac:spMk id="42" creationId="{8A295877-72A8-0B11-B9C6-ECAC99BA6BB2}"/>
          </ac:spMkLst>
        </pc:spChg>
        <pc:spChg chg="add mod">
          <ac:chgData name="황민주(MINJOO HWANG)[minjoo.hwang]/사원/제조DX.자동보정.조립자동보정팀" userId="a2965168-728a-4df4-9aaa-48a474e4b7a9" providerId="ADAL" clId="{DEB18AB9-7D9E-48FF-8C48-294C08FEA223}" dt="2026-09-07T07:31:40.648" v="23575" actId="164"/>
          <ac:spMkLst>
            <pc:docMk/>
            <pc:sldMk cId="3521588699" sldId="354"/>
            <ac:spMk id="43" creationId="{3D5DCD68-6CB0-B0F4-38BD-D05807DB8352}"/>
          </ac:spMkLst>
        </pc:spChg>
        <pc:grpChg chg="mod">
          <ac:chgData name="황민주(MINJOO HWANG)[minjoo.hwang]/사원/제조DX.자동보정.조립자동보정팀" userId="a2965168-728a-4df4-9aaa-48a474e4b7a9" providerId="ADAL" clId="{DEB18AB9-7D9E-48FF-8C48-294C08FEA223}" dt="2026-09-07T07:39:41.729" v="23586" actId="1076"/>
          <ac:grpSpMkLst>
            <pc:docMk/>
            <pc:sldMk cId="3521588699" sldId="354"/>
            <ac:grpSpMk id="44" creationId="{36BF7F95-C5BD-7B52-BEEE-AD0E493E3C9D}"/>
          </ac:grpSpMkLst>
        </pc:grpChg>
        <pc:graphicFrameChg chg="add mod modGraphic">
          <ac:chgData name="황민주(MINJOO HWANG)[minjoo.hwang]/사원/제조DX.자동보정.조립자동보정팀" userId="a2965168-728a-4df4-9aaa-48a474e4b7a9" providerId="ADAL" clId="{DEB18AB9-7D9E-48FF-8C48-294C08FEA223}" dt="2026-09-22T00:22:48.422" v="27302" actId="14734"/>
          <ac:graphicFrameMkLst>
            <pc:docMk/>
            <pc:sldMk cId="3521588699" sldId="354"/>
            <ac:graphicFrameMk id="49" creationId="{3AE89AD6-711C-5765-4E33-6B4DD2AF3F72}"/>
          </ac:graphicFrameMkLst>
        </pc:graphicFrameChg>
        <pc:picChg chg="add mod">
          <ac:chgData name="황민주(MINJOO HWANG)[minjoo.hwang]/사원/제조DX.자동보정.조립자동보정팀" userId="a2965168-728a-4df4-9aaa-48a474e4b7a9" providerId="ADAL" clId="{DEB18AB9-7D9E-48FF-8C48-294C08FEA223}" dt="2026-09-07T08:08:03.338" v="23971" actId="1076"/>
          <ac:picMkLst>
            <pc:docMk/>
            <pc:sldMk cId="3521588699" sldId="354"/>
            <ac:picMk id="3" creationId="{2E97469D-5817-FF3F-D8BA-A7803E9DAC13}"/>
          </ac:picMkLst>
        </pc:picChg>
        <pc:picChg chg="mod">
          <ac:chgData name="황민주(MINJOO HWANG)[minjoo.hwang]/사원/제조DX.자동보정.조립자동보정팀" userId="a2965168-728a-4df4-9aaa-48a474e4b7a9" providerId="ADAL" clId="{DEB18AB9-7D9E-48FF-8C48-294C08FEA223}" dt="2026-09-07T07:31:40.648" v="23575" actId="164"/>
          <ac:picMkLst>
            <pc:docMk/>
            <pc:sldMk cId="3521588699" sldId="354"/>
            <ac:picMk id="7" creationId="{57A7779B-D13A-5E0A-1845-03D5DE001724}"/>
          </ac:picMkLst>
        </pc:picChg>
        <pc:picChg chg="mod">
          <ac:chgData name="황민주(MINJOO HWANG)[minjoo.hwang]/사원/제조DX.자동보정.조립자동보정팀" userId="a2965168-728a-4df4-9aaa-48a474e4b7a9" providerId="ADAL" clId="{DEB18AB9-7D9E-48FF-8C48-294C08FEA223}" dt="2026-09-07T05:22:01.353" v="23272" actId="1076"/>
          <ac:picMkLst>
            <pc:docMk/>
            <pc:sldMk cId="3521588699" sldId="354"/>
            <ac:picMk id="8" creationId="{99882FD3-9BC9-610B-1781-156C626D9C83}"/>
          </ac:picMkLst>
        </pc:picChg>
        <pc:picChg chg="mod">
          <ac:chgData name="황민주(MINJOO HWANG)[minjoo.hwang]/사원/제조DX.자동보정.조립자동보정팀" userId="a2965168-728a-4df4-9aaa-48a474e4b7a9" providerId="ADAL" clId="{DEB18AB9-7D9E-48FF-8C48-294C08FEA223}" dt="2026-09-07T05:22:01.353" v="23272" actId="1076"/>
          <ac:picMkLst>
            <pc:docMk/>
            <pc:sldMk cId="3521588699" sldId="354"/>
            <ac:picMk id="9" creationId="{938A4C07-418D-946E-4704-FDD976E8C450}"/>
          </ac:picMkLst>
        </pc:picChg>
        <pc:picChg chg="mod">
          <ac:chgData name="황민주(MINJOO HWANG)[minjoo.hwang]/사원/제조DX.자동보정.조립자동보정팀" userId="a2965168-728a-4df4-9aaa-48a474e4b7a9" providerId="ADAL" clId="{DEB18AB9-7D9E-48FF-8C48-294C08FEA223}" dt="2026-09-07T05:22:01.353" v="23272" actId="1076"/>
          <ac:picMkLst>
            <pc:docMk/>
            <pc:sldMk cId="3521588699" sldId="354"/>
            <ac:picMk id="10" creationId="{CAE98121-79FA-9E78-E061-606F5DADA439}"/>
          </ac:picMkLst>
        </pc:picChg>
        <pc:picChg chg="mod">
          <ac:chgData name="황민주(MINJOO HWANG)[minjoo.hwang]/사원/제조DX.자동보정.조립자동보정팀" userId="a2965168-728a-4df4-9aaa-48a474e4b7a9" providerId="ADAL" clId="{DEB18AB9-7D9E-48FF-8C48-294C08FEA223}" dt="2026-09-07T05:22:01.353" v="23272" actId="1076"/>
          <ac:picMkLst>
            <pc:docMk/>
            <pc:sldMk cId="3521588699" sldId="354"/>
            <ac:picMk id="11" creationId="{35E207A7-CB3E-C477-6587-930BE0D7D07C}"/>
          </ac:picMkLst>
        </pc:picChg>
        <pc:picChg chg="mod">
          <ac:chgData name="황민주(MINJOO HWANG)[minjoo.hwang]/사원/제조DX.자동보정.조립자동보정팀" userId="a2965168-728a-4df4-9aaa-48a474e4b7a9" providerId="ADAL" clId="{DEB18AB9-7D9E-48FF-8C48-294C08FEA223}" dt="2026-09-07T05:22:01.353" v="23272" actId="1076"/>
          <ac:picMkLst>
            <pc:docMk/>
            <pc:sldMk cId="3521588699" sldId="354"/>
            <ac:picMk id="12" creationId="{584A7041-BE11-8C10-DD95-56DE939ACBA0}"/>
          </ac:picMkLst>
        </pc:picChg>
        <pc:picChg chg="mod">
          <ac:chgData name="황민주(MINJOO HWANG)[minjoo.hwang]/사원/제조DX.자동보정.조립자동보정팀" userId="a2965168-728a-4df4-9aaa-48a474e4b7a9" providerId="ADAL" clId="{DEB18AB9-7D9E-48FF-8C48-294C08FEA223}" dt="2026-09-07T05:22:01.353" v="23272" actId="1076"/>
          <ac:picMkLst>
            <pc:docMk/>
            <pc:sldMk cId="3521588699" sldId="354"/>
            <ac:picMk id="13" creationId="{C2F922C2-FB2C-9EEC-51D5-4962A4C0E557}"/>
          </ac:picMkLst>
        </pc:picChg>
        <pc:picChg chg="mod">
          <ac:chgData name="황민주(MINJOO HWANG)[minjoo.hwang]/사원/제조DX.자동보정.조립자동보정팀" userId="a2965168-728a-4df4-9aaa-48a474e4b7a9" providerId="ADAL" clId="{DEB18AB9-7D9E-48FF-8C48-294C08FEA223}" dt="2026-09-07T07:31:40.648" v="23575" actId="164"/>
          <ac:picMkLst>
            <pc:docMk/>
            <pc:sldMk cId="3521588699" sldId="354"/>
            <ac:picMk id="14" creationId="{6D504FEE-F1FC-C117-49D0-C36EED1DE11A}"/>
          </ac:picMkLst>
        </pc:picChg>
        <pc:picChg chg="add mod modCrop">
          <ac:chgData name="황민주(MINJOO HWANG)[minjoo.hwang]/사원/제조DX.자동보정.조립자동보정팀" userId="a2965168-728a-4df4-9aaa-48a474e4b7a9" providerId="ADAL" clId="{DEB18AB9-7D9E-48FF-8C48-294C08FEA223}" dt="2026-09-07T08:08:22.013" v="23979" actId="1076"/>
          <ac:picMkLst>
            <pc:docMk/>
            <pc:sldMk cId="3521588699" sldId="354"/>
            <ac:picMk id="15" creationId="{8D797176-BB1B-0C1D-C9EE-40A58E26153B}"/>
          </ac:picMkLst>
        </pc:picChg>
        <pc:cxnChg chg="add mod">
          <ac:chgData name="황민주(MINJOO HWANG)[minjoo.hwang]/사원/제조DX.자동보정.조립자동보정팀" userId="a2965168-728a-4df4-9aaa-48a474e4b7a9" providerId="ADAL" clId="{DEB18AB9-7D9E-48FF-8C48-294C08FEA223}" dt="2026-09-07T05:47:45.454" v="23507" actId="1076"/>
          <ac:cxnSpMkLst>
            <pc:docMk/>
            <pc:sldMk cId="3521588699" sldId="354"/>
            <ac:cxnSpMk id="6" creationId="{24BF82FC-F0EF-7E45-AF33-A05EB85BA729}"/>
          </ac:cxnSpMkLst>
        </pc:cxnChg>
        <pc:cxnChg chg="add mod">
          <ac:chgData name="황민주(MINJOO HWANG)[minjoo.hwang]/사원/제조DX.자동보정.조립자동보정팀" userId="a2965168-728a-4df4-9aaa-48a474e4b7a9" providerId="ADAL" clId="{DEB18AB9-7D9E-48FF-8C48-294C08FEA223}" dt="2026-09-07T05:49:30.667" v="23528" actId="1035"/>
          <ac:cxnSpMkLst>
            <pc:docMk/>
            <pc:sldMk cId="3521588699" sldId="354"/>
            <ac:cxnSpMk id="18" creationId="{6DA96696-AE3C-6DD9-A07A-B458BD5A4552}"/>
          </ac:cxnSpMkLst>
        </pc:cxnChg>
        <pc:cxnChg chg="add mod">
          <ac:chgData name="황민주(MINJOO HWANG)[minjoo.hwang]/사원/제조DX.자동보정.조립자동보정팀" userId="a2965168-728a-4df4-9aaa-48a474e4b7a9" providerId="ADAL" clId="{DEB18AB9-7D9E-48FF-8C48-294C08FEA223}" dt="2026-09-07T05:49:43.019" v="23530" actId="465"/>
          <ac:cxnSpMkLst>
            <pc:docMk/>
            <pc:sldMk cId="3521588699" sldId="354"/>
            <ac:cxnSpMk id="20" creationId="{A8BD1CE4-D5D9-3476-5D41-7A29C23FC1F4}"/>
          </ac:cxnSpMkLst>
        </pc:cxnChg>
        <pc:cxnChg chg="add mod">
          <ac:chgData name="황민주(MINJOO HWANG)[minjoo.hwang]/사원/제조DX.자동보정.조립자동보정팀" userId="a2965168-728a-4df4-9aaa-48a474e4b7a9" providerId="ADAL" clId="{DEB18AB9-7D9E-48FF-8C48-294C08FEA223}" dt="2026-09-07T05:49:43.019" v="23530" actId="465"/>
          <ac:cxnSpMkLst>
            <pc:docMk/>
            <pc:sldMk cId="3521588699" sldId="354"/>
            <ac:cxnSpMk id="21" creationId="{57C8BC85-7CE8-0C94-A78B-CAF64251AAA5}"/>
          </ac:cxnSpMkLst>
        </pc:cxnChg>
        <pc:cxnChg chg="add mod">
          <ac:chgData name="황민주(MINJOO HWANG)[minjoo.hwang]/사원/제조DX.자동보정.조립자동보정팀" userId="a2965168-728a-4df4-9aaa-48a474e4b7a9" providerId="ADAL" clId="{DEB18AB9-7D9E-48FF-8C48-294C08FEA223}" dt="2026-09-07T05:49:30.667" v="23528" actId="1035"/>
          <ac:cxnSpMkLst>
            <pc:docMk/>
            <pc:sldMk cId="3521588699" sldId="354"/>
            <ac:cxnSpMk id="22" creationId="{BA296123-7D98-7399-CBF2-4FDA725A538E}"/>
          </ac:cxnSpMkLst>
        </pc:cxnChg>
      </pc:sldChg>
      <pc:sldChg chg="addSp delSp modSp mod">
        <pc:chgData name="황민주(MINJOO HWANG)[minjoo.hwang]/사원/제조DX.자동보정.조립자동보정팀" userId="a2965168-728a-4df4-9aaa-48a474e4b7a9" providerId="ADAL" clId="{DEB18AB9-7D9E-48FF-8C48-294C08FEA223}" dt="2026-09-22T00:32:48.896" v="27412"/>
        <pc:sldMkLst>
          <pc:docMk/>
          <pc:sldMk cId="4093150624" sldId="371"/>
        </pc:sldMkLst>
        <pc:spChg chg="mod">
          <ac:chgData name="황민주(MINJOO HWANG)[minjoo.hwang]/사원/제조DX.자동보정.조립자동보정팀" userId="a2965168-728a-4df4-9aaa-48a474e4b7a9" providerId="ADAL" clId="{DEB18AB9-7D9E-48FF-8C48-294C08FEA223}" dt="2026-09-22T00:32:48.896" v="27412"/>
          <ac:spMkLst>
            <pc:docMk/>
            <pc:sldMk cId="4093150624" sldId="371"/>
            <ac:spMk id="18" creationId="{5B20E7F4-5EC3-322A-DD64-FA9CB7EBD060}"/>
          </ac:spMkLst>
        </pc:spChg>
        <pc:spChg chg="mod">
          <ac:chgData name="황민주(MINJOO HWANG)[minjoo.hwang]/사원/제조DX.자동보정.조립자동보정팀" userId="a2965168-728a-4df4-9aaa-48a474e4b7a9" providerId="ADAL" clId="{DEB18AB9-7D9E-48FF-8C48-294C08FEA223}" dt="2026-09-15T01:25:28.254" v="24263" actId="20577"/>
          <ac:spMkLst>
            <pc:docMk/>
            <pc:sldMk cId="4093150624" sldId="371"/>
            <ac:spMk id="30" creationId="{0D42272B-7090-3E3D-C807-E7C5620E4BEA}"/>
          </ac:spMkLst>
        </pc:spChg>
        <pc:graphicFrameChg chg="mod modGraphic">
          <ac:chgData name="황민주(MINJOO HWANG)[minjoo.hwang]/사원/제조DX.자동보정.조립자동보정팀" userId="a2965168-728a-4df4-9aaa-48a474e4b7a9" providerId="ADAL" clId="{DEB18AB9-7D9E-48FF-8C48-294C08FEA223}" dt="2026-09-22T00:31:13.830" v="27334" actId="207"/>
          <ac:graphicFrameMkLst>
            <pc:docMk/>
            <pc:sldMk cId="4093150624" sldId="371"/>
            <ac:graphicFrameMk id="2" creationId="{1A905F6A-E9A3-D3C8-8C32-ADC189D759E4}"/>
          </ac:graphicFrameMkLst>
        </pc:graphicFrameChg>
      </pc:sldChg>
      <pc:sldChg chg="modSp">
        <pc:chgData name="황민주(MINJOO HWANG)[minjoo.hwang]/사원/제조DX.자동보정.조립자동보정팀" userId="a2965168-728a-4df4-9aaa-48a474e4b7a9" providerId="ADAL" clId="{DEB18AB9-7D9E-48FF-8C48-294C08FEA223}" dt="2026-09-07T05:21:43.879" v="23267"/>
        <pc:sldMkLst>
          <pc:docMk/>
          <pc:sldMk cId="3908212712" sldId="413"/>
        </pc:sldMkLst>
        <pc:spChg chg="mod">
          <ac:chgData name="황민주(MINJOO HWANG)[minjoo.hwang]/사원/제조DX.자동보정.조립자동보정팀" userId="a2965168-728a-4df4-9aaa-48a474e4b7a9" providerId="ADAL" clId="{DEB18AB9-7D9E-48FF-8C48-294C08FEA223}" dt="2026-09-07T05:21:43.879" v="23267"/>
          <ac:spMkLst>
            <pc:docMk/>
            <pc:sldMk cId="3908212712" sldId="413"/>
            <ac:spMk id="29" creationId="{7ACE05C1-3234-20C5-00F4-7D7D2A71EDFE}"/>
          </ac:spMkLst>
        </pc:spChg>
      </pc:sldChg>
    </pc:docChg>
  </pc:docChgLst>
  <pc:docChgLst>
    <pc:chgData name="박지우(JIWOO PARK)[jiwoopark]/사원/제조DX.자동보정.자동보정선행개발팀" userId="S::jiwoopark@lgensol.com::229cdc99-e8cd-42bb-bb27-b85c36b4f142" providerId="AD" clId="Web-{C8B2F634-4F66-0A60-0E29-B349245C9A21}"/>
    <pc:docChg chg="sldOrd">
      <pc:chgData name="박지우(JIWOO PARK)[jiwoopark]/사원/제조DX.자동보정.자동보정선행개발팀" userId="S::jiwoopark@lgensol.com::229cdc99-e8cd-42bb-bb27-b85c36b4f142" providerId="AD" clId="Web-{C8B2F634-4F66-0A60-0E29-B349245C9A21}" dt="2026-09-10T06:49:47.394" v="1"/>
      <pc:docMkLst>
        <pc:docMk/>
      </pc:docMkLst>
      <pc:sldChg chg="ord">
        <pc:chgData name="박지우(JIWOO PARK)[jiwoopark]/사원/제조DX.자동보정.자동보정선행개발팀" userId="S::jiwoopark@lgensol.com::229cdc99-e8cd-42bb-bb27-b85c36b4f142" providerId="AD" clId="Web-{C8B2F634-4F66-0A60-0E29-B349245C9A21}" dt="2026-09-10T06:49:00.002" v="0"/>
        <pc:sldMkLst>
          <pc:docMk/>
          <pc:sldMk cId="1946781437" sldId="308"/>
        </pc:sldMkLst>
      </pc:sldChg>
      <pc:sldChg chg="ord">
        <pc:chgData name="박지우(JIWOO PARK)[jiwoopark]/사원/제조DX.자동보정.자동보정선행개발팀" userId="S::jiwoopark@lgensol.com::229cdc99-e8cd-42bb-bb27-b85c36b4f142" providerId="AD" clId="Web-{C8B2F634-4F66-0A60-0E29-B349245C9A21}" dt="2026-09-10T06:49:47.394" v="1"/>
        <pc:sldMkLst>
          <pc:docMk/>
          <pc:sldMk cId="318835780" sldId="348"/>
        </pc:sldMkLst>
      </pc:sldChg>
    </pc:docChg>
  </pc:docChgLst>
  <pc:docChgLst>
    <pc:chgData name="임성현(SUNGHYEUN LIM)[limsh0]/선임/제조DX.자동보정.MC자동보정팀" userId="S::limsh0@lgensol.com::98668b4a-da00-402d-a6a4-d7a97d064261" providerId="AD" clId="Web-{B32FAF25-8DF3-78CB-AC9E-118A1ED2CED7}"/>
    <pc:docChg chg="modSld">
      <pc:chgData name="임성현(SUNGHYEUN LIM)[limsh0]/선임/제조DX.자동보정.MC자동보정팀" userId="S::limsh0@lgensol.com::98668b4a-da00-402d-a6a4-d7a97d064261" providerId="AD" clId="Web-{B32FAF25-8DF3-78CB-AC9E-118A1ED2CED7}" dt="2026-08-11T00:52:34.532" v="106" actId="20577"/>
      <pc:docMkLst>
        <pc:docMk/>
      </pc:docMkLst>
      <pc:sldChg chg="modSp">
        <pc:chgData name="임성현(SUNGHYEUN LIM)[limsh0]/선임/제조DX.자동보정.MC자동보정팀" userId="S::limsh0@lgensol.com::98668b4a-da00-402d-a6a4-d7a97d064261" providerId="AD" clId="Web-{B32FAF25-8DF3-78CB-AC9E-118A1ED2CED7}" dt="2026-08-11T00:52:34.532" v="106" actId="20577"/>
        <pc:sldMkLst>
          <pc:docMk/>
          <pc:sldMk cId="4187601064" sldId="345"/>
        </pc:sldMkLst>
        <pc:spChg chg="mod">
          <ac:chgData name="임성현(SUNGHYEUN LIM)[limsh0]/선임/제조DX.자동보정.MC자동보정팀" userId="S::limsh0@lgensol.com::98668b4a-da00-402d-a6a4-d7a97d064261" providerId="AD" clId="Web-{B32FAF25-8DF3-78CB-AC9E-118A1ED2CED7}" dt="2026-08-11T00:52:34.532" v="106" actId="20577"/>
          <ac:spMkLst>
            <pc:docMk/>
            <pc:sldMk cId="4187601064" sldId="345"/>
            <ac:spMk id="34" creationId="{D8B60436-CB69-037E-0252-E096A9F06E49}"/>
          </ac:spMkLst>
        </pc:spChg>
      </pc:sldChg>
      <pc:sldChg chg="addSp delSp modSp">
        <pc:chgData name="임성현(SUNGHYEUN LIM)[limsh0]/선임/제조DX.자동보정.MC자동보정팀" userId="S::limsh0@lgensol.com::98668b4a-da00-402d-a6a4-d7a97d064261" providerId="AD" clId="Web-{B32FAF25-8DF3-78CB-AC9E-118A1ED2CED7}" dt="2026-08-11T00:51:23.045" v="98" actId="20577"/>
        <pc:sldMkLst>
          <pc:docMk/>
          <pc:sldMk cId="2304380334" sldId="362"/>
        </pc:sldMkLst>
        <pc:spChg chg="add mod">
          <ac:chgData name="임성현(SUNGHYEUN LIM)[limsh0]/선임/제조DX.자동보정.MC자동보정팀" userId="S::limsh0@lgensol.com::98668b4a-da00-402d-a6a4-d7a97d064261" providerId="AD" clId="Web-{B32FAF25-8DF3-78CB-AC9E-118A1ED2CED7}" dt="2026-08-11T00:47:07.319" v="64"/>
          <ac:spMkLst>
            <pc:docMk/>
            <pc:sldMk cId="2304380334" sldId="362"/>
            <ac:spMk id="24" creationId="{F9269241-9694-E325-9768-931BE6499ADE}"/>
          </ac:spMkLst>
        </pc:spChg>
        <pc:spChg chg="mod">
          <ac:chgData name="임성현(SUNGHYEUN LIM)[limsh0]/선임/제조DX.자동보정.MC자동보정팀" userId="S::limsh0@lgensol.com::98668b4a-da00-402d-a6a4-d7a97d064261" providerId="AD" clId="Web-{B32FAF25-8DF3-78CB-AC9E-118A1ED2CED7}" dt="2026-08-11T00:51:23.045" v="98" actId="20577"/>
          <ac:spMkLst>
            <pc:docMk/>
            <pc:sldMk cId="2304380334" sldId="362"/>
            <ac:spMk id="25" creationId="{F763AEEB-526E-8057-48DD-A4DCA13D31B7}"/>
          </ac:spMkLst>
        </pc:spChg>
        <pc:spChg chg="add">
          <ac:chgData name="임성현(SUNGHYEUN LIM)[limsh0]/선임/제조DX.자동보정.MC자동보정팀" userId="S::limsh0@lgensol.com::98668b4a-da00-402d-a6a4-d7a97d064261" providerId="AD" clId="Web-{B32FAF25-8DF3-78CB-AC9E-118A1ED2CED7}" dt="2026-08-11T00:47:08.585" v="65"/>
          <ac:spMkLst>
            <pc:docMk/>
            <pc:sldMk cId="2304380334" sldId="362"/>
            <ac:spMk id="34" creationId="{F77E1AD8-F919-5AF7-BB3C-96D055F9DFBD}"/>
          </ac:spMkLst>
        </pc:spChg>
      </pc:sldChg>
      <pc:sldChg chg="modSp">
        <pc:chgData name="임성현(SUNGHYEUN LIM)[limsh0]/선임/제조DX.자동보정.MC자동보정팀" userId="S::limsh0@lgensol.com::98668b4a-da00-402d-a6a4-d7a97d064261" providerId="AD" clId="Web-{B32FAF25-8DF3-78CB-AC9E-118A1ED2CED7}" dt="2026-08-11T00:52:23.922" v="104" actId="20577"/>
        <pc:sldMkLst>
          <pc:docMk/>
          <pc:sldMk cId="1274175196" sldId="363"/>
        </pc:sldMkLst>
        <pc:spChg chg="mod">
          <ac:chgData name="임성현(SUNGHYEUN LIM)[limsh0]/선임/제조DX.자동보정.MC자동보정팀" userId="S::limsh0@lgensol.com::98668b4a-da00-402d-a6a4-d7a97d064261" providerId="AD" clId="Web-{B32FAF25-8DF3-78CB-AC9E-118A1ED2CED7}" dt="2026-08-11T00:52:23.922" v="104" actId="20577"/>
          <ac:spMkLst>
            <pc:docMk/>
            <pc:sldMk cId="1274175196" sldId="363"/>
            <ac:spMk id="15" creationId="{63581BCC-B406-BB6D-92B5-712858506435}"/>
          </ac:spMkLst>
        </pc:spChg>
      </pc:sldChg>
    </pc:docChg>
  </pc:docChgLst>
  <pc:docChgLst>
    <pc:chgData name="강현웅(HYEONWOONG KANG)[khw330]/선임/제조DX.자동보정.조립자동보정팀" userId="2b3cec2e-b960-4340-96c3-4469e2643969" providerId="ADAL" clId="{095768A8-E7E2-4983-98E0-E7793285BF88}"/>
    <pc:docChg chg="undo custSel addSld delSld modSld modSection">
      <pc:chgData name="강현웅(HYEONWOONG KANG)[khw330]/선임/제조DX.자동보정.조립자동보정팀" userId="2b3cec2e-b960-4340-96c3-4469e2643969" providerId="ADAL" clId="{095768A8-E7E2-4983-98E0-E7793285BF88}" dt="2026-09-23T00:49:17.341" v="2608" actId="20577"/>
      <pc:docMkLst>
        <pc:docMk/>
      </pc:docMkLst>
      <pc:sldChg chg="modSp mod">
        <pc:chgData name="강현웅(HYEONWOONG KANG)[khw330]/선임/제조DX.자동보정.조립자동보정팀" userId="2b3cec2e-b960-4340-96c3-4469e2643969" providerId="ADAL" clId="{095768A8-E7E2-4983-98E0-E7793285BF88}" dt="2026-09-23T00:14:08.871" v="1694" actId="20577"/>
        <pc:sldMkLst>
          <pc:docMk/>
          <pc:sldMk cId="2538130918" sldId="272"/>
        </pc:sldMkLst>
        <pc:spChg chg="mod">
          <ac:chgData name="강현웅(HYEONWOONG KANG)[khw330]/선임/제조DX.자동보정.조립자동보정팀" userId="2b3cec2e-b960-4340-96c3-4469e2643969" providerId="ADAL" clId="{095768A8-E7E2-4983-98E0-E7793285BF88}" dt="2026-09-23T00:14:04.482" v="1686"/>
          <ac:spMkLst>
            <pc:docMk/>
            <pc:sldMk cId="2538130918" sldId="272"/>
            <ac:spMk id="16" creationId="{6E64D536-1B0F-B7D6-130C-DBEEE06B0C8B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3T00:14:08.871" v="1694" actId="20577"/>
          <ac:spMkLst>
            <pc:docMk/>
            <pc:sldMk cId="2538130918" sldId="272"/>
            <ac:spMk id="17" creationId="{3D171D3E-1985-8A6E-7869-31CB77FE3666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3T00:13:55.025" v="1676" actId="20577"/>
          <ac:spMkLst>
            <pc:docMk/>
            <pc:sldMk cId="2538130918" sldId="272"/>
            <ac:spMk id="29" creationId="{CADE57B7-AFD5-377B-538A-D583A6DC70A2}"/>
          </ac:spMkLst>
        </pc:spChg>
      </pc:sldChg>
      <pc:sldChg chg="addSp delSp modSp del mod">
        <pc:chgData name="강현웅(HYEONWOONG KANG)[khw330]/선임/제조DX.자동보정.조립자동보정팀" userId="2b3cec2e-b960-4340-96c3-4469e2643969" providerId="ADAL" clId="{095768A8-E7E2-4983-98E0-E7793285BF88}" dt="2026-09-23T00:13:07.046" v="1662" actId="47"/>
        <pc:sldMkLst>
          <pc:docMk/>
          <pc:sldMk cId="1560782275" sldId="289"/>
        </pc:sldMkLst>
        <pc:spChg chg="mod">
          <ac:chgData name="강현웅(HYEONWOONG KANG)[khw330]/선임/제조DX.자동보정.조립자동보정팀" userId="2b3cec2e-b960-4340-96c3-4469e2643969" providerId="ADAL" clId="{095768A8-E7E2-4983-98E0-E7793285BF88}" dt="2026-09-22T07:57:33.423" v="1213" actId="20577"/>
          <ac:spMkLst>
            <pc:docMk/>
            <pc:sldMk cId="1560782275" sldId="289"/>
            <ac:spMk id="29" creationId="{CADE57B7-AFD5-377B-538A-D583A6DC70A2}"/>
          </ac:spMkLst>
        </pc:spChg>
        <pc:grpChg chg="add del">
          <ac:chgData name="강현웅(HYEONWOONG KANG)[khw330]/선임/제조DX.자동보정.조립자동보정팀" userId="2b3cec2e-b960-4340-96c3-4469e2643969" providerId="ADAL" clId="{095768A8-E7E2-4983-98E0-E7793285BF88}" dt="2026-09-22T06:43:36.017" v="968" actId="478"/>
          <ac:grpSpMkLst>
            <pc:docMk/>
            <pc:sldMk cId="1560782275" sldId="289"/>
            <ac:grpSpMk id="32" creationId="{33764A6A-2B0C-F19A-4E8F-70AED4853F0B}"/>
          </ac:grpSpMkLst>
        </pc:grpChg>
        <pc:graphicFrameChg chg="add del">
          <ac:chgData name="강현웅(HYEONWOONG KANG)[khw330]/선임/제조DX.자동보정.조립자동보정팀" userId="2b3cec2e-b960-4340-96c3-4469e2643969" providerId="ADAL" clId="{095768A8-E7E2-4983-98E0-E7793285BF88}" dt="2026-09-22T06:36:36.091" v="389" actId="478"/>
          <ac:graphicFrameMkLst>
            <pc:docMk/>
            <pc:sldMk cId="1560782275" sldId="289"/>
            <ac:graphicFrameMk id="7" creationId="{CA6A99C8-00B6-A3C4-AD03-9E4FE51DE9A6}"/>
          </ac:graphicFrameMkLst>
        </pc:graphicFrameChg>
      </pc:sldChg>
      <pc:sldChg chg="modSp mod">
        <pc:chgData name="강현웅(HYEONWOONG KANG)[khw330]/선임/제조DX.자동보정.조립자동보정팀" userId="2b3cec2e-b960-4340-96c3-4469e2643969" providerId="ADAL" clId="{095768A8-E7E2-4983-98E0-E7793285BF88}" dt="2026-09-23T00:24:52.622" v="2120"/>
        <pc:sldMkLst>
          <pc:docMk/>
          <pc:sldMk cId="1690943200" sldId="298"/>
        </pc:sldMkLst>
        <pc:spChg chg="mod">
          <ac:chgData name="강현웅(HYEONWOONG KANG)[khw330]/선임/제조DX.자동보정.조립자동보정팀" userId="2b3cec2e-b960-4340-96c3-4469e2643969" providerId="ADAL" clId="{095768A8-E7E2-4983-98E0-E7793285BF88}" dt="2026-09-23T00:24:52.622" v="2120"/>
          <ac:spMkLst>
            <pc:docMk/>
            <pc:sldMk cId="1690943200" sldId="298"/>
            <ac:spMk id="8" creationId="{DBA1A072-B867-1210-4F9A-1B42B9C79662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3T00:13:46.777" v="1668" actId="20577"/>
          <ac:spMkLst>
            <pc:docMk/>
            <pc:sldMk cId="1690943200" sldId="298"/>
            <ac:spMk id="29" creationId="{CADE57B7-AFD5-377B-538A-D583A6DC70A2}"/>
          </ac:spMkLst>
        </pc:spChg>
        <pc:picChg chg="mod">
          <ac:chgData name="강현웅(HYEONWOONG KANG)[khw330]/선임/제조DX.자동보정.조립자동보정팀" userId="2b3cec2e-b960-4340-96c3-4469e2643969" providerId="ADAL" clId="{095768A8-E7E2-4983-98E0-E7793285BF88}" dt="2026-09-22T08:00:56.056" v="1236" actId="1076"/>
          <ac:picMkLst>
            <pc:docMk/>
            <pc:sldMk cId="1690943200" sldId="298"/>
            <ac:picMk id="4" creationId="{B52BAA6C-B410-3468-6D33-530DAB10430B}"/>
          </ac:picMkLst>
        </pc:picChg>
      </pc:sldChg>
      <pc:sldChg chg="new del">
        <pc:chgData name="강현웅(HYEONWOONG KANG)[khw330]/선임/제조DX.자동보정.조립자동보정팀" userId="2b3cec2e-b960-4340-96c3-4469e2643969" providerId="ADAL" clId="{095768A8-E7E2-4983-98E0-E7793285BF88}" dt="2026-09-22T06:36:40.299" v="392" actId="47"/>
        <pc:sldMkLst>
          <pc:docMk/>
          <pc:sldMk cId="2898531092" sldId="320"/>
        </pc:sldMkLst>
      </pc:sldChg>
      <pc:sldChg chg="addSp delSp modSp add mod">
        <pc:chgData name="강현웅(HYEONWOONG KANG)[khw330]/선임/제조DX.자동보정.조립자동보정팀" userId="2b3cec2e-b960-4340-96c3-4469e2643969" providerId="ADAL" clId="{095768A8-E7E2-4983-98E0-E7793285BF88}" dt="2026-09-23T00:26:15.843" v="2213" actId="1076"/>
        <pc:sldMkLst>
          <pc:docMk/>
          <pc:sldMk cId="3036900082" sldId="320"/>
        </pc:sldMkLst>
        <pc:spChg chg="add del">
          <ac:chgData name="강현웅(HYEONWOONG KANG)[khw330]/선임/제조DX.자동보정.조립자동보정팀" userId="2b3cec2e-b960-4340-96c3-4469e2643969" providerId="ADAL" clId="{095768A8-E7E2-4983-98E0-E7793285BF88}" dt="2026-09-22T06:36:47.410" v="395" actId="478"/>
          <ac:spMkLst>
            <pc:docMk/>
            <pc:sldMk cId="3036900082" sldId="320"/>
            <ac:spMk id="6" creationId="{5995C568-1FBE-86DF-318A-685D64C63CBC}"/>
          </ac:spMkLst>
        </pc:spChg>
        <pc:spChg chg="add del">
          <ac:chgData name="강현웅(HYEONWOONG KANG)[khw330]/선임/제조DX.자동보정.조립자동보정팀" userId="2b3cec2e-b960-4340-96c3-4469e2643969" providerId="ADAL" clId="{095768A8-E7E2-4983-98E0-E7793285BF88}" dt="2026-09-22T06:36:47.410" v="395" actId="478"/>
          <ac:spMkLst>
            <pc:docMk/>
            <pc:sldMk cId="3036900082" sldId="320"/>
            <ac:spMk id="14" creationId="{896087B7-EACC-6D9A-DE10-63951A72FE47}"/>
          </ac:spMkLst>
        </pc:spChg>
        <pc:spChg chg="add del">
          <ac:chgData name="강현웅(HYEONWOONG KANG)[khw330]/선임/제조DX.자동보정.조립자동보정팀" userId="2b3cec2e-b960-4340-96c3-4469e2643969" providerId="ADAL" clId="{095768A8-E7E2-4983-98E0-E7793285BF88}" dt="2026-09-22T06:36:47.410" v="395" actId="478"/>
          <ac:spMkLst>
            <pc:docMk/>
            <pc:sldMk cId="3036900082" sldId="320"/>
            <ac:spMk id="15" creationId="{BA166261-C7FE-53E9-B8B5-299A756A35F9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2T06:37:18.949" v="416"/>
          <ac:spMkLst>
            <pc:docMk/>
            <pc:sldMk cId="3036900082" sldId="320"/>
            <ac:spMk id="16" creationId="{6E64D536-1B0F-B7D6-130C-DBEEE06B0C8B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2T06:43:57.478" v="973" actId="20577"/>
          <ac:spMkLst>
            <pc:docMk/>
            <pc:sldMk cId="3036900082" sldId="320"/>
            <ac:spMk id="17" creationId="{3D171D3E-1985-8A6E-7869-31CB77FE3666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3T00:26:03.689" v="2170" actId="20577"/>
          <ac:spMkLst>
            <pc:docMk/>
            <pc:sldMk cId="3036900082" sldId="320"/>
            <ac:spMk id="25" creationId="{2161B97F-6726-D36D-8217-01518733FF4A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3T00:13:52.300" v="1675" actId="20577"/>
          <ac:spMkLst>
            <pc:docMk/>
            <pc:sldMk cId="3036900082" sldId="320"/>
            <ac:spMk id="29" creationId="{CADE57B7-AFD5-377B-538A-D583A6DC70A2}"/>
          </ac:spMkLst>
        </pc:spChg>
        <pc:spChg chg="add del mod">
          <ac:chgData name="강현웅(HYEONWOONG KANG)[khw330]/선임/제조DX.자동보정.조립자동보정팀" userId="2b3cec2e-b960-4340-96c3-4469e2643969" providerId="ADAL" clId="{095768A8-E7E2-4983-98E0-E7793285BF88}" dt="2026-09-22T06:36:47.410" v="395" actId="478"/>
          <ac:spMkLst>
            <pc:docMk/>
            <pc:sldMk cId="3036900082" sldId="320"/>
            <ac:spMk id="31" creationId="{C4D6515B-C9B9-497B-87AE-0791CE3A6CF7}"/>
          </ac:spMkLst>
        </pc:spChg>
        <pc:spChg chg="add del">
          <ac:chgData name="강현웅(HYEONWOONG KANG)[khw330]/선임/제조DX.자동보정.조립자동보정팀" userId="2b3cec2e-b960-4340-96c3-4469e2643969" providerId="ADAL" clId="{095768A8-E7E2-4983-98E0-E7793285BF88}" dt="2026-09-22T06:37:14.907" v="406" actId="478"/>
          <ac:spMkLst>
            <pc:docMk/>
            <pc:sldMk cId="3036900082" sldId="320"/>
            <ac:spMk id="33" creationId="{E0F75BC8-F0B4-972D-DE00-480BD3E2D660}"/>
          </ac:spMkLst>
        </pc:spChg>
        <pc:spChg chg="add del mod">
          <ac:chgData name="강현웅(HYEONWOONG KANG)[khw330]/선임/제조DX.자동보정.조립자동보정팀" userId="2b3cec2e-b960-4340-96c3-4469e2643969" providerId="ADAL" clId="{095768A8-E7E2-4983-98E0-E7793285BF88}" dt="2026-09-22T06:36:47.410" v="395" actId="478"/>
          <ac:spMkLst>
            <pc:docMk/>
            <pc:sldMk cId="3036900082" sldId="320"/>
            <ac:spMk id="35" creationId="{DE536FD5-5A68-B3AA-A687-93C2F6127510}"/>
          </ac:spMkLst>
        </pc:spChg>
        <pc:spChg chg="add mod">
          <ac:chgData name="강현웅(HYEONWOONG KANG)[khw330]/선임/제조DX.자동보정.조립자동보정팀" userId="2b3cec2e-b960-4340-96c3-4469e2643969" providerId="ADAL" clId="{095768A8-E7E2-4983-98E0-E7793285BF88}" dt="2026-09-23T00:26:11.047" v="2202" actId="1035"/>
          <ac:spMkLst>
            <pc:docMk/>
            <pc:sldMk cId="3036900082" sldId="320"/>
            <ac:spMk id="40" creationId="{D9956BF4-D5C3-A4AA-4C8E-16A2685D0355}"/>
          </ac:spMkLst>
        </pc:spChg>
        <pc:spChg chg="add mod">
          <ac:chgData name="강현웅(HYEONWOONG KANG)[khw330]/선임/제조DX.자동보정.조립자동보정팀" userId="2b3cec2e-b960-4340-96c3-4469e2643969" providerId="ADAL" clId="{095768A8-E7E2-4983-98E0-E7793285BF88}" dt="2026-09-22T06:48:04.441" v="1201" actId="404"/>
          <ac:spMkLst>
            <pc:docMk/>
            <pc:sldMk cId="3036900082" sldId="320"/>
            <ac:spMk id="42" creationId="{32119795-E9B2-39F1-EB5E-6905A4E04728}"/>
          </ac:spMkLst>
        </pc:spChg>
        <pc:spChg chg="add mod">
          <ac:chgData name="강현웅(HYEONWOONG KANG)[khw330]/선임/제조DX.자동보정.조립자동보정팀" userId="2b3cec2e-b960-4340-96c3-4469e2643969" providerId="ADAL" clId="{095768A8-E7E2-4983-98E0-E7793285BF88}" dt="2026-09-22T06:48:04.441" v="1201" actId="404"/>
          <ac:spMkLst>
            <pc:docMk/>
            <pc:sldMk cId="3036900082" sldId="320"/>
            <ac:spMk id="44" creationId="{518AE80F-3F10-F501-831A-0358371744DC}"/>
          </ac:spMkLst>
        </pc:spChg>
        <pc:spChg chg="add mod">
          <ac:chgData name="강현웅(HYEONWOONG KANG)[khw330]/선임/제조DX.자동보정.조립자동보정팀" userId="2b3cec2e-b960-4340-96c3-4469e2643969" providerId="ADAL" clId="{095768A8-E7E2-4983-98E0-E7793285BF88}" dt="2026-09-22T06:48:04.441" v="1201" actId="404"/>
          <ac:spMkLst>
            <pc:docMk/>
            <pc:sldMk cId="3036900082" sldId="320"/>
            <ac:spMk id="45" creationId="{B1DA6A41-57D5-B191-52CD-F3B2D0A26BD1}"/>
          </ac:spMkLst>
        </pc:spChg>
        <pc:spChg chg="add mod">
          <ac:chgData name="강현웅(HYEONWOONG KANG)[khw330]/선임/제조DX.자동보정.조립자동보정팀" userId="2b3cec2e-b960-4340-96c3-4469e2643969" providerId="ADAL" clId="{095768A8-E7E2-4983-98E0-E7793285BF88}" dt="2026-09-22T06:48:04.441" v="1201" actId="404"/>
          <ac:spMkLst>
            <pc:docMk/>
            <pc:sldMk cId="3036900082" sldId="320"/>
            <ac:spMk id="46" creationId="{DB50E2F4-BC79-D0A7-F1C0-A770AFE9699E}"/>
          </ac:spMkLst>
        </pc:spChg>
        <pc:spChg chg="add del">
          <ac:chgData name="강현웅(HYEONWOONG KANG)[khw330]/선임/제조DX.자동보정.조립자동보정팀" userId="2b3cec2e-b960-4340-96c3-4469e2643969" providerId="ADAL" clId="{095768A8-E7E2-4983-98E0-E7793285BF88}" dt="2026-09-22T06:37:14.907" v="406" actId="478"/>
          <ac:spMkLst>
            <pc:docMk/>
            <pc:sldMk cId="3036900082" sldId="320"/>
            <ac:spMk id="65" creationId="{7A165BA9-9F2A-8E7E-7837-34CCCFD768D7}"/>
          </ac:spMkLst>
        </pc:spChg>
        <pc:spChg chg="add del">
          <ac:chgData name="강현웅(HYEONWOONG KANG)[khw330]/선임/제조DX.자동보정.조립자동보정팀" userId="2b3cec2e-b960-4340-96c3-4469e2643969" providerId="ADAL" clId="{095768A8-E7E2-4983-98E0-E7793285BF88}" dt="2026-09-22T06:37:14.907" v="406" actId="478"/>
          <ac:spMkLst>
            <pc:docMk/>
            <pc:sldMk cId="3036900082" sldId="320"/>
            <ac:spMk id="66" creationId="{E7B1593D-7232-99B4-73A8-E9FD828C2295}"/>
          </ac:spMkLst>
        </pc:spChg>
        <pc:spChg chg="add del">
          <ac:chgData name="강현웅(HYEONWOONG KANG)[khw330]/선임/제조DX.자동보정.조립자동보정팀" userId="2b3cec2e-b960-4340-96c3-4469e2643969" providerId="ADAL" clId="{095768A8-E7E2-4983-98E0-E7793285BF88}" dt="2026-09-22T06:37:14.907" v="406" actId="478"/>
          <ac:spMkLst>
            <pc:docMk/>
            <pc:sldMk cId="3036900082" sldId="320"/>
            <ac:spMk id="67" creationId="{458DDCF9-377C-55CC-2A23-A4D34BC4925E}"/>
          </ac:spMkLst>
        </pc:spChg>
        <pc:spChg chg="add del">
          <ac:chgData name="강현웅(HYEONWOONG KANG)[khw330]/선임/제조DX.자동보정.조립자동보정팀" userId="2b3cec2e-b960-4340-96c3-4469e2643969" providerId="ADAL" clId="{095768A8-E7E2-4983-98E0-E7793285BF88}" dt="2026-09-22T06:37:14.907" v="406" actId="478"/>
          <ac:spMkLst>
            <pc:docMk/>
            <pc:sldMk cId="3036900082" sldId="320"/>
            <ac:spMk id="68" creationId="{77791769-F510-A7DE-409F-B5547A7550E8}"/>
          </ac:spMkLst>
        </pc:spChg>
        <pc:spChg chg="add del">
          <ac:chgData name="강현웅(HYEONWOONG KANG)[khw330]/선임/제조DX.자동보정.조립자동보정팀" userId="2b3cec2e-b960-4340-96c3-4469e2643969" providerId="ADAL" clId="{095768A8-E7E2-4983-98E0-E7793285BF88}" dt="2026-09-22T06:37:11.444" v="405" actId="478"/>
          <ac:spMkLst>
            <pc:docMk/>
            <pc:sldMk cId="3036900082" sldId="320"/>
            <ac:spMk id="69" creationId="{49E7853C-89B1-A601-EDE0-6BA31DBAFA42}"/>
          </ac:spMkLst>
        </pc:spChg>
        <pc:spChg chg="add del">
          <ac:chgData name="강현웅(HYEONWOONG KANG)[khw330]/선임/제조DX.자동보정.조립자동보정팀" userId="2b3cec2e-b960-4340-96c3-4469e2643969" providerId="ADAL" clId="{095768A8-E7E2-4983-98E0-E7793285BF88}" dt="2026-09-22T06:37:14.907" v="406" actId="478"/>
          <ac:spMkLst>
            <pc:docMk/>
            <pc:sldMk cId="3036900082" sldId="320"/>
            <ac:spMk id="70" creationId="{7E8E2B6D-475B-ADB0-6DD4-ACCFD76DA5C0}"/>
          </ac:spMkLst>
        </pc:spChg>
        <pc:spChg chg="add del mod">
          <ac:chgData name="강현웅(HYEONWOONG KANG)[khw330]/선임/제조DX.자동보정.조립자동보정팀" userId="2b3cec2e-b960-4340-96c3-4469e2643969" providerId="ADAL" clId="{095768A8-E7E2-4983-98E0-E7793285BF88}" dt="2026-09-23T00:26:15.843" v="2213" actId="1076"/>
          <ac:spMkLst>
            <pc:docMk/>
            <pc:sldMk cId="3036900082" sldId="320"/>
            <ac:spMk id="86" creationId="{E9B2788A-F2FC-FD2B-4DA5-B3ADA9A002F2}"/>
          </ac:spMkLst>
        </pc:spChg>
        <pc:grpChg chg="add del">
          <ac:chgData name="강현웅(HYEONWOONG KANG)[khw330]/선임/제조DX.자동보정.조립자동보정팀" userId="2b3cec2e-b960-4340-96c3-4469e2643969" providerId="ADAL" clId="{095768A8-E7E2-4983-98E0-E7793285BF88}" dt="2026-09-22T06:36:49.715" v="397" actId="478"/>
          <ac:grpSpMkLst>
            <pc:docMk/>
            <pc:sldMk cId="3036900082" sldId="320"/>
            <ac:grpSpMk id="32" creationId="{33764A6A-2B0C-F19A-4E8F-70AED4853F0B}"/>
          </ac:grpSpMkLst>
        </pc:grpChg>
        <pc:grpChg chg="add del">
          <ac:chgData name="강현웅(HYEONWOONG KANG)[khw330]/선임/제조DX.자동보정.조립자동보정팀" userId="2b3cec2e-b960-4340-96c3-4469e2643969" providerId="ADAL" clId="{095768A8-E7E2-4983-98E0-E7793285BF88}" dt="2026-09-22T06:36:48.994" v="396" actId="478"/>
          <ac:grpSpMkLst>
            <pc:docMk/>
            <pc:sldMk cId="3036900082" sldId="320"/>
            <ac:grpSpMk id="36" creationId="{FA50B8EB-1BE2-8ADE-1207-66AB1C8BFC1C}"/>
          </ac:grpSpMkLst>
        </pc:grpChg>
        <pc:grpChg chg="add mod">
          <ac:chgData name="강현웅(HYEONWOONG KANG)[khw330]/선임/제조DX.자동보정.조립자동보정팀" userId="2b3cec2e-b960-4340-96c3-4469e2643969" providerId="ADAL" clId="{095768A8-E7E2-4983-98E0-E7793285BF88}" dt="2026-09-23T00:26:14.636" v="2212" actId="1036"/>
          <ac:grpSpMkLst>
            <pc:docMk/>
            <pc:sldMk cId="3036900082" sldId="320"/>
            <ac:grpSpMk id="41" creationId="{A8840E62-7A14-4224-A813-E3F822C39EC2}"/>
          </ac:grpSpMkLst>
        </pc:grpChg>
        <pc:graphicFrameChg chg="add del">
          <ac:chgData name="강현웅(HYEONWOONG KANG)[khw330]/선임/제조DX.자동보정.조립자동보정팀" userId="2b3cec2e-b960-4340-96c3-4469e2643969" providerId="ADAL" clId="{095768A8-E7E2-4983-98E0-E7793285BF88}" dt="2026-09-22T06:36:51.127" v="398" actId="478"/>
          <ac:graphicFrameMkLst>
            <pc:docMk/>
            <pc:sldMk cId="3036900082" sldId="320"/>
            <ac:graphicFrameMk id="7" creationId="{CA6A99C8-00B6-A3C4-AD03-9E4FE51DE9A6}"/>
          </ac:graphicFrameMkLst>
        </pc:graphicFrameChg>
        <pc:graphicFrameChg chg="add mod">
          <ac:chgData name="강현웅(HYEONWOONG KANG)[khw330]/선임/제조DX.자동보정.조립자동보정팀" userId="2b3cec2e-b960-4340-96c3-4469e2643969" providerId="ADAL" clId="{095768A8-E7E2-4983-98E0-E7793285BF88}" dt="2026-09-22T06:37:01.285" v="401"/>
          <ac:graphicFrameMkLst>
            <pc:docMk/>
            <pc:sldMk cId="3036900082" sldId="320"/>
            <ac:graphicFrameMk id="37" creationId="{9A1C3F1D-82CE-1BF7-BBAF-83D45EB6A74E}"/>
          </ac:graphicFrameMkLst>
        </pc:graphicFrameChg>
        <pc:graphicFrameChg chg="add del modGraphic">
          <ac:chgData name="강현웅(HYEONWOONG KANG)[khw330]/선임/제조DX.자동보정.조립자동보정팀" userId="2b3cec2e-b960-4340-96c3-4469e2643969" providerId="ADAL" clId="{095768A8-E7E2-4983-98E0-E7793285BF88}" dt="2026-09-22T06:36:53.395" v="400" actId="478"/>
          <ac:graphicFrameMkLst>
            <pc:docMk/>
            <pc:sldMk cId="3036900082" sldId="320"/>
            <ac:graphicFrameMk id="38" creationId="{8FECA08A-3AC2-744C-46A5-C4EBD179B3A9}"/>
          </ac:graphicFrameMkLst>
        </pc:graphicFrameChg>
        <pc:graphicFrameChg chg="add mod modGraphic">
          <ac:chgData name="강현웅(HYEONWOONG KANG)[khw330]/선임/제조DX.자동보정.조립자동보정팀" userId="2b3cec2e-b960-4340-96c3-4469e2643969" providerId="ADAL" clId="{095768A8-E7E2-4983-98E0-E7793285BF88}" dt="2026-09-23T00:26:11.047" v="2202" actId="1035"/>
          <ac:graphicFrameMkLst>
            <pc:docMk/>
            <pc:sldMk cId="3036900082" sldId="320"/>
            <ac:graphicFrameMk id="39" creationId="{0144C453-33B7-D679-83BD-1711D7EC27D8}"/>
          </ac:graphicFrameMkLst>
        </pc:graphicFrameChg>
        <pc:graphicFrameChg chg="add mod">
          <ac:chgData name="강현웅(HYEONWOONG KANG)[khw330]/선임/제조DX.자동보정.조립자동보정팀" userId="2b3cec2e-b960-4340-96c3-4469e2643969" providerId="ADAL" clId="{095768A8-E7E2-4983-98E0-E7793285BF88}" dt="2026-09-22T06:48:09.902" v="1204" actId="404"/>
          <ac:graphicFrameMkLst>
            <pc:docMk/>
            <pc:sldMk cId="3036900082" sldId="320"/>
            <ac:graphicFrameMk id="43" creationId="{492E3E3D-C489-6099-5E59-64A2BCC53DB2}"/>
          </ac:graphicFrameMkLst>
        </pc:graphicFrameChg>
        <pc:cxnChg chg="mod">
          <ac:chgData name="강현웅(HYEONWOONG KANG)[khw330]/선임/제조DX.자동보정.조립자동보정팀" userId="2b3cec2e-b960-4340-96c3-4469e2643969" providerId="ADAL" clId="{095768A8-E7E2-4983-98E0-E7793285BF88}" dt="2026-09-22T06:36:48.994" v="396" actId="478"/>
          <ac:cxnSpMkLst>
            <pc:docMk/>
            <pc:sldMk cId="3036900082" sldId="320"/>
            <ac:cxnSpMk id="30" creationId="{2F0A6B1A-0D86-840D-D9A0-D945AD2453EC}"/>
          </ac:cxnSpMkLst>
        </pc:cxnChg>
        <pc:cxnChg chg="add del">
          <ac:chgData name="강현웅(HYEONWOONG KANG)[khw330]/선임/제조DX.자동보정.조립자동보정팀" userId="2b3cec2e-b960-4340-96c3-4469e2643969" providerId="ADAL" clId="{095768A8-E7E2-4983-98E0-E7793285BF88}" dt="2026-09-22T06:37:14.907" v="406" actId="478"/>
          <ac:cxnSpMkLst>
            <pc:docMk/>
            <pc:sldMk cId="3036900082" sldId="320"/>
            <ac:cxnSpMk id="84" creationId="{E562AEB8-2410-45DB-2746-6C2E40060E62}"/>
          </ac:cxnSpMkLst>
        </pc:cxnChg>
        <pc:cxnChg chg="add del">
          <ac:chgData name="강현웅(HYEONWOONG KANG)[khw330]/선임/제조DX.자동보정.조립자동보정팀" userId="2b3cec2e-b960-4340-96c3-4469e2643969" providerId="ADAL" clId="{095768A8-E7E2-4983-98E0-E7793285BF88}" dt="2026-09-22T06:37:14.907" v="406" actId="478"/>
          <ac:cxnSpMkLst>
            <pc:docMk/>
            <pc:sldMk cId="3036900082" sldId="320"/>
            <ac:cxnSpMk id="85" creationId="{F0BD9191-4AA5-F061-FB2D-8B5A70C69AC4}"/>
          </ac:cxnSpMkLst>
        </pc:cxnChg>
      </pc:sldChg>
      <pc:sldChg chg="delSp modSp add mod">
        <pc:chgData name="강현웅(HYEONWOONG KANG)[khw330]/선임/제조DX.자동보정.조립자동보정팀" userId="2b3cec2e-b960-4340-96c3-4469e2643969" providerId="ADAL" clId="{095768A8-E7E2-4983-98E0-E7793285BF88}" dt="2026-09-22T07:57:26.561" v="1210" actId="20577"/>
        <pc:sldMkLst>
          <pc:docMk/>
          <pc:sldMk cId="73917702" sldId="327"/>
        </pc:sldMkLst>
        <pc:spChg chg="mod">
          <ac:chgData name="강현웅(HYEONWOONG KANG)[khw330]/선임/제조DX.자동보정.조립자동보정팀" userId="2b3cec2e-b960-4340-96c3-4469e2643969" providerId="ADAL" clId="{095768A8-E7E2-4983-98E0-E7793285BF88}" dt="2026-09-22T07:57:26.561" v="1210" actId="20577"/>
          <ac:spMkLst>
            <pc:docMk/>
            <pc:sldMk cId="73917702" sldId="327"/>
            <ac:spMk id="29" creationId="{CADE57B7-AFD5-377B-538A-D583A6DC70A2}"/>
          </ac:spMkLst>
        </pc:spChg>
        <pc:picChg chg="del">
          <ac:chgData name="강현웅(HYEONWOONG KANG)[khw330]/선임/제조DX.자동보정.조립자동보정팀" userId="2b3cec2e-b960-4340-96c3-4469e2643969" providerId="ADAL" clId="{095768A8-E7E2-4983-98E0-E7793285BF88}" dt="2026-09-22T07:57:21.961" v="1208" actId="478"/>
          <ac:picMkLst>
            <pc:docMk/>
            <pc:sldMk cId="73917702" sldId="327"/>
            <ac:picMk id="4" creationId="{B52BAA6C-B410-3468-6D33-530DAB10430B}"/>
          </ac:picMkLst>
        </pc:picChg>
      </pc:sldChg>
      <pc:sldChg chg="addSp delSp modSp mod">
        <pc:chgData name="강현웅(HYEONWOONG KANG)[khw330]/선임/제조DX.자동보정.조립자동보정팀" userId="2b3cec2e-b960-4340-96c3-4469e2643969" providerId="ADAL" clId="{095768A8-E7E2-4983-98E0-E7793285BF88}" dt="2026-09-23T00:25:06.327" v="2130" actId="20577"/>
        <pc:sldMkLst>
          <pc:docMk/>
          <pc:sldMk cId="73917702" sldId="331"/>
        </pc:sldMkLst>
        <pc:spChg chg="del">
          <ac:chgData name="강현웅(HYEONWOONG KANG)[khw330]/선임/제조DX.자동보정.조립자동보정팀" userId="2b3cec2e-b960-4340-96c3-4469e2643969" providerId="ADAL" clId="{095768A8-E7E2-4983-98E0-E7793285BF88}" dt="2026-09-22T07:59:40.779" v="1225" actId="478"/>
          <ac:spMkLst>
            <pc:docMk/>
            <pc:sldMk cId="73917702" sldId="331"/>
            <ac:spMk id="5" creationId="{B78D6BB6-C974-88AF-A810-5A9AD8C7B697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3T00:14:38.317" v="1709" actId="1036"/>
          <ac:spMkLst>
            <pc:docMk/>
            <pc:sldMk cId="73917702" sldId="331"/>
            <ac:spMk id="6" creationId="{5995C568-1FBE-86DF-318A-685D64C63CBC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3T00:25:06.327" v="2130" actId="20577"/>
          <ac:spMkLst>
            <pc:docMk/>
            <pc:sldMk cId="73917702" sldId="331"/>
            <ac:spMk id="8" creationId="{DBA1A072-B867-1210-4F9A-1B42B9C79662}"/>
          </ac:spMkLst>
        </pc:spChg>
        <pc:spChg chg="add mod">
          <ac:chgData name="강현웅(HYEONWOONG KANG)[khw330]/선임/제조DX.자동보정.조립자동보정팀" userId="2b3cec2e-b960-4340-96c3-4469e2643969" providerId="ADAL" clId="{095768A8-E7E2-4983-98E0-E7793285BF88}" dt="2026-09-23T00:14:41.852" v="1717" actId="1036"/>
          <ac:spMkLst>
            <pc:docMk/>
            <pc:sldMk cId="73917702" sldId="331"/>
            <ac:spMk id="9" creationId="{17164F41-B1CA-05E8-D856-5434B88615A5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3T00:14:38.317" v="1709" actId="1036"/>
          <ac:spMkLst>
            <pc:docMk/>
            <pc:sldMk cId="73917702" sldId="331"/>
            <ac:spMk id="15" creationId="{BA166261-C7FE-53E9-B8B5-299A756A35F9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2T08:07:10.332" v="1660"/>
          <ac:spMkLst>
            <pc:docMk/>
            <pc:sldMk cId="73917702" sldId="331"/>
            <ac:spMk id="16" creationId="{6E64D536-1B0F-B7D6-130C-DBEEE06B0C8B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2T08:07:00.859" v="1647" actId="20577"/>
          <ac:spMkLst>
            <pc:docMk/>
            <pc:sldMk cId="73917702" sldId="331"/>
            <ac:spMk id="17" creationId="{3D171D3E-1985-8A6E-7869-31CB77FE3666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3T00:13:40.380" v="1665" actId="20577"/>
          <ac:spMkLst>
            <pc:docMk/>
            <pc:sldMk cId="73917702" sldId="331"/>
            <ac:spMk id="29" creationId="{CADE57B7-AFD5-377B-538A-D583A6DC70A2}"/>
          </ac:spMkLst>
        </pc:spChg>
        <pc:graphicFrameChg chg="add mod">
          <ac:chgData name="강현웅(HYEONWOONG KANG)[khw330]/선임/제조DX.자동보정.조립자동보정팀" userId="2b3cec2e-b960-4340-96c3-4469e2643969" providerId="ADAL" clId="{095768A8-E7E2-4983-98E0-E7793285BF88}" dt="2026-09-22T07:59:47.062" v="1226"/>
          <ac:graphicFrameMkLst>
            <pc:docMk/>
            <pc:sldMk cId="73917702" sldId="331"/>
            <ac:graphicFrameMk id="2" creationId="{991A2873-3B98-090F-08A3-A22FD1149E3C}"/>
          </ac:graphicFrameMkLst>
        </pc:graphicFrameChg>
        <pc:graphicFrameChg chg="add mod modGraphic">
          <ac:chgData name="강현웅(HYEONWOONG KANG)[khw330]/선임/제조DX.자동보정.조립자동보정팀" userId="2b3cec2e-b960-4340-96c3-4469e2643969" providerId="ADAL" clId="{095768A8-E7E2-4983-98E0-E7793285BF88}" dt="2026-09-23T00:14:41.852" v="1717" actId="1036"/>
          <ac:graphicFrameMkLst>
            <pc:docMk/>
            <pc:sldMk cId="73917702" sldId="331"/>
            <ac:graphicFrameMk id="7" creationId="{17422099-66B7-628A-9535-1B2C24BC30C1}"/>
          </ac:graphicFrameMkLst>
        </pc:graphicFrameChg>
      </pc:sldChg>
      <pc:sldChg chg="modSp mod">
        <pc:chgData name="강현웅(HYEONWOONG KANG)[khw330]/선임/제조DX.자동보정.조립자동보정팀" userId="2b3cec2e-b960-4340-96c3-4469e2643969" providerId="ADAL" clId="{095768A8-E7E2-4983-98E0-E7793285BF88}" dt="2026-09-22T04:58:38.041" v="386" actId="207"/>
        <pc:sldMkLst>
          <pc:docMk/>
          <pc:sldMk cId="1685038010" sldId="349"/>
        </pc:sldMkLst>
        <pc:spChg chg="mod">
          <ac:chgData name="강현웅(HYEONWOONG KANG)[khw330]/선임/제조DX.자동보정.조립자동보정팀" userId="2b3cec2e-b960-4340-96c3-4469e2643969" providerId="ADAL" clId="{095768A8-E7E2-4983-98E0-E7793285BF88}" dt="2026-09-22T04:58:38.041" v="386" actId="207"/>
          <ac:spMkLst>
            <pc:docMk/>
            <pc:sldMk cId="1685038010" sldId="349"/>
            <ac:spMk id="22" creationId="{39007AA6-9C76-CC35-9003-766D6E57C2F2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095768A8-E7E2-4983-98E0-E7793285BF88}" dt="2026-09-23T00:49:17.341" v="2608" actId="20577"/>
        <pc:sldMkLst>
          <pc:docMk/>
          <pc:sldMk cId="302398732" sldId="350"/>
        </pc:sldMkLst>
        <pc:spChg chg="mod">
          <ac:chgData name="강현웅(HYEONWOONG KANG)[khw330]/선임/제조DX.자동보정.조립자동보정팀" userId="2b3cec2e-b960-4340-96c3-4469e2643969" providerId="ADAL" clId="{095768A8-E7E2-4983-98E0-E7793285BF88}" dt="2026-09-22T04:48:57.525" v="236" actId="20577"/>
          <ac:spMkLst>
            <pc:docMk/>
            <pc:sldMk cId="302398732" sldId="350"/>
            <ac:spMk id="7" creationId="{76597178-0C46-359F-C512-80C28D96C117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3T00:49:17.341" v="2608" actId="20577"/>
          <ac:spMkLst>
            <pc:docMk/>
            <pc:sldMk cId="302398732" sldId="350"/>
            <ac:spMk id="21" creationId="{D79119F6-A51B-078B-B1CF-0E4C415E152A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095768A8-E7E2-4983-98E0-E7793285BF88}" dt="2026-09-22T04:53:26.347" v="343" actId="20577"/>
        <pc:sldMkLst>
          <pc:docMk/>
          <pc:sldMk cId="3572401588" sldId="384"/>
        </pc:sldMkLst>
        <pc:spChg chg="mod">
          <ac:chgData name="강현웅(HYEONWOONG KANG)[khw330]/선임/제조DX.자동보정.조립자동보정팀" userId="2b3cec2e-b960-4340-96c3-4469e2643969" providerId="ADAL" clId="{095768A8-E7E2-4983-98E0-E7793285BF88}" dt="2026-09-22T04:53:26.347" v="343" actId="20577"/>
          <ac:spMkLst>
            <pc:docMk/>
            <pc:sldMk cId="3572401588" sldId="384"/>
            <ac:spMk id="7" creationId="{F8C488E4-45A5-19F5-41CE-0C6C7FDB6C5D}"/>
          </ac:spMkLst>
        </pc:spChg>
        <pc:spChg chg="mod">
          <ac:chgData name="강현웅(HYEONWOONG KANG)[khw330]/선임/제조DX.자동보정.조립자동보정팀" userId="2b3cec2e-b960-4340-96c3-4469e2643969" providerId="ADAL" clId="{095768A8-E7E2-4983-98E0-E7793285BF88}" dt="2026-09-22T04:53:16.494" v="339" actId="20577"/>
          <ac:spMkLst>
            <pc:docMk/>
            <pc:sldMk cId="3572401588" sldId="384"/>
            <ac:spMk id="20" creationId="{FF36B9CE-C4B6-E9B1-6EDB-42B8AC281614}"/>
          </ac:spMkLst>
        </pc:spChg>
      </pc:sldChg>
      <pc:sldChg chg="modSp del mod">
        <pc:chgData name="강현웅(HYEONWOONG KANG)[khw330]/선임/제조DX.자동보정.조립자동보정팀" userId="2b3cec2e-b960-4340-96c3-4469e2643969" providerId="ADAL" clId="{095768A8-E7E2-4983-98E0-E7793285BF88}" dt="2026-09-23T00:13:03.795" v="1661" actId="47"/>
        <pc:sldMkLst>
          <pc:docMk/>
          <pc:sldMk cId="3526692955" sldId="432"/>
        </pc:sldMkLst>
        <pc:spChg chg="mod">
          <ac:chgData name="강현웅(HYEONWOONG KANG)[khw330]/선임/제조DX.자동보정.조립자동보정팀" userId="2b3cec2e-b960-4340-96c3-4469e2643969" providerId="ADAL" clId="{095768A8-E7E2-4983-98E0-E7793285BF88}" dt="2026-09-22T07:57:35.622" v="1214" actId="20577"/>
          <ac:spMkLst>
            <pc:docMk/>
            <pc:sldMk cId="3526692955" sldId="432"/>
            <ac:spMk id="29" creationId="{CADE57B7-AFD5-377B-538A-D583A6DC70A2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095768A8-E7E2-4983-98E0-E7793285BF88}" dt="2026-09-22T04:53:29.885" v="345" actId="20577"/>
        <pc:sldMkLst>
          <pc:docMk/>
          <pc:sldMk cId="2833016045" sldId="439"/>
        </pc:sldMkLst>
        <pc:spChg chg="mod">
          <ac:chgData name="강현웅(HYEONWOONG KANG)[khw330]/선임/제조DX.자동보정.조립자동보정팀" userId="2b3cec2e-b960-4340-96c3-4469e2643969" providerId="ADAL" clId="{095768A8-E7E2-4983-98E0-E7793285BF88}" dt="2026-09-22T04:53:29.885" v="345" actId="20577"/>
          <ac:spMkLst>
            <pc:docMk/>
            <pc:sldMk cId="2833016045" sldId="439"/>
            <ac:spMk id="7" creationId="{F8C488E4-45A5-19F5-41CE-0C6C7FDB6C5D}"/>
          </ac:spMkLst>
        </pc:spChg>
      </pc:sldChg>
    </pc:docChg>
  </pc:docChgLst>
  <pc:docChgLst>
    <pc:chgData name="원종래(JONG LAE WON)[jlwon]/책임/제조DX.자동보정.조립자동보정팀" userId="b47432fc-6904-4550-9f81-749fde7e3ec4" providerId="ADAL" clId="{6A2FC3EA-2644-4940-98D8-39A26E6B2737}"/>
    <pc:docChg chg="undo custSel addSld modSld">
      <pc:chgData name="원종래(JONG LAE WON)[jlwon]/책임/제조DX.자동보정.조립자동보정팀" userId="b47432fc-6904-4550-9f81-749fde7e3ec4" providerId="ADAL" clId="{6A2FC3EA-2644-4940-98D8-39A26E6B2737}" dt="2026-09-01T09:57:02.388" v="1598" actId="6549"/>
      <pc:docMkLst>
        <pc:docMk/>
      </pc:docMkLst>
      <pc:sldChg chg="modSp mod">
        <pc:chgData name="원종래(JONG LAE WON)[jlwon]/책임/제조DX.자동보정.조립자동보정팀" userId="b47432fc-6904-4550-9f81-749fde7e3ec4" providerId="ADAL" clId="{6A2FC3EA-2644-4940-98D8-39A26E6B2737}" dt="2026-09-01T04:30:46.929" v="371" actId="20577"/>
        <pc:sldMkLst>
          <pc:docMk/>
          <pc:sldMk cId="2772027129" sldId="260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4:30:46.929" v="371" actId="20577"/>
          <ac:spMkLst>
            <pc:docMk/>
            <pc:sldMk cId="2772027129" sldId="260"/>
            <ac:spMk id="8" creationId="{96604DF6-74CC-03F1-AF12-C27E99648785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48:38.729" v="511" actId="20577"/>
        <pc:sldMkLst>
          <pc:docMk/>
          <pc:sldMk cId="1688006984" sldId="264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48:38.729" v="511" actId="20577"/>
          <ac:spMkLst>
            <pc:docMk/>
            <pc:sldMk cId="1688006984" sldId="264"/>
            <ac:spMk id="37" creationId="{539CA26B-1B77-5B7B-ED7C-0CFDF3C41613}"/>
          </ac:spMkLst>
        </pc:spChg>
        <pc:graphicFrameChg chg="modGraphic">
          <ac:chgData name="원종래(JONG LAE WON)[jlwon]/책임/제조DX.자동보정.조립자동보정팀" userId="b47432fc-6904-4550-9f81-749fde7e3ec4" providerId="ADAL" clId="{6A2FC3EA-2644-4940-98D8-39A26E6B2737}" dt="2026-09-01T09:48:05.348" v="501" actId="947"/>
          <ac:graphicFrameMkLst>
            <pc:docMk/>
            <pc:sldMk cId="1688006984" sldId="264"/>
            <ac:graphicFrameMk id="6" creationId="{627B4948-300B-D1F9-B50C-58B52B7F079E}"/>
          </ac:graphicFrameMkLst>
        </pc:graphicFrame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38:30.761" v="491" actId="20577"/>
        <pc:sldMkLst>
          <pc:docMk/>
          <pc:sldMk cId="2538130918" sldId="272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38:30.761" v="491" actId="20577"/>
          <ac:spMkLst>
            <pc:docMk/>
            <pc:sldMk cId="2538130918" sldId="272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7:47:06.362" v="467"/>
        <pc:sldMkLst>
          <pc:docMk/>
          <pc:sldMk cId="3932546465" sldId="275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7:46:22.972" v="427" actId="6549"/>
          <ac:spMkLst>
            <pc:docMk/>
            <pc:sldMk cId="3932546465" sldId="275"/>
            <ac:spMk id="2" creationId="{5748F319-FE8D-4ECF-AFB9-B7E0916A513F}"/>
          </ac:spMkLst>
        </pc:spChg>
        <pc:spChg chg="mod">
          <ac:chgData name="원종래(JONG LAE WON)[jlwon]/책임/제조DX.자동보정.조립자동보정팀" userId="b47432fc-6904-4550-9f81-749fde7e3ec4" providerId="ADAL" clId="{6A2FC3EA-2644-4940-98D8-39A26E6B2737}" dt="2026-09-01T07:47:06.362" v="467"/>
          <ac:spMkLst>
            <pc:docMk/>
            <pc:sldMk cId="3932546465" sldId="275"/>
            <ac:spMk id="5" creationId="{1615D8B7-2F76-467E-B74D-9F119B978A4C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38:53.344" v="493" actId="20577"/>
        <pc:sldMkLst>
          <pc:docMk/>
          <pc:sldMk cId="1560782275" sldId="289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38:53.344" v="493" actId="20577"/>
          <ac:spMkLst>
            <pc:docMk/>
            <pc:sldMk cId="1560782275" sldId="289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38:59.736" v="496" actId="20577"/>
        <pc:sldMkLst>
          <pc:docMk/>
          <pc:sldMk cId="1690943200" sldId="298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38:59.736" v="496" actId="20577"/>
          <ac:spMkLst>
            <pc:docMk/>
            <pc:sldMk cId="1690943200" sldId="298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38:25.321" v="490" actId="20577"/>
        <pc:sldMkLst>
          <pc:docMk/>
          <pc:sldMk cId="468470824" sldId="300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38:25.321" v="490" actId="20577"/>
          <ac:spMkLst>
            <pc:docMk/>
            <pc:sldMk cId="468470824" sldId="300"/>
            <ac:spMk id="34" creationId="{5C479A47-4E16-BC7C-34EB-658918D13778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7:48:34.615" v="475" actId="20577"/>
        <pc:sldMkLst>
          <pc:docMk/>
          <pc:sldMk cId="3813480401" sldId="316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7:48:34.615" v="475" actId="20577"/>
          <ac:spMkLst>
            <pc:docMk/>
            <pc:sldMk cId="3813480401" sldId="316"/>
            <ac:spMk id="30" creationId="{0D42272B-7090-3E3D-C807-E7C5620E4BE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38:20.009" v="487" actId="20577"/>
        <pc:sldMkLst>
          <pc:docMk/>
          <pc:sldMk cId="1685038010" sldId="349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38:20.009" v="487" actId="20577"/>
          <ac:spMkLst>
            <pc:docMk/>
            <pc:sldMk cId="1685038010" sldId="349"/>
            <ac:spMk id="34" creationId="{5C479A47-4E16-BC7C-34EB-658918D13778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4:28:47.830" v="369" actId="20577"/>
        <pc:sldMkLst>
          <pc:docMk/>
          <pc:sldMk cId="302398732" sldId="350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4:28:47.830" v="369" actId="20577"/>
          <ac:spMkLst>
            <pc:docMk/>
            <pc:sldMk cId="302398732" sldId="350"/>
            <ac:spMk id="21" creationId="{D79119F6-A51B-078B-B1CF-0E4C415E152A}"/>
          </ac:spMkLst>
        </pc:spChg>
      </pc:sldChg>
      <pc:sldChg chg="addSp delSp modSp add mod">
        <pc:chgData name="원종래(JONG LAE WON)[jlwon]/책임/제조DX.자동보정.조립자동보정팀" userId="b47432fc-6904-4550-9f81-749fde7e3ec4" providerId="ADAL" clId="{6A2FC3EA-2644-4940-98D8-39A26E6B2737}" dt="2026-09-01T09:57:02.388" v="1598" actId="6549"/>
        <pc:sldMkLst>
          <pc:docMk/>
          <pc:sldMk cId="3521588699" sldId="354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48:52.757" v="537" actId="20577"/>
          <ac:spMkLst>
            <pc:docMk/>
            <pc:sldMk cId="3521588699" sldId="354"/>
            <ac:spMk id="33" creationId="{F703B24B-7F49-2FC3-CC69-4901B102D19E}"/>
          </ac:spMkLst>
        </pc:spChg>
        <pc:spChg chg="mod">
          <ac:chgData name="원종래(JONG LAE WON)[jlwon]/책임/제조DX.자동보정.조립자동보정팀" userId="b47432fc-6904-4550-9f81-749fde7e3ec4" providerId="ADAL" clId="{6A2FC3EA-2644-4940-98D8-39A26E6B2737}" dt="2026-09-01T09:57:02.388" v="1598" actId="6549"/>
          <ac:spMkLst>
            <pc:docMk/>
            <pc:sldMk cId="3521588699" sldId="354"/>
            <ac:spMk id="35" creationId="{A5938A85-D233-547C-64D1-BD9DECE6E8F4}"/>
          </ac:spMkLst>
        </pc:spChg>
        <pc:spChg chg="mod">
          <ac:chgData name="원종래(JONG LAE WON)[jlwon]/책임/제조DX.자동보정.조립자동보정팀" userId="b47432fc-6904-4550-9f81-749fde7e3ec4" providerId="ADAL" clId="{6A2FC3EA-2644-4940-98D8-39A26E6B2737}" dt="2026-09-01T09:48:43.231" v="516" actId="20577"/>
          <ac:spMkLst>
            <pc:docMk/>
            <pc:sldMk cId="3521588699" sldId="354"/>
            <ac:spMk id="37" creationId="{539CA26B-1B77-5B7B-ED7C-0CFDF3C41613}"/>
          </ac:spMkLst>
        </pc:spChg>
        <pc:picChg chg="add mod">
          <ac:chgData name="원종래(JONG LAE WON)[jlwon]/책임/제조DX.자동보정.조립자동보정팀" userId="b47432fc-6904-4550-9f81-749fde7e3ec4" providerId="ADAL" clId="{6A2FC3EA-2644-4940-98D8-39A26E6B2737}" dt="2026-09-01T09:51:29.786" v="661" actId="1076"/>
          <ac:picMkLst>
            <pc:docMk/>
            <pc:sldMk cId="3521588699" sldId="354"/>
            <ac:picMk id="7" creationId="{57A7779B-D13A-5E0A-1845-03D5DE001724}"/>
          </ac:picMkLst>
        </pc:picChg>
        <pc:picChg chg="add mod">
          <ac:chgData name="원종래(JONG LAE WON)[jlwon]/책임/제조DX.자동보정.조립자동보정팀" userId="b47432fc-6904-4550-9f81-749fde7e3ec4" providerId="ADAL" clId="{6A2FC3EA-2644-4940-98D8-39A26E6B2737}" dt="2026-09-01T09:51:29.786" v="661" actId="1076"/>
          <ac:picMkLst>
            <pc:docMk/>
            <pc:sldMk cId="3521588699" sldId="354"/>
            <ac:picMk id="8" creationId="{99882FD3-9BC9-610B-1781-156C626D9C83}"/>
          </ac:picMkLst>
        </pc:picChg>
        <pc:picChg chg="add mod">
          <ac:chgData name="원종래(JONG LAE WON)[jlwon]/책임/제조DX.자동보정.조립자동보정팀" userId="b47432fc-6904-4550-9f81-749fde7e3ec4" providerId="ADAL" clId="{6A2FC3EA-2644-4940-98D8-39A26E6B2737}" dt="2026-09-01T09:51:29.786" v="661" actId="1076"/>
          <ac:picMkLst>
            <pc:docMk/>
            <pc:sldMk cId="3521588699" sldId="354"/>
            <ac:picMk id="9" creationId="{938A4C07-418D-946E-4704-FDD976E8C450}"/>
          </ac:picMkLst>
        </pc:picChg>
        <pc:picChg chg="add mod">
          <ac:chgData name="원종래(JONG LAE WON)[jlwon]/책임/제조DX.자동보정.조립자동보정팀" userId="b47432fc-6904-4550-9f81-749fde7e3ec4" providerId="ADAL" clId="{6A2FC3EA-2644-4940-98D8-39A26E6B2737}" dt="2026-09-01T09:51:29.786" v="661" actId="1076"/>
          <ac:picMkLst>
            <pc:docMk/>
            <pc:sldMk cId="3521588699" sldId="354"/>
            <ac:picMk id="10" creationId="{CAE98121-79FA-9E78-E061-606F5DADA439}"/>
          </ac:picMkLst>
        </pc:picChg>
        <pc:picChg chg="add mod">
          <ac:chgData name="원종래(JONG LAE WON)[jlwon]/책임/제조DX.자동보정.조립자동보정팀" userId="b47432fc-6904-4550-9f81-749fde7e3ec4" providerId="ADAL" clId="{6A2FC3EA-2644-4940-98D8-39A26E6B2737}" dt="2026-09-01T09:51:29.786" v="661" actId="1076"/>
          <ac:picMkLst>
            <pc:docMk/>
            <pc:sldMk cId="3521588699" sldId="354"/>
            <ac:picMk id="11" creationId="{35E207A7-CB3E-C477-6587-930BE0D7D07C}"/>
          </ac:picMkLst>
        </pc:picChg>
        <pc:picChg chg="add mod">
          <ac:chgData name="원종래(JONG LAE WON)[jlwon]/책임/제조DX.자동보정.조립자동보정팀" userId="b47432fc-6904-4550-9f81-749fde7e3ec4" providerId="ADAL" clId="{6A2FC3EA-2644-4940-98D8-39A26E6B2737}" dt="2026-09-01T09:51:29.786" v="661" actId="1076"/>
          <ac:picMkLst>
            <pc:docMk/>
            <pc:sldMk cId="3521588699" sldId="354"/>
            <ac:picMk id="12" creationId="{584A7041-BE11-8C10-DD95-56DE939ACBA0}"/>
          </ac:picMkLst>
        </pc:picChg>
        <pc:picChg chg="add mod">
          <ac:chgData name="원종래(JONG LAE WON)[jlwon]/책임/제조DX.자동보정.조립자동보정팀" userId="b47432fc-6904-4550-9f81-749fde7e3ec4" providerId="ADAL" clId="{6A2FC3EA-2644-4940-98D8-39A26E6B2737}" dt="2026-09-01T09:51:29.786" v="661" actId="1076"/>
          <ac:picMkLst>
            <pc:docMk/>
            <pc:sldMk cId="3521588699" sldId="354"/>
            <ac:picMk id="13" creationId="{C2F922C2-FB2C-9EEC-51D5-4962A4C0E557}"/>
          </ac:picMkLst>
        </pc:picChg>
        <pc:picChg chg="add mod">
          <ac:chgData name="원종래(JONG LAE WON)[jlwon]/책임/제조DX.자동보정.조립자동보정팀" userId="b47432fc-6904-4550-9f81-749fde7e3ec4" providerId="ADAL" clId="{6A2FC3EA-2644-4940-98D8-39A26E6B2737}" dt="2026-09-01T09:51:29.786" v="661" actId="1076"/>
          <ac:picMkLst>
            <pc:docMk/>
            <pc:sldMk cId="3521588699" sldId="354"/>
            <ac:picMk id="14" creationId="{6D504FEE-F1FC-C117-49D0-C36EED1DE11A}"/>
          </ac:picMkLst>
        </pc:pic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4:25:25.895" v="2" actId="20577"/>
        <pc:sldMkLst>
          <pc:docMk/>
          <pc:sldMk cId="3515206283" sldId="368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4:25:25.895" v="2" actId="20577"/>
          <ac:spMkLst>
            <pc:docMk/>
            <pc:sldMk cId="3515206283" sldId="368"/>
            <ac:spMk id="115" creationId="{9AB0CFA3-6992-FB78-C56A-76216688921E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7:47:25.545" v="474" actId="20577"/>
        <pc:sldMkLst>
          <pc:docMk/>
          <pc:sldMk cId="4093150624" sldId="371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7:47:25.545" v="474" actId="20577"/>
          <ac:spMkLst>
            <pc:docMk/>
            <pc:sldMk cId="4093150624" sldId="371"/>
            <ac:spMk id="17" creationId="{3D171D3E-1985-8A6E-7869-31CB77FE3666}"/>
          </ac:spMkLst>
        </pc:spChg>
        <pc:spChg chg="mod">
          <ac:chgData name="원종래(JONG LAE WON)[jlwon]/책임/제조DX.자동보정.조립자동보정팀" userId="b47432fc-6904-4550-9f81-749fde7e3ec4" providerId="ADAL" clId="{6A2FC3EA-2644-4940-98D8-39A26E6B2737}" dt="2026-09-01T07:47:20.938" v="472" actId="1036"/>
          <ac:spMkLst>
            <pc:docMk/>
            <pc:sldMk cId="4093150624" sldId="371"/>
            <ac:spMk id="30" creationId="{0D42272B-7090-3E3D-C807-E7C5620E4BE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48:29.389" v="505" actId="20577"/>
        <pc:sldMkLst>
          <pc:docMk/>
          <pc:sldMk cId="3501312549" sldId="380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43:26.893" v="499" actId="20577"/>
          <ac:spMkLst>
            <pc:docMk/>
            <pc:sldMk cId="3501312549" sldId="380"/>
            <ac:spMk id="17" creationId="{3D171D3E-1985-8A6E-7869-31CB77FE3666}"/>
          </ac:spMkLst>
        </pc:spChg>
        <pc:spChg chg="mod">
          <ac:chgData name="원종래(JONG LAE WON)[jlwon]/책임/제조DX.자동보정.조립자동보정팀" userId="b47432fc-6904-4550-9f81-749fde7e3ec4" providerId="ADAL" clId="{6A2FC3EA-2644-4940-98D8-39A26E6B2737}" dt="2026-09-01T09:48:29.389" v="505" actId="20577"/>
          <ac:spMkLst>
            <pc:docMk/>
            <pc:sldMk cId="3501312549" sldId="380"/>
            <ac:spMk id="29" creationId="{CADE57B7-AFD5-377B-538A-D583A6DC70A2}"/>
          </ac:spMkLst>
        </pc:spChg>
        <pc:spChg chg="mod">
          <ac:chgData name="원종래(JONG LAE WON)[jlwon]/책임/제조DX.자동보정.조립자동보정팀" userId="b47432fc-6904-4550-9f81-749fde7e3ec4" providerId="ADAL" clId="{6A2FC3EA-2644-4940-98D8-39A26E6B2737}" dt="2026-09-01T07:52:10.958" v="484"/>
          <ac:spMkLst>
            <pc:docMk/>
            <pc:sldMk cId="3501312549" sldId="380"/>
            <ac:spMk id="30" creationId="{0D42272B-7090-3E3D-C807-E7C5620E4BEA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7:44:55.348" v="388" actId="20577"/>
        <pc:sldMkLst>
          <pc:docMk/>
          <pc:sldMk cId="3572401588" sldId="384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7:44:55.348" v="388" actId="20577"/>
          <ac:spMkLst>
            <pc:docMk/>
            <pc:sldMk cId="3572401588" sldId="384"/>
            <ac:spMk id="7" creationId="{F8C488E4-45A5-19F5-41CE-0C6C7FDB6C5D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48:34.275" v="508" actId="20577"/>
        <pc:sldMkLst>
          <pc:docMk/>
          <pc:sldMk cId="3908212712" sldId="413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43:30.424" v="500" actId="20577"/>
          <ac:spMkLst>
            <pc:docMk/>
            <pc:sldMk cId="3908212712" sldId="413"/>
            <ac:spMk id="34" creationId="{0DBB8F14-223A-56DE-7946-DE15F19C0CCB}"/>
          </ac:spMkLst>
        </pc:spChg>
        <pc:spChg chg="mod">
          <ac:chgData name="원종래(JONG LAE WON)[jlwon]/책임/제조DX.자동보정.조립자동보정팀" userId="b47432fc-6904-4550-9f81-749fde7e3ec4" providerId="ADAL" clId="{6A2FC3EA-2644-4940-98D8-39A26E6B2737}" dt="2026-09-01T09:48:34.275" v="508" actId="20577"/>
          <ac:spMkLst>
            <pc:docMk/>
            <pc:sldMk cId="3908212712" sldId="413"/>
            <ac:spMk id="37" creationId="{539CA26B-1B77-5B7B-ED7C-0CFDF3C41613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39:16.920" v="497" actId="20577"/>
        <pc:sldMkLst>
          <pc:docMk/>
          <pc:sldMk cId="171816745" sldId="416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39:16.920" v="497" actId="20577"/>
          <ac:spMkLst>
            <pc:docMk/>
            <pc:sldMk cId="171816745" sldId="416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39:20.699" v="498" actId="20577"/>
        <pc:sldMkLst>
          <pc:docMk/>
          <pc:sldMk cId="2828155431" sldId="417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39:20.699" v="498" actId="20577"/>
          <ac:spMkLst>
            <pc:docMk/>
            <pc:sldMk cId="2828155431" sldId="417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9:38:49.676" v="492" actId="20577"/>
        <pc:sldMkLst>
          <pc:docMk/>
          <pc:sldMk cId="3526692955" sldId="432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9:38:49.676" v="492" actId="20577"/>
          <ac:spMkLst>
            <pc:docMk/>
            <pc:sldMk cId="3526692955" sldId="432"/>
            <ac:spMk id="17" creationId="{3D171D3E-1985-8A6E-7869-31CB77FE3666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7:44:50.762" v="385" actId="20577"/>
        <pc:sldMkLst>
          <pc:docMk/>
          <pc:sldMk cId="2833016045" sldId="439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7:44:50.762" v="385" actId="20577"/>
          <ac:spMkLst>
            <pc:docMk/>
            <pc:sldMk cId="2833016045" sldId="439"/>
            <ac:spMk id="7" creationId="{F8C488E4-45A5-19F5-41CE-0C6C7FDB6C5D}"/>
          </ac:spMkLst>
        </pc:spChg>
      </pc:sldChg>
      <pc:sldChg chg="modSp mod">
        <pc:chgData name="원종래(JONG LAE WON)[jlwon]/책임/제조DX.자동보정.조립자동보정팀" userId="b47432fc-6904-4550-9f81-749fde7e3ec4" providerId="ADAL" clId="{6A2FC3EA-2644-4940-98D8-39A26E6B2737}" dt="2026-09-01T04:30:42.823" v="370" actId="20577"/>
        <pc:sldMkLst>
          <pc:docMk/>
          <pc:sldMk cId="3901532967" sldId="2147481959"/>
        </pc:sldMkLst>
        <pc:spChg chg="mod">
          <ac:chgData name="원종래(JONG LAE WON)[jlwon]/책임/제조DX.자동보정.조립자동보정팀" userId="b47432fc-6904-4550-9f81-749fde7e3ec4" providerId="ADAL" clId="{6A2FC3EA-2644-4940-98D8-39A26E6B2737}" dt="2026-09-01T04:30:42.823" v="370" actId="20577"/>
          <ac:spMkLst>
            <pc:docMk/>
            <pc:sldMk cId="3901532967" sldId="2147481959"/>
            <ac:spMk id="3" creationId="{36861DA2-A477-7234-84DA-E783F149B3FB}"/>
          </ac:spMkLst>
        </pc:spChg>
      </pc:sldChg>
    </pc:docChg>
  </pc:docChgLst>
  <pc:docChgLst>
    <pc:chgData name="심은찬(EUNCHAN SIM)[sec1021]/선임/제조DX.자동보정.조립자동보정팀" userId="9090956e-ab5b-49d1-9c87-2078b7755aae" providerId="ADAL" clId="{1D6186AA-DF4C-4A82-968F-CB90001F0750}"/>
    <pc:docChg chg="undo redo custSel modSld">
      <pc:chgData name="심은찬(EUNCHAN SIM)[sec1021]/선임/제조DX.자동보정.조립자동보정팀" userId="9090956e-ab5b-49d1-9c87-2078b7755aae" providerId="ADAL" clId="{1D6186AA-DF4C-4A82-968F-CB90001F0750}" dt="2026-08-18T08:05:50.619" v="543" actId="20577"/>
      <pc:docMkLst>
        <pc:docMk/>
      </pc:docMkLst>
      <pc:sldChg chg="modSp mod">
        <pc:chgData name="심은찬(EUNCHAN SIM)[sec1021]/선임/제조DX.자동보정.조립자동보정팀" userId="9090956e-ab5b-49d1-9c87-2078b7755aae" providerId="ADAL" clId="{1D6186AA-DF4C-4A82-968F-CB90001F0750}" dt="2026-08-18T07:58:41.326" v="129" actId="20577"/>
        <pc:sldMkLst>
          <pc:docMk/>
          <pc:sldMk cId="191980343" sldId="302"/>
        </pc:sldMkLst>
        <pc:spChg chg="mod">
          <ac:chgData name="심은찬(EUNCHAN SIM)[sec1021]/선임/제조DX.자동보정.조립자동보정팀" userId="9090956e-ab5b-49d1-9c87-2078b7755aae" providerId="ADAL" clId="{1D6186AA-DF4C-4A82-968F-CB90001F0750}" dt="2026-08-18T07:58:41.326" v="129" actId="20577"/>
          <ac:spMkLst>
            <pc:docMk/>
            <pc:sldMk cId="191980343" sldId="302"/>
            <ac:spMk id="17" creationId="{69C4D000-39BF-F434-5699-02CDBE60AB91}"/>
          </ac:spMkLst>
        </pc:spChg>
        <pc:spChg chg="mod">
          <ac:chgData name="심은찬(EUNCHAN SIM)[sec1021]/선임/제조DX.자동보정.조립자동보정팀" userId="9090956e-ab5b-49d1-9c87-2078b7755aae" providerId="ADAL" clId="{1D6186AA-DF4C-4A82-968F-CB90001F0750}" dt="2026-08-18T07:58:37.753" v="125" actId="20577"/>
          <ac:spMkLst>
            <pc:docMk/>
            <pc:sldMk cId="191980343" sldId="302"/>
            <ac:spMk id="30" creationId="{1EF02FE7-E9EF-C025-10DD-96C4194491C9}"/>
          </ac:spMkLst>
        </pc:spChg>
      </pc:sldChg>
      <pc:sldChg chg="modSp mod">
        <pc:chgData name="심은찬(EUNCHAN SIM)[sec1021]/선임/제조DX.자동보정.조립자동보정팀" userId="9090956e-ab5b-49d1-9c87-2078b7755aae" providerId="ADAL" clId="{1D6186AA-DF4C-4A82-968F-CB90001F0750}" dt="2026-08-18T08:02:42.227" v="433" actId="20577"/>
        <pc:sldMkLst>
          <pc:docMk/>
          <pc:sldMk cId="171816745" sldId="416"/>
        </pc:sldMkLst>
        <pc:spChg chg="mod">
          <ac:chgData name="심은찬(EUNCHAN SIM)[sec1021]/선임/제조DX.자동보정.조립자동보정팀" userId="9090956e-ab5b-49d1-9c87-2078b7755aae" providerId="ADAL" clId="{1D6186AA-DF4C-4A82-968F-CB90001F0750}" dt="2026-08-18T07:59:15.359" v="137" actId="20577"/>
          <ac:spMkLst>
            <pc:docMk/>
            <pc:sldMk cId="171816745" sldId="416"/>
            <ac:spMk id="17" creationId="{3D171D3E-1985-8A6E-7869-31CB77FE3666}"/>
          </ac:spMkLst>
        </pc:spChg>
        <pc:spChg chg="mod">
          <ac:chgData name="심은찬(EUNCHAN SIM)[sec1021]/선임/제조DX.자동보정.조립자동보정팀" userId="9090956e-ab5b-49d1-9c87-2078b7755aae" providerId="ADAL" clId="{1D6186AA-DF4C-4A82-968F-CB90001F0750}" dt="2026-08-18T08:02:42.227" v="433" actId="20577"/>
          <ac:spMkLst>
            <pc:docMk/>
            <pc:sldMk cId="171816745" sldId="416"/>
            <ac:spMk id="30" creationId="{0D42272B-7090-3E3D-C807-E7C5620E4BEA}"/>
          </ac:spMkLst>
        </pc:spChg>
      </pc:sldChg>
      <pc:sldChg chg="delSp modSp mod">
        <pc:chgData name="심은찬(EUNCHAN SIM)[sec1021]/선임/제조DX.자동보정.조립자동보정팀" userId="9090956e-ab5b-49d1-9c87-2078b7755aae" providerId="ADAL" clId="{1D6186AA-DF4C-4A82-968F-CB90001F0750}" dt="2026-08-18T08:05:50.619" v="543" actId="20577"/>
        <pc:sldMkLst>
          <pc:docMk/>
          <pc:sldMk cId="2828155431" sldId="417"/>
        </pc:sldMkLst>
        <pc:spChg chg="mod">
          <ac:chgData name="심은찬(EUNCHAN SIM)[sec1021]/선임/제조DX.자동보정.조립자동보정팀" userId="9090956e-ab5b-49d1-9c87-2078b7755aae" providerId="ADAL" clId="{1D6186AA-DF4C-4A82-968F-CB90001F0750}" dt="2026-08-18T08:05:50.619" v="543" actId="20577"/>
          <ac:spMkLst>
            <pc:docMk/>
            <pc:sldMk cId="2828155431" sldId="417"/>
            <ac:spMk id="2" creationId="{22EA30F0-CF52-3455-5749-990D08F2AD73}"/>
          </ac:spMkLst>
        </pc:spChg>
        <pc:spChg chg="mod">
          <ac:chgData name="심은찬(EUNCHAN SIM)[sec1021]/선임/제조DX.자동보정.조립자동보정팀" userId="9090956e-ab5b-49d1-9c87-2078b7755aae" providerId="ADAL" clId="{1D6186AA-DF4C-4A82-968F-CB90001F0750}" dt="2026-08-18T08:00:07.536" v="226" actId="20577"/>
          <ac:spMkLst>
            <pc:docMk/>
            <pc:sldMk cId="2828155431" sldId="417"/>
            <ac:spMk id="17" creationId="{3D171D3E-1985-8A6E-7869-31CB77FE3666}"/>
          </ac:spMkLst>
        </pc:spChg>
      </pc:sldChg>
    </pc:docChg>
  </pc:docChgLst>
  <pc:docChgLst>
    <pc:chgData name="백승민(SEUNGMIN PAIK)[smpaik]/사원/제조DX.자동보정.RSND자동보정팀" userId="S::smpaik@lgensol.com::7c886758-2f96-4461-bc5a-14fabaf6b696" providerId="AD" clId="Web-{00000000-0000-0000-0000-000000000000}"/>
    <pc:docChg chg="addSld delSld modSection">
      <pc:chgData name="백승민(SEUNGMIN PAIK)[smpaik]/사원/제조DX.자동보정.RSND자동보정팀" userId="S::smpaik@lgensol.com::7c886758-2f96-4461-bc5a-14fabaf6b696" providerId="AD" clId="Web-{00000000-0000-0000-0000-000000000000}" dt="2026-09-01T08:37:52.361" v="10"/>
      <pc:docMkLst>
        <pc:docMk/>
      </pc:docMkLst>
      <pc:sldChg chg="add">
        <pc:chgData name="백승민(SEUNGMIN PAIK)[smpaik]/사원/제조DX.자동보정.RSND자동보정팀" userId="S::smpaik@lgensol.com::7c886758-2f96-4461-bc5a-14fabaf6b696" providerId="AD" clId="Web-{00000000-0000-0000-0000-000000000000}" dt="2026-09-01T08:37:52.361" v="10"/>
        <pc:sldMkLst>
          <pc:docMk/>
          <pc:sldMk cId="1935996428" sldId="294"/>
        </pc:sldMkLst>
      </pc:sldChg>
      <pc:sldChg chg="add del">
        <pc:chgData name="백승민(SEUNGMIN PAIK)[smpaik]/사원/제조DX.자동보정.RSND자동보정팀" userId="S::smpaik@lgensol.com::7c886758-2f96-4461-bc5a-14fabaf6b696" providerId="AD" clId="Web-{00000000-0000-0000-0000-000000000000}" dt="2026-09-01T08:37:14.156" v="5"/>
        <pc:sldMkLst>
          <pc:docMk/>
          <pc:sldMk cId="3067569993" sldId="332"/>
        </pc:sldMkLst>
      </pc:sldChg>
      <pc:sldChg chg="add del">
        <pc:chgData name="백승민(SEUNGMIN PAIK)[smpaik]/사원/제조DX.자동보정.RSND자동보정팀" userId="S::smpaik@lgensol.com::7c886758-2f96-4461-bc5a-14fabaf6b696" providerId="AD" clId="Web-{00000000-0000-0000-0000-000000000000}" dt="2026-09-01T08:37:14.453" v="6"/>
        <pc:sldMkLst>
          <pc:docMk/>
          <pc:sldMk cId="289526203" sldId="334"/>
        </pc:sldMkLst>
      </pc:sldChg>
      <pc:sldChg chg="add del">
        <pc:chgData name="백승민(SEUNGMIN PAIK)[smpaik]/사원/제조DX.자동보정.RSND자동보정팀" userId="S::smpaik@lgensol.com::7c886758-2f96-4461-bc5a-14fabaf6b696" providerId="AD" clId="Web-{00000000-0000-0000-0000-000000000000}" dt="2026-09-01T08:37:14.609" v="7"/>
        <pc:sldMkLst>
          <pc:docMk/>
          <pc:sldMk cId="1016465783" sldId="340"/>
        </pc:sldMkLst>
      </pc:sldChg>
      <pc:sldChg chg="add del">
        <pc:chgData name="백승민(SEUNGMIN PAIK)[smpaik]/사원/제조DX.자동보정.RSND자동보정팀" userId="S::smpaik@lgensol.com::7c886758-2f96-4461-bc5a-14fabaf6b696" providerId="AD" clId="Web-{00000000-0000-0000-0000-000000000000}" dt="2026-09-01T08:37:14.781" v="8"/>
        <pc:sldMkLst>
          <pc:docMk/>
          <pc:sldMk cId="3535598617" sldId="341"/>
        </pc:sldMkLst>
      </pc:sldChg>
      <pc:sldChg chg="add del">
        <pc:chgData name="백승민(SEUNGMIN PAIK)[smpaik]/사원/제조DX.자동보정.RSND자동보정팀" userId="S::smpaik@lgensol.com::7c886758-2f96-4461-bc5a-14fabaf6b696" providerId="AD" clId="Web-{00000000-0000-0000-0000-000000000000}" dt="2026-09-01T08:37:14.969" v="9"/>
        <pc:sldMkLst>
          <pc:docMk/>
          <pc:sldMk cId="661465298" sldId="342"/>
        </pc:sldMkLst>
      </pc:sldChg>
    </pc:docChg>
  </pc:docChgLst>
  <pc:docChgLst>
    <pc:chgData name="임인섭(INSUP LIM)[insup_lim]/선임/제조DX.자동보정.조립자동보정팀" userId="46c23904-ff79-42c9-9e41-2f57972a901c" providerId="ADAL" clId="{4EC03A8B-49A2-4966-BFA3-C354AEA02F2B}"/>
    <pc:docChg chg="undo custSel addSld delSld modSld modSection">
      <pc:chgData name="임인섭(INSUP LIM)[insup_lim]/선임/제조DX.자동보정.조립자동보정팀" userId="46c23904-ff79-42c9-9e41-2f57972a901c" providerId="ADAL" clId="{4EC03A8B-49A2-4966-BFA3-C354AEA02F2B}" dt="2026-08-12T02:18:08.123" v="3326" actId="6549"/>
      <pc:docMkLst>
        <pc:docMk/>
      </pc:docMkLst>
      <pc:sldChg chg="modSp mod">
        <pc:chgData name="임인섭(INSUP LIM)[insup_lim]/선임/제조DX.자동보정.조립자동보정팀" userId="46c23904-ff79-42c9-9e41-2f57972a901c" providerId="ADAL" clId="{4EC03A8B-49A2-4966-BFA3-C354AEA02F2B}" dt="2026-08-11T02:06:11.611" v="810" actId="207"/>
        <pc:sldMkLst>
          <pc:docMk/>
          <pc:sldMk cId="2772027129" sldId="260"/>
        </pc:sldMkLst>
        <pc:spChg chg="mod">
          <ac:chgData name="임인섭(INSUP LIM)[insup_lim]/선임/제조DX.자동보정.조립자동보정팀" userId="46c23904-ff79-42c9-9e41-2f57972a901c" providerId="ADAL" clId="{4EC03A8B-49A2-4966-BFA3-C354AEA02F2B}" dt="2026-08-11T02:06:11.611" v="810" actId="207"/>
          <ac:spMkLst>
            <pc:docMk/>
            <pc:sldMk cId="2772027129" sldId="260"/>
            <ac:spMk id="5" creationId="{1615D8B7-2F76-467E-B74D-9F119B978A4C}"/>
          </ac:spMkLst>
        </pc:spChg>
        <pc:spChg chg="mod">
          <ac:chgData name="임인섭(INSUP LIM)[insup_lim]/선임/제조DX.자동보정.조립자동보정팀" userId="46c23904-ff79-42c9-9e41-2f57972a901c" providerId="ADAL" clId="{4EC03A8B-49A2-4966-BFA3-C354AEA02F2B}" dt="2026-08-11T02:06:06.840" v="809" actId="6549"/>
          <ac:spMkLst>
            <pc:docMk/>
            <pc:sldMk cId="2772027129" sldId="260"/>
            <ac:spMk id="8" creationId="{96604DF6-74CC-03F1-AF12-C27E99648785}"/>
          </ac:spMkLst>
        </pc:spChg>
        <pc:spChg chg="mod">
          <ac:chgData name="임인섭(INSUP LIM)[insup_lim]/선임/제조DX.자동보정.조립자동보정팀" userId="46c23904-ff79-42c9-9e41-2f57972a901c" providerId="ADAL" clId="{4EC03A8B-49A2-4966-BFA3-C354AEA02F2B}" dt="2026-08-11T02:06:03.897" v="806" actId="20577"/>
          <ac:spMkLst>
            <pc:docMk/>
            <pc:sldMk cId="2772027129" sldId="260"/>
            <ac:spMk id="13" creationId="{6F04AF11-50D5-49B6-A265-556E9598BDBE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4EC03A8B-49A2-4966-BFA3-C354AEA02F2B}" dt="2026-08-12T02:17:55.981" v="3323" actId="20577"/>
        <pc:sldMkLst>
          <pc:docMk/>
          <pc:sldMk cId="2538130918" sldId="272"/>
        </pc:sldMkLst>
        <pc:spChg chg="mod">
          <ac:chgData name="임인섭(INSUP LIM)[insup_lim]/선임/제조DX.자동보정.조립자동보정팀" userId="46c23904-ff79-42c9-9e41-2f57972a901c" providerId="ADAL" clId="{4EC03A8B-49A2-4966-BFA3-C354AEA02F2B}" dt="2026-08-11T01:48:26.024" v="787" actId="20577"/>
          <ac:spMkLst>
            <pc:docMk/>
            <pc:sldMk cId="2538130918" sldId="272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4EC03A8B-49A2-4966-BFA3-C354AEA02F2B}" dt="2026-08-12T01:11:58.873" v="2717" actId="20577"/>
          <ac:spMkLst>
            <pc:docMk/>
            <pc:sldMk cId="2538130918" sldId="272"/>
            <ac:spMk id="29" creationId="{CADE57B7-AFD5-377B-538A-D583A6DC70A2}"/>
          </ac:spMkLst>
        </pc:spChg>
        <pc:spChg chg="mod">
          <ac:chgData name="임인섭(INSUP LIM)[insup_lim]/선임/제조DX.자동보정.조립자동보정팀" userId="46c23904-ff79-42c9-9e41-2f57972a901c" providerId="ADAL" clId="{4EC03A8B-49A2-4966-BFA3-C354AEA02F2B}" dt="2026-08-12T02:17:55.981" v="3323" actId="20577"/>
          <ac:spMkLst>
            <pc:docMk/>
            <pc:sldMk cId="2538130918" sldId="272"/>
            <ac:spMk id="30" creationId="{0D42272B-7090-3E3D-C807-E7C5620E4BEA}"/>
          </ac:spMkLst>
        </pc:spChg>
        <pc:graphicFrameChg chg="modGraphic">
          <ac:chgData name="임인섭(INSUP LIM)[insup_lim]/선임/제조DX.자동보정.조립자동보정팀" userId="46c23904-ff79-42c9-9e41-2f57972a901c" providerId="ADAL" clId="{4EC03A8B-49A2-4966-BFA3-C354AEA02F2B}" dt="2026-08-11T01:48:39.949" v="793" actId="20577"/>
          <ac:graphicFrameMkLst>
            <pc:docMk/>
            <pc:sldMk cId="2538130918" sldId="272"/>
            <ac:graphicFrameMk id="4" creationId="{EC4BCC76-E65C-8CAA-E8EE-FA0DF6534B5F}"/>
          </ac:graphicFrameMkLst>
        </pc:graphicFrameChg>
      </pc:sldChg>
      <pc:sldChg chg="modSp mod">
        <pc:chgData name="임인섭(INSUP LIM)[insup_lim]/선임/제조DX.자동보정.조립자동보정팀" userId="46c23904-ff79-42c9-9e41-2f57972a901c" providerId="ADAL" clId="{4EC03A8B-49A2-4966-BFA3-C354AEA02F2B}" dt="2026-08-11T02:05:51.586" v="802" actId="20577"/>
        <pc:sldMkLst>
          <pc:docMk/>
          <pc:sldMk cId="3932546465" sldId="275"/>
        </pc:sldMkLst>
        <pc:spChg chg="mod">
          <ac:chgData name="임인섭(INSUP LIM)[insup_lim]/선임/제조DX.자동보정.조립자동보정팀" userId="46c23904-ff79-42c9-9e41-2f57972a901c" providerId="ADAL" clId="{4EC03A8B-49A2-4966-BFA3-C354AEA02F2B}" dt="2026-08-11T02:05:51.586" v="802" actId="20577"/>
          <ac:spMkLst>
            <pc:docMk/>
            <pc:sldMk cId="3932546465" sldId="275"/>
            <ac:spMk id="10" creationId="{BDADEB63-FA2A-413A-90C3-F27F4D564C57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4EC03A8B-49A2-4966-BFA3-C354AEA02F2B}" dt="2026-08-12T02:18:08.123" v="3326" actId="6549"/>
        <pc:sldMkLst>
          <pc:docMk/>
          <pc:sldMk cId="3813480401" sldId="316"/>
        </pc:sldMkLst>
        <pc:spChg chg="mod">
          <ac:chgData name="임인섭(INSUP LIM)[insup_lim]/선임/제조DX.자동보정.조립자동보정팀" userId="46c23904-ff79-42c9-9e41-2f57972a901c" providerId="ADAL" clId="{4EC03A8B-49A2-4966-BFA3-C354AEA02F2B}" dt="2026-08-11T01:43:29.974" v="457" actId="20577"/>
          <ac:spMkLst>
            <pc:docMk/>
            <pc:sldMk cId="3813480401" sldId="316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4EC03A8B-49A2-4966-BFA3-C354AEA02F2B}" dt="2026-08-12T00:34:20.051" v="1434" actId="14100"/>
          <ac:spMkLst>
            <pc:docMk/>
            <pc:sldMk cId="3813480401" sldId="316"/>
            <ac:spMk id="30" creationId="{0D42272B-7090-3E3D-C807-E7C5620E4BEA}"/>
          </ac:spMkLst>
        </pc:spChg>
        <pc:graphicFrameChg chg="mod modGraphic">
          <ac:chgData name="임인섭(INSUP LIM)[insup_lim]/선임/제조DX.자동보정.조립자동보정팀" userId="46c23904-ff79-42c9-9e41-2f57972a901c" providerId="ADAL" clId="{4EC03A8B-49A2-4966-BFA3-C354AEA02F2B}" dt="2026-08-12T02:18:08.123" v="3326" actId="6549"/>
          <ac:graphicFrameMkLst>
            <pc:docMk/>
            <pc:sldMk cId="3813480401" sldId="316"/>
            <ac:graphicFrameMk id="44" creationId="{5D775976-EE95-0DB1-8843-691F5760F185}"/>
          </ac:graphicFrameMkLst>
        </pc:graphicFrameChg>
      </pc:sldChg>
      <pc:sldChg chg="modSp mod">
        <pc:chgData name="임인섭(INSUP LIM)[insup_lim]/선임/제조DX.자동보정.조립자동보정팀" userId="46c23904-ff79-42c9-9e41-2f57972a901c" providerId="ADAL" clId="{4EC03A8B-49A2-4966-BFA3-C354AEA02F2B}" dt="2026-08-11T01:44:19.406" v="478" actId="20577"/>
        <pc:sldMkLst>
          <pc:docMk/>
          <pc:sldMk cId="3501312549" sldId="380"/>
        </pc:sldMkLst>
        <pc:spChg chg="mod">
          <ac:chgData name="임인섭(INSUP LIM)[insup_lim]/선임/제조DX.자동보정.조립자동보정팀" userId="46c23904-ff79-42c9-9e41-2f57972a901c" providerId="ADAL" clId="{4EC03A8B-49A2-4966-BFA3-C354AEA02F2B}" dt="2026-08-11T01:44:19.406" v="478" actId="20577"/>
          <ac:spMkLst>
            <pc:docMk/>
            <pc:sldMk cId="3501312549" sldId="380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4EC03A8B-49A2-4966-BFA3-C354AEA02F2B}" dt="2026-08-11T01:44:13.282" v="476" actId="6549"/>
          <ac:spMkLst>
            <pc:docMk/>
            <pc:sldMk cId="3501312549" sldId="380"/>
            <ac:spMk id="30" creationId="{0D42272B-7090-3E3D-C807-E7C5620E4BEA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4EC03A8B-49A2-4966-BFA3-C354AEA02F2B}" dt="2026-08-11T01:44:31.813" v="481" actId="20577"/>
        <pc:sldMkLst>
          <pc:docMk/>
          <pc:sldMk cId="3908212712" sldId="413"/>
        </pc:sldMkLst>
        <pc:spChg chg="mod">
          <ac:chgData name="임인섭(INSUP LIM)[insup_lim]/선임/제조DX.자동보정.조립자동보정팀" userId="46c23904-ff79-42c9-9e41-2f57972a901c" providerId="ADAL" clId="{4EC03A8B-49A2-4966-BFA3-C354AEA02F2B}" dt="2026-08-11T01:44:31.813" v="481" actId="20577"/>
          <ac:spMkLst>
            <pc:docMk/>
            <pc:sldMk cId="3908212712" sldId="413"/>
            <ac:spMk id="34" creationId="{0DBB8F14-223A-56DE-7946-DE15F19C0CCB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4EC03A8B-49A2-4966-BFA3-C354AEA02F2B}" dt="2026-08-12T01:12:09.081" v="2721" actId="20577"/>
        <pc:sldMkLst>
          <pc:docMk/>
          <pc:sldMk cId="3526692955" sldId="432"/>
        </pc:sldMkLst>
        <pc:spChg chg="mod">
          <ac:chgData name="임인섭(INSUP LIM)[insup_lim]/선임/제조DX.자동보정.조립자동보정팀" userId="46c23904-ff79-42c9-9e41-2f57972a901c" providerId="ADAL" clId="{4EC03A8B-49A2-4966-BFA3-C354AEA02F2B}" dt="2026-08-11T01:52:02.992" v="799" actId="20577"/>
          <ac:spMkLst>
            <pc:docMk/>
            <pc:sldMk cId="3526692955" sldId="432"/>
            <ac:spMk id="17" creationId="{3D171D3E-1985-8A6E-7869-31CB77FE3666}"/>
          </ac:spMkLst>
        </pc:spChg>
        <pc:spChg chg="mod">
          <ac:chgData name="임인섭(INSUP LIM)[insup_lim]/선임/제조DX.자동보정.조립자동보정팀" userId="46c23904-ff79-42c9-9e41-2f57972a901c" providerId="ADAL" clId="{4EC03A8B-49A2-4966-BFA3-C354AEA02F2B}" dt="2026-08-12T01:12:09.081" v="2721" actId="20577"/>
          <ac:spMkLst>
            <pc:docMk/>
            <pc:sldMk cId="3526692955" sldId="432"/>
            <ac:spMk id="29" creationId="{CADE57B7-AFD5-377B-538A-D583A6DC70A2}"/>
          </ac:spMkLst>
        </pc:spChg>
      </pc:sldChg>
      <pc:sldChg chg="modSp mod">
        <pc:chgData name="임인섭(INSUP LIM)[insup_lim]/선임/제조DX.자동보정.조립자동보정팀" userId="46c23904-ff79-42c9-9e41-2f57972a901c" providerId="ADAL" clId="{4EC03A8B-49A2-4966-BFA3-C354AEA02F2B}" dt="2026-08-11T02:06:00.207" v="805" actId="20577"/>
        <pc:sldMkLst>
          <pc:docMk/>
          <pc:sldMk cId="3901532967" sldId="2147481959"/>
        </pc:sldMkLst>
        <pc:spChg chg="mod">
          <ac:chgData name="임인섭(INSUP LIM)[insup_lim]/선임/제조DX.자동보정.조립자동보정팀" userId="46c23904-ff79-42c9-9e41-2f57972a901c" providerId="ADAL" clId="{4EC03A8B-49A2-4966-BFA3-C354AEA02F2B}" dt="2026-08-11T02:05:57.912" v="804" actId="20577"/>
          <ac:spMkLst>
            <pc:docMk/>
            <pc:sldMk cId="3901532967" sldId="2147481959"/>
            <ac:spMk id="3" creationId="{36861DA2-A477-7234-84DA-E783F149B3FB}"/>
          </ac:spMkLst>
        </pc:spChg>
        <pc:spChg chg="mod">
          <ac:chgData name="임인섭(INSUP LIM)[insup_lim]/선임/제조DX.자동보정.조립자동보정팀" userId="46c23904-ff79-42c9-9e41-2f57972a901c" providerId="ADAL" clId="{4EC03A8B-49A2-4966-BFA3-C354AEA02F2B}" dt="2026-08-11T02:06:00.207" v="805" actId="20577"/>
          <ac:spMkLst>
            <pc:docMk/>
            <pc:sldMk cId="3901532967" sldId="2147481959"/>
            <ac:spMk id="13" creationId="{6F04AF11-50D5-49B6-A265-556E9598BDBE}"/>
          </ac:spMkLst>
        </pc:spChg>
      </pc:sldChg>
    </pc:docChg>
  </pc:docChgLst>
  <pc:docChgLst>
    <pc:chgData name="변승섭(BYUN SEUNGSUB)[ssbyun]/사원/제조DX.자동보정.MC자동보정팀" userId="S::ssbyun@lgensol.com::1b38d4b6-64c3-40fb-bb51-29309b54142d" providerId="AD" clId="Web-{D0E9A538-810F-013A-569C-7D1FAD1D32A6}"/>
    <pc:docChg chg="modSld">
      <pc:chgData name="변승섭(BYUN SEUNGSUB)[ssbyun]/사원/제조DX.자동보정.MC자동보정팀" userId="S::ssbyun@lgensol.com::1b38d4b6-64c3-40fb-bb51-29309b54142d" providerId="AD" clId="Web-{D0E9A538-810F-013A-569C-7D1FAD1D32A6}" dt="2026-08-12T04:53:52.232" v="8" actId="20577"/>
      <pc:docMkLst>
        <pc:docMk/>
      </pc:docMkLst>
      <pc:sldChg chg="modSp">
        <pc:chgData name="변승섭(BYUN SEUNGSUB)[ssbyun]/사원/제조DX.자동보정.MC자동보정팀" userId="S::ssbyun@lgensol.com::1b38d4b6-64c3-40fb-bb51-29309b54142d" providerId="AD" clId="Web-{D0E9A538-810F-013A-569C-7D1FAD1D32A6}" dt="2026-08-12T04:53:41.936" v="3" actId="20577"/>
        <pc:sldMkLst>
          <pc:docMk/>
          <pc:sldMk cId="414644102" sldId="352"/>
        </pc:sldMkLst>
        <pc:spChg chg="mod">
          <ac:chgData name="변승섭(BYUN SEUNGSUB)[ssbyun]/사원/제조DX.자동보정.MC자동보정팀" userId="S::ssbyun@lgensol.com::1b38d4b6-64c3-40fb-bb51-29309b54142d" providerId="AD" clId="Web-{D0E9A538-810F-013A-569C-7D1FAD1D32A6}" dt="2026-08-12T04:53:41.936" v="3" actId="20577"/>
          <ac:spMkLst>
            <pc:docMk/>
            <pc:sldMk cId="414644102" sldId="352"/>
            <ac:spMk id="2" creationId="{A91576D2-AF0F-4AA1-AC06-EE4AF3CDF4F8}"/>
          </ac:spMkLst>
        </pc:spChg>
      </pc:sldChg>
    </pc:docChg>
  </pc:docChgLst>
  <pc:docChgLst>
    <pc:chgData name="성연욱(YEONUK SEONG)[ynk_seong]/책임/제조DX.자동보정.조립자동보정팀" userId="eb9793e5-3a20-40c8-9b24-fa4dc89e30c1" providerId="ADAL" clId="{3FC50080-245C-4AC5-9DAF-2C5D1EA0780B}"/>
    <pc:docChg chg="undo custSel addSld modSld sldOrd">
      <pc:chgData name="성연욱(YEONUK SEONG)[ynk_seong]/책임/제조DX.자동보정.조립자동보정팀" userId="eb9793e5-3a20-40c8-9b24-fa4dc89e30c1" providerId="ADAL" clId="{3FC50080-245C-4AC5-9DAF-2C5D1EA0780B}" dt="2026-08-26T01:13:45.333" v="1821" actId="20577"/>
      <pc:docMkLst>
        <pc:docMk/>
      </pc:docMkLst>
      <pc:sldChg chg="addSp delSp modSp mod">
        <pc:chgData name="성연욱(YEONUK SEONG)[ynk_seong]/책임/제조DX.자동보정.조립자동보정팀" userId="eb9793e5-3a20-40c8-9b24-fa4dc89e30c1" providerId="ADAL" clId="{3FC50080-245C-4AC5-9DAF-2C5D1EA0780B}" dt="2026-08-26T01:13:45.333" v="1821" actId="20577"/>
        <pc:sldMkLst>
          <pc:docMk/>
          <pc:sldMk cId="3009852263" sldId="257"/>
        </pc:sldMkLst>
        <pc:spChg chg="mod">
          <ac:chgData name="성연욱(YEONUK SEONG)[ynk_seong]/책임/제조DX.자동보정.조립자동보정팀" userId="eb9793e5-3a20-40c8-9b24-fa4dc89e30c1" providerId="ADAL" clId="{3FC50080-245C-4AC5-9DAF-2C5D1EA0780B}" dt="2026-08-26T00:13:14.024" v="1201" actId="1076"/>
          <ac:spMkLst>
            <pc:docMk/>
            <pc:sldMk cId="3009852263" sldId="257"/>
            <ac:spMk id="19" creationId="{77D49DE6-60AA-643D-316E-DC384D3C0A04}"/>
          </ac:spMkLst>
        </pc:spChg>
        <pc:spChg chg="mod">
          <ac:chgData name="성연욱(YEONUK SEONG)[ynk_seong]/책임/제조DX.자동보정.조립자동보정팀" userId="eb9793e5-3a20-40c8-9b24-fa4dc89e30c1" providerId="ADAL" clId="{3FC50080-245C-4AC5-9DAF-2C5D1EA0780B}" dt="2026-08-26T00:13:14.024" v="1201" actId="1076"/>
          <ac:spMkLst>
            <pc:docMk/>
            <pc:sldMk cId="3009852263" sldId="257"/>
            <ac:spMk id="22" creationId="{C44BB126-A2E1-4737-4678-5410C442DD17}"/>
          </ac:spMkLst>
        </pc:spChg>
        <pc:spChg chg="mod">
          <ac:chgData name="성연욱(YEONUK SEONG)[ynk_seong]/책임/제조DX.자동보정.조립자동보정팀" userId="eb9793e5-3a20-40c8-9b24-fa4dc89e30c1" providerId="ADAL" clId="{3FC50080-245C-4AC5-9DAF-2C5D1EA0780B}" dt="2026-08-26T00:11:13.418" v="1060" actId="1076"/>
          <ac:spMkLst>
            <pc:docMk/>
            <pc:sldMk cId="3009852263" sldId="257"/>
            <ac:spMk id="25" creationId="{826CDFFE-7FD7-E08B-1A97-71A29DE12F25}"/>
          </ac:spMkLst>
        </pc:spChg>
        <pc:spChg chg="mod">
          <ac:chgData name="성연욱(YEONUK SEONG)[ynk_seong]/책임/제조DX.자동보정.조립자동보정팀" userId="eb9793e5-3a20-40c8-9b24-fa4dc89e30c1" providerId="ADAL" clId="{3FC50080-245C-4AC5-9DAF-2C5D1EA0780B}" dt="2026-08-25T08:20:43.051" v="583" actId="20577"/>
          <ac:spMkLst>
            <pc:docMk/>
            <pc:sldMk cId="3009852263" sldId="257"/>
            <ac:spMk id="57" creationId="{96078413-A1F0-C331-E253-8014016E4524}"/>
          </ac:spMkLst>
        </pc:spChg>
        <pc:spChg chg="mod">
          <ac:chgData name="성연욱(YEONUK SEONG)[ynk_seong]/책임/제조DX.자동보정.조립자동보정팀" userId="eb9793e5-3a20-40c8-9b24-fa4dc89e30c1" providerId="ADAL" clId="{3FC50080-245C-4AC5-9DAF-2C5D1EA0780B}" dt="2026-08-26T01:13:45.333" v="1821" actId="20577"/>
          <ac:spMkLst>
            <pc:docMk/>
            <pc:sldMk cId="3009852263" sldId="257"/>
            <ac:spMk id="58" creationId="{1A14E2F3-1D19-45A5-DC7A-6661315C09C3}"/>
          </ac:spMkLst>
        </pc:spChg>
        <pc:spChg chg="mod">
          <ac:chgData name="성연욱(YEONUK SEONG)[ynk_seong]/책임/제조DX.자동보정.조립자동보정팀" userId="eb9793e5-3a20-40c8-9b24-fa4dc89e30c1" providerId="ADAL" clId="{3FC50080-245C-4AC5-9DAF-2C5D1EA0780B}" dt="2026-08-26T00:50:07.585" v="1393" actId="20577"/>
          <ac:spMkLst>
            <pc:docMk/>
            <pc:sldMk cId="3009852263" sldId="257"/>
            <ac:spMk id="59" creationId="{3EF71191-E2B1-E9EB-309A-60849C6D06F8}"/>
          </ac:spMkLst>
        </pc:spChg>
        <pc:spChg chg="mod">
          <ac:chgData name="성연욱(YEONUK SEONG)[ynk_seong]/책임/제조DX.자동보정.조립자동보정팀" userId="eb9793e5-3a20-40c8-9b24-fa4dc89e30c1" providerId="ADAL" clId="{3FC50080-245C-4AC5-9DAF-2C5D1EA0780B}" dt="2026-08-26T01:08:39.582" v="1619"/>
          <ac:spMkLst>
            <pc:docMk/>
            <pc:sldMk cId="3009852263" sldId="257"/>
            <ac:spMk id="62" creationId="{67087FE9-D3B8-3B61-8994-10F831D7EDD4}"/>
          </ac:spMkLst>
        </pc:spChg>
        <pc:grpChg chg="mod">
          <ac:chgData name="성연욱(YEONUK SEONG)[ynk_seong]/책임/제조DX.자동보정.조립자동보정팀" userId="eb9793e5-3a20-40c8-9b24-fa4dc89e30c1" providerId="ADAL" clId="{3FC50080-245C-4AC5-9DAF-2C5D1EA0780B}" dt="2026-08-25T08:23:37.814" v="720" actId="1076"/>
          <ac:grpSpMkLst>
            <pc:docMk/>
            <pc:sldMk cId="3009852263" sldId="257"/>
            <ac:grpSpMk id="10" creationId="{A4FE4196-3330-330D-B115-11D1670A0A52}"/>
          </ac:grpSpMkLst>
        </pc:grpChg>
        <pc:graphicFrameChg chg="add mod modGraphic">
          <ac:chgData name="성연욱(YEONUK SEONG)[ynk_seong]/책임/제조DX.자동보정.조립자동보정팀" userId="eb9793e5-3a20-40c8-9b24-fa4dc89e30c1" providerId="ADAL" clId="{3FC50080-245C-4AC5-9DAF-2C5D1EA0780B}" dt="2026-08-26T00:49:56.566" v="1369" actId="14100"/>
          <ac:graphicFrameMkLst>
            <pc:docMk/>
            <pc:sldMk cId="3009852263" sldId="257"/>
            <ac:graphicFrameMk id="7" creationId="{A75E72CD-AACE-8803-FB3A-4EA7BF176A90}"/>
          </ac:graphicFrameMkLst>
        </pc:graphicFrameChg>
        <pc:graphicFrameChg chg="add mod modGraphic">
          <ac:chgData name="성연욱(YEONUK SEONG)[ynk_seong]/책임/제조DX.자동보정.조립자동보정팀" userId="eb9793e5-3a20-40c8-9b24-fa4dc89e30c1" providerId="ADAL" clId="{3FC50080-245C-4AC5-9DAF-2C5D1EA0780B}" dt="2026-08-26T00:50:03.943" v="1375" actId="1076"/>
          <ac:graphicFrameMkLst>
            <pc:docMk/>
            <pc:sldMk cId="3009852263" sldId="257"/>
            <ac:graphicFrameMk id="20" creationId="{BB8F7D19-A877-26EE-C003-0A9A4A30B8A3}"/>
          </ac:graphicFrameMkLst>
        </pc:graphicFrameChg>
      </pc:sldChg>
    </pc:docChg>
  </pc:docChgLst>
  <pc:docChgLst>
    <pc:chgData name="정소영(SOYOUNG JEONG)[soy22]/사원/제조DX.자동보정.RSND자동보정팀" userId="e0dfc6da-e3c7-4ad5-9bac-f065fa9fc20e" providerId="ADAL" clId="{9334AB99-E6B0-4B57-A238-3D363AD9E539}"/>
    <pc:docChg chg="undo custSel modSld">
      <pc:chgData name="정소영(SOYOUNG JEONG)[soy22]/사원/제조DX.자동보정.RSND자동보정팀" userId="e0dfc6da-e3c7-4ad5-9bac-f065fa9fc20e" providerId="ADAL" clId="{9334AB99-E6B0-4B57-A238-3D363AD9E539}" dt="2026-08-18T23:49:07.845" v="646" actId="1036"/>
      <pc:docMkLst>
        <pc:docMk/>
      </pc:docMkLst>
      <pc:sldChg chg="modSp mod">
        <pc:chgData name="정소영(SOYOUNG JEONG)[soy22]/사원/제조DX.자동보정.RSND자동보정팀" userId="e0dfc6da-e3c7-4ad5-9bac-f065fa9fc20e" providerId="ADAL" clId="{9334AB99-E6B0-4B57-A238-3D363AD9E539}" dt="2026-08-18T08:16:10.854" v="102" actId="20577"/>
        <pc:sldMkLst>
          <pc:docMk/>
          <pc:sldMk cId="889009244" sldId="265"/>
        </pc:sldMkLst>
        <pc:spChg chg="mod">
          <ac:chgData name="정소영(SOYOUNG JEONG)[soy22]/사원/제조DX.자동보정.RSND자동보정팀" userId="e0dfc6da-e3c7-4ad5-9bac-f065fa9fc20e" providerId="ADAL" clId="{9334AB99-E6B0-4B57-A238-3D363AD9E539}" dt="2026-08-18T08:16:10.854" v="102" actId="20577"/>
          <ac:spMkLst>
            <pc:docMk/>
            <pc:sldMk cId="889009244" sldId="265"/>
            <ac:spMk id="31" creationId="{F4C37CF5-F215-3C2A-EA7D-4261BCC0EEAD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334AB99-E6B0-4B57-A238-3D363AD9E539}" dt="2026-08-18T08:14:12.484" v="8" actId="20577"/>
        <pc:sldMkLst>
          <pc:docMk/>
          <pc:sldMk cId="4272420199" sldId="285"/>
        </pc:sldMkLst>
        <pc:spChg chg="mod">
          <ac:chgData name="정소영(SOYOUNG JEONG)[soy22]/사원/제조DX.자동보정.RSND자동보정팀" userId="e0dfc6da-e3c7-4ad5-9bac-f065fa9fc20e" providerId="ADAL" clId="{9334AB99-E6B0-4B57-A238-3D363AD9E539}" dt="2026-08-18T08:14:12.484" v="8" actId="20577"/>
          <ac:spMkLst>
            <pc:docMk/>
            <pc:sldMk cId="4272420199" sldId="285"/>
            <ac:spMk id="157" creationId="{9B28912B-4347-A792-5175-7BF8A11A195B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334AB99-E6B0-4B57-A238-3D363AD9E539}" dt="2026-08-18T08:15:50.441" v="100" actId="20577"/>
        <pc:sldMkLst>
          <pc:docMk/>
          <pc:sldMk cId="1181057486" sldId="296"/>
        </pc:sldMkLst>
        <pc:spChg chg="mod">
          <ac:chgData name="정소영(SOYOUNG JEONG)[soy22]/사원/제조DX.자동보정.RSND자동보정팀" userId="e0dfc6da-e3c7-4ad5-9bac-f065fa9fc20e" providerId="ADAL" clId="{9334AB99-E6B0-4B57-A238-3D363AD9E539}" dt="2026-08-18T08:15:50.441" v="100" actId="20577"/>
          <ac:spMkLst>
            <pc:docMk/>
            <pc:sldMk cId="1181057486" sldId="296"/>
            <ac:spMk id="12" creationId="{2A4EFF36-E0B5-36D2-2DB4-A3E0BAA70B20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334AB99-E6B0-4B57-A238-3D363AD9E539}" dt="2026-08-18T08:44:23.727" v="320" actId="20577"/>
        <pc:sldMkLst>
          <pc:docMk/>
          <pc:sldMk cId="3173926166" sldId="297"/>
        </pc:sldMkLst>
        <pc:spChg chg="mod">
          <ac:chgData name="정소영(SOYOUNG JEONG)[soy22]/사원/제조DX.자동보정.RSND자동보정팀" userId="e0dfc6da-e3c7-4ad5-9bac-f065fa9fc20e" providerId="ADAL" clId="{9334AB99-E6B0-4B57-A238-3D363AD9E539}" dt="2026-08-18T08:38:02.426" v="104" actId="20577"/>
          <ac:spMkLst>
            <pc:docMk/>
            <pc:sldMk cId="3173926166" sldId="297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9334AB99-E6B0-4B57-A238-3D363AD9E539}" dt="2026-08-18T08:44:23.727" v="320" actId="20577"/>
          <ac:spMkLst>
            <pc:docMk/>
            <pc:sldMk cId="3173926166" sldId="297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334AB99-E6B0-4B57-A238-3D363AD9E539}" dt="2026-08-18T23:49:07.845" v="646" actId="1036"/>
        <pc:sldMkLst>
          <pc:docMk/>
          <pc:sldMk cId="2459543331" sldId="310"/>
        </pc:sldMkLst>
        <pc:spChg chg="mod">
          <ac:chgData name="정소영(SOYOUNG JEONG)[soy22]/사원/제조DX.자동보정.RSND자동보정팀" userId="e0dfc6da-e3c7-4ad5-9bac-f065fa9fc20e" providerId="ADAL" clId="{9334AB99-E6B0-4B57-A238-3D363AD9E539}" dt="2026-08-18T08:45:32.063" v="322" actId="20577"/>
          <ac:spMkLst>
            <pc:docMk/>
            <pc:sldMk cId="2459543331" sldId="310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9334AB99-E6B0-4B57-A238-3D363AD9E539}" dt="2026-08-18T08:45:47.411" v="326" actId="20577"/>
          <ac:spMkLst>
            <pc:docMk/>
            <pc:sldMk cId="2459543331" sldId="310"/>
            <ac:spMk id="18" creationId="{842DDCD7-0591-4709-3443-0068E00E827E}"/>
          </ac:spMkLst>
        </pc:spChg>
        <pc:spChg chg="mod">
          <ac:chgData name="정소영(SOYOUNG JEONG)[soy22]/사원/제조DX.자동보정.RSND자동보정팀" userId="e0dfc6da-e3c7-4ad5-9bac-f065fa9fc20e" providerId="ADAL" clId="{9334AB99-E6B0-4B57-A238-3D363AD9E539}" dt="2026-08-18T23:49:07.845" v="646" actId="1036"/>
          <ac:spMkLst>
            <pc:docMk/>
            <pc:sldMk cId="2459543331" sldId="310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334AB99-E6B0-4B57-A238-3D363AD9E539}" dt="2026-08-18T08:10:19.369" v="1" actId="20577"/>
        <pc:sldMkLst>
          <pc:docMk/>
          <pc:sldMk cId="1491083186" sldId="318"/>
        </pc:sldMkLst>
        <pc:spChg chg="mod">
          <ac:chgData name="정소영(SOYOUNG JEONG)[soy22]/사원/제조DX.자동보정.RSND자동보정팀" userId="e0dfc6da-e3c7-4ad5-9bac-f065fa9fc20e" providerId="ADAL" clId="{9334AB99-E6B0-4B57-A238-3D363AD9E539}" dt="2026-08-18T08:10:19.369" v="1" actId="20577"/>
          <ac:spMkLst>
            <pc:docMk/>
            <pc:sldMk cId="1491083186" sldId="318"/>
            <ac:spMk id="7" creationId="{5F6DCF5A-C812-C79A-3E4D-3B5DB39B7269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334AB99-E6B0-4B57-A238-3D363AD9E539}" dt="2026-08-18T08:10:24.147" v="3" actId="20577"/>
        <pc:sldMkLst>
          <pc:docMk/>
          <pc:sldMk cId="2369456689" sldId="335"/>
        </pc:sldMkLst>
        <pc:spChg chg="mod">
          <ac:chgData name="정소영(SOYOUNG JEONG)[soy22]/사원/제조DX.자동보정.RSND자동보정팀" userId="e0dfc6da-e3c7-4ad5-9bac-f065fa9fc20e" providerId="ADAL" clId="{9334AB99-E6B0-4B57-A238-3D363AD9E539}" dt="2026-08-18T08:10:24.147" v="3" actId="20577"/>
          <ac:spMkLst>
            <pc:docMk/>
            <pc:sldMk cId="2369456689" sldId="335"/>
            <ac:spMk id="7" creationId="{5F6DCF5A-C812-C79A-3E4D-3B5DB39B7269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334AB99-E6B0-4B57-A238-3D363AD9E539}" dt="2026-08-18T08:13:03.445" v="6"/>
        <pc:sldMkLst>
          <pc:docMk/>
          <pc:sldMk cId="25689677" sldId="337"/>
        </pc:sldMkLst>
        <pc:spChg chg="mod">
          <ac:chgData name="정소영(SOYOUNG JEONG)[soy22]/사원/제조DX.자동보정.RSND자동보정팀" userId="e0dfc6da-e3c7-4ad5-9bac-f065fa9fc20e" providerId="ADAL" clId="{9334AB99-E6B0-4B57-A238-3D363AD9E539}" dt="2026-08-18T08:13:03.445" v="6"/>
          <ac:spMkLst>
            <pc:docMk/>
            <pc:sldMk cId="25689677" sldId="337"/>
            <ac:spMk id="8" creationId="{2B9ACCF9-6857-8663-8241-CB4BCC368847}"/>
          </ac:spMkLst>
        </pc:spChg>
        <pc:spChg chg="mod">
          <ac:chgData name="정소영(SOYOUNG JEONG)[soy22]/사원/제조DX.자동보정.RSND자동보정팀" userId="e0dfc6da-e3c7-4ad5-9bac-f065fa9fc20e" providerId="ADAL" clId="{9334AB99-E6B0-4B57-A238-3D363AD9E539}" dt="2026-08-18T08:10:41.606" v="5" actId="20577"/>
          <ac:spMkLst>
            <pc:docMk/>
            <pc:sldMk cId="25689677" sldId="337"/>
            <ac:spMk id="37" creationId="{34F546E7-0AA4-72A4-9D03-27E1B845B836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334AB99-E6B0-4B57-A238-3D363AD9E539}" dt="2026-08-18T08:15:22.781" v="98" actId="20577"/>
        <pc:sldMkLst>
          <pc:docMk/>
          <pc:sldMk cId="2102800239" sldId="359"/>
        </pc:sldMkLst>
        <pc:spChg chg="mod">
          <ac:chgData name="정소영(SOYOUNG JEONG)[soy22]/사원/제조DX.자동보정.RSND자동보정팀" userId="e0dfc6da-e3c7-4ad5-9bac-f065fa9fc20e" providerId="ADAL" clId="{9334AB99-E6B0-4B57-A238-3D363AD9E539}" dt="2026-08-18T08:14:57.277" v="60" actId="20577"/>
          <ac:spMkLst>
            <pc:docMk/>
            <pc:sldMk cId="2102800239" sldId="359"/>
            <ac:spMk id="8" creationId="{4E4C90C9-A019-5679-6ED0-4DA8526529E6}"/>
          </ac:spMkLst>
        </pc:spChg>
        <pc:spChg chg="mod">
          <ac:chgData name="정소영(SOYOUNG JEONG)[soy22]/사원/제조DX.자동보정.RSND자동보정팀" userId="e0dfc6da-e3c7-4ad5-9bac-f065fa9fc20e" providerId="ADAL" clId="{9334AB99-E6B0-4B57-A238-3D363AD9E539}" dt="2026-08-18T08:15:22.781" v="98" actId="20577"/>
          <ac:spMkLst>
            <pc:docMk/>
            <pc:sldMk cId="2102800239" sldId="359"/>
            <ac:spMk id="15" creationId="{465732E6-7EC6-799B-FDD4-0CF99EEE37FF}"/>
          </ac:spMkLst>
        </pc:spChg>
        <pc:spChg chg="mod">
          <ac:chgData name="정소영(SOYOUNG JEONG)[soy22]/사원/제조DX.자동보정.RSND자동보정팀" userId="e0dfc6da-e3c7-4ad5-9bac-f065fa9fc20e" providerId="ADAL" clId="{9334AB99-E6B0-4B57-A238-3D363AD9E539}" dt="2026-08-18T08:15:17.428" v="96" actId="1036"/>
          <ac:spMkLst>
            <pc:docMk/>
            <pc:sldMk cId="2102800239" sldId="359"/>
            <ac:spMk id="16" creationId="{0A8513CF-8D68-D321-D10C-6D4A43E1A14E}"/>
          </ac:spMkLst>
        </pc:spChg>
      </pc:sldChg>
    </pc:docChg>
  </pc:docChgLst>
  <pc:docChgLst>
    <pc:chgData name="변승섭(BYUN SEUNGSUB)[ssbyun]/사원/제조DX.자동보정.MC자동보정팀" userId="S::ssbyun@lgensol.com::1b38d4b6-64c3-40fb-bb51-29309b54142d" providerId="AD" clId="Web-{CF6D4678-CF46-1C30-8B80-2FCADCD6E09A}"/>
    <pc:docChg chg="addSld modSection">
      <pc:chgData name="변승섭(BYUN SEUNGSUB)[ssbyun]/사원/제조DX.자동보정.MC자동보정팀" userId="S::ssbyun@lgensol.com::1b38d4b6-64c3-40fb-bb51-29309b54142d" providerId="AD" clId="Web-{CF6D4678-CF46-1C30-8B80-2FCADCD6E09A}" dt="2026-08-12T04:52:27.664" v="1"/>
      <pc:docMkLst>
        <pc:docMk/>
      </pc:docMkLst>
      <pc:sldChg chg="add">
        <pc:chgData name="변승섭(BYUN SEUNGSUB)[ssbyun]/사원/제조DX.자동보정.MC자동보정팀" userId="S::ssbyun@lgensol.com::1b38d4b6-64c3-40fb-bb51-29309b54142d" providerId="AD" clId="Web-{CF6D4678-CF46-1C30-8B80-2FCADCD6E09A}" dt="2026-08-12T04:52:27.664" v="1"/>
        <pc:sldMkLst>
          <pc:docMk/>
          <pc:sldMk cId="4109008651" sldId="281"/>
        </pc:sldMkLst>
      </pc:sldChg>
    </pc:docChg>
  </pc:docChgLst>
  <pc:docChgLst>
    <pc:chgData name="임성현(SUNGHYEUN LIM)[limsh0]/선임/제조DX.자동보정.MC자동보정팀" userId="98668b4a-da00-402d-a6a4-d7a97d064261" providerId="ADAL" clId="{46AE5F33-3050-4F97-AB37-F7DD670F5394}"/>
    <pc:docChg chg="undo custSel modSld">
      <pc:chgData name="임성현(SUNGHYEUN LIM)[limsh0]/선임/제조DX.자동보정.MC자동보정팀" userId="98668b4a-da00-402d-a6a4-d7a97d064261" providerId="ADAL" clId="{46AE5F33-3050-4F97-AB37-F7DD670F5394}" dt="2026-08-24T08:26:44.322" v="540" actId="20577"/>
      <pc:docMkLst>
        <pc:docMk/>
      </pc:docMkLst>
      <pc:sldChg chg="modSp mod">
        <pc:chgData name="임성현(SUNGHYEUN LIM)[limsh0]/선임/제조DX.자동보정.MC자동보정팀" userId="98668b4a-da00-402d-a6a4-d7a97d064261" providerId="ADAL" clId="{46AE5F33-3050-4F97-AB37-F7DD670F5394}" dt="2026-08-24T08:25:18.462" v="456" actId="20577"/>
        <pc:sldMkLst>
          <pc:docMk/>
          <pc:sldMk cId="1123662655" sldId="267"/>
        </pc:sldMkLst>
        <pc:spChg chg="mod">
          <ac:chgData name="임성현(SUNGHYEUN LIM)[limsh0]/선임/제조DX.자동보정.MC자동보정팀" userId="98668b4a-da00-402d-a6a4-d7a97d064261" providerId="ADAL" clId="{46AE5F33-3050-4F97-AB37-F7DD670F5394}" dt="2026-08-24T08:25:18.462" v="456" actId="20577"/>
          <ac:spMkLst>
            <pc:docMk/>
            <pc:sldMk cId="1123662655" sldId="267"/>
            <ac:spMk id="15" creationId="{60D418AC-87D1-1361-F382-54580D486581}"/>
          </ac:spMkLst>
        </pc:spChg>
        <pc:spChg chg="mod">
          <ac:chgData name="임성현(SUNGHYEUN LIM)[limsh0]/선임/제조DX.자동보정.MC자동보정팀" userId="98668b4a-da00-402d-a6a4-d7a97d064261" providerId="ADAL" clId="{46AE5F33-3050-4F97-AB37-F7DD670F5394}" dt="2026-08-24T08:22:30.903" v="345" actId="20577"/>
          <ac:spMkLst>
            <pc:docMk/>
            <pc:sldMk cId="1123662655" sldId="267"/>
            <ac:spMk id="25" creationId="{F763AEEB-526E-8057-48DD-A4DCA13D31B7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46AE5F33-3050-4F97-AB37-F7DD670F5394}" dt="2026-08-24T08:21:16.831" v="335" actId="20577"/>
        <pc:sldMkLst>
          <pc:docMk/>
          <pc:sldMk cId="4187601064" sldId="345"/>
        </pc:sldMkLst>
        <pc:spChg chg="mod">
          <ac:chgData name="임성현(SUNGHYEUN LIM)[limsh0]/선임/제조DX.자동보정.MC자동보정팀" userId="98668b4a-da00-402d-a6a4-d7a97d064261" providerId="ADAL" clId="{46AE5F33-3050-4F97-AB37-F7DD670F5394}" dt="2026-08-24T08:18:25.382" v="325"/>
          <ac:spMkLst>
            <pc:docMk/>
            <pc:sldMk cId="4187601064" sldId="345"/>
            <ac:spMk id="2" creationId="{EFFD9222-750B-0C33-61D4-1841F0B4A5AA}"/>
          </ac:spMkLst>
        </pc:spChg>
        <pc:spChg chg="mod">
          <ac:chgData name="임성현(SUNGHYEUN LIM)[limsh0]/선임/제조DX.자동보정.MC자동보정팀" userId="98668b4a-da00-402d-a6a4-d7a97d064261" providerId="ADAL" clId="{46AE5F33-3050-4F97-AB37-F7DD670F5394}" dt="2026-08-24T08:21:16.831" v="335" actId="20577"/>
          <ac:spMkLst>
            <pc:docMk/>
            <pc:sldMk cId="4187601064" sldId="345"/>
            <ac:spMk id="34" creationId="{D8B60436-CB69-037E-0252-E096A9F06E49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46AE5F33-3050-4F97-AB37-F7DD670F5394}" dt="2026-08-24T08:24:48.628" v="391" actId="20577"/>
        <pc:sldMkLst>
          <pc:docMk/>
          <pc:sldMk cId="2304380334" sldId="362"/>
        </pc:sldMkLst>
        <pc:spChg chg="mod">
          <ac:chgData name="임성현(SUNGHYEUN LIM)[limsh0]/선임/제조DX.자동보정.MC자동보정팀" userId="98668b4a-da00-402d-a6a4-d7a97d064261" providerId="ADAL" clId="{46AE5F33-3050-4F97-AB37-F7DD670F5394}" dt="2026-08-24T08:22:14.996" v="342" actId="20577"/>
          <ac:spMkLst>
            <pc:docMk/>
            <pc:sldMk cId="2304380334" sldId="362"/>
            <ac:spMk id="25" creationId="{F763AEEB-526E-8057-48DD-A4DCA13D31B7}"/>
          </ac:spMkLst>
        </pc:spChg>
        <pc:spChg chg="mod">
          <ac:chgData name="임성현(SUNGHYEUN LIM)[limsh0]/선임/제조DX.자동보정.MC자동보정팀" userId="98668b4a-da00-402d-a6a4-d7a97d064261" providerId="ADAL" clId="{46AE5F33-3050-4F97-AB37-F7DD670F5394}" dt="2026-08-24T08:24:48.628" v="391" actId="20577"/>
          <ac:spMkLst>
            <pc:docMk/>
            <pc:sldMk cId="2304380334" sldId="362"/>
            <ac:spMk id="34" creationId="{F77E1AD8-F919-5AF7-BB3C-96D055F9DFBD}"/>
          </ac:spMkLst>
        </pc:spChg>
      </pc:sldChg>
      <pc:sldChg chg="modSp mod">
        <pc:chgData name="임성현(SUNGHYEUN LIM)[limsh0]/선임/제조DX.자동보정.MC자동보정팀" userId="98668b4a-da00-402d-a6a4-d7a97d064261" providerId="ADAL" clId="{46AE5F33-3050-4F97-AB37-F7DD670F5394}" dt="2026-08-24T08:21:07.270" v="331" actId="20577"/>
        <pc:sldMkLst>
          <pc:docMk/>
          <pc:sldMk cId="1274175196" sldId="363"/>
        </pc:sldMkLst>
        <pc:spChg chg="mod">
          <ac:chgData name="임성현(SUNGHYEUN LIM)[limsh0]/선임/제조DX.자동보정.MC자동보정팀" userId="98668b4a-da00-402d-a6a4-d7a97d064261" providerId="ADAL" clId="{46AE5F33-3050-4F97-AB37-F7DD670F5394}" dt="2026-08-24T08:21:07.270" v="331" actId="20577"/>
          <ac:spMkLst>
            <pc:docMk/>
            <pc:sldMk cId="1274175196" sldId="363"/>
            <ac:spMk id="15" creationId="{63581BCC-B406-BB6D-92B5-712858506435}"/>
          </ac:spMkLst>
        </pc:spChg>
        <pc:graphicFrameChg chg="mod">
          <ac:chgData name="임성현(SUNGHYEUN LIM)[limsh0]/선임/제조DX.자동보정.MC자동보정팀" userId="98668b4a-da00-402d-a6a4-d7a97d064261" providerId="ADAL" clId="{46AE5F33-3050-4F97-AB37-F7DD670F5394}" dt="2026-08-24T04:34:21.104" v="0"/>
          <ac:graphicFrameMkLst>
            <pc:docMk/>
            <pc:sldMk cId="1274175196" sldId="363"/>
            <ac:graphicFrameMk id="11" creationId="{CF43CAF0-18FC-16A9-D98D-0BAADCCBFE5B}"/>
          </ac:graphicFrameMkLst>
        </pc:graphicFrameChg>
      </pc:sldChg>
    </pc:docChg>
  </pc:docChgLst>
  <pc:docChgLst>
    <pc:chgData name="안다현(DAHYUN AHN)[dahyun.ahn]/사원/제조DX.자동보정.조립자동보정팀" userId="S::dahyun.ahn@lgensol.com::7637ba88-3042-4a41-bc1d-63ce7574c848" providerId="AD" clId="Web-{AEC187E5-3A57-6E43-5A61-080EC57ADAA8}"/>
    <pc:docChg chg="modSld">
      <pc:chgData name="안다현(DAHYUN AHN)[dahyun.ahn]/사원/제조DX.자동보정.조립자동보정팀" userId="S::dahyun.ahn@lgensol.com::7637ba88-3042-4a41-bc1d-63ce7574c848" providerId="AD" clId="Web-{AEC187E5-3A57-6E43-5A61-080EC57ADAA8}" dt="2026-08-25T00:38:30.161" v="262" actId="20577"/>
      <pc:docMkLst>
        <pc:docMk/>
      </pc:docMkLst>
      <pc:sldChg chg="modSp">
        <pc:chgData name="안다현(DAHYUN AHN)[dahyun.ahn]/사원/제조DX.자동보정.조립자동보정팀" userId="S::dahyun.ahn@lgensol.com::7637ba88-3042-4a41-bc1d-63ce7574c848" providerId="AD" clId="Web-{AEC187E5-3A57-6E43-5A61-080EC57ADAA8}" dt="2026-08-25T00:30:56.350" v="246" actId="20577"/>
        <pc:sldMkLst>
          <pc:docMk/>
          <pc:sldMk cId="1167213861" sldId="314"/>
        </pc:sldMkLst>
        <pc:spChg chg="mod">
          <ac:chgData name="안다현(DAHYUN AHN)[dahyun.ahn]/사원/제조DX.자동보정.조립자동보정팀" userId="S::dahyun.ahn@lgensol.com::7637ba88-3042-4a41-bc1d-63ce7574c848" providerId="AD" clId="Web-{AEC187E5-3A57-6E43-5A61-080EC57ADAA8}" dt="2026-08-25T00:30:56.350" v="246" actId="20577"/>
          <ac:spMkLst>
            <pc:docMk/>
            <pc:sldMk cId="1167213861" sldId="314"/>
            <ac:spMk id="17" creationId="{DC17C3A7-4CEB-7FD6-FC8A-68D8BE04A42A}"/>
          </ac:spMkLst>
        </pc:spChg>
      </pc:sldChg>
      <pc:sldChg chg="addSp delSp modSp">
        <pc:chgData name="안다현(DAHYUN AHN)[dahyun.ahn]/사원/제조DX.자동보정.조립자동보정팀" userId="S::dahyun.ahn@lgensol.com::7637ba88-3042-4a41-bc1d-63ce7574c848" providerId="AD" clId="Web-{AEC187E5-3A57-6E43-5A61-080EC57ADAA8}" dt="2026-08-25T00:38:30.161" v="262" actId="20577"/>
        <pc:sldMkLst>
          <pc:docMk/>
          <pc:sldMk cId="622908435" sldId="351"/>
        </pc:sldMkLst>
        <pc:spChg chg="add mod">
          <ac:chgData name="안다현(DAHYUN AHN)[dahyun.ahn]/사원/제조DX.자동보정.조립자동보정팀" userId="S::dahyun.ahn@lgensol.com::7637ba88-3042-4a41-bc1d-63ce7574c848" providerId="AD" clId="Web-{AEC187E5-3A57-6E43-5A61-080EC57ADAA8}" dt="2026-08-25T00:26:00.857" v="207" actId="1076"/>
          <ac:spMkLst>
            <pc:docMk/>
            <pc:sldMk cId="622908435" sldId="351"/>
            <ac:spMk id="11" creationId="{C4077CD6-DD72-557E-6574-42D9DDCD4838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AEC187E5-3A57-6E43-5A61-080EC57ADAA8}" dt="2026-08-25T00:38:30.161" v="262" actId="20577"/>
          <ac:spMkLst>
            <pc:docMk/>
            <pc:sldMk cId="622908435" sldId="351"/>
            <ac:spMk id="20" creationId="{1D985B27-2B1D-33FE-56E4-88E5E6B69DD1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AEC187E5-3A57-6E43-5A61-080EC57ADAA8}" dt="2026-08-25T00:28:11.627" v="243" actId="20577"/>
          <ac:spMkLst>
            <pc:docMk/>
            <pc:sldMk cId="622908435" sldId="351"/>
            <ac:spMk id="50" creationId="{38F815D9-C76C-AFB9-BB8A-DC408B13C45E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AEC187E5-3A57-6E43-5A61-080EC57ADAA8}" dt="2026-08-25T00:30:32.443" v="245" actId="20577"/>
        <pc:sldMkLst>
          <pc:docMk/>
          <pc:sldMk cId="999305360" sldId="360"/>
        </pc:sldMkLst>
        <pc:spChg chg="mod">
          <ac:chgData name="안다현(DAHYUN AHN)[dahyun.ahn]/사원/제조DX.자동보정.조립자동보정팀" userId="S::dahyun.ahn@lgensol.com::7637ba88-3042-4a41-bc1d-63ce7574c848" providerId="AD" clId="Web-{AEC187E5-3A57-6E43-5A61-080EC57ADAA8}" dt="2026-08-25T00:30:32.443" v="245" actId="20577"/>
          <ac:spMkLst>
            <pc:docMk/>
            <pc:sldMk cId="999305360" sldId="360"/>
            <ac:spMk id="17" creationId="{192E1C54-A00B-1FC4-103F-8B179E2725CE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AEC187E5-3A57-6E43-5A61-080EC57ADAA8}" dt="2026-08-25T00:14:34.211" v="46" actId="20577"/>
        <pc:sldMkLst>
          <pc:docMk/>
          <pc:sldMk cId="1545050450" sldId="373"/>
        </pc:sldMkLst>
        <pc:spChg chg="mod">
          <ac:chgData name="안다현(DAHYUN AHN)[dahyun.ahn]/사원/제조DX.자동보정.조립자동보정팀" userId="S::dahyun.ahn@lgensol.com::7637ba88-3042-4a41-bc1d-63ce7574c848" providerId="AD" clId="Web-{AEC187E5-3A57-6E43-5A61-080EC57ADAA8}" dt="2026-08-25T00:13:18.662" v="1" actId="20577"/>
          <ac:spMkLst>
            <pc:docMk/>
            <pc:sldMk cId="1545050450" sldId="373"/>
            <ac:spMk id="7" creationId="{3B5E7FDD-0ADD-5243-3EC1-799CB1FB8F79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AEC187E5-3A57-6E43-5A61-080EC57ADAA8}" dt="2026-08-25T00:14:34.211" v="46" actId="20577"/>
          <ac:spMkLst>
            <pc:docMk/>
            <pc:sldMk cId="1545050450" sldId="373"/>
            <ac:spMk id="21" creationId="{1EF7B0D7-123E-D341-771B-5B8C9DC6E96C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AEC187E5-3A57-6E43-5A61-080EC57ADAA8}" dt="2026-08-25T00:37:15.050" v="261" actId="20577"/>
        <pc:sldMkLst>
          <pc:docMk/>
          <pc:sldMk cId="1546881092" sldId="409"/>
        </pc:sldMkLst>
        <pc:spChg chg="mod">
          <ac:chgData name="안다현(DAHYUN AHN)[dahyun.ahn]/사원/제조DX.자동보정.조립자동보정팀" userId="S::dahyun.ahn@lgensol.com::7637ba88-3042-4a41-bc1d-63ce7574c848" providerId="AD" clId="Web-{AEC187E5-3A57-6E43-5A61-080EC57ADAA8}" dt="2026-08-25T00:37:15.050" v="261" actId="20577"/>
          <ac:spMkLst>
            <pc:docMk/>
            <pc:sldMk cId="1546881092" sldId="409"/>
            <ac:spMk id="22" creationId="{39007AA6-9C76-CC35-9003-766D6E57C2F2}"/>
          </ac:spMkLst>
        </pc:spChg>
        <pc:spChg chg="mod">
          <ac:chgData name="안다현(DAHYUN AHN)[dahyun.ahn]/사원/제조DX.자동보정.조립자동보정팀" userId="S::dahyun.ahn@lgensol.com::7637ba88-3042-4a41-bc1d-63ce7574c848" providerId="AD" clId="Web-{AEC187E5-3A57-6E43-5A61-080EC57ADAA8}" dt="2026-08-25T00:30:13.880" v="244" actId="20577"/>
          <ac:spMkLst>
            <pc:docMk/>
            <pc:sldMk cId="1546881092" sldId="409"/>
            <ac:spMk id="34" creationId="{5C479A47-4E16-BC7C-34EB-658918D13778}"/>
          </ac:spMkLst>
        </pc:spChg>
      </pc:sldChg>
      <pc:sldChg chg="modSp">
        <pc:chgData name="안다현(DAHYUN AHN)[dahyun.ahn]/사원/제조DX.자동보정.조립자동보정팀" userId="S::dahyun.ahn@lgensol.com::7637ba88-3042-4a41-bc1d-63ce7574c848" providerId="AD" clId="Web-{AEC187E5-3A57-6E43-5A61-080EC57ADAA8}" dt="2026-08-25T00:28:02.486" v="242" actId="20577"/>
        <pc:sldMkLst>
          <pc:docMk/>
          <pc:sldMk cId="151880523" sldId="425"/>
        </pc:sldMkLst>
        <pc:spChg chg="mod">
          <ac:chgData name="안다현(DAHYUN AHN)[dahyun.ahn]/사원/제조DX.자동보정.조립자동보정팀" userId="S::dahyun.ahn@lgensol.com::7637ba88-3042-4a41-bc1d-63ce7574c848" providerId="AD" clId="Web-{AEC187E5-3A57-6E43-5A61-080EC57ADAA8}" dt="2026-08-25T00:28:02.486" v="242" actId="20577"/>
          <ac:spMkLst>
            <pc:docMk/>
            <pc:sldMk cId="151880523" sldId="425"/>
            <ac:spMk id="50" creationId="{E7729664-3856-E0F1-AC98-3A14DF2ED552}"/>
          </ac:spMkLst>
        </pc:spChg>
      </pc:sldChg>
    </pc:docChg>
  </pc:docChgLst>
  <pc:docChgLst>
    <pc:chgData name="정소영(SOYOUNG JEONG)[soy22]/사원/제조DX.자동보정.RSND자동보정팀" userId="e0dfc6da-e3c7-4ad5-9bac-f065fa9fc20e" providerId="ADAL" clId="{9EE3CE73-FC1A-4DB9-AA0C-C1E901C109B9}"/>
    <pc:docChg chg="undo custSel modSld">
      <pc:chgData name="정소영(SOYOUNG JEONG)[soy22]/사원/제조DX.자동보정.RSND자동보정팀" userId="e0dfc6da-e3c7-4ad5-9bac-f065fa9fc20e" providerId="ADAL" clId="{9EE3CE73-FC1A-4DB9-AA0C-C1E901C109B9}" dt="2026-09-01T09:25:28.065" v="1667" actId="1036"/>
      <pc:docMkLst>
        <pc:docMk/>
      </pc:docMkLst>
      <pc:sldChg chg="modSp mod">
        <pc:chgData name="정소영(SOYOUNG JEONG)[soy22]/사원/제조DX.자동보정.RSND자동보정팀" userId="e0dfc6da-e3c7-4ad5-9bac-f065fa9fc20e" providerId="ADAL" clId="{9EE3CE73-FC1A-4DB9-AA0C-C1E901C109B9}" dt="2026-09-01T08:52:58.975" v="17" actId="20577"/>
        <pc:sldMkLst>
          <pc:docMk/>
          <pc:sldMk cId="981450646" sldId="262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8:52:58.975" v="17" actId="20577"/>
          <ac:spMkLst>
            <pc:docMk/>
            <pc:sldMk cId="981450646" sldId="262"/>
            <ac:spMk id="37" creationId="{988A71DE-4597-68D6-404C-A27E87B4F544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EE3CE73-FC1A-4DB9-AA0C-C1E901C109B9}" dt="2026-09-01T08:55:10.756" v="55" actId="20577"/>
        <pc:sldMkLst>
          <pc:docMk/>
          <pc:sldMk cId="889009244" sldId="265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8:55:10.756" v="55" actId="20577"/>
          <ac:spMkLst>
            <pc:docMk/>
            <pc:sldMk cId="889009244" sldId="265"/>
            <ac:spMk id="31" creationId="{F4C37CF5-F215-3C2A-EA7D-4261BCC0EEAD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EE3CE73-FC1A-4DB9-AA0C-C1E901C109B9}" dt="2026-09-01T08:54:20.802" v="43" actId="20577"/>
        <pc:sldMkLst>
          <pc:docMk/>
          <pc:sldMk cId="2657111973" sldId="284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8:54:20.802" v="43" actId="20577"/>
          <ac:spMkLst>
            <pc:docMk/>
            <pc:sldMk cId="2657111973" sldId="284"/>
            <ac:spMk id="16" creationId="{D2EC7D2F-935A-50B7-CAAB-1690627DEC3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EE3CE73-FC1A-4DB9-AA0C-C1E901C109B9}" dt="2026-09-01T08:54:17.378" v="41" actId="20577"/>
        <pc:sldMkLst>
          <pc:docMk/>
          <pc:sldMk cId="4272420199" sldId="285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8:54:17.378" v="41" actId="20577"/>
          <ac:spMkLst>
            <pc:docMk/>
            <pc:sldMk cId="4272420199" sldId="285"/>
            <ac:spMk id="157" creationId="{9B28912B-4347-A792-5175-7BF8A11A195B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EE3CE73-FC1A-4DB9-AA0C-C1E901C109B9}" dt="2026-09-01T08:55:03.826" v="49" actId="20577"/>
        <pc:sldMkLst>
          <pc:docMk/>
          <pc:sldMk cId="1181057486" sldId="296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8:55:03.826" v="49" actId="20577"/>
          <ac:spMkLst>
            <pc:docMk/>
            <pc:sldMk cId="1181057486" sldId="296"/>
            <ac:spMk id="12" creationId="{2A4EFF36-E0B5-36D2-2DB4-A3E0BAA70B20}"/>
          </ac:spMkLst>
        </pc:spChg>
      </pc:sldChg>
      <pc:sldChg chg="modSp mod modNotesTx">
        <pc:chgData name="정소영(SOYOUNG JEONG)[soy22]/사원/제조DX.자동보정.RSND자동보정팀" userId="e0dfc6da-e3c7-4ad5-9bac-f065fa9fc20e" providerId="ADAL" clId="{9EE3CE73-FC1A-4DB9-AA0C-C1E901C109B9}" dt="2026-09-01T09:25:28.065" v="1667" actId="1036"/>
        <pc:sldMkLst>
          <pc:docMk/>
          <pc:sldMk cId="3173926166" sldId="297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9:05:52.573" v="1026" actId="20577"/>
          <ac:spMkLst>
            <pc:docMk/>
            <pc:sldMk cId="3173926166" sldId="297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25:28.065" v="1667" actId="1036"/>
          <ac:spMkLst>
            <pc:docMk/>
            <pc:sldMk cId="3173926166" sldId="297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EE3CE73-FC1A-4DB9-AA0C-C1E901C109B9}" dt="2026-09-01T08:59:21.534" v="439" actId="20577"/>
        <pc:sldMkLst>
          <pc:docMk/>
          <pc:sldMk cId="2459543331" sldId="310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8:56:25.567" v="65" actId="20577"/>
          <ac:spMkLst>
            <pc:docMk/>
            <pc:sldMk cId="2459543331" sldId="310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8:59:21.534" v="439" actId="20577"/>
          <ac:spMkLst>
            <pc:docMk/>
            <pc:sldMk cId="2459543331" sldId="310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EE3CE73-FC1A-4DB9-AA0C-C1E901C109B9}" dt="2026-09-01T08:49:13.924" v="5" actId="20577"/>
        <pc:sldMkLst>
          <pc:docMk/>
          <pc:sldMk cId="1491083186" sldId="318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8:49:13.924" v="5" actId="20577"/>
          <ac:spMkLst>
            <pc:docMk/>
            <pc:sldMk cId="1491083186" sldId="318"/>
            <ac:spMk id="7" creationId="{5F6DCF5A-C812-C79A-3E4D-3B5DB39B7269}"/>
          </ac:spMkLst>
        </pc:spChg>
      </pc:sldChg>
      <pc:sldChg chg="addSp delSp modSp mod modClrScheme chgLayout">
        <pc:chgData name="정소영(SOYOUNG JEONG)[soy22]/사원/제조DX.자동보정.RSND자동보정팀" userId="e0dfc6da-e3c7-4ad5-9bac-f065fa9fc20e" providerId="ADAL" clId="{9EE3CE73-FC1A-4DB9-AA0C-C1E901C109B9}" dt="2026-09-01T09:25:01.394" v="1662" actId="20577"/>
        <pc:sldMkLst>
          <pc:docMk/>
          <pc:sldMk cId="2675601567" sldId="330"/>
        </pc:sldMkLst>
        <pc:spChg chg="add mod">
          <ac:chgData name="정소영(SOYOUNG JEONG)[soy22]/사원/제조DX.자동보정.RSND자동보정팀" userId="e0dfc6da-e3c7-4ad5-9bac-f065fa9fc20e" providerId="ADAL" clId="{9EE3CE73-FC1A-4DB9-AA0C-C1E901C109B9}" dt="2026-09-01T09:20:25.466" v="1544" actId="1036"/>
          <ac:spMkLst>
            <pc:docMk/>
            <pc:sldMk cId="2675601567" sldId="330"/>
            <ac:spMk id="6" creationId="{8B36ACB5-F772-4B21-4592-7D06A66794AD}"/>
          </ac:spMkLst>
        </pc:spChg>
        <pc:spChg chg="add mod">
          <ac:chgData name="정소영(SOYOUNG JEONG)[soy22]/사원/제조DX.자동보정.RSND자동보정팀" userId="e0dfc6da-e3c7-4ad5-9bac-f065fa9fc20e" providerId="ADAL" clId="{9EE3CE73-FC1A-4DB9-AA0C-C1E901C109B9}" dt="2026-09-01T09:24:31.574" v="1647" actId="1036"/>
          <ac:spMkLst>
            <pc:docMk/>
            <pc:sldMk cId="2675601567" sldId="330"/>
            <ac:spMk id="8" creationId="{DFFAB60D-1293-2BCF-9A55-F6206D230033}"/>
          </ac:spMkLst>
        </pc:spChg>
        <pc:spChg chg="add mod">
          <ac:chgData name="정소영(SOYOUNG JEONG)[soy22]/사원/제조DX.자동보정.RSND자동보정팀" userId="e0dfc6da-e3c7-4ad5-9bac-f065fa9fc20e" providerId="ADAL" clId="{9EE3CE73-FC1A-4DB9-AA0C-C1E901C109B9}" dt="2026-09-01T09:20:11.246" v="1538" actId="1036"/>
          <ac:spMkLst>
            <pc:docMk/>
            <pc:sldMk cId="2675601567" sldId="330"/>
            <ac:spMk id="9" creationId="{0A92C78D-9FD8-233D-C7C5-9C66D94ED1F3}"/>
          </ac:spMkLst>
        </pc:spChg>
        <pc:spChg chg="add mod">
          <ac:chgData name="정소영(SOYOUNG JEONG)[soy22]/사원/제조DX.자동보정.RSND자동보정팀" userId="e0dfc6da-e3c7-4ad5-9bac-f065fa9fc20e" providerId="ADAL" clId="{9EE3CE73-FC1A-4DB9-AA0C-C1E901C109B9}" dt="2026-09-01T09:20:21.893" v="1542" actId="1036"/>
          <ac:spMkLst>
            <pc:docMk/>
            <pc:sldMk cId="2675601567" sldId="330"/>
            <ac:spMk id="10" creationId="{3D6262B2-FA1C-9878-C143-0A6D2223DCFB}"/>
          </ac:spMkLst>
        </pc:spChg>
        <pc:spChg chg="mod ord">
          <ac:chgData name="정소영(SOYOUNG JEONG)[soy22]/사원/제조DX.자동보정.RSND자동보정팀" userId="e0dfc6da-e3c7-4ad5-9bac-f065fa9fc20e" providerId="ADAL" clId="{9EE3CE73-FC1A-4DB9-AA0C-C1E901C109B9}" dt="2026-09-01T09:18:34.681" v="1381" actId="700"/>
          <ac:spMkLst>
            <pc:docMk/>
            <pc:sldMk cId="2675601567" sldId="330"/>
            <ac:spMk id="12" creationId="{1E35170E-B80F-4D84-7300-BE2E9C77E715}"/>
          </ac:spMkLst>
        </pc:spChg>
        <pc:spChg chg="mod ord">
          <ac:chgData name="정소영(SOYOUNG JEONG)[soy22]/사원/제조DX.자동보정.RSND자동보정팀" userId="e0dfc6da-e3c7-4ad5-9bac-f065fa9fc20e" providerId="ADAL" clId="{9EE3CE73-FC1A-4DB9-AA0C-C1E901C109B9}" dt="2026-09-01T09:18:34.681" v="1381" actId="700"/>
          <ac:spMkLst>
            <pc:docMk/>
            <pc:sldMk cId="2675601567" sldId="330"/>
            <ac:spMk id="13" creationId="{C6562FDB-7E84-B833-CFC9-8BE5A7614C97}"/>
          </ac:spMkLst>
        </pc:spChg>
        <pc:spChg chg="mod ord">
          <ac:chgData name="정소영(SOYOUNG JEONG)[soy22]/사원/제조DX.자동보정.RSND자동보정팀" userId="e0dfc6da-e3c7-4ad5-9bac-f065fa9fc20e" providerId="ADAL" clId="{9EE3CE73-FC1A-4DB9-AA0C-C1E901C109B9}" dt="2026-09-01T09:18:34.681" v="1381" actId="700"/>
          <ac:spMkLst>
            <pc:docMk/>
            <pc:sldMk cId="2675601567" sldId="330"/>
            <ac:spMk id="14" creationId="{DCA7F719-C34B-5535-7AD7-ECDB25ECA030}"/>
          </ac:spMkLst>
        </pc:spChg>
        <pc:spChg chg="mod ord">
          <ac:chgData name="정소영(SOYOUNG JEONG)[soy22]/사원/제조DX.자동보정.RSND자동보정팀" userId="e0dfc6da-e3c7-4ad5-9bac-f065fa9fc20e" providerId="ADAL" clId="{9EE3CE73-FC1A-4DB9-AA0C-C1E901C109B9}" dt="2026-09-01T09:18:34.681" v="1381" actId="700"/>
          <ac:spMkLst>
            <pc:docMk/>
            <pc:sldMk cId="2675601567" sldId="330"/>
            <ac:spMk id="15" creationId="{10699F6B-27E5-8FCD-2820-CB3F0C8062C0}"/>
          </ac:spMkLst>
        </pc:spChg>
        <pc:spChg chg="mod ord">
          <ac:chgData name="정소영(SOYOUNG JEONG)[soy22]/사원/제조DX.자동보정.RSND자동보정팀" userId="e0dfc6da-e3c7-4ad5-9bac-f065fa9fc20e" providerId="ADAL" clId="{9EE3CE73-FC1A-4DB9-AA0C-C1E901C109B9}" dt="2026-09-01T09:18:34.681" v="1381" actId="700"/>
          <ac:spMkLst>
            <pc:docMk/>
            <pc:sldMk cId="2675601567" sldId="330"/>
            <ac:spMk id="16" creationId="{59FAAEFC-BAE9-EA21-6EA0-0F65320C68E3}"/>
          </ac:spMkLst>
        </pc:spChg>
        <pc:spChg chg="mod ord">
          <ac:chgData name="정소영(SOYOUNG JEONG)[soy22]/사원/제조DX.자동보정.RSND자동보정팀" userId="e0dfc6da-e3c7-4ad5-9bac-f065fa9fc20e" providerId="ADAL" clId="{9EE3CE73-FC1A-4DB9-AA0C-C1E901C109B9}" dt="2026-09-01T09:18:34.681" v="1381" actId="700"/>
          <ac:spMkLst>
            <pc:docMk/>
            <pc:sldMk cId="2675601567" sldId="330"/>
            <ac:spMk id="17" creationId="{DFF829FD-B8D1-4074-06A7-36016FC9492B}"/>
          </ac:spMkLst>
        </pc:spChg>
        <pc:spChg chg="mod ord">
          <ac:chgData name="정소영(SOYOUNG JEONG)[soy22]/사원/제조DX.자동보정.RSND자동보정팀" userId="e0dfc6da-e3c7-4ad5-9bac-f065fa9fc20e" providerId="ADAL" clId="{9EE3CE73-FC1A-4DB9-AA0C-C1E901C109B9}" dt="2026-09-01T09:25:01.394" v="1662" actId="20577"/>
          <ac:spMkLst>
            <pc:docMk/>
            <pc:sldMk cId="2675601567" sldId="330"/>
            <ac:spMk id="18" creationId="{842DDCD7-0591-4709-3443-0068E00E827E}"/>
          </ac:spMkLst>
        </pc:spChg>
        <pc:spChg chg="mod ord">
          <ac:chgData name="정소영(SOYOUNG JEONG)[soy22]/사원/제조DX.자동보정.RSND자동보정팀" userId="e0dfc6da-e3c7-4ad5-9bac-f065fa9fc20e" providerId="ADAL" clId="{9EE3CE73-FC1A-4DB9-AA0C-C1E901C109B9}" dt="2026-09-01T09:18:34.681" v="1381" actId="700"/>
          <ac:spMkLst>
            <pc:docMk/>
            <pc:sldMk cId="2675601567" sldId="330"/>
            <ac:spMk id="19" creationId="{9EF6F8BD-03BE-228B-08BC-55042CF07CF2}"/>
          </ac:spMkLst>
        </pc:spChg>
        <pc:spChg chg="mod ord">
          <ac:chgData name="정소영(SOYOUNG JEONG)[soy22]/사원/제조DX.자동보정.RSND자동보정팀" userId="e0dfc6da-e3c7-4ad5-9bac-f065fa9fc20e" providerId="ADAL" clId="{9EE3CE73-FC1A-4DB9-AA0C-C1E901C109B9}" dt="2026-09-01T09:18:34.681" v="1381" actId="700"/>
          <ac:spMkLst>
            <pc:docMk/>
            <pc:sldMk cId="2675601567" sldId="330"/>
            <ac:spMk id="20" creationId="{64C5C09E-C9C3-96BB-19D1-57EDCF230A59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spMkLst>
            <pc:docMk/>
            <pc:sldMk cId="2675601567" sldId="330"/>
            <ac:spMk id="28" creationId="{54FC13A3-ACC4-0460-0A77-70E50826FAD3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spMkLst>
            <pc:docMk/>
            <pc:sldMk cId="2675601567" sldId="330"/>
            <ac:spMk id="32" creationId="{D206D504-6A00-D628-20C1-6E71B560FABA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spMkLst>
            <pc:docMk/>
            <pc:sldMk cId="2675601567" sldId="330"/>
            <ac:spMk id="35" creationId="{9B05592B-2309-D3F5-4ED3-56EA47C56744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spMkLst>
            <pc:docMk/>
            <pc:sldMk cId="2675601567" sldId="330"/>
            <ac:spMk id="36" creationId="{66521147-F75C-5300-5DDC-A40F48C030BF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spMkLst>
            <pc:docMk/>
            <pc:sldMk cId="2675601567" sldId="330"/>
            <ac:spMk id="37" creationId="{84F24556-3D6D-894D-43BA-2DB248498B2A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spMkLst>
            <pc:docMk/>
            <pc:sldMk cId="2675601567" sldId="330"/>
            <ac:spMk id="39" creationId="{E3614C14-F1F5-267F-76AF-52B63B166D99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spMkLst>
            <pc:docMk/>
            <pc:sldMk cId="2675601567" sldId="330"/>
            <ac:spMk id="40" creationId="{EA69E9A6-AEED-7A7F-68DA-4A5785B55EB2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spMkLst>
            <pc:docMk/>
            <pc:sldMk cId="2675601567" sldId="330"/>
            <ac:spMk id="41" creationId="{0D988D70-8B49-C535-8DC2-0F7B8C01870B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21:28.638" v="1581" actId="1037"/>
          <ac:spMkLst>
            <pc:docMk/>
            <pc:sldMk cId="2675601567" sldId="330"/>
            <ac:spMk id="42" creationId="{97422755-B3B6-8A54-B151-F42780C2BC75}"/>
          </ac:spMkLst>
        </pc:spChg>
        <pc:sp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spMkLst>
            <pc:docMk/>
            <pc:sldMk cId="2675601567" sldId="330"/>
            <ac:spMk id="43" creationId="{4FE2F072-9509-F4E1-2E55-A0797A342BFA}"/>
          </ac:spMkLst>
        </pc:spChg>
        <pc:pic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picMkLst>
            <pc:docMk/>
            <pc:sldMk cId="2675601567" sldId="330"/>
            <ac:picMk id="3" creationId="{676128BC-711D-9E69-ECFC-B339DABB1D27}"/>
          </ac:picMkLst>
        </pc:picChg>
        <pc:picChg chg="add mod ord modCrop">
          <ac:chgData name="정소영(SOYOUNG JEONG)[soy22]/사원/제조DX.자동보정.RSND자동보정팀" userId="e0dfc6da-e3c7-4ad5-9bac-f065fa9fc20e" providerId="ADAL" clId="{9EE3CE73-FC1A-4DB9-AA0C-C1E901C109B9}" dt="2026-09-01T09:23:07.390" v="1626" actId="167"/>
          <ac:picMkLst>
            <pc:docMk/>
            <pc:sldMk cId="2675601567" sldId="330"/>
            <ac:picMk id="4" creationId="{7D713F7D-EC2E-D6E9-33B2-FB33ED156EDD}"/>
          </ac:picMkLst>
        </pc:picChg>
        <pc:cxnChg chg="mod">
          <ac:chgData name="정소영(SOYOUNG JEONG)[soy22]/사원/제조DX.자동보정.RSND자동보정팀" userId="e0dfc6da-e3c7-4ad5-9bac-f065fa9fc20e" providerId="ADAL" clId="{9EE3CE73-FC1A-4DB9-AA0C-C1E901C109B9}" dt="2026-09-01T09:18:52.991" v="1435" actId="1038"/>
          <ac:cxnSpMkLst>
            <pc:docMk/>
            <pc:sldMk cId="2675601567" sldId="330"/>
            <ac:cxnSpMk id="34" creationId="{9EAC0B7A-E077-2BDF-5291-4B0E6EF478DC}"/>
          </ac:cxnSpMkLst>
        </pc:cxnChg>
      </pc:sldChg>
      <pc:sldChg chg="modSp mod">
        <pc:chgData name="정소영(SOYOUNG JEONG)[soy22]/사원/제조DX.자동보정.RSND자동보정팀" userId="e0dfc6da-e3c7-4ad5-9bac-f065fa9fc20e" providerId="ADAL" clId="{9EE3CE73-FC1A-4DB9-AA0C-C1E901C109B9}" dt="2026-09-01T08:49:46.890" v="11" actId="20577"/>
        <pc:sldMkLst>
          <pc:docMk/>
          <pc:sldMk cId="2369456689" sldId="335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8:49:46.890" v="11" actId="20577"/>
          <ac:spMkLst>
            <pc:docMk/>
            <pc:sldMk cId="2369456689" sldId="335"/>
            <ac:spMk id="7" creationId="{5F6DCF5A-C812-C79A-3E4D-3B5DB39B7269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EE3CE73-FC1A-4DB9-AA0C-C1E901C109B9}" dt="2026-09-01T08:53:13.488" v="29" actId="20577"/>
        <pc:sldMkLst>
          <pc:docMk/>
          <pc:sldMk cId="25689677" sldId="337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8:53:13.488" v="29" actId="20577"/>
          <ac:spMkLst>
            <pc:docMk/>
            <pc:sldMk cId="25689677" sldId="337"/>
            <ac:spMk id="37" creationId="{34F546E7-0AA4-72A4-9D03-27E1B845B836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9EE3CE73-FC1A-4DB9-AA0C-C1E901C109B9}" dt="2026-09-01T08:53:05.643" v="23" actId="20577"/>
        <pc:sldMkLst>
          <pc:docMk/>
          <pc:sldMk cId="275474770" sldId="433"/>
        </pc:sldMkLst>
        <pc:spChg chg="mod">
          <ac:chgData name="정소영(SOYOUNG JEONG)[soy22]/사원/제조DX.자동보정.RSND자동보정팀" userId="e0dfc6da-e3c7-4ad5-9bac-f065fa9fc20e" providerId="ADAL" clId="{9EE3CE73-FC1A-4DB9-AA0C-C1E901C109B9}" dt="2026-09-01T08:53:05.643" v="23" actId="20577"/>
          <ac:spMkLst>
            <pc:docMk/>
            <pc:sldMk cId="275474770" sldId="433"/>
            <ac:spMk id="37" creationId="{988A71DE-4597-68D6-404C-A27E87B4F544}"/>
          </ac:spMkLst>
        </pc:spChg>
      </pc:sldChg>
    </pc:docChg>
  </pc:docChgLst>
  <pc:docChgLst>
    <pc:chgData name="이동규(DONGGYU LEE)[dgyleeim]/사원/제조DX.자동보정.MC자동보정팀" userId="c229a3ce-3bdf-484f-938e-f4183d0055a7" providerId="ADAL" clId="{22A66A4A-1AB4-4128-B5B8-4490CA13EA9A}"/>
    <pc:docChg chg="undo custSel addSld delSld modSld sldOrd modSection">
      <pc:chgData name="이동규(DONGGYU LEE)[dgyleeim]/사원/제조DX.자동보정.MC자동보정팀" userId="c229a3ce-3bdf-484f-938e-f4183d0055a7" providerId="ADAL" clId="{22A66A4A-1AB4-4128-B5B8-4490CA13EA9A}" dt="2026-08-12T08:42:55.415" v="1249" actId="1035"/>
      <pc:docMkLst>
        <pc:docMk/>
      </pc:docMkLst>
      <pc:sldChg chg="addSp delSp modSp add mod ord">
        <pc:chgData name="이동규(DONGGYU LEE)[dgyleeim]/사원/제조DX.자동보정.MC자동보정팀" userId="c229a3ce-3bdf-484f-938e-f4183d0055a7" providerId="ADAL" clId="{22A66A4A-1AB4-4128-B5B8-4490CA13EA9A}" dt="2026-08-12T06:52:07.348" v="1216" actId="14100"/>
        <pc:sldMkLst>
          <pc:docMk/>
          <pc:sldMk cId="1594622344" sldId="283"/>
        </pc:sldMkLst>
        <pc:spChg chg="mod">
          <ac:chgData name="이동규(DONGGYU LEE)[dgyleeim]/사원/제조DX.자동보정.MC자동보정팀" userId="c229a3ce-3bdf-484f-938e-f4183d0055a7" providerId="ADAL" clId="{22A66A4A-1AB4-4128-B5B8-4490CA13EA9A}" dt="2026-08-12T06:42:52.848" v="1123" actId="20577"/>
          <ac:spMkLst>
            <pc:docMk/>
            <pc:sldMk cId="1594622344" sldId="283"/>
            <ac:spMk id="7" creationId="{3F13345C-F75D-EB4A-4DD1-E59B547712E6}"/>
          </ac:spMkLst>
        </pc:spChg>
        <pc:spChg chg="mod">
          <ac:chgData name="이동규(DONGGYU LEE)[dgyleeim]/사원/제조DX.자동보정.MC자동보정팀" userId="c229a3ce-3bdf-484f-938e-f4183d0055a7" providerId="ADAL" clId="{22A66A4A-1AB4-4128-B5B8-4490CA13EA9A}" dt="2026-08-12T06:37:01.493" v="1016" actId="1076"/>
          <ac:spMkLst>
            <pc:docMk/>
            <pc:sldMk cId="1594622344" sldId="283"/>
            <ac:spMk id="10" creationId="{D0D0E927-B543-AC32-EC3A-82EF783FD995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33:33.754" v="760" actId="1076"/>
          <ac:spMkLst>
            <pc:docMk/>
            <pc:sldMk cId="1594622344" sldId="283"/>
            <ac:spMk id="68" creationId="{444F696D-D39B-FA9E-585D-491FEEB60DD6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51:58.636" v="1209" actId="1038"/>
          <ac:spMkLst>
            <pc:docMk/>
            <pc:sldMk cId="1594622344" sldId="283"/>
            <ac:spMk id="70" creationId="{30201208-55C8-402B-72C0-31C61C03ED63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33:33.754" v="760" actId="1076"/>
          <ac:spMkLst>
            <pc:docMk/>
            <pc:sldMk cId="1594622344" sldId="283"/>
            <ac:spMk id="71" creationId="{110B2EA7-D46D-5974-13F6-901C4E273EAD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52:03.339" v="1215" actId="1038"/>
          <ac:spMkLst>
            <pc:docMk/>
            <pc:sldMk cId="1594622344" sldId="283"/>
            <ac:spMk id="73" creationId="{AD52432F-C849-4BF8-3DFA-EC8E4D9D703F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spMkLst>
            <pc:docMk/>
            <pc:sldMk cId="1594622344" sldId="283"/>
            <ac:spMk id="76" creationId="{795FFBE2-7062-D973-6F53-8109B8D2E47E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spMkLst>
            <pc:docMk/>
            <pc:sldMk cId="1594622344" sldId="283"/>
            <ac:spMk id="77" creationId="{BFDCEA5B-EBFD-5493-1631-F5BC18177B19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spMkLst>
            <pc:docMk/>
            <pc:sldMk cId="1594622344" sldId="283"/>
            <ac:spMk id="78" creationId="{DC289094-6BD7-0CFD-21BB-517B13A78F01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spMkLst>
            <pc:docMk/>
            <pc:sldMk cId="1594622344" sldId="283"/>
            <ac:spMk id="89" creationId="{37EEB52C-7FB2-B17B-E94A-562148614C72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spMkLst>
            <pc:docMk/>
            <pc:sldMk cId="1594622344" sldId="283"/>
            <ac:spMk id="90" creationId="{55A2E8CA-A6E1-8B09-197B-7B585CD6E7AA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spMkLst>
            <pc:docMk/>
            <pc:sldMk cId="1594622344" sldId="283"/>
            <ac:spMk id="91" creationId="{44E23C03-9F17-81C8-F4AE-EE1852906A9F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46:27.880" v="1197" actId="20577"/>
          <ac:spMkLst>
            <pc:docMk/>
            <pc:sldMk cId="1594622344" sldId="283"/>
            <ac:spMk id="146" creationId="{98D26914-0135-B989-ABDD-05FADC65A9F7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44:22.342" v="1156" actId="113"/>
          <ac:spMkLst>
            <pc:docMk/>
            <pc:sldMk cId="1594622344" sldId="283"/>
            <ac:spMk id="147" creationId="{D67D04AA-AED3-6AC4-091E-AD33564D90E8}"/>
          </ac:spMkLst>
        </pc:spChg>
        <pc:spChg chg="add mod">
          <ac:chgData name="이동규(DONGGYU LEE)[dgyleeim]/사원/제조DX.자동보정.MC자동보정팀" userId="c229a3ce-3bdf-484f-938e-f4183d0055a7" providerId="ADAL" clId="{22A66A4A-1AB4-4128-B5B8-4490CA13EA9A}" dt="2026-08-12T06:40:31.065" v="1097" actId="1037"/>
          <ac:spMkLst>
            <pc:docMk/>
            <pc:sldMk cId="1594622344" sldId="283"/>
            <ac:spMk id="150" creationId="{71BF6951-B3E6-32E5-DA54-E68A21E607D5}"/>
          </ac:spMkLst>
        </pc:spChg>
        <pc:pic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picMkLst>
            <pc:docMk/>
            <pc:sldMk cId="1594622344" sldId="283"/>
            <ac:picMk id="66" creationId="{87C3853B-DEB2-A2B8-A214-AB572A456E5E}"/>
          </ac:picMkLst>
        </pc:picChg>
        <pc:pic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picMkLst>
            <pc:docMk/>
            <pc:sldMk cId="1594622344" sldId="283"/>
            <ac:picMk id="67" creationId="{16D9146D-4DA8-9D78-05B2-10C35E7988AC}"/>
          </ac:picMkLst>
        </pc:picChg>
        <pc:pic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picMkLst>
            <pc:docMk/>
            <pc:sldMk cId="1594622344" sldId="283"/>
            <ac:picMk id="69" creationId="{71820E02-C3CC-0A0D-47F9-F161055688D0}"/>
          </ac:picMkLst>
        </pc:picChg>
        <pc:pic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picMkLst>
            <pc:docMk/>
            <pc:sldMk cId="1594622344" sldId="283"/>
            <ac:picMk id="72" creationId="{8E643859-FBD9-C623-CD33-E545CEC60AD3}"/>
          </ac:picMkLst>
        </pc:picChg>
        <pc:pic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picMkLst>
            <pc:docMk/>
            <pc:sldMk cId="1594622344" sldId="283"/>
            <ac:picMk id="117" creationId="{CD8CB61F-C9C8-6D7C-9A74-7FE3DC5FC82A}"/>
          </ac:picMkLst>
        </pc:picChg>
        <pc:pic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picMkLst>
            <pc:docMk/>
            <pc:sldMk cId="1594622344" sldId="283"/>
            <ac:picMk id="118" creationId="{EC3113F3-BD6E-CEBE-4B34-5813D45F94AD}"/>
          </ac:picMkLst>
        </pc:picChg>
        <pc:picChg chg="add mod">
          <ac:chgData name="이동규(DONGGYU LEE)[dgyleeim]/사원/제조DX.자동보정.MC자동보정팀" userId="c229a3ce-3bdf-484f-938e-f4183d0055a7" providerId="ADAL" clId="{22A66A4A-1AB4-4128-B5B8-4490CA13EA9A}" dt="2026-08-12T06:40:31.065" v="1097" actId="1037"/>
          <ac:picMkLst>
            <pc:docMk/>
            <pc:sldMk cId="1594622344" sldId="283"/>
            <ac:picMk id="148" creationId="{17BAAC65-F9E3-28BF-0A34-2A6A031A3871}"/>
          </ac:picMkLst>
        </pc:picChg>
        <pc:picChg chg="add mod">
          <ac:chgData name="이동규(DONGGYU LEE)[dgyleeim]/사원/제조DX.자동보정.MC자동보정팀" userId="c229a3ce-3bdf-484f-938e-f4183d0055a7" providerId="ADAL" clId="{22A66A4A-1AB4-4128-B5B8-4490CA13EA9A}" dt="2026-08-12T06:40:31.065" v="1097" actId="1037"/>
          <ac:picMkLst>
            <pc:docMk/>
            <pc:sldMk cId="1594622344" sldId="283"/>
            <ac:picMk id="149" creationId="{D429CC16-8250-979C-5EFE-1973584EA5A4}"/>
          </ac:picMkLst>
        </pc:picChg>
        <pc:cxn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cxnSpMkLst>
            <pc:docMk/>
            <pc:sldMk cId="1594622344" sldId="283"/>
            <ac:cxnSpMk id="79" creationId="{0043B278-CF9C-0B90-FBE7-7CE7EA2392FF}"/>
          </ac:cxnSpMkLst>
        </pc:cxnChg>
        <pc:cxn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cxnSpMkLst>
            <pc:docMk/>
            <pc:sldMk cId="1594622344" sldId="283"/>
            <ac:cxnSpMk id="80" creationId="{AE27F47C-0789-7536-79E6-8AC23F09186D}"/>
          </ac:cxnSpMkLst>
        </pc:cxnChg>
        <pc:cxn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cxnSpMkLst>
            <pc:docMk/>
            <pc:sldMk cId="1594622344" sldId="283"/>
            <ac:cxnSpMk id="81" creationId="{270AE375-39A5-08ED-D721-EEEFCA8FA93C}"/>
          </ac:cxnSpMkLst>
        </pc:cxnChg>
        <pc:cxn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cxnSpMkLst>
            <pc:docMk/>
            <pc:sldMk cId="1594622344" sldId="283"/>
            <ac:cxnSpMk id="82" creationId="{DA5058BE-BAA3-9F0F-CDDC-421D256D6C31}"/>
          </ac:cxnSpMkLst>
        </pc:cxnChg>
        <pc:cxn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cxnSpMkLst>
            <pc:docMk/>
            <pc:sldMk cId="1594622344" sldId="283"/>
            <ac:cxnSpMk id="83" creationId="{1A455119-6351-FCDA-637E-0326EC1045B7}"/>
          </ac:cxnSpMkLst>
        </pc:cxnChg>
        <pc:cxn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cxnSpMkLst>
            <pc:docMk/>
            <pc:sldMk cId="1594622344" sldId="283"/>
            <ac:cxnSpMk id="84" creationId="{4509475C-0153-DEEE-3B98-8D3B2480A49D}"/>
          </ac:cxnSpMkLst>
        </pc:cxnChg>
        <pc:cxn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cxnSpMkLst>
            <pc:docMk/>
            <pc:sldMk cId="1594622344" sldId="283"/>
            <ac:cxnSpMk id="85" creationId="{1D5F256E-FA14-7DE0-239B-19CBCF284C0E}"/>
          </ac:cxnSpMkLst>
        </pc:cxnChg>
        <pc:cxn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cxnSpMkLst>
            <pc:docMk/>
            <pc:sldMk cId="1594622344" sldId="283"/>
            <ac:cxnSpMk id="86" creationId="{2338941E-2DA5-B642-46EB-4205388C1900}"/>
          </ac:cxnSpMkLst>
        </pc:cxnChg>
        <pc:cxn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cxnSpMkLst>
            <pc:docMk/>
            <pc:sldMk cId="1594622344" sldId="283"/>
            <ac:cxnSpMk id="87" creationId="{C026223D-F4A0-B0F3-4E6A-16C8B60D7F68}"/>
          </ac:cxnSpMkLst>
        </pc:cxnChg>
        <pc:cxnChg chg="add mod">
          <ac:chgData name="이동규(DONGGYU LEE)[dgyleeim]/사원/제조DX.자동보정.MC자동보정팀" userId="c229a3ce-3bdf-484f-938e-f4183d0055a7" providerId="ADAL" clId="{22A66A4A-1AB4-4128-B5B8-4490CA13EA9A}" dt="2026-08-12T06:40:16.906" v="1087" actId="1037"/>
          <ac:cxnSpMkLst>
            <pc:docMk/>
            <pc:sldMk cId="1594622344" sldId="283"/>
            <ac:cxnSpMk id="88" creationId="{19547BF6-4F23-902A-9AC4-51B408332784}"/>
          </ac:cxnSpMkLst>
        </pc:cxnChg>
        <pc:cxnChg chg="add mod">
          <ac:chgData name="이동규(DONGGYU LEE)[dgyleeim]/사원/제조DX.자동보정.MC자동보정팀" userId="c229a3ce-3bdf-484f-938e-f4183d0055a7" providerId="ADAL" clId="{22A66A4A-1AB4-4128-B5B8-4490CA13EA9A}" dt="2026-08-12T06:52:07.348" v="1216" actId="14100"/>
          <ac:cxnSpMkLst>
            <pc:docMk/>
            <pc:sldMk cId="1594622344" sldId="283"/>
            <ac:cxnSpMk id="152" creationId="{E6D77E94-F069-8B45-303A-EAACCA07B944}"/>
          </ac:cxnSpMkLst>
        </pc:cxnChg>
      </pc:sldChg>
      <pc:sldChg chg="modSp mod">
        <pc:chgData name="이동규(DONGGYU LEE)[dgyleeim]/사원/제조DX.자동보정.MC자동보정팀" userId="c229a3ce-3bdf-484f-938e-f4183d0055a7" providerId="ADAL" clId="{22A66A4A-1AB4-4128-B5B8-4490CA13EA9A}" dt="2026-08-12T08:42:55.415" v="1249" actId="1035"/>
        <pc:sldMkLst>
          <pc:docMk/>
          <pc:sldMk cId="3888871170" sldId="286"/>
        </pc:sldMkLst>
        <pc:spChg chg="mod">
          <ac:chgData name="이동규(DONGGYU LEE)[dgyleeim]/사원/제조DX.자동보정.MC자동보정팀" userId="c229a3ce-3bdf-484f-938e-f4183d0055a7" providerId="ADAL" clId="{22A66A4A-1AB4-4128-B5B8-4490CA13EA9A}" dt="2026-08-12T06:42:57.214" v="1127" actId="20577"/>
          <ac:spMkLst>
            <pc:docMk/>
            <pc:sldMk cId="3888871170" sldId="286"/>
            <ac:spMk id="7" creationId="{E4A4A4D0-5E1F-259C-CD35-11894278A311}"/>
          </ac:spMkLst>
        </pc:spChg>
        <pc:spChg chg="mod">
          <ac:chgData name="이동규(DONGGYU LEE)[dgyleeim]/사원/제조DX.자동보정.MC자동보정팀" userId="c229a3ce-3bdf-484f-938e-f4183d0055a7" providerId="ADAL" clId="{22A66A4A-1AB4-4128-B5B8-4490CA13EA9A}" dt="2026-08-12T08:42:55.415" v="1249" actId="1035"/>
          <ac:spMkLst>
            <pc:docMk/>
            <pc:sldMk cId="3888871170" sldId="286"/>
            <ac:spMk id="81" creationId="{DAA4A275-BF7A-13D2-8A88-C17B1854BCFB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22A66A4A-1AB4-4128-B5B8-4490CA13EA9A}" dt="2026-08-12T06:42:42.867" v="1119" actId="14100"/>
        <pc:sldMkLst>
          <pc:docMk/>
          <pc:sldMk cId="623629499" sldId="748"/>
        </pc:sldMkLst>
        <pc:spChg chg="mod">
          <ac:chgData name="이동규(DONGGYU LEE)[dgyleeim]/사원/제조DX.자동보정.MC자동보정팀" userId="c229a3ce-3bdf-484f-938e-f4183d0055a7" providerId="ADAL" clId="{22A66A4A-1AB4-4128-B5B8-4490CA13EA9A}" dt="2026-08-12T06:42:42.867" v="1119" actId="14100"/>
          <ac:spMkLst>
            <pc:docMk/>
            <pc:sldMk cId="623629499" sldId="748"/>
            <ac:spMk id="7" creationId="{3F13345C-F75D-EB4A-4DD1-E59B547712E6}"/>
          </ac:spMkLst>
        </pc:spChg>
        <pc:spChg chg="mod">
          <ac:chgData name="이동규(DONGGYU LEE)[dgyleeim]/사원/제조DX.자동보정.MC자동보정팀" userId="c229a3ce-3bdf-484f-938e-f4183d0055a7" providerId="ADAL" clId="{22A66A4A-1AB4-4128-B5B8-4490CA13EA9A}" dt="2026-08-12T06:23:10.751" v="664" actId="20577"/>
          <ac:spMkLst>
            <pc:docMk/>
            <pc:sldMk cId="623629499" sldId="748"/>
            <ac:spMk id="10" creationId="{D0D0E927-B543-AC32-EC3A-82EF783FD995}"/>
          </ac:spMkLst>
        </pc:spChg>
      </pc:sldChg>
    </pc:docChg>
  </pc:docChgLst>
  <pc:docChgLst>
    <pc:chgData name="변승섭(BYUN SEUNGSUB)[ssbyun]/사원/제조DX.자동보정.MC자동보정팀" userId="1b38d4b6-64c3-40fb-bb51-29309b54142d" providerId="ADAL" clId="{5F5C7EC2-EF6D-4217-88FF-5B6517157496}"/>
    <pc:docChg chg="custSel modSld">
      <pc:chgData name="변승섭(BYUN SEUNGSUB)[ssbyun]/사원/제조DX.자동보정.MC자동보정팀" userId="1b38d4b6-64c3-40fb-bb51-29309b54142d" providerId="ADAL" clId="{5F5C7EC2-EF6D-4217-88FF-5B6517157496}" dt="2026-09-16T10:15:02.265" v="2350" actId="20577"/>
      <pc:docMkLst>
        <pc:docMk/>
      </pc:docMkLst>
      <pc:sldChg chg="modSp mod">
        <pc:chgData name="변승섭(BYUN SEUNGSUB)[ssbyun]/사원/제조DX.자동보정.MC자동보정팀" userId="1b38d4b6-64c3-40fb-bb51-29309b54142d" providerId="ADAL" clId="{5F5C7EC2-EF6D-4217-88FF-5B6517157496}" dt="2026-09-16T09:20:35.911" v="1220" actId="20577"/>
        <pc:sldMkLst>
          <pc:docMk/>
          <pc:sldMk cId="4109008651" sldId="281"/>
        </pc:sldMkLst>
        <pc:spChg chg="mod">
          <ac:chgData name="변승섭(BYUN SEUNGSUB)[ssbyun]/사원/제조DX.자동보정.MC자동보정팀" userId="1b38d4b6-64c3-40fb-bb51-29309b54142d" providerId="ADAL" clId="{5F5C7EC2-EF6D-4217-88FF-5B6517157496}" dt="2026-09-16T09:19:55.986" v="1201" actId="20577"/>
          <ac:spMkLst>
            <pc:docMk/>
            <pc:sldMk cId="4109008651" sldId="281"/>
            <ac:spMk id="5" creationId="{5C506958-B6AE-417E-EF6D-BEC3CF0E2900}"/>
          </ac:spMkLst>
        </pc:spChg>
        <pc:spChg chg="mod">
          <ac:chgData name="변승섭(BYUN SEUNGSUB)[ssbyun]/사원/제조DX.자동보정.MC자동보정팀" userId="1b38d4b6-64c3-40fb-bb51-29309b54142d" providerId="ADAL" clId="{5F5C7EC2-EF6D-4217-88FF-5B6517157496}" dt="2026-09-16T09:20:35.911" v="1220" actId="20577"/>
          <ac:spMkLst>
            <pc:docMk/>
            <pc:sldMk cId="4109008651" sldId="281"/>
            <ac:spMk id="18" creationId="{FF06F22C-BB34-EAA2-8E9E-F801AEA2E025}"/>
          </ac:spMkLst>
        </pc:spChg>
        <pc:spChg chg="mod">
          <ac:chgData name="변승섭(BYUN SEUNGSUB)[ssbyun]/사원/제조DX.자동보정.MC자동보정팀" userId="1b38d4b6-64c3-40fb-bb51-29309b54142d" providerId="ADAL" clId="{5F5C7EC2-EF6D-4217-88FF-5B6517157496}" dt="2026-09-16T09:16:44.063" v="869" actId="20577"/>
          <ac:spMkLst>
            <pc:docMk/>
            <pc:sldMk cId="4109008651" sldId="281"/>
            <ac:spMk id="233" creationId="{25358567-3F96-30CA-7153-459D41B2BA68}"/>
          </ac:spMkLst>
        </pc:spChg>
        <pc:graphicFrameChg chg="mod modGraphic">
          <ac:chgData name="변승섭(BYUN SEUNGSUB)[ssbyun]/사원/제조DX.자동보정.MC자동보정팀" userId="1b38d4b6-64c3-40fb-bb51-29309b54142d" providerId="ADAL" clId="{5F5C7EC2-EF6D-4217-88FF-5B6517157496}" dt="2026-09-16T09:17:01.273" v="897" actId="20577"/>
          <ac:graphicFrameMkLst>
            <pc:docMk/>
            <pc:sldMk cId="4109008651" sldId="281"/>
            <ac:graphicFrameMk id="4" creationId="{FA6747AC-C9B6-5D1B-011E-E23BA9CF2FE1}"/>
          </ac:graphicFrameMkLst>
        </pc:graphicFrameChg>
      </pc:sldChg>
      <pc:sldChg chg="modSp mod">
        <pc:chgData name="변승섭(BYUN SEUNGSUB)[ssbyun]/사원/제조DX.자동보정.MC자동보정팀" userId="1b38d4b6-64c3-40fb-bb51-29309b54142d" providerId="ADAL" clId="{5F5C7EC2-EF6D-4217-88FF-5B6517157496}" dt="2026-09-16T10:13:11.662" v="2348" actId="20577"/>
        <pc:sldMkLst>
          <pc:docMk/>
          <pc:sldMk cId="1421194858" sldId="386"/>
        </pc:sldMkLst>
        <pc:spChg chg="mod">
          <ac:chgData name="변승섭(BYUN SEUNGSUB)[ssbyun]/사원/제조DX.자동보정.MC자동보정팀" userId="1b38d4b6-64c3-40fb-bb51-29309b54142d" providerId="ADAL" clId="{5F5C7EC2-EF6D-4217-88FF-5B6517157496}" dt="2026-09-16T10:12:17.948" v="2274" actId="400"/>
          <ac:spMkLst>
            <pc:docMk/>
            <pc:sldMk cId="1421194858" sldId="386"/>
            <ac:spMk id="12" creationId="{9E4C4BF2-4631-4A60-C7E8-2DFE1CAB12FA}"/>
          </ac:spMkLst>
        </pc:spChg>
        <pc:spChg chg="mod">
          <ac:chgData name="변승섭(BYUN SEUNGSUB)[ssbyun]/사원/제조DX.자동보정.MC자동보정팀" userId="1b38d4b6-64c3-40fb-bb51-29309b54142d" providerId="ADAL" clId="{5F5C7EC2-EF6D-4217-88FF-5B6517157496}" dt="2026-09-16T09:56:47.996" v="1594"/>
          <ac:spMkLst>
            <pc:docMk/>
            <pc:sldMk cId="1421194858" sldId="386"/>
            <ac:spMk id="16" creationId="{9E0C2565-CB7A-1568-FE85-A1F2A939157C}"/>
          </ac:spMkLst>
        </pc:spChg>
        <pc:spChg chg="mod">
          <ac:chgData name="변승섭(BYUN SEUNGSUB)[ssbyun]/사원/제조DX.자동보정.MC자동보정팀" userId="1b38d4b6-64c3-40fb-bb51-29309b54142d" providerId="ADAL" clId="{5F5C7EC2-EF6D-4217-88FF-5B6517157496}" dt="2026-09-16T10:13:11.662" v="2348" actId="20577"/>
          <ac:spMkLst>
            <pc:docMk/>
            <pc:sldMk cId="1421194858" sldId="386"/>
            <ac:spMk id="30" creationId="{82316C5F-CBE3-A95F-7CC8-EF8564695C5E}"/>
          </ac:spMkLst>
        </pc:spChg>
        <pc:spChg chg="mod">
          <ac:chgData name="변승섭(BYUN SEUNGSUB)[ssbyun]/사원/제조DX.자동보정.MC자동보정팀" userId="1b38d4b6-64c3-40fb-bb51-29309b54142d" providerId="ADAL" clId="{5F5C7EC2-EF6D-4217-88FF-5B6517157496}" dt="2026-09-16T09:56:41.984" v="1581" actId="20577"/>
          <ac:spMkLst>
            <pc:docMk/>
            <pc:sldMk cId="1421194858" sldId="386"/>
            <ac:spMk id="235" creationId="{F0809C5E-7541-A47D-9EB0-F5C95B7891AC}"/>
          </ac:spMkLst>
        </pc:spChg>
      </pc:sldChg>
      <pc:sldChg chg="modSp mod">
        <pc:chgData name="변승섭(BYUN SEUNGSUB)[ssbyun]/사원/제조DX.자동보정.MC자동보정팀" userId="1b38d4b6-64c3-40fb-bb51-29309b54142d" providerId="ADAL" clId="{5F5C7EC2-EF6D-4217-88FF-5B6517157496}" dt="2026-09-16T10:15:02.265" v="2350" actId="20577"/>
        <pc:sldMkLst>
          <pc:docMk/>
          <pc:sldMk cId="3231850307" sldId="411"/>
        </pc:sldMkLst>
        <pc:spChg chg="mod">
          <ac:chgData name="변승섭(BYUN SEUNGSUB)[ssbyun]/사원/제조DX.자동보정.MC자동보정팀" userId="1b38d4b6-64c3-40fb-bb51-29309b54142d" providerId="ADAL" clId="{5F5C7EC2-EF6D-4217-88FF-5B6517157496}" dt="2026-09-16T09:23:35.406" v="1525" actId="207"/>
          <ac:spMkLst>
            <pc:docMk/>
            <pc:sldMk cId="3231850307" sldId="411"/>
            <ac:spMk id="7" creationId="{FF9D7A41-7B03-5BE2-F624-3C6CDFE3447D}"/>
          </ac:spMkLst>
        </pc:spChg>
        <pc:spChg chg="mod">
          <ac:chgData name="변승섭(BYUN SEUNGSUB)[ssbyun]/사원/제조DX.자동보정.MC자동보정팀" userId="1b38d4b6-64c3-40fb-bb51-29309b54142d" providerId="ADAL" clId="{5F5C7EC2-EF6D-4217-88FF-5B6517157496}" dt="2026-09-16T09:23:49.897" v="1545" actId="1035"/>
          <ac:spMkLst>
            <pc:docMk/>
            <pc:sldMk cId="3231850307" sldId="411"/>
            <ac:spMk id="10" creationId="{AEA47A33-7D52-0506-3AB1-ED368AE87514}"/>
          </ac:spMkLst>
        </pc:spChg>
        <pc:spChg chg="mod">
          <ac:chgData name="변승섭(BYUN SEUNGSUB)[ssbyun]/사원/제조DX.자동보정.MC자동보정팀" userId="1b38d4b6-64c3-40fb-bb51-29309b54142d" providerId="ADAL" clId="{5F5C7EC2-EF6D-4217-88FF-5B6517157496}" dt="2026-09-16T10:15:02.265" v="2350" actId="20577"/>
          <ac:spMkLst>
            <pc:docMk/>
            <pc:sldMk cId="3231850307" sldId="411"/>
            <ac:spMk id="67" creationId="{71A2530E-7B1A-4DA0-5354-43F86F23432B}"/>
          </ac:spMkLst>
        </pc:spChg>
      </pc:sldChg>
      <pc:sldChg chg="modSp mod">
        <pc:chgData name="변승섭(BYUN SEUNGSUB)[ssbyun]/사원/제조DX.자동보정.MC자동보정팀" userId="1b38d4b6-64c3-40fb-bb51-29309b54142d" providerId="ADAL" clId="{5F5C7EC2-EF6D-4217-88FF-5B6517157496}" dt="2026-09-16T10:12:24.828" v="2275" actId="400"/>
        <pc:sldMkLst>
          <pc:docMk/>
          <pc:sldMk cId="339509220" sldId="418"/>
        </pc:sldMkLst>
        <pc:spChg chg="mod">
          <ac:chgData name="변승섭(BYUN SEUNGSUB)[ssbyun]/사원/제조DX.자동보정.MC자동보정팀" userId="1b38d4b6-64c3-40fb-bb51-29309b54142d" providerId="ADAL" clId="{5F5C7EC2-EF6D-4217-88FF-5B6517157496}" dt="2026-09-16T10:12:24.828" v="2275" actId="400"/>
          <ac:spMkLst>
            <pc:docMk/>
            <pc:sldMk cId="339509220" sldId="418"/>
            <ac:spMk id="2" creationId="{64C42B0E-366D-4FA9-E791-9879755AF763}"/>
          </ac:spMkLst>
        </pc:spChg>
        <pc:spChg chg="mod">
          <ac:chgData name="변승섭(BYUN SEUNGSUB)[ssbyun]/사원/제조DX.자동보정.MC자동보정팀" userId="1b38d4b6-64c3-40fb-bb51-29309b54142d" providerId="ADAL" clId="{5F5C7EC2-EF6D-4217-88FF-5B6517157496}" dt="2026-09-16T10:10:08.178" v="2062"/>
          <ac:spMkLst>
            <pc:docMk/>
            <pc:sldMk cId="339509220" sldId="418"/>
            <ac:spMk id="6" creationId="{B1E47A3E-554D-2D13-34BA-0835A5EC5A49}"/>
          </ac:spMkLst>
        </pc:spChg>
        <pc:spChg chg="mod">
          <ac:chgData name="변승섭(BYUN SEUNGSUB)[ssbyun]/사원/제조DX.자동보정.MC자동보정팀" userId="1b38d4b6-64c3-40fb-bb51-29309b54142d" providerId="ADAL" clId="{5F5C7EC2-EF6D-4217-88FF-5B6517157496}" dt="2026-09-16T10:10:13.509" v="2068" actId="20577"/>
          <ac:spMkLst>
            <pc:docMk/>
            <pc:sldMk cId="339509220" sldId="418"/>
            <ac:spMk id="7" creationId="{8B848689-A50B-F47A-B634-18C946DF3DFE}"/>
          </ac:spMkLst>
        </pc:spChg>
        <pc:spChg chg="mod">
          <ac:chgData name="변승섭(BYUN SEUNGSUB)[ssbyun]/사원/제조DX.자동보정.MC자동보정팀" userId="1b38d4b6-64c3-40fb-bb51-29309b54142d" providerId="ADAL" clId="{5F5C7EC2-EF6D-4217-88FF-5B6517157496}" dt="2026-09-16T10:09:57.157" v="2049" actId="207"/>
          <ac:spMkLst>
            <pc:docMk/>
            <pc:sldMk cId="339509220" sldId="418"/>
            <ac:spMk id="10" creationId="{32AE87DE-04A4-BD4B-927A-7899052DF654}"/>
          </ac:spMkLst>
        </pc:spChg>
      </pc:sldChg>
    </pc:docChg>
  </pc:docChgLst>
  <pc:docChgLst>
    <pc:chgData name="이동규(DONGGYU LEE)[dgyleeim]/사원/제조DX.자동보정.MC자동보정팀" userId="c229a3ce-3bdf-484f-938e-f4183d0055a7" providerId="ADAL" clId="{7270F2B8-3277-4B3C-B054-1139EAAA7350}"/>
    <pc:docChg chg="undo custSel modSld">
      <pc:chgData name="이동규(DONGGYU LEE)[dgyleeim]/사원/제조DX.자동보정.MC자동보정팀" userId="c229a3ce-3bdf-484f-938e-f4183d0055a7" providerId="ADAL" clId="{7270F2B8-3277-4B3C-B054-1139EAAA7350}" dt="2026-08-26T00:20:32.240" v="622"/>
      <pc:docMkLst>
        <pc:docMk/>
      </pc:docMkLst>
      <pc:sldChg chg="modSp mod">
        <pc:chgData name="이동규(DONGGYU LEE)[dgyleeim]/사원/제조DX.자동보정.MC자동보정팀" userId="c229a3ce-3bdf-484f-938e-f4183d0055a7" providerId="ADAL" clId="{7270F2B8-3277-4B3C-B054-1139EAAA7350}" dt="2026-08-26T00:20:05.526" v="619" actId="20577"/>
        <pc:sldMkLst>
          <pc:docMk/>
          <pc:sldMk cId="1594622344" sldId="283"/>
        </pc:sldMkLst>
        <pc:spChg chg="mod">
          <ac:chgData name="이동규(DONGGYU LEE)[dgyleeim]/사원/제조DX.자동보정.MC자동보정팀" userId="c229a3ce-3bdf-484f-938e-f4183d0055a7" providerId="ADAL" clId="{7270F2B8-3277-4B3C-B054-1139EAAA7350}" dt="2026-08-26T00:18:10.752" v="426" actId="20577"/>
          <ac:spMkLst>
            <pc:docMk/>
            <pc:sldMk cId="1594622344" sldId="283"/>
            <ac:spMk id="7" creationId="{3F13345C-F75D-EB4A-4DD1-E59B547712E6}"/>
          </ac:spMkLst>
        </pc:spChg>
        <pc:spChg chg="mod">
          <ac:chgData name="이동규(DONGGYU LEE)[dgyleeim]/사원/제조DX.자동보정.MC자동보정팀" userId="c229a3ce-3bdf-484f-938e-f4183d0055a7" providerId="ADAL" clId="{7270F2B8-3277-4B3C-B054-1139EAAA7350}" dt="2026-08-26T00:20:05.526" v="619" actId="20577"/>
          <ac:spMkLst>
            <pc:docMk/>
            <pc:sldMk cId="1594622344" sldId="283"/>
            <ac:spMk id="10" creationId="{D0D0E927-B543-AC32-EC3A-82EF783FD995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7270F2B8-3277-4B3C-B054-1139EAAA7350}" dt="2026-08-26T00:18:06.895" v="422" actId="20577"/>
        <pc:sldMkLst>
          <pc:docMk/>
          <pc:sldMk cId="3888871170" sldId="286"/>
        </pc:sldMkLst>
        <pc:spChg chg="mod">
          <ac:chgData name="이동규(DONGGYU LEE)[dgyleeim]/사원/제조DX.자동보정.MC자동보정팀" userId="c229a3ce-3bdf-484f-938e-f4183d0055a7" providerId="ADAL" clId="{7270F2B8-3277-4B3C-B054-1139EAAA7350}" dt="2026-08-26T00:18:06.895" v="422" actId="20577"/>
          <ac:spMkLst>
            <pc:docMk/>
            <pc:sldMk cId="3888871170" sldId="286"/>
            <ac:spMk id="7" creationId="{E4A4A4D0-5E1F-259C-CD35-11894278A311}"/>
          </ac:spMkLst>
        </pc:spChg>
        <pc:spChg chg="mod">
          <ac:chgData name="이동규(DONGGYU LEE)[dgyleeim]/사원/제조DX.자동보정.MC자동보정팀" userId="c229a3ce-3bdf-484f-938e-f4183d0055a7" providerId="ADAL" clId="{7270F2B8-3277-4B3C-B054-1139EAAA7350}" dt="2026-08-26T00:17:43.296" v="418"/>
          <ac:spMkLst>
            <pc:docMk/>
            <pc:sldMk cId="3888871170" sldId="286"/>
            <ac:spMk id="81" creationId="{DAA4A275-BF7A-13D2-8A88-C17B1854BCFB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7270F2B8-3277-4B3C-B054-1139EAAA7350}" dt="2026-08-26T00:20:32.240" v="622"/>
        <pc:sldMkLst>
          <pc:docMk/>
          <pc:sldMk cId="2800363497" sldId="343"/>
        </pc:sldMkLst>
        <pc:spChg chg="mod">
          <ac:chgData name="이동규(DONGGYU LEE)[dgyleeim]/사원/제조DX.자동보정.MC자동보정팀" userId="c229a3ce-3bdf-484f-938e-f4183d0055a7" providerId="ADAL" clId="{7270F2B8-3277-4B3C-B054-1139EAAA7350}" dt="2026-08-26T00:20:32.240" v="622"/>
          <ac:spMkLst>
            <pc:docMk/>
            <pc:sldMk cId="2800363497" sldId="343"/>
            <ac:spMk id="6" creationId="{72BBD197-F08B-54B1-60FA-22FDCCF94318}"/>
          </ac:spMkLst>
        </pc:spChg>
      </pc:sldChg>
      <pc:sldChg chg="modSp mod">
        <pc:chgData name="이동규(DONGGYU LEE)[dgyleeim]/사원/제조DX.자동보정.MC자동보정팀" userId="c229a3ce-3bdf-484f-938e-f4183d0055a7" providerId="ADAL" clId="{7270F2B8-3277-4B3C-B054-1139EAAA7350}" dt="2026-08-26T00:18:55.740" v="553" actId="20577"/>
        <pc:sldMkLst>
          <pc:docMk/>
          <pc:sldMk cId="623629499" sldId="748"/>
        </pc:sldMkLst>
        <pc:spChg chg="mod">
          <ac:chgData name="이동규(DONGGYU LEE)[dgyleeim]/사원/제조DX.자동보정.MC자동보정팀" userId="c229a3ce-3bdf-484f-938e-f4183d0055a7" providerId="ADAL" clId="{7270F2B8-3277-4B3C-B054-1139EAAA7350}" dt="2026-08-26T00:18:16.924" v="436" actId="20577"/>
          <ac:spMkLst>
            <pc:docMk/>
            <pc:sldMk cId="623629499" sldId="748"/>
            <ac:spMk id="7" creationId="{3F13345C-F75D-EB4A-4DD1-E59B547712E6}"/>
          </ac:spMkLst>
        </pc:spChg>
        <pc:spChg chg="mod">
          <ac:chgData name="이동규(DONGGYU LEE)[dgyleeim]/사원/제조DX.자동보정.MC자동보정팀" userId="c229a3ce-3bdf-484f-938e-f4183d0055a7" providerId="ADAL" clId="{7270F2B8-3277-4B3C-B054-1139EAAA7350}" dt="2026-08-26T00:18:55.740" v="553" actId="20577"/>
          <ac:spMkLst>
            <pc:docMk/>
            <pc:sldMk cId="623629499" sldId="748"/>
            <ac:spMk id="10" creationId="{D0D0E927-B543-AC32-EC3A-82EF783FD995}"/>
          </ac:spMkLst>
        </pc:spChg>
      </pc:sldChg>
    </pc:docChg>
  </pc:docChgLst>
  <pc:docChgLst>
    <pc:chgData name="김치완(CHIWAN KIM)[kimchiwan04]/책임/제조DX.자동보정.RSND자동보정팀" userId="S::kimchiwan04@lgensol.com::022829bc-3ea1-441b-b8a3-451705c4a94d" providerId="AD" clId="Web-{A27DC4BD-DB69-F0FE-859B-D582BDA7D457}"/>
    <pc:docChg chg="modSld">
      <pc:chgData name="김치완(CHIWAN KIM)[kimchiwan04]/책임/제조DX.자동보정.RSND자동보정팀" userId="S::kimchiwan04@lgensol.com::022829bc-3ea1-441b-b8a3-451705c4a94d" providerId="AD" clId="Web-{A27DC4BD-DB69-F0FE-859B-D582BDA7D457}" dt="2026-08-11T02:15:44.602" v="57"/>
      <pc:docMkLst>
        <pc:docMk/>
      </pc:docMkLst>
      <pc:sldChg chg="modSp">
        <pc:chgData name="김치완(CHIWAN KIM)[kimchiwan04]/책임/제조DX.자동보정.RSND자동보정팀" userId="S::kimchiwan04@lgensol.com::022829bc-3ea1-441b-b8a3-451705c4a94d" providerId="AD" clId="Web-{A27DC4BD-DB69-F0FE-859B-D582BDA7D457}" dt="2026-08-11T02:15:44.602" v="57"/>
        <pc:sldMkLst>
          <pc:docMk/>
          <pc:sldMk cId="556584264" sldId="440"/>
        </pc:sldMkLst>
        <pc:graphicFrameChg chg="mod modGraphic">
          <ac:chgData name="김치완(CHIWAN KIM)[kimchiwan04]/책임/제조DX.자동보정.RSND자동보정팀" userId="S::kimchiwan04@lgensol.com::022829bc-3ea1-441b-b8a3-451705c4a94d" providerId="AD" clId="Web-{A27DC4BD-DB69-F0FE-859B-D582BDA7D457}" dt="2026-08-11T02:15:44.602" v="57"/>
          <ac:graphicFrameMkLst>
            <pc:docMk/>
            <pc:sldMk cId="556584264" sldId="440"/>
            <ac:graphicFrameMk id="12" creationId="{B9F3B7CC-1945-8DF7-D0AA-7E8D3ABF1C7B}"/>
          </ac:graphicFrameMkLst>
        </pc:graphicFrameChg>
      </pc:sldChg>
    </pc:docChg>
  </pc:docChgLst>
  <pc:docChgLst>
    <pc:chgData name="강현웅(HYEONWOONG KANG)[khw330]/선임/제조DX.자동보정.조립자동보정팀" userId="2b3cec2e-b960-4340-96c3-4469e2643969" providerId="ADAL" clId="{BCC7A491-50D7-4F0C-818F-9AFADC40D60C}"/>
    <pc:docChg chg="undo custSel modSld">
      <pc:chgData name="강현웅(HYEONWOONG KANG)[khw330]/선임/제조DX.자동보정.조립자동보정팀" userId="2b3cec2e-b960-4340-96c3-4469e2643969" providerId="ADAL" clId="{BCC7A491-50D7-4F0C-818F-9AFADC40D60C}" dt="2026-09-09T04:58:03.902" v="1840" actId="20577"/>
      <pc:docMkLst>
        <pc:docMk/>
      </pc:docMkLst>
      <pc:sldChg chg="modSp mod">
        <pc:chgData name="강현웅(HYEONWOONG KANG)[khw330]/선임/제조DX.자동보정.조립자동보정팀" userId="2b3cec2e-b960-4340-96c3-4469e2643969" providerId="ADAL" clId="{BCC7A491-50D7-4F0C-818F-9AFADC40D60C}" dt="2026-09-09T00:51:41.987" v="1476" actId="20577"/>
        <pc:sldMkLst>
          <pc:docMk/>
          <pc:sldMk cId="1688006984" sldId="264"/>
        </pc:sldMkLst>
        <pc:spChg chg="mod">
          <ac:chgData name="강현웅(HYEONWOONG KANG)[khw330]/선임/제조DX.자동보정.조립자동보정팀" userId="2b3cec2e-b960-4340-96c3-4469e2643969" providerId="ADAL" clId="{BCC7A491-50D7-4F0C-818F-9AFADC40D60C}" dt="2026-09-09T00:51:41.987" v="1476" actId="20577"/>
          <ac:spMkLst>
            <pc:docMk/>
            <pc:sldMk cId="1688006984" sldId="264"/>
            <ac:spMk id="35" creationId="{A5938A85-D233-547C-64D1-BD9DECE6E8F4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BCC7A491-50D7-4F0C-818F-9AFADC40D60C}" dt="2026-09-09T00:21:38.054" v="0" actId="1076"/>
        <pc:sldMkLst>
          <pc:docMk/>
          <pc:sldMk cId="1560782275" sldId="289"/>
        </pc:sldMkLst>
        <pc:grpChg chg="mod">
          <ac:chgData name="강현웅(HYEONWOONG KANG)[khw330]/선임/제조DX.자동보정.조립자동보정팀" userId="2b3cec2e-b960-4340-96c3-4469e2643969" providerId="ADAL" clId="{BCC7A491-50D7-4F0C-818F-9AFADC40D60C}" dt="2026-09-09T00:21:38.054" v="0" actId="1076"/>
          <ac:grpSpMkLst>
            <pc:docMk/>
            <pc:sldMk cId="1560782275" sldId="289"/>
            <ac:grpSpMk id="36" creationId="{FA50B8EB-1BE2-8ADE-1207-66AB1C8BFC1C}"/>
          </ac:grpSpMkLst>
        </pc:grpChg>
      </pc:sldChg>
      <pc:sldChg chg="modSp mod">
        <pc:chgData name="강현웅(HYEONWOONG KANG)[khw330]/선임/제조DX.자동보정.조립자동보정팀" userId="2b3cec2e-b960-4340-96c3-4469e2643969" providerId="ADAL" clId="{BCC7A491-50D7-4F0C-818F-9AFADC40D60C}" dt="2026-09-09T00:23:06.110" v="74" actId="207"/>
        <pc:sldMkLst>
          <pc:docMk/>
          <pc:sldMk cId="468470824" sldId="300"/>
        </pc:sldMkLst>
        <pc:spChg chg="mod">
          <ac:chgData name="강현웅(HYEONWOONG KANG)[khw330]/선임/제조DX.자동보정.조립자동보정팀" userId="2b3cec2e-b960-4340-96c3-4469e2643969" providerId="ADAL" clId="{BCC7A491-50D7-4F0C-818F-9AFADC40D60C}" dt="2026-09-09T00:22:41.019" v="2" actId="20577"/>
          <ac:spMkLst>
            <pc:docMk/>
            <pc:sldMk cId="468470824" sldId="300"/>
            <ac:spMk id="34" creationId="{5C479A47-4E16-BC7C-34EB-658918D13778}"/>
          </ac:spMkLst>
        </pc:spChg>
        <pc:spChg chg="mod">
          <ac:chgData name="강현웅(HYEONWOONG KANG)[khw330]/선임/제조DX.자동보정.조립자동보정팀" userId="2b3cec2e-b960-4340-96c3-4469e2643969" providerId="ADAL" clId="{BCC7A491-50D7-4F0C-818F-9AFADC40D60C}" dt="2026-09-09T00:23:06.110" v="74" actId="207"/>
          <ac:spMkLst>
            <pc:docMk/>
            <pc:sldMk cId="468470824" sldId="300"/>
            <ac:spMk id="35" creationId="{EBCD70C6-1B01-75ED-E0B9-C4F66A746D05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BCC7A491-50D7-4F0C-818F-9AFADC40D60C}" dt="2026-09-09T00:27:15.503" v="600" actId="20577"/>
        <pc:sldMkLst>
          <pc:docMk/>
          <pc:sldMk cId="1685038010" sldId="349"/>
        </pc:sldMkLst>
        <pc:spChg chg="mod">
          <ac:chgData name="강현웅(HYEONWOONG KANG)[khw330]/선임/제조DX.자동보정.조립자동보정팀" userId="2b3cec2e-b960-4340-96c3-4469e2643969" providerId="ADAL" clId="{BCC7A491-50D7-4F0C-818F-9AFADC40D60C}" dt="2026-09-09T00:27:15.503" v="600" actId="20577"/>
          <ac:spMkLst>
            <pc:docMk/>
            <pc:sldMk cId="1685038010" sldId="349"/>
            <ac:spMk id="22" creationId="{39007AA6-9C76-CC35-9003-766D6E57C2F2}"/>
          </ac:spMkLst>
        </pc:spChg>
      </pc:sldChg>
      <pc:sldChg chg="modSp mod">
        <pc:chgData name="강현웅(HYEONWOONG KANG)[khw330]/선임/제조DX.자동보정.조립자동보정팀" userId="2b3cec2e-b960-4340-96c3-4469e2643969" providerId="ADAL" clId="{BCC7A491-50D7-4F0C-818F-9AFADC40D60C}" dt="2026-09-09T00:32:47.507" v="882" actId="20577"/>
        <pc:sldMkLst>
          <pc:docMk/>
          <pc:sldMk cId="302398732" sldId="350"/>
        </pc:sldMkLst>
        <pc:spChg chg="mod">
          <ac:chgData name="강현웅(HYEONWOONG KANG)[khw330]/선임/제조DX.자동보정.조립자동보정팀" userId="2b3cec2e-b960-4340-96c3-4469e2643969" providerId="ADAL" clId="{BCC7A491-50D7-4F0C-818F-9AFADC40D60C}" dt="2026-09-09T00:32:47.507" v="882" actId="20577"/>
          <ac:spMkLst>
            <pc:docMk/>
            <pc:sldMk cId="302398732" sldId="350"/>
            <ac:spMk id="7" creationId="{76597178-0C46-359F-C512-80C28D96C117}"/>
          </ac:spMkLst>
        </pc:spChg>
        <pc:spChg chg="mod">
          <ac:chgData name="강현웅(HYEONWOONG KANG)[khw330]/선임/제조DX.자동보정.조립자동보정팀" userId="2b3cec2e-b960-4340-96c3-4469e2643969" providerId="ADAL" clId="{BCC7A491-50D7-4F0C-818F-9AFADC40D60C}" dt="2026-09-09T00:32:41.013" v="880" actId="20577"/>
          <ac:spMkLst>
            <pc:docMk/>
            <pc:sldMk cId="302398732" sldId="350"/>
            <ac:spMk id="21" creationId="{D79119F6-A51B-078B-B1CF-0E4C415E152A}"/>
          </ac:spMkLst>
        </pc:spChg>
      </pc:sldChg>
      <pc:sldChg chg="addSp delSp modSp mod">
        <pc:chgData name="강현웅(HYEONWOONG KANG)[khw330]/선임/제조DX.자동보정.조립자동보정팀" userId="2b3cec2e-b960-4340-96c3-4469e2643969" providerId="ADAL" clId="{BCC7A491-50D7-4F0C-818F-9AFADC40D60C}" dt="2026-09-09T04:58:03.902" v="1840" actId="20577"/>
        <pc:sldMkLst>
          <pc:docMk/>
          <pc:sldMk cId="3572401588" sldId="384"/>
        </pc:sldMkLst>
        <pc:spChg chg="add del mod">
          <ac:chgData name="강현웅(HYEONWOONG KANG)[khw330]/선임/제조DX.자동보정.조립자동보정팀" userId="2b3cec2e-b960-4340-96c3-4469e2643969" providerId="ADAL" clId="{BCC7A491-50D7-4F0C-818F-9AFADC40D60C}" dt="2026-09-09T04:45:37.637" v="1507" actId="478"/>
          <ac:spMkLst>
            <pc:docMk/>
            <pc:sldMk cId="3572401588" sldId="384"/>
            <ac:spMk id="2" creationId="{25122613-C555-3828-C6ED-F32228D698C4}"/>
          </ac:spMkLst>
        </pc:spChg>
        <pc:spChg chg="add">
          <ac:chgData name="강현웅(HYEONWOONG KANG)[khw330]/선임/제조DX.자동보정.조립자동보정팀" userId="2b3cec2e-b960-4340-96c3-4469e2643969" providerId="ADAL" clId="{BCC7A491-50D7-4F0C-818F-9AFADC40D60C}" dt="2026-09-09T00:33:03.574" v="884"/>
          <ac:spMkLst>
            <pc:docMk/>
            <pc:sldMk cId="3572401588" sldId="384"/>
            <ac:spMk id="2" creationId="{FDAF34F9-3A45-0CF9-AB11-DCF31CA3DBE8}"/>
          </ac:spMkLst>
        </pc:spChg>
        <pc:spChg chg="add del mod">
          <ac:chgData name="강현웅(HYEONWOONG KANG)[khw330]/선임/제조DX.자동보정.조립자동보정팀" userId="2b3cec2e-b960-4340-96c3-4469e2643969" providerId="ADAL" clId="{BCC7A491-50D7-4F0C-818F-9AFADC40D60C}" dt="2026-09-09T04:44:41.230" v="1500" actId="478"/>
          <ac:spMkLst>
            <pc:docMk/>
            <pc:sldMk cId="3572401588" sldId="384"/>
            <ac:spMk id="5" creationId="{21A464C9-B26A-E192-372A-314104116812}"/>
          </ac:spMkLst>
        </pc:spChg>
        <pc:spChg chg="add">
          <ac:chgData name="강현웅(HYEONWOONG KANG)[khw330]/선임/제조DX.자동보정.조립자동보정팀" userId="2b3cec2e-b960-4340-96c3-4469e2643969" providerId="ADAL" clId="{BCC7A491-50D7-4F0C-818F-9AFADC40D60C}" dt="2026-09-09T00:33:31.865" v="890"/>
          <ac:spMkLst>
            <pc:docMk/>
            <pc:sldMk cId="3572401588" sldId="384"/>
            <ac:spMk id="5" creationId="{DE54ABC9-4BC5-E64F-104A-AEA16646C364}"/>
          </ac:spMkLst>
        </pc:spChg>
        <pc:spChg chg="add mod">
          <ac:chgData name="강현웅(HYEONWOONG KANG)[khw330]/선임/제조DX.자동보정.조립자동보정팀" userId="2b3cec2e-b960-4340-96c3-4469e2643969" providerId="ADAL" clId="{BCC7A491-50D7-4F0C-818F-9AFADC40D60C}" dt="2026-09-09T04:52:04.690" v="1509" actId="1076"/>
          <ac:spMkLst>
            <pc:docMk/>
            <pc:sldMk cId="3572401588" sldId="384"/>
            <ac:spMk id="11" creationId="{5ADBB079-52EF-DE64-6212-537CED3C8B19}"/>
          </ac:spMkLst>
        </pc:spChg>
        <pc:spChg chg="add">
          <ac:chgData name="강현웅(HYEONWOONG KANG)[khw330]/선임/제조DX.자동보정.조립자동보정팀" userId="2b3cec2e-b960-4340-96c3-4469e2643969" providerId="ADAL" clId="{BCC7A491-50D7-4F0C-818F-9AFADC40D60C}" dt="2026-09-09T00:41:09.155" v="1195"/>
          <ac:spMkLst>
            <pc:docMk/>
            <pc:sldMk cId="3572401588" sldId="384"/>
            <ac:spMk id="12" creationId="{BF577B3A-9AEF-C6BD-1268-5FBC3215CBBC}"/>
          </ac:spMkLst>
        </pc:spChg>
        <pc:spChg chg="add mod">
          <ac:chgData name="강현웅(HYEONWOONG KANG)[khw330]/선임/제조DX.자동보정.조립자동보정팀" userId="2b3cec2e-b960-4340-96c3-4469e2643969" providerId="ADAL" clId="{BCC7A491-50D7-4F0C-818F-9AFADC40D60C}" dt="2026-09-09T04:52:04.690" v="1509" actId="1076"/>
          <ac:spMkLst>
            <pc:docMk/>
            <pc:sldMk cId="3572401588" sldId="384"/>
            <ac:spMk id="13" creationId="{2650220A-800F-FB11-7E97-C8923C02A46B}"/>
          </ac:spMkLst>
        </pc:spChg>
        <pc:spChg chg="mod">
          <ac:chgData name="강현웅(HYEONWOONG KANG)[khw330]/선임/제조DX.자동보정.조립자동보정팀" userId="2b3cec2e-b960-4340-96c3-4469e2643969" providerId="ADAL" clId="{BCC7A491-50D7-4F0C-818F-9AFADC40D60C}" dt="2026-09-09T04:58:03.902" v="1840" actId="20577"/>
          <ac:spMkLst>
            <pc:docMk/>
            <pc:sldMk cId="3572401588" sldId="384"/>
            <ac:spMk id="20" creationId="{FF36B9CE-C4B6-E9B1-6EDB-42B8AC281614}"/>
          </ac:spMkLst>
        </pc:spChg>
        <pc:picChg chg="add mod">
          <ac:chgData name="강현웅(HYEONWOONG KANG)[khw330]/선임/제조DX.자동보정.조립자동보정팀" userId="2b3cec2e-b960-4340-96c3-4469e2643969" providerId="ADAL" clId="{BCC7A491-50D7-4F0C-818F-9AFADC40D60C}" dt="2026-09-09T04:52:04.690" v="1509" actId="1076"/>
          <ac:picMkLst>
            <pc:docMk/>
            <pc:sldMk cId="3572401588" sldId="384"/>
            <ac:picMk id="3" creationId="{37B8D9E0-737E-DA6D-C9AB-C086BEA98C48}"/>
          </ac:picMkLst>
        </pc:picChg>
        <pc:picChg chg="add mod">
          <ac:chgData name="강현웅(HYEONWOONG KANG)[khw330]/선임/제조DX.자동보정.조립자동보정팀" userId="2b3cec2e-b960-4340-96c3-4469e2643969" providerId="ADAL" clId="{BCC7A491-50D7-4F0C-818F-9AFADC40D60C}" dt="2026-09-09T04:52:04.690" v="1509" actId="1076"/>
          <ac:picMkLst>
            <pc:docMk/>
            <pc:sldMk cId="3572401588" sldId="384"/>
            <ac:picMk id="8" creationId="{1415EC18-2363-BA71-60B2-83C8DA71DD34}"/>
          </ac:picMkLst>
        </pc:picChg>
      </pc:sldChg>
    </pc:docChg>
  </pc:docChgLst>
  <pc:docChgLst>
    <pc:chgData name="김치완(CHIWAN KIM)[kimchiwan04]/책임/제조DX.자동보정.RSND자동보정팀" userId="S::kimchiwan04@lgensol.com::022829bc-3ea1-441b-b8a3-451705c4a94d" providerId="AD" clId="Web-{00000000-0000-0000-0000-000000000000}"/>
    <pc:docChg chg="modSld">
      <pc:chgData name="김치완(CHIWAN KIM)[kimchiwan04]/책임/제조DX.자동보정.RSND자동보정팀" userId="S::kimchiwan04@lgensol.com::022829bc-3ea1-441b-b8a3-451705c4a94d" providerId="AD" clId="Web-{00000000-0000-0000-0000-000000000000}" dt="2026-09-01T08:29:52.587" v="31"/>
      <pc:docMkLst>
        <pc:docMk/>
      </pc:docMkLst>
      <pc:sldChg chg="modSp">
        <pc:chgData name="김치완(CHIWAN KIM)[kimchiwan04]/책임/제조DX.자동보정.RSND자동보정팀" userId="S::kimchiwan04@lgensol.com::022829bc-3ea1-441b-b8a3-451705c4a94d" providerId="AD" clId="Web-{00000000-0000-0000-0000-000000000000}" dt="2026-09-01T08:29:52.587" v="31"/>
        <pc:sldMkLst>
          <pc:docMk/>
          <pc:sldMk cId="556584264" sldId="440"/>
        </pc:sldMkLst>
        <pc:graphicFrameChg chg="mod modGraphic">
          <ac:chgData name="김치완(CHIWAN KIM)[kimchiwan04]/책임/제조DX.자동보정.RSND자동보정팀" userId="S::kimchiwan04@lgensol.com::022829bc-3ea1-441b-b8a3-451705c4a94d" providerId="AD" clId="Web-{00000000-0000-0000-0000-000000000000}" dt="2026-09-01T08:29:52.587" v="31"/>
          <ac:graphicFrameMkLst>
            <pc:docMk/>
            <pc:sldMk cId="556584264" sldId="440"/>
            <ac:graphicFrameMk id="12" creationId="{B9F3B7CC-1945-8DF7-D0AA-7E8D3ABF1C7B}"/>
          </ac:graphicFrameMkLst>
        </pc:graphicFrameChg>
      </pc:sldChg>
    </pc:docChg>
  </pc:docChgLst>
  <pc:docChgLst>
    <pc:chgData name="김태욱(TAEWOOK KIM)[twkiii]/선임/제조DX.자동보정.자동보정선행개발팀" userId="7550169e-81b5-4b23-9cda-68528cfbbc51" providerId="ADAL" clId="{C219126F-19AF-48A2-90AB-27C6A1D660DA}"/>
    <pc:docChg chg="undo custSel addSld modSld">
      <pc:chgData name="김태욱(TAEWOOK KIM)[twkiii]/선임/제조DX.자동보정.자동보정선행개발팀" userId="7550169e-81b5-4b23-9cda-68528cfbbc51" providerId="ADAL" clId="{C219126F-19AF-48A2-90AB-27C6A1D660DA}" dt="2026-08-25T06:01:47.612" v="3346" actId="20577"/>
      <pc:docMkLst>
        <pc:docMk/>
      </pc:docMkLst>
      <pc:sldChg chg="modSp mod">
        <pc:chgData name="김태욱(TAEWOOK KIM)[twkiii]/선임/제조DX.자동보정.자동보정선행개발팀" userId="7550169e-81b5-4b23-9cda-68528cfbbc51" providerId="ADAL" clId="{C219126F-19AF-48A2-90AB-27C6A1D660DA}" dt="2026-08-25T01:13:03.605" v="136" actId="20577"/>
        <pc:sldMkLst>
          <pc:docMk/>
          <pc:sldMk cId="928751940" sldId="266"/>
        </pc:sldMkLst>
        <pc:spChg chg="mod">
          <ac:chgData name="김태욱(TAEWOOK KIM)[twkiii]/선임/제조DX.자동보정.자동보정선행개발팀" userId="7550169e-81b5-4b23-9cda-68528cfbbc51" providerId="ADAL" clId="{C219126F-19AF-48A2-90AB-27C6A1D660DA}" dt="2026-08-25T01:12:52.480" v="131" actId="20577"/>
          <ac:spMkLst>
            <pc:docMk/>
            <pc:sldMk cId="928751940" sldId="266"/>
            <ac:spMk id="12" creationId="{2C44B013-7464-515C-3EC8-FB53B06147BF}"/>
          </ac:spMkLst>
        </pc:spChg>
        <pc:spChg chg="mod">
          <ac:chgData name="김태욱(TAEWOOK KIM)[twkiii]/선임/제조DX.자동보정.자동보정선행개발팀" userId="7550169e-81b5-4b23-9cda-68528cfbbc51" providerId="ADAL" clId="{C219126F-19AF-48A2-90AB-27C6A1D660DA}" dt="2026-08-25T01:13:03.605" v="136" actId="20577"/>
          <ac:spMkLst>
            <pc:docMk/>
            <pc:sldMk cId="928751940" sldId="266"/>
            <ac:spMk id="16" creationId="{F49D00FE-AF2E-74AA-4922-481FEC90E68B}"/>
          </ac:spMkLst>
        </pc:spChg>
      </pc:sldChg>
      <pc:sldChg chg="modSp mod">
        <pc:chgData name="김태욱(TAEWOOK KIM)[twkiii]/선임/제조DX.자동보정.자동보정선행개발팀" userId="7550169e-81b5-4b23-9cda-68528cfbbc51" providerId="ADAL" clId="{C219126F-19AF-48A2-90AB-27C6A1D660DA}" dt="2026-08-25T05:05:53.227" v="2421" actId="207"/>
        <pc:sldMkLst>
          <pc:docMk/>
          <pc:sldMk cId="4009032242" sldId="271"/>
        </pc:sldMkLst>
        <pc:spChg chg="mod">
          <ac:chgData name="김태욱(TAEWOOK KIM)[twkiii]/선임/제조DX.자동보정.자동보정선행개발팀" userId="7550169e-81b5-4b23-9cda-68528cfbbc51" providerId="ADAL" clId="{C219126F-19AF-48A2-90AB-27C6A1D660DA}" dt="2026-08-25T05:05:53.227" v="2421" actId="207"/>
          <ac:spMkLst>
            <pc:docMk/>
            <pc:sldMk cId="4009032242" sldId="271"/>
            <ac:spMk id="8" creationId="{DA3D18A2-7C82-8530-AC9E-4A17033BD0C2}"/>
          </ac:spMkLst>
        </pc:spChg>
        <pc:spChg chg="mod">
          <ac:chgData name="김태욱(TAEWOOK KIM)[twkiii]/선임/제조DX.자동보정.자동보정선행개발팀" userId="7550169e-81b5-4b23-9cda-68528cfbbc51" providerId="ADAL" clId="{C219126F-19AF-48A2-90AB-27C6A1D660DA}" dt="2026-08-25T01:12:50.242" v="130" actId="20577"/>
          <ac:spMkLst>
            <pc:docMk/>
            <pc:sldMk cId="4009032242" sldId="271"/>
            <ac:spMk id="12" creationId="{AE430EAB-F45E-73AB-D9A8-E8780E70F2AE}"/>
          </ac:spMkLst>
        </pc:spChg>
        <pc:spChg chg="mod">
          <ac:chgData name="김태욱(TAEWOOK KIM)[twkiii]/선임/제조DX.자동보정.자동보정선행개발팀" userId="7550169e-81b5-4b23-9cda-68528cfbbc51" providerId="ADAL" clId="{C219126F-19AF-48A2-90AB-27C6A1D660DA}" dt="2026-08-25T01:13:07.314" v="138" actId="20577"/>
          <ac:spMkLst>
            <pc:docMk/>
            <pc:sldMk cId="4009032242" sldId="271"/>
            <ac:spMk id="16" creationId="{58C0F4AB-DBC0-D0E4-E983-8BE073494085}"/>
          </ac:spMkLst>
        </pc:spChg>
      </pc:sldChg>
      <pc:sldChg chg="addSp delSp modSp add mod">
        <pc:chgData name="김태욱(TAEWOOK KIM)[twkiii]/선임/제조DX.자동보정.자동보정선행개발팀" userId="7550169e-81b5-4b23-9cda-68528cfbbc51" providerId="ADAL" clId="{C219126F-19AF-48A2-90AB-27C6A1D660DA}" dt="2026-08-25T06:01:47.612" v="3346" actId="20577"/>
        <pc:sldMkLst>
          <pc:docMk/>
          <pc:sldMk cId="648264874" sldId="279"/>
        </pc:sldMkLst>
        <pc:spChg chg="mod">
          <ac:chgData name="김태욱(TAEWOOK KIM)[twkiii]/선임/제조DX.자동보정.자동보정선행개발팀" userId="7550169e-81b5-4b23-9cda-68528cfbbc51" providerId="ADAL" clId="{C219126F-19AF-48A2-90AB-27C6A1D660DA}" dt="2026-08-25T06:01:47.612" v="3346" actId="20577"/>
          <ac:spMkLst>
            <pc:docMk/>
            <pc:sldMk cId="648264874" sldId="279"/>
            <ac:spMk id="8" creationId="{DA3D18A2-7C82-8530-AC9E-4A17033BD0C2}"/>
          </ac:spMkLst>
        </pc:spChg>
        <pc:spChg chg="mod">
          <ac:chgData name="김태욱(TAEWOOK KIM)[twkiii]/선임/제조DX.자동보정.자동보정선행개발팀" userId="7550169e-81b5-4b23-9cda-68528cfbbc51" providerId="ADAL" clId="{C219126F-19AF-48A2-90AB-27C6A1D660DA}" dt="2026-08-25T01:11:52.703" v="26" actId="20577"/>
          <ac:spMkLst>
            <pc:docMk/>
            <pc:sldMk cId="648264874" sldId="279"/>
            <ac:spMk id="12" creationId="{AE430EAB-F45E-73AB-D9A8-E8780E70F2AE}"/>
          </ac:spMkLst>
        </pc:spChg>
        <pc:spChg chg="add mod ord topLvl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spMkLst>
            <pc:docMk/>
            <pc:sldMk cId="648264874" sldId="279"/>
            <ac:spMk id="13" creationId="{DF32E7B3-37D4-D180-9D7D-D54D30640292}"/>
          </ac:spMkLst>
        </pc:spChg>
        <pc:spChg chg="mod">
          <ac:chgData name="김태욱(TAEWOOK KIM)[twkiii]/선임/제조DX.자동보정.자동보정선행개발팀" userId="7550169e-81b5-4b23-9cda-68528cfbbc51" providerId="ADAL" clId="{C219126F-19AF-48A2-90AB-27C6A1D660DA}" dt="2026-08-25T01:13:11.084" v="141" actId="6549"/>
          <ac:spMkLst>
            <pc:docMk/>
            <pc:sldMk cId="648264874" sldId="279"/>
            <ac:spMk id="16" creationId="{58C0F4AB-DBC0-D0E4-E983-8BE073494085}"/>
          </ac:spMkLst>
        </pc:spChg>
        <pc:spChg chg="add mod ord topLvl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spMkLst>
            <pc:docMk/>
            <pc:sldMk cId="648264874" sldId="279"/>
            <ac:spMk id="22" creationId="{CC103ADE-A1B1-E8EE-8E3B-3D125FB3CF68}"/>
          </ac:spMkLst>
        </pc:spChg>
        <pc:spChg chg="add mod topLvl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spMkLst>
            <pc:docMk/>
            <pc:sldMk cId="648264874" sldId="279"/>
            <ac:spMk id="26" creationId="{AF317B19-BC2A-90E6-1334-22928DAB7C60}"/>
          </ac:spMkLst>
        </pc:spChg>
        <pc:spChg chg="add mod topLvl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spMkLst>
            <pc:docMk/>
            <pc:sldMk cId="648264874" sldId="279"/>
            <ac:spMk id="27" creationId="{2FA74A96-90D8-8E83-1F1C-1536AF6A0A83}"/>
          </ac:spMkLst>
        </pc:spChg>
        <pc:spChg chg="add mod topLvl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spMkLst>
            <pc:docMk/>
            <pc:sldMk cId="648264874" sldId="279"/>
            <ac:spMk id="28" creationId="{DA3F4920-B0CB-D578-E1B3-B2ED72C67669}"/>
          </ac:spMkLst>
        </pc:spChg>
        <pc:spChg chg="add mod topLvl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spMkLst>
            <pc:docMk/>
            <pc:sldMk cId="648264874" sldId="279"/>
            <ac:spMk id="29" creationId="{F83DA86F-9C81-2888-2117-05E129D9EFD9}"/>
          </ac:spMkLst>
        </pc:spChg>
        <pc:spChg chg="add mod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spMkLst>
            <pc:docMk/>
            <pc:sldMk cId="648264874" sldId="279"/>
            <ac:spMk id="30" creationId="{4D5719CE-5C9B-2235-A016-43CB32E06128}"/>
          </ac:spMkLst>
        </pc:spChg>
        <pc:spChg chg="add mod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spMkLst>
            <pc:docMk/>
            <pc:sldMk cId="648264874" sldId="279"/>
            <ac:spMk id="31" creationId="{7E331DF2-E2E4-207C-5AF0-D2B1274D3D36}"/>
          </ac:spMkLst>
        </pc:spChg>
        <pc:grpChg chg="add mod">
          <ac:chgData name="김태욱(TAEWOOK KIM)[twkiii]/선임/제조DX.자동보정.자동보정선행개발팀" userId="7550169e-81b5-4b23-9cda-68528cfbbc51" providerId="ADAL" clId="{C219126F-19AF-48A2-90AB-27C6A1D660DA}" dt="2026-08-25T05:10:14.976" v="2573" actId="1035"/>
          <ac:grpSpMkLst>
            <pc:docMk/>
            <pc:sldMk cId="648264874" sldId="279"/>
            <ac:grpSpMk id="32" creationId="{FABCF999-EFB5-838D-BC35-54138E1308E0}"/>
          </ac:grpSpMkLst>
        </pc:grpChg>
        <pc:graphicFrameChg chg="mod modGraphic">
          <ac:chgData name="김태욱(TAEWOOK KIM)[twkiii]/선임/제조DX.자동보정.자동보정선행개발팀" userId="7550169e-81b5-4b23-9cda-68528cfbbc51" providerId="ADAL" clId="{C219126F-19AF-48A2-90AB-27C6A1D660DA}" dt="2026-08-25T01:15:17.435" v="186"/>
          <ac:graphicFrameMkLst>
            <pc:docMk/>
            <pc:sldMk cId="648264874" sldId="279"/>
            <ac:graphicFrameMk id="20" creationId="{B61949A6-6860-47D7-A794-A744E8EB3AE3}"/>
          </ac:graphicFrameMkLst>
        </pc:graphicFrameChg>
        <pc:picChg chg="add mod">
          <ac:chgData name="김태욱(TAEWOOK KIM)[twkiii]/선임/제조DX.자동보정.자동보정선행개발팀" userId="7550169e-81b5-4b23-9cda-68528cfbbc51" providerId="ADAL" clId="{C219126F-19AF-48A2-90AB-27C6A1D660DA}" dt="2026-08-25T06:01:05.997" v="3196" actId="1076"/>
          <ac:picMkLst>
            <pc:docMk/>
            <pc:sldMk cId="648264874" sldId="279"/>
            <ac:picMk id="6" creationId="{30142F65-D414-FDA0-2A0A-85BB453B2AF9}"/>
          </ac:picMkLst>
        </pc:picChg>
        <pc:picChg chg="add mod topLvl modCrop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picMkLst>
            <pc:docMk/>
            <pc:sldMk cId="648264874" sldId="279"/>
            <ac:picMk id="9" creationId="{A9D1FB05-BF58-326A-EBB0-EB55D95913C7}"/>
          </ac:picMkLst>
        </pc:picChg>
        <pc:picChg chg="add mod modCrop">
          <ac:chgData name="김태욱(TAEWOOK KIM)[twkiii]/선임/제조DX.자동보정.자동보정선행개발팀" userId="7550169e-81b5-4b23-9cda-68528cfbbc51" providerId="ADAL" clId="{C219126F-19AF-48A2-90AB-27C6A1D660DA}" dt="2026-08-25T05:07:23.887" v="2539" actId="1076"/>
          <ac:picMkLst>
            <pc:docMk/>
            <pc:sldMk cId="648264874" sldId="279"/>
            <ac:picMk id="24" creationId="{C4F3733E-E899-DEF1-3AFE-7BB84C3E2D25}"/>
          </ac:picMkLst>
        </pc:picChg>
        <pc:cxnChg chg="add mod topLvl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cxnSpMkLst>
            <pc:docMk/>
            <pc:sldMk cId="648264874" sldId="279"/>
            <ac:cxnSpMk id="18" creationId="{DCA6A4F2-74E6-1956-8913-CFF9FF8A80A8}"/>
          </ac:cxnSpMkLst>
        </pc:cxnChg>
        <pc:cxnChg chg="add mod topLvl">
          <ac:chgData name="김태욱(TAEWOOK KIM)[twkiii]/선임/제조DX.자동보정.자동보정선행개발팀" userId="7550169e-81b5-4b23-9cda-68528cfbbc51" providerId="ADAL" clId="{C219126F-19AF-48A2-90AB-27C6A1D660DA}" dt="2026-08-25T01:37:25.432" v="2324" actId="164"/>
          <ac:cxnSpMkLst>
            <pc:docMk/>
            <pc:sldMk cId="648264874" sldId="279"/>
            <ac:cxnSpMk id="19" creationId="{11DF3FEF-8F2E-903F-7764-B2418A08BB1F}"/>
          </ac:cxnSpMkLst>
        </pc:cxnChg>
      </pc:sldChg>
    </pc:docChg>
  </pc:docChgLst>
  <pc:docChgLst>
    <pc:chgData name="박신아(SHINA PARK)[shina.p]/책임/제조DX.자동보정.MC자동보정팀" userId="54a067cc-2ef7-4970-a3f1-b2a185fa6bcc" providerId="ADAL" clId="{C325F392-AD67-4FC8-978E-677759069770}"/>
    <pc:docChg chg="custSel modSld">
      <pc:chgData name="박신아(SHINA PARK)[shina.p]/책임/제조DX.자동보정.MC자동보정팀" userId="54a067cc-2ef7-4970-a3f1-b2a185fa6bcc" providerId="ADAL" clId="{C325F392-AD67-4FC8-978E-677759069770}" dt="2026-09-01T16:23:09.815" v="902" actId="20577"/>
      <pc:docMkLst>
        <pc:docMk/>
      </pc:docMkLst>
      <pc:sldChg chg="modSp mod">
        <pc:chgData name="박신아(SHINA PARK)[shina.p]/책임/제조DX.자동보정.MC자동보정팀" userId="54a067cc-2ef7-4970-a3f1-b2a185fa6bcc" providerId="ADAL" clId="{C325F392-AD67-4FC8-978E-677759069770}" dt="2026-09-01T16:21:36.857" v="610" actId="207"/>
        <pc:sldMkLst>
          <pc:docMk/>
          <pc:sldMk cId="20157088" sldId="280"/>
        </pc:sldMkLst>
        <pc:spChg chg="mod">
          <ac:chgData name="박신아(SHINA PARK)[shina.p]/책임/제조DX.자동보정.MC자동보정팀" userId="54a067cc-2ef7-4970-a3f1-b2a185fa6bcc" providerId="ADAL" clId="{C325F392-AD67-4FC8-978E-677759069770}" dt="2026-09-01T16:21:36.857" v="610" actId="207"/>
          <ac:spMkLst>
            <pc:docMk/>
            <pc:sldMk cId="20157088" sldId="280"/>
            <ac:spMk id="30" creationId="{82316C5F-CBE3-A95F-7CC8-EF8564695C5E}"/>
          </ac:spMkLst>
        </pc:spChg>
        <pc:spChg chg="mod">
          <ac:chgData name="박신아(SHINA PARK)[shina.p]/책임/제조DX.자동보정.MC자동보정팀" userId="54a067cc-2ef7-4970-a3f1-b2a185fa6bcc" providerId="ADAL" clId="{C325F392-AD67-4FC8-978E-677759069770}" dt="2026-09-01T16:21:28.175" v="609" actId="20577"/>
          <ac:spMkLst>
            <pc:docMk/>
            <pc:sldMk cId="20157088" sldId="280"/>
            <ac:spMk id="235" creationId="{F0809C5E-7541-A47D-9EB0-F5C95B7891AC}"/>
          </ac:spMkLst>
        </pc:spChg>
      </pc:sldChg>
      <pc:sldChg chg="modSp mod">
        <pc:chgData name="박신아(SHINA PARK)[shina.p]/책임/제조DX.자동보정.MC자동보정팀" userId="54a067cc-2ef7-4970-a3f1-b2a185fa6bcc" providerId="ADAL" clId="{C325F392-AD67-4FC8-978E-677759069770}" dt="2026-09-01T16:22:52.849" v="888" actId="20577"/>
        <pc:sldMkLst>
          <pc:docMk/>
          <pc:sldMk cId="2306170091" sldId="325"/>
        </pc:sldMkLst>
        <pc:spChg chg="mod">
          <ac:chgData name="박신아(SHINA PARK)[shina.p]/책임/제조DX.자동보정.MC자동보정팀" userId="54a067cc-2ef7-4970-a3f1-b2a185fa6bcc" providerId="ADAL" clId="{C325F392-AD67-4FC8-978E-677759069770}" dt="2026-09-01T16:22:01.719" v="630" actId="20577"/>
          <ac:spMkLst>
            <pc:docMk/>
            <pc:sldMk cId="2306170091" sldId="325"/>
            <ac:spMk id="12" creationId="{59A7692E-132F-84DE-65A9-565713D24F53}"/>
          </ac:spMkLst>
        </pc:spChg>
        <pc:spChg chg="mod">
          <ac:chgData name="박신아(SHINA PARK)[shina.p]/책임/제조DX.자동보정.MC자동보정팀" userId="54a067cc-2ef7-4970-a3f1-b2a185fa6bcc" providerId="ADAL" clId="{C325F392-AD67-4FC8-978E-677759069770}" dt="2026-09-01T16:22:52.849" v="888" actId="20577"/>
          <ac:spMkLst>
            <pc:docMk/>
            <pc:sldMk cId="2306170091" sldId="325"/>
            <ac:spMk id="35" creationId="{491769FB-8F95-9F23-9FD4-56A08DF9C8BA}"/>
          </ac:spMkLst>
        </pc:spChg>
      </pc:sldChg>
      <pc:sldChg chg="modSp mod">
        <pc:chgData name="박신아(SHINA PARK)[shina.p]/책임/제조DX.자동보정.MC자동보정팀" userId="54a067cc-2ef7-4970-a3f1-b2a185fa6bcc" providerId="ADAL" clId="{C325F392-AD67-4FC8-978E-677759069770}" dt="2026-09-01T16:19:05.325" v="430" actId="207"/>
        <pc:sldMkLst>
          <pc:docMk/>
          <pc:sldMk cId="2800363497" sldId="343"/>
        </pc:sldMkLst>
        <pc:spChg chg="mod">
          <ac:chgData name="박신아(SHINA PARK)[shina.p]/책임/제조DX.자동보정.MC자동보정팀" userId="54a067cc-2ef7-4970-a3f1-b2a185fa6bcc" providerId="ADAL" clId="{C325F392-AD67-4FC8-978E-677759069770}" dt="2026-09-01T16:19:05.325" v="430" actId="207"/>
          <ac:spMkLst>
            <pc:docMk/>
            <pc:sldMk cId="2800363497" sldId="343"/>
            <ac:spMk id="5" creationId="{FA18EFED-D2D3-DCFD-2B36-B46F0150F6F9}"/>
          </ac:spMkLst>
        </pc:spChg>
      </pc:sldChg>
      <pc:sldChg chg="modSp mod">
        <pc:chgData name="박신아(SHINA PARK)[shina.p]/책임/제조DX.자동보정.MC자동보정팀" userId="54a067cc-2ef7-4970-a3f1-b2a185fa6bcc" providerId="ADAL" clId="{C325F392-AD67-4FC8-978E-677759069770}" dt="2026-09-01T16:21:51.404" v="620" actId="20577"/>
        <pc:sldMkLst>
          <pc:docMk/>
          <pc:sldMk cId="939909045" sldId="375"/>
        </pc:sldMkLst>
        <pc:spChg chg="mod">
          <ac:chgData name="박신아(SHINA PARK)[shina.p]/책임/제조DX.자동보정.MC자동보정팀" userId="54a067cc-2ef7-4970-a3f1-b2a185fa6bcc" providerId="ADAL" clId="{C325F392-AD67-4FC8-978E-677759069770}" dt="2026-09-01T16:21:51.404" v="620" actId="20577"/>
          <ac:spMkLst>
            <pc:docMk/>
            <pc:sldMk cId="939909045" sldId="375"/>
            <ac:spMk id="12" creationId="{59A7692E-132F-84DE-65A9-565713D24F53}"/>
          </ac:spMkLst>
        </pc:spChg>
      </pc:sldChg>
      <pc:sldChg chg="modSp mod">
        <pc:chgData name="박신아(SHINA PARK)[shina.p]/책임/제조DX.자동보정.MC자동보정팀" userId="54a067cc-2ef7-4970-a3f1-b2a185fa6bcc" providerId="ADAL" clId="{C325F392-AD67-4FC8-978E-677759069770}" dt="2026-09-01T16:23:09.815" v="902" actId="20577"/>
        <pc:sldMkLst>
          <pc:docMk/>
          <pc:sldMk cId="3040185142" sldId="420"/>
        </pc:sldMkLst>
        <pc:spChg chg="mod">
          <ac:chgData name="박신아(SHINA PARK)[shina.p]/책임/제조DX.자동보정.MC자동보정팀" userId="54a067cc-2ef7-4970-a3f1-b2a185fa6bcc" providerId="ADAL" clId="{C325F392-AD67-4FC8-978E-677759069770}" dt="2026-09-01T16:23:09.815" v="902" actId="20577"/>
          <ac:spMkLst>
            <pc:docMk/>
            <pc:sldMk cId="3040185142" sldId="420"/>
            <ac:spMk id="12" creationId="{EB0232BC-C8FE-7E7A-B0D6-CBAC46802505}"/>
          </ac:spMkLst>
        </pc:spChg>
      </pc:sldChg>
    </pc:docChg>
  </pc:docChgLst>
  <pc:docChgLst>
    <pc:chgData name="황재웅(JAEWOONG HWANG)[xyxowen1234]/선임/제조DX.자동보정.조립자동보정팀" userId="84481fad-ac5e-4a35-844e-8829e3f0212e" providerId="ADAL" clId="{1857D91E-1C77-4308-AF77-7FD5FD74B2E4}"/>
    <pc:docChg chg="undo custSel addSld modSld">
      <pc:chgData name="황재웅(JAEWOONG HWANG)[xyxowen1234]/선임/제조DX.자동보정.조립자동보정팀" userId="84481fad-ac5e-4a35-844e-8829e3f0212e" providerId="ADAL" clId="{1857D91E-1C77-4308-AF77-7FD5FD74B2E4}" dt="2026-09-22T08:49:24.267" v="5654" actId="1076"/>
      <pc:docMkLst>
        <pc:docMk/>
      </pc:docMkLst>
      <pc:sldChg chg="addSp delSp modSp add mod">
        <pc:chgData name="황재웅(JAEWOONG HWANG)[xyxowen1234]/선임/제조DX.자동보정.조립자동보정팀" userId="84481fad-ac5e-4a35-844e-8829e3f0212e" providerId="ADAL" clId="{1857D91E-1C77-4308-AF77-7FD5FD74B2E4}" dt="2026-09-22T08:23:02.333" v="4173" actId="1035"/>
        <pc:sldMkLst>
          <pc:docMk/>
          <pc:sldMk cId="1940150250" sldId="327"/>
        </pc:sldMkLst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21:59.087" v="3999" actId="1076"/>
          <ac:spMkLst>
            <pc:docMk/>
            <pc:sldMk cId="1940150250" sldId="327"/>
            <ac:spMk id="4" creationId="{37A6E77F-6A06-1019-3F85-453B7EA21A3B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8:18:28.419" v="3766"/>
          <ac:spMkLst>
            <pc:docMk/>
            <pc:sldMk cId="1940150250" sldId="327"/>
            <ac:spMk id="8" creationId="{B2EB5D59-B6F1-2384-010D-91866E2D11AC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8:19:18.809" v="3813" actId="20577"/>
          <ac:spMkLst>
            <pc:docMk/>
            <pc:sldMk cId="1940150250" sldId="327"/>
            <ac:spMk id="10" creationId="{55AA7477-70AD-14D9-10D7-7077E3CA5079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8:07:12.652" v="1874" actId="1076"/>
          <ac:spMkLst>
            <pc:docMk/>
            <pc:sldMk cId="1940150250" sldId="327"/>
            <ac:spMk id="11" creationId="{947D17E0-2698-5D1A-F792-717E365F0CA1}"/>
          </ac:spMkLst>
        </pc:spChg>
        <pc:spChg chg="del mod">
          <ac:chgData name="황재웅(JAEWOONG HWANG)[xyxowen1234]/선임/제조DX.자동보정.조립자동보정팀" userId="84481fad-ac5e-4a35-844e-8829e3f0212e" providerId="ADAL" clId="{1857D91E-1C77-4308-AF77-7FD5FD74B2E4}" dt="2026-09-22T07:03:45.090" v="903" actId="478"/>
          <ac:spMkLst>
            <pc:docMk/>
            <pc:sldMk cId="1940150250" sldId="327"/>
            <ac:spMk id="12" creationId="{B8A014D9-2313-9D19-BE85-599F71DA10A2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8:20:10.703" v="3950" actId="20577"/>
          <ac:spMkLst>
            <pc:docMk/>
            <pc:sldMk cId="1940150250" sldId="327"/>
            <ac:spMk id="13" creationId="{5FF8737D-25B4-3F86-DA9F-764B719CC85D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22:01.312" v="4000" actId="1076"/>
          <ac:spMkLst>
            <pc:docMk/>
            <pc:sldMk cId="1940150250" sldId="327"/>
            <ac:spMk id="14" creationId="{170E4FC1-E91A-4E19-9460-E5139E5564EA}"/>
          </ac:spMkLst>
        </pc:spChg>
        <pc:spChg chg="add del">
          <ac:chgData name="황재웅(JAEWOONG HWANG)[xyxowen1234]/선임/제조DX.자동보정.조립자동보정팀" userId="84481fad-ac5e-4a35-844e-8829e3f0212e" providerId="ADAL" clId="{1857D91E-1C77-4308-AF77-7FD5FD74B2E4}" dt="2026-09-22T08:20:35.042" v="3952" actId="478"/>
          <ac:spMkLst>
            <pc:docMk/>
            <pc:sldMk cId="1940150250" sldId="327"/>
            <ac:spMk id="15" creationId="{E472D330-F335-C6A3-D31A-D1D2C1332995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7:04:08.005" v="942" actId="20577"/>
          <ac:spMkLst>
            <pc:docMk/>
            <pc:sldMk cId="1940150250" sldId="327"/>
            <ac:spMk id="16" creationId="{1D2C43EA-314D-3D00-5A4C-698C0FA2CC87}"/>
          </ac:spMkLst>
        </pc:spChg>
        <pc:spChg chg="del">
          <ac:chgData name="황재웅(JAEWOONG HWANG)[xyxowen1234]/선임/제조DX.자동보정.조립자동보정팀" userId="84481fad-ac5e-4a35-844e-8829e3f0212e" providerId="ADAL" clId="{1857D91E-1C77-4308-AF77-7FD5FD74B2E4}" dt="2026-09-22T08:06:07.454" v="1873" actId="478"/>
          <ac:spMkLst>
            <pc:docMk/>
            <pc:sldMk cId="1940150250" sldId="327"/>
            <ac:spMk id="18" creationId="{72EC7289-C24F-A874-62C1-A498812AFA37}"/>
          </ac:spMkLst>
        </pc:spChg>
        <pc:spChg chg="add del mod">
          <ac:chgData name="황재웅(JAEWOONG HWANG)[xyxowen1234]/선임/제조DX.자동보정.조립자동보정팀" userId="84481fad-ac5e-4a35-844e-8829e3f0212e" providerId="ADAL" clId="{1857D91E-1C77-4308-AF77-7FD5FD74B2E4}" dt="2026-09-22T08:21:12.050" v="3972" actId="478"/>
          <ac:spMkLst>
            <pc:docMk/>
            <pc:sldMk cId="1940150250" sldId="327"/>
            <ac:spMk id="20" creationId="{9CCCBBBA-6601-72FD-C5F2-8E0CD0547F64}"/>
          </ac:spMkLst>
        </pc:spChg>
        <pc:spChg chg="add del mod">
          <ac:chgData name="황재웅(JAEWOONG HWANG)[xyxowen1234]/선임/제조DX.자동보정.조립자동보정팀" userId="84481fad-ac5e-4a35-844e-8829e3f0212e" providerId="ADAL" clId="{1857D91E-1C77-4308-AF77-7FD5FD74B2E4}" dt="2026-09-22T08:21:12.050" v="3972" actId="478"/>
          <ac:spMkLst>
            <pc:docMk/>
            <pc:sldMk cId="1940150250" sldId="327"/>
            <ac:spMk id="21" creationId="{B44A74AD-8B40-A4C2-6870-53655717DEC7}"/>
          </ac:spMkLst>
        </pc:spChg>
        <pc:spChg chg="del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spMkLst>
            <pc:docMk/>
            <pc:sldMk cId="1940150250" sldId="327"/>
            <ac:spMk id="23" creationId="{CD5E1F19-6AC1-0DE1-816A-298F0B8321BB}"/>
          </ac:spMkLst>
        </pc:spChg>
        <pc:spChg chg="add del mod">
          <ac:chgData name="황재웅(JAEWOONG HWANG)[xyxowen1234]/선임/제조DX.자동보정.조립자동보정팀" userId="84481fad-ac5e-4a35-844e-8829e3f0212e" providerId="ADAL" clId="{1857D91E-1C77-4308-AF77-7FD5FD74B2E4}" dt="2026-09-22T08:21:12.050" v="3972" actId="478"/>
          <ac:spMkLst>
            <pc:docMk/>
            <pc:sldMk cId="1940150250" sldId="327"/>
            <ac:spMk id="24" creationId="{5D32F553-B077-AECC-CB08-463C46D57E30}"/>
          </ac:spMkLst>
        </pc:spChg>
        <pc:spChg chg="add del mod">
          <ac:chgData name="황재웅(JAEWOONG HWANG)[xyxowen1234]/선임/제조DX.자동보정.조립자동보정팀" userId="84481fad-ac5e-4a35-844e-8829e3f0212e" providerId="ADAL" clId="{1857D91E-1C77-4308-AF77-7FD5FD74B2E4}" dt="2026-09-22T08:21:12.050" v="3972" actId="478"/>
          <ac:spMkLst>
            <pc:docMk/>
            <pc:sldMk cId="1940150250" sldId="327"/>
            <ac:spMk id="25" creationId="{DE161678-94EE-D32B-41C9-310A2C6E11AA}"/>
          </ac:spMkLst>
        </pc:spChg>
        <pc:spChg chg="add del mod">
          <ac:chgData name="황재웅(JAEWOONG HWANG)[xyxowen1234]/선임/제조DX.자동보정.조립자동보정팀" userId="84481fad-ac5e-4a35-844e-8829e3f0212e" providerId="ADAL" clId="{1857D91E-1C77-4308-AF77-7FD5FD74B2E4}" dt="2026-09-22T08:21:47.105" v="3995" actId="207"/>
          <ac:spMkLst>
            <pc:docMk/>
            <pc:sldMk cId="1940150250" sldId="327"/>
            <ac:spMk id="29" creationId="{F79B9A81-F97E-360E-39F7-905A005167D4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21:51.690" v="3996" actId="571"/>
          <ac:spMkLst>
            <pc:docMk/>
            <pc:sldMk cId="1940150250" sldId="327"/>
            <ac:spMk id="30" creationId="{C7A8BB2C-5E30-E19C-3FFB-B6BDF1214B80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21:53.958" v="3997" actId="571"/>
          <ac:spMkLst>
            <pc:docMk/>
            <pc:sldMk cId="1940150250" sldId="327"/>
            <ac:spMk id="31" creationId="{87B6FE72-B955-F173-FF71-332110C7FDBD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21:55.685" v="3998" actId="571"/>
          <ac:spMkLst>
            <pc:docMk/>
            <pc:sldMk cId="1940150250" sldId="327"/>
            <ac:spMk id="32" creationId="{6C64B3D0-A34A-5914-79A5-D12B99F629C3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23:02.333" v="4173" actId="1035"/>
          <ac:spMkLst>
            <pc:docMk/>
            <pc:sldMk cId="1940150250" sldId="327"/>
            <ac:spMk id="33" creationId="{D7A93E98-E44B-80A2-B4D6-E8FDE4DBBC8B}"/>
          </ac:spMkLst>
        </pc:spChg>
        <pc:spChg chg="del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spMkLst>
            <pc:docMk/>
            <pc:sldMk cId="1940150250" sldId="327"/>
            <ac:spMk id="50" creationId="{0A425F61-26AD-E5AA-CAE9-89AA09424E8E}"/>
          </ac:spMkLst>
        </pc:spChg>
        <pc:spChg chg="del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spMkLst>
            <pc:docMk/>
            <pc:sldMk cId="1940150250" sldId="327"/>
            <ac:spMk id="51" creationId="{BDEF03A4-D1A5-CC2D-4A96-94CA88CD28A3}"/>
          </ac:spMkLst>
        </pc:spChg>
        <pc:spChg chg="del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spMkLst>
            <pc:docMk/>
            <pc:sldMk cId="1940150250" sldId="327"/>
            <ac:spMk id="66" creationId="{7CEA134E-72AA-9CA4-E4AA-C6CB5D269798}"/>
          </ac:spMkLst>
        </pc:spChg>
        <pc:spChg chg="del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spMkLst>
            <pc:docMk/>
            <pc:sldMk cId="1940150250" sldId="327"/>
            <ac:spMk id="67" creationId="{94821064-B21B-8FC0-8F76-AB1B114D22E5}"/>
          </ac:spMkLst>
        </pc:spChg>
        <pc:spChg chg="del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spMkLst>
            <pc:docMk/>
            <pc:sldMk cId="1940150250" sldId="327"/>
            <ac:spMk id="68" creationId="{F9ACF1A9-8B9A-B380-4382-CD043F399612}"/>
          </ac:spMkLst>
        </pc:spChg>
        <pc:spChg chg="del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spMkLst>
            <pc:docMk/>
            <pc:sldMk cId="1940150250" sldId="327"/>
            <ac:spMk id="69" creationId="{8A3474DC-161B-164E-9B20-B67103F670BA}"/>
          </ac:spMkLst>
        </pc:spChg>
        <pc:grpChg chg="del">
          <ac:chgData name="황재웅(JAEWOONG HWANG)[xyxowen1234]/선임/제조DX.자동보정.조립자동보정팀" userId="84481fad-ac5e-4a35-844e-8829e3f0212e" providerId="ADAL" clId="{1857D91E-1C77-4308-AF77-7FD5FD74B2E4}" dt="2026-09-22T07:03:43.004" v="901" actId="478"/>
          <ac:grpSpMkLst>
            <pc:docMk/>
            <pc:sldMk cId="1940150250" sldId="327"/>
            <ac:grpSpMk id="2" creationId="{A96548CC-EF4D-BAA8-F7B2-B2C83D602F0A}"/>
          </ac:grpSpMkLst>
        </pc:grpChg>
        <pc:graphicFrameChg chg="del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graphicFrameMkLst>
            <pc:docMk/>
            <pc:sldMk cId="1940150250" sldId="327"/>
            <ac:graphicFrameMk id="119" creationId="{00000000-0000-0000-0000-000000000000}"/>
          </ac:graphicFrameMkLst>
        </pc:graphicFrameChg>
        <pc:cxnChg chg="add">
          <ac:chgData name="황재웅(JAEWOONG HWANG)[xyxowen1234]/선임/제조DX.자동보정.조립자동보정팀" userId="84481fad-ac5e-4a35-844e-8829e3f0212e" providerId="ADAL" clId="{1857D91E-1C77-4308-AF77-7FD5FD74B2E4}" dt="2026-09-22T08:21:18.564" v="3973" actId="11529"/>
          <ac:cxnSpMkLst>
            <pc:docMk/>
            <pc:sldMk cId="1940150250" sldId="327"/>
            <ac:cxnSpMk id="28" creationId="{0358D9FC-1695-330C-784E-FE24CC5A7B05}"/>
          </ac:cxnSpMkLst>
        </pc:cxnChg>
        <pc:cxnChg chg="del mod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cxnSpMkLst>
            <pc:docMk/>
            <pc:sldMk cId="1940150250" sldId="327"/>
            <ac:cxnSpMk id="53" creationId="{90F6A78A-7EF5-4A0F-9F72-C7630A8003E1}"/>
          </ac:cxnSpMkLst>
        </pc:cxnChg>
        <pc:cxnChg chg="del mod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cxnSpMkLst>
            <pc:docMk/>
            <pc:sldMk cId="1940150250" sldId="327"/>
            <ac:cxnSpMk id="55" creationId="{5E969521-BA8D-6487-8BA8-65AE4135B1D8}"/>
          </ac:cxnSpMkLst>
        </pc:cxnChg>
        <pc:cxnChg chg="del mod">
          <ac:chgData name="황재웅(JAEWOONG HWANG)[xyxowen1234]/선임/제조DX.자동보정.조립자동보정팀" userId="84481fad-ac5e-4a35-844e-8829e3f0212e" providerId="ADAL" clId="{1857D91E-1C77-4308-AF77-7FD5FD74B2E4}" dt="2026-09-22T08:06:04.225" v="1872" actId="478"/>
          <ac:cxnSpMkLst>
            <pc:docMk/>
            <pc:sldMk cId="1940150250" sldId="327"/>
            <ac:cxnSpMk id="57" creationId="{C16280C7-3DB3-7D7C-38A0-CD9DFABF2540}"/>
          </ac:cxnSpMkLst>
        </pc:cxnChg>
      </pc:sldChg>
      <pc:sldChg chg="addSp delSp modSp mod">
        <pc:chgData name="황재웅(JAEWOONG HWANG)[xyxowen1234]/선임/제조DX.자동보정.조립자동보정팀" userId="84481fad-ac5e-4a35-844e-8829e3f0212e" providerId="ADAL" clId="{1857D91E-1C77-4308-AF77-7FD5FD74B2E4}" dt="2026-09-22T08:48:31.307" v="5648"/>
        <pc:sldMkLst>
          <pc:docMk/>
          <pc:sldMk cId="3082611328" sldId="366"/>
        </pc:sldMkLst>
        <pc:spChg chg="del mod">
          <ac:chgData name="황재웅(JAEWOONG HWANG)[xyxowen1234]/선임/제조DX.자동보정.조립자동보정팀" userId="84481fad-ac5e-4a35-844e-8829e3f0212e" providerId="ADAL" clId="{1857D91E-1C77-4308-AF77-7FD5FD74B2E4}" dt="2026-09-22T06:04:53.461" v="87" actId="478"/>
          <ac:spMkLst>
            <pc:docMk/>
            <pc:sldMk cId="3082611328" sldId="366"/>
            <ac:spMk id="4" creationId="{33155ABF-C7DF-E738-A254-0498BDE27519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5:52:47.158" v="3" actId="20577"/>
          <ac:spMkLst>
            <pc:docMk/>
            <pc:sldMk cId="3082611328" sldId="366"/>
            <ac:spMk id="7" creationId="{76597178-0C46-359F-C512-80C28D96C117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6:04:58.515" v="110" actId="20577"/>
          <ac:spMkLst>
            <pc:docMk/>
            <pc:sldMk cId="3082611328" sldId="366"/>
            <ac:spMk id="11" creationId="{947D17E0-2698-5D1A-F792-717E365F0CA1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6:29:02.544" v="849" actId="1037"/>
          <ac:spMkLst>
            <pc:docMk/>
            <pc:sldMk cId="3082611328" sldId="366"/>
            <ac:spMk id="12" creationId="{B8A014D9-2313-9D19-BE85-599F71DA10A2}"/>
          </ac:spMkLst>
        </pc:spChg>
        <pc:spChg chg="add del mod">
          <ac:chgData name="황재웅(JAEWOONG HWANG)[xyxowen1234]/선임/제조DX.자동보정.조립자동보정팀" userId="84481fad-ac5e-4a35-844e-8829e3f0212e" providerId="ADAL" clId="{1857D91E-1C77-4308-AF77-7FD5FD74B2E4}" dt="2026-09-22T07:00:14.800" v="879" actId="478"/>
          <ac:spMkLst>
            <pc:docMk/>
            <pc:sldMk cId="3082611328" sldId="366"/>
            <ac:spMk id="14" creationId="{DC117437-D497-72CD-BC9A-BA405C483D54}"/>
          </ac:spMkLst>
        </pc:spChg>
        <pc:spChg chg="add del mod">
          <ac:chgData name="황재웅(JAEWOONG HWANG)[xyxowen1234]/선임/제조DX.자동보정.조립자동보정팀" userId="84481fad-ac5e-4a35-844e-8829e3f0212e" providerId="ADAL" clId="{1857D91E-1C77-4308-AF77-7FD5FD74B2E4}" dt="2026-09-22T07:00:07.192" v="873" actId="478"/>
          <ac:spMkLst>
            <pc:docMk/>
            <pc:sldMk cId="3082611328" sldId="366"/>
            <ac:spMk id="15" creationId="{EFC4F95D-C5E1-0256-7D3A-C7D956721102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6:04:17.916" v="83" actId="20577"/>
          <ac:spMkLst>
            <pc:docMk/>
            <pc:sldMk cId="3082611328" sldId="366"/>
            <ac:spMk id="16" creationId="{1D2C43EA-314D-3D00-5A4C-698C0FA2CC87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48:31.307" v="5648"/>
          <ac:spMkLst>
            <pc:docMk/>
            <pc:sldMk cId="3082611328" sldId="366"/>
            <ac:spMk id="18" creationId="{72EC7289-C24F-A874-62C1-A498812AFA37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6:03:59.323" v="61" actId="164"/>
          <ac:spMkLst>
            <pc:docMk/>
            <pc:sldMk cId="3082611328" sldId="366"/>
            <ac:spMk id="71" creationId="{6A0AA59B-D3A0-108D-76C6-C8DF2682582F}"/>
          </ac:spMkLst>
        </pc:spChg>
        <pc:grpChg chg="add mod">
          <ac:chgData name="황재웅(JAEWOONG HWANG)[xyxowen1234]/선임/제조DX.자동보정.조립자동보정팀" userId="84481fad-ac5e-4a35-844e-8829e3f0212e" providerId="ADAL" clId="{1857D91E-1C77-4308-AF77-7FD5FD74B2E4}" dt="2026-09-22T06:28:53.064" v="815" actId="1076"/>
          <ac:grpSpMkLst>
            <pc:docMk/>
            <pc:sldMk cId="3082611328" sldId="366"/>
            <ac:grpSpMk id="2" creationId="{A96548CC-EF4D-BAA8-F7B2-B2C83D602F0A}"/>
          </ac:grpSpMkLst>
        </pc:grpChg>
        <pc:graphicFrameChg chg="mod">
          <ac:chgData name="황재웅(JAEWOONG HWANG)[xyxowen1234]/선임/제조DX.자동보정.조립자동보정팀" userId="84481fad-ac5e-4a35-844e-8829e3f0212e" providerId="ADAL" clId="{1857D91E-1C77-4308-AF77-7FD5FD74B2E4}" dt="2026-09-22T06:03:51.023" v="57" actId="1076"/>
          <ac:graphicFrameMkLst>
            <pc:docMk/>
            <pc:sldMk cId="3082611328" sldId="366"/>
            <ac:graphicFrameMk id="119" creationId="{00000000-0000-0000-0000-000000000000}"/>
          </ac:graphicFrameMkLst>
        </pc:graphicFrameChg>
        <pc:picChg chg="mod">
          <ac:chgData name="황재웅(JAEWOONG HWANG)[xyxowen1234]/선임/제조DX.자동보정.조립자동보정팀" userId="84481fad-ac5e-4a35-844e-8829e3f0212e" providerId="ADAL" clId="{1857D91E-1C77-4308-AF77-7FD5FD74B2E4}" dt="2026-09-22T06:03:59.323" v="61" actId="164"/>
          <ac:picMkLst>
            <pc:docMk/>
            <pc:sldMk cId="3082611328" sldId="366"/>
            <ac:picMk id="22" creationId="{9F50EDFC-0071-AF75-F478-86F9592D2734}"/>
          </ac:picMkLst>
        </pc:picChg>
        <pc:cxnChg chg="mod">
          <ac:chgData name="황재웅(JAEWOONG HWANG)[xyxowen1234]/선임/제조DX.자동보정.조립자동보정팀" userId="84481fad-ac5e-4a35-844e-8829e3f0212e" providerId="ADAL" clId="{1857D91E-1C77-4308-AF77-7FD5FD74B2E4}" dt="2026-09-22T06:03:59.323" v="61" actId="164"/>
          <ac:cxnSpMkLst>
            <pc:docMk/>
            <pc:sldMk cId="3082611328" sldId="366"/>
            <ac:cxnSpMk id="52" creationId="{56DC5086-4513-7FCE-9571-33B894B454CE}"/>
          </ac:cxnSpMkLst>
        </pc:cxnChg>
        <pc:cxnChg chg="mod">
          <ac:chgData name="황재웅(JAEWOONG HWANG)[xyxowen1234]/선임/제조DX.자동보정.조립자동보정팀" userId="84481fad-ac5e-4a35-844e-8829e3f0212e" providerId="ADAL" clId="{1857D91E-1C77-4308-AF77-7FD5FD74B2E4}" dt="2026-09-22T06:03:59.323" v="61" actId="164"/>
          <ac:cxnSpMkLst>
            <pc:docMk/>
            <pc:sldMk cId="3082611328" sldId="366"/>
            <ac:cxnSpMk id="56" creationId="{94802FE9-D58E-500E-15BE-0F37A67B1D6E}"/>
          </ac:cxnSpMkLst>
        </pc:cxnChg>
        <pc:cxnChg chg="mod">
          <ac:chgData name="황재웅(JAEWOONG HWANG)[xyxowen1234]/선임/제조DX.자동보정.조립자동보정팀" userId="84481fad-ac5e-4a35-844e-8829e3f0212e" providerId="ADAL" clId="{1857D91E-1C77-4308-AF77-7FD5FD74B2E4}" dt="2026-09-22T06:03:59.323" v="61" actId="164"/>
          <ac:cxnSpMkLst>
            <pc:docMk/>
            <pc:sldMk cId="3082611328" sldId="366"/>
            <ac:cxnSpMk id="58" creationId="{8EC09E50-B1BE-7BBF-594A-C5A1008018FD}"/>
          </ac:cxnSpMkLst>
        </pc:cxnChg>
        <pc:cxnChg chg="mod">
          <ac:chgData name="황재웅(JAEWOONG HWANG)[xyxowen1234]/선임/제조DX.자동보정.조립자동보정팀" userId="84481fad-ac5e-4a35-844e-8829e3f0212e" providerId="ADAL" clId="{1857D91E-1C77-4308-AF77-7FD5FD74B2E4}" dt="2026-09-22T06:03:59.323" v="61" actId="164"/>
          <ac:cxnSpMkLst>
            <pc:docMk/>
            <pc:sldMk cId="3082611328" sldId="366"/>
            <ac:cxnSpMk id="62" creationId="{D826922F-A130-54B8-9E0A-A3FB600CFB95}"/>
          </ac:cxnSpMkLst>
        </pc:cxnChg>
        <pc:cxnChg chg="mod">
          <ac:chgData name="황재웅(JAEWOONG HWANG)[xyxowen1234]/선임/제조DX.자동보정.조립자동보정팀" userId="84481fad-ac5e-4a35-844e-8829e3f0212e" providerId="ADAL" clId="{1857D91E-1C77-4308-AF77-7FD5FD74B2E4}" dt="2026-09-22T06:03:59.323" v="61" actId="164"/>
          <ac:cxnSpMkLst>
            <pc:docMk/>
            <pc:sldMk cId="3082611328" sldId="366"/>
            <ac:cxnSpMk id="63" creationId="{7772F92C-74D5-F0B9-A1E4-44253BD7A426}"/>
          </ac:cxnSpMkLst>
        </pc:cxnChg>
        <pc:cxnChg chg="mod">
          <ac:chgData name="황재웅(JAEWOONG HWANG)[xyxowen1234]/선임/제조DX.자동보정.조립자동보정팀" userId="84481fad-ac5e-4a35-844e-8829e3f0212e" providerId="ADAL" clId="{1857D91E-1C77-4308-AF77-7FD5FD74B2E4}" dt="2026-09-22T06:03:59.323" v="61" actId="164"/>
          <ac:cxnSpMkLst>
            <pc:docMk/>
            <pc:sldMk cId="3082611328" sldId="366"/>
            <ac:cxnSpMk id="70" creationId="{CD85FF76-706C-BFEA-3878-A0FA8DCABC2F}"/>
          </ac:cxnSpMkLst>
        </pc:cxnChg>
      </pc:sldChg>
      <pc:sldChg chg="addSp delSp modSp mod">
        <pc:chgData name="황재웅(JAEWOONG HWANG)[xyxowen1234]/선임/제조DX.자동보정.조립자동보정팀" userId="84481fad-ac5e-4a35-844e-8829e3f0212e" providerId="ADAL" clId="{1857D91E-1C77-4308-AF77-7FD5FD74B2E4}" dt="2026-09-22T08:49:24.267" v="5654" actId="1076"/>
        <pc:sldMkLst>
          <pc:docMk/>
          <pc:sldMk cId="1940150250" sldId="370"/>
        </pc:sldMkLst>
        <pc:spChg chg="mod">
          <ac:chgData name="황재웅(JAEWOONG HWANG)[xyxowen1234]/선임/제조DX.자동보정.조립자동보정팀" userId="84481fad-ac5e-4a35-844e-8829e3f0212e" providerId="ADAL" clId="{1857D91E-1C77-4308-AF77-7FD5FD74B2E4}" dt="2026-09-22T08:47:13.744" v="5523" actId="20577"/>
          <ac:spMkLst>
            <pc:docMk/>
            <pc:sldMk cId="1940150250" sldId="370"/>
            <ac:spMk id="4" creationId="{37A6E77F-6A06-1019-3F85-453B7EA21A3B}"/>
          </ac:spMkLst>
        </pc:spChg>
        <pc:spChg chg="del">
          <ac:chgData name="황재웅(JAEWOONG HWANG)[xyxowen1234]/선임/제조DX.자동보정.조립자동보정팀" userId="84481fad-ac5e-4a35-844e-8829e3f0212e" providerId="ADAL" clId="{1857D91E-1C77-4308-AF77-7FD5FD74B2E4}" dt="2026-09-22T08:25:18.306" v="4389" actId="478"/>
          <ac:spMkLst>
            <pc:docMk/>
            <pc:sldMk cId="1940150250" sldId="370"/>
            <ac:spMk id="14" creationId="{170E4FC1-E91A-4E19-9460-E5139E5564EA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8:29:49.981" v="4974" actId="164"/>
          <ac:spMkLst>
            <pc:docMk/>
            <pc:sldMk cId="1940150250" sldId="370"/>
            <ac:spMk id="29" creationId="{F79B9A81-F97E-360E-39F7-905A005167D4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8:29:49.981" v="4974" actId="164"/>
          <ac:spMkLst>
            <pc:docMk/>
            <pc:sldMk cId="1940150250" sldId="370"/>
            <ac:spMk id="30" creationId="{C7A8BB2C-5E30-E19C-3FFB-B6BDF1214B80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8:29:49.981" v="4974" actId="164"/>
          <ac:spMkLst>
            <pc:docMk/>
            <pc:sldMk cId="1940150250" sldId="370"/>
            <ac:spMk id="31" creationId="{87B6FE72-B955-F173-FF71-332110C7FDBD}"/>
          </ac:spMkLst>
        </pc:spChg>
        <pc:spChg chg="del mod">
          <ac:chgData name="황재웅(JAEWOONG HWANG)[xyxowen1234]/선임/제조DX.자동보정.조립자동보정팀" userId="84481fad-ac5e-4a35-844e-8829e3f0212e" providerId="ADAL" clId="{1857D91E-1C77-4308-AF77-7FD5FD74B2E4}" dt="2026-09-22T08:28:12.816" v="4701" actId="478"/>
          <ac:spMkLst>
            <pc:docMk/>
            <pc:sldMk cId="1940150250" sldId="370"/>
            <ac:spMk id="32" creationId="{6C64B3D0-A34A-5914-79A5-D12B99F629C3}"/>
          </ac:spMkLst>
        </pc:spChg>
        <pc:spChg chg="mod">
          <ac:chgData name="황재웅(JAEWOONG HWANG)[xyxowen1234]/선임/제조DX.자동보정.조립자동보정팀" userId="84481fad-ac5e-4a35-844e-8829e3f0212e" providerId="ADAL" clId="{1857D91E-1C77-4308-AF77-7FD5FD74B2E4}" dt="2026-09-22T08:29:49.981" v="4974" actId="164"/>
          <ac:spMkLst>
            <pc:docMk/>
            <pc:sldMk cId="1940150250" sldId="370"/>
            <ac:spMk id="33" creationId="{D7A93E98-E44B-80A2-B4D6-E8FDE4DBBC8B}"/>
          </ac:spMkLst>
        </pc:spChg>
        <pc:spChg chg="add del mod">
          <ac:chgData name="황재웅(JAEWOONG HWANG)[xyxowen1234]/선임/제조DX.자동보정.조립자동보정팀" userId="84481fad-ac5e-4a35-844e-8829e3f0212e" providerId="ADAL" clId="{1857D91E-1C77-4308-AF77-7FD5FD74B2E4}" dt="2026-09-22T08:23:40.159" v="4177" actId="478"/>
          <ac:spMkLst>
            <pc:docMk/>
            <pc:sldMk cId="1940150250" sldId="370"/>
            <ac:spMk id="34" creationId="{B9182561-4974-0612-9A95-1AC7F9E901D9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35:57.464" v="5520" actId="20577"/>
          <ac:spMkLst>
            <pc:docMk/>
            <pc:sldMk cId="1940150250" sldId="370"/>
            <ac:spMk id="35" creationId="{F69064C5-C923-6C52-0D96-EBFAD9A7893E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29:49.981" v="4974" actId="164"/>
          <ac:spMkLst>
            <pc:docMk/>
            <pc:sldMk cId="1940150250" sldId="370"/>
            <ac:spMk id="36" creationId="{0BAD8003-64EA-D16C-50C2-EB76238E43F3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31:27.401" v="5047" actId="1076"/>
          <ac:spMkLst>
            <pc:docMk/>
            <pc:sldMk cId="1940150250" sldId="370"/>
            <ac:spMk id="38" creationId="{00FE347B-BB3D-8AC3-7691-2B9B724A250E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49:22.736" v="5653" actId="1076"/>
          <ac:spMkLst>
            <pc:docMk/>
            <pc:sldMk cId="1940150250" sldId="370"/>
            <ac:spMk id="41" creationId="{F319DF41-F8C0-C864-3D0B-7010CDC1365C}"/>
          </ac:spMkLst>
        </pc:spChg>
        <pc:spChg chg="add mod">
          <ac:chgData name="황재웅(JAEWOONG HWANG)[xyxowen1234]/선임/제조DX.자동보정.조립자동보정팀" userId="84481fad-ac5e-4a35-844e-8829e3f0212e" providerId="ADAL" clId="{1857D91E-1C77-4308-AF77-7FD5FD74B2E4}" dt="2026-09-22T08:49:24.267" v="5654" actId="1076"/>
          <ac:spMkLst>
            <pc:docMk/>
            <pc:sldMk cId="1940150250" sldId="370"/>
            <ac:spMk id="46" creationId="{21945607-8F1B-4182-206B-2914139CC9D7}"/>
          </ac:spMkLst>
        </pc:spChg>
        <pc:grpChg chg="add mod">
          <ac:chgData name="황재웅(JAEWOONG HWANG)[xyxowen1234]/선임/제조DX.자동보정.조립자동보정팀" userId="84481fad-ac5e-4a35-844e-8829e3f0212e" providerId="ADAL" clId="{1857D91E-1C77-4308-AF77-7FD5FD74B2E4}" dt="2026-09-22T08:30:07.681" v="4982" actId="1076"/>
          <ac:grpSpMkLst>
            <pc:docMk/>
            <pc:sldMk cId="1940150250" sldId="370"/>
            <ac:grpSpMk id="37" creationId="{0F10E6A0-FFFB-E1AA-3C68-5B7FA5245D8A}"/>
          </ac:grpSpMkLst>
        </pc:grpChg>
        <pc:picChg chg="add mod">
          <ac:chgData name="황재웅(JAEWOONG HWANG)[xyxowen1234]/선임/제조DX.자동보정.조립자동보정팀" userId="84481fad-ac5e-4a35-844e-8829e3f0212e" providerId="ADAL" clId="{1857D91E-1C77-4308-AF77-7FD5FD74B2E4}" dt="2026-09-22T08:49:20.941" v="5652" actId="14100"/>
          <ac:picMkLst>
            <pc:docMk/>
            <pc:sldMk cId="1940150250" sldId="370"/>
            <ac:picMk id="40" creationId="{8109D9D7-AE5A-324A-59DE-A9689D99CE78}"/>
          </ac:picMkLst>
        </pc:picChg>
        <pc:picChg chg="add del mod">
          <ac:chgData name="황재웅(JAEWOONG HWANG)[xyxowen1234]/선임/제조DX.자동보정.조립자동보정팀" userId="84481fad-ac5e-4a35-844e-8829e3f0212e" providerId="ADAL" clId="{1857D91E-1C77-4308-AF77-7FD5FD74B2E4}" dt="2026-09-22T08:33:15.784" v="5196" actId="478"/>
          <ac:picMkLst>
            <pc:docMk/>
            <pc:sldMk cId="1940150250" sldId="370"/>
            <ac:picMk id="43" creationId="{0D279721-A195-1C65-76C3-D297F66D7CA5}"/>
          </ac:picMkLst>
        </pc:picChg>
        <pc:picChg chg="add del mod">
          <ac:chgData name="황재웅(JAEWOONG HWANG)[xyxowen1234]/선임/제조DX.자동보정.조립자동보정팀" userId="84481fad-ac5e-4a35-844e-8829e3f0212e" providerId="ADAL" clId="{1857D91E-1C77-4308-AF77-7FD5FD74B2E4}" dt="2026-09-22T08:34:25.767" v="5315" actId="478"/>
          <ac:picMkLst>
            <pc:docMk/>
            <pc:sldMk cId="1940150250" sldId="370"/>
            <ac:picMk id="45" creationId="{D4CA2E68-0739-1B3D-497B-188951F94BC4}"/>
          </ac:picMkLst>
        </pc:picChg>
        <pc:picChg chg="add mod">
          <ac:chgData name="황재웅(JAEWOONG HWANG)[xyxowen1234]/선임/제조DX.자동보정.조립자동보정팀" userId="84481fad-ac5e-4a35-844e-8829e3f0212e" providerId="ADAL" clId="{1857D91E-1C77-4308-AF77-7FD5FD74B2E4}" dt="2026-09-22T08:49:19.135" v="5651" actId="14100"/>
          <ac:picMkLst>
            <pc:docMk/>
            <pc:sldMk cId="1940150250" sldId="370"/>
            <ac:picMk id="48" creationId="{16EBCCE5-6AAF-75BF-AE36-E03D2EF4DBA7}"/>
          </ac:picMkLst>
        </pc:picChg>
        <pc:cxnChg chg="mod">
          <ac:chgData name="황재웅(JAEWOONG HWANG)[xyxowen1234]/선임/제조DX.자동보정.조립자동보정팀" userId="84481fad-ac5e-4a35-844e-8829e3f0212e" providerId="ADAL" clId="{1857D91E-1C77-4308-AF77-7FD5FD74B2E4}" dt="2026-09-22T08:29:49.981" v="4974" actId="164"/>
          <ac:cxnSpMkLst>
            <pc:docMk/>
            <pc:sldMk cId="1940150250" sldId="370"/>
            <ac:cxnSpMk id="28" creationId="{0358D9FC-1695-330C-784E-FE24CC5A7B05}"/>
          </ac:cxnSpMkLst>
        </pc:cxnChg>
      </pc:sldChg>
    </pc:docChg>
  </pc:docChgLst>
  <pc:docChgLst>
    <pc:chgData name="조동현(DONGHYUN CHO)[donghyun.cho]/사원/제조DX.자동보정.자동보정선행개발팀" userId="S::donghyun.cho@lgensol.com::4048f0f4-eb5f-46e7-a9ba-3ca26743ffb3" providerId="AD" clId="Web-{C9F04BA7-6ECF-EBF7-07D8-CAB0F11D541D}"/>
    <pc:docChg chg="modSld">
      <pc:chgData name="조동현(DONGHYUN CHO)[donghyun.cho]/사원/제조DX.자동보정.자동보정선행개발팀" userId="S::donghyun.cho@lgensol.com::4048f0f4-eb5f-46e7-a9ba-3ca26743ffb3" providerId="AD" clId="Web-{C9F04BA7-6ECF-EBF7-07D8-CAB0F11D541D}" dt="2026-08-19T06:06:33.276" v="42" actId="20577"/>
      <pc:docMkLst>
        <pc:docMk/>
      </pc:docMkLst>
      <pc:sldChg chg="addSp delSp modSp">
        <pc:chgData name="조동현(DONGHYUN CHO)[donghyun.cho]/사원/제조DX.자동보정.자동보정선행개발팀" userId="S::donghyun.cho@lgensol.com::4048f0f4-eb5f-46e7-a9ba-3ca26743ffb3" providerId="AD" clId="Web-{C9F04BA7-6ECF-EBF7-07D8-CAB0F11D541D}" dt="2026-08-19T06:06:33.276" v="42" actId="20577"/>
        <pc:sldMkLst>
          <pc:docMk/>
          <pc:sldMk cId="2964207914" sldId="399"/>
        </pc:sldMkLst>
        <pc:spChg chg="mod">
          <ac:chgData name="조동현(DONGHYUN CHO)[donghyun.cho]/사원/제조DX.자동보정.자동보정선행개발팀" userId="S::donghyun.cho@lgensol.com::4048f0f4-eb5f-46e7-a9ba-3ca26743ffb3" providerId="AD" clId="Web-{C9F04BA7-6ECF-EBF7-07D8-CAB0F11D541D}" dt="2026-08-19T06:06:02.024" v="17" actId="20577"/>
          <ac:spMkLst>
            <pc:docMk/>
            <pc:sldMk cId="2964207914" sldId="399"/>
            <ac:spMk id="7" creationId="{AB3C64F9-9A9C-58C3-0E5C-7AA382004820}"/>
          </ac:spMkLst>
        </pc:spChg>
        <pc:spChg chg="mod">
          <ac:chgData name="조동현(DONGHYUN CHO)[donghyun.cho]/사원/제조DX.자동보정.자동보정선행개발팀" userId="S::donghyun.cho@lgensol.com::4048f0f4-eb5f-46e7-a9ba-3ca26743ffb3" providerId="AD" clId="Web-{C9F04BA7-6ECF-EBF7-07D8-CAB0F11D541D}" dt="2026-08-19T06:06:33.276" v="42" actId="20577"/>
          <ac:spMkLst>
            <pc:docMk/>
            <pc:sldMk cId="2964207914" sldId="399"/>
            <ac:spMk id="17" creationId="{2B8DB565-1F9F-0BA9-BC00-00A940B01B0E}"/>
          </ac:spMkLst>
        </pc:spChg>
        <pc:picChg chg="add mod">
          <ac:chgData name="조동현(DONGHYUN CHO)[donghyun.cho]/사원/제조DX.자동보정.자동보정선행개발팀" userId="S::donghyun.cho@lgensol.com::4048f0f4-eb5f-46e7-a9ba-3ca26743ffb3" providerId="AD" clId="Web-{C9F04BA7-6ECF-EBF7-07D8-CAB0F11D541D}" dt="2026-08-19T06:05:16.162" v="6" actId="1076"/>
          <ac:picMkLst>
            <pc:docMk/>
            <pc:sldMk cId="2964207914" sldId="399"/>
            <ac:picMk id="10" creationId="{68B4B3E0-7C1A-E1F8-0077-CCB93FA6F520}"/>
          </ac:picMkLst>
        </pc:picChg>
      </pc:sldChg>
    </pc:docChg>
  </pc:docChgLst>
  <pc:docChgLst>
    <pc:chgData name="정소영(SOYOUNG JEONG)[soy22]/사원/제조DX.자동보정.RSND자동보정팀" userId="e0dfc6da-e3c7-4ad5-9bac-f065fa9fc20e" providerId="ADAL" clId="{01356559-95DB-4729-B279-8B9C7856B06A}"/>
    <pc:docChg chg="modSld">
      <pc:chgData name="정소영(SOYOUNG JEONG)[soy22]/사원/제조DX.자동보정.RSND자동보정팀" userId="e0dfc6da-e3c7-4ad5-9bac-f065fa9fc20e" providerId="ADAL" clId="{01356559-95DB-4729-B279-8B9C7856B06A}" dt="2026-09-23T02:15:21.800" v="377" actId="20577"/>
      <pc:docMkLst>
        <pc:docMk/>
      </pc:docMkLst>
      <pc:sldChg chg="modSp mod">
        <pc:chgData name="정소영(SOYOUNG JEONG)[soy22]/사원/제조DX.자동보정.RSND자동보정팀" userId="e0dfc6da-e3c7-4ad5-9bac-f065fa9fc20e" providerId="ADAL" clId="{01356559-95DB-4729-B279-8B9C7856B06A}" dt="2026-09-23T02:01:22.239" v="51" actId="20577"/>
        <pc:sldMkLst>
          <pc:docMk/>
          <pc:sldMk cId="889009244" sldId="265"/>
        </pc:sldMkLst>
        <pc:spChg chg="mod">
          <ac:chgData name="정소영(SOYOUNG JEONG)[soy22]/사원/제조DX.자동보정.RSND자동보정팀" userId="e0dfc6da-e3c7-4ad5-9bac-f065fa9fc20e" providerId="ADAL" clId="{01356559-95DB-4729-B279-8B9C7856B06A}" dt="2026-09-23T02:01:22.239" v="51" actId="20577"/>
          <ac:spMkLst>
            <pc:docMk/>
            <pc:sldMk cId="889009244" sldId="265"/>
            <ac:spMk id="31" creationId="{F4C37CF5-F215-3C2A-EA7D-4261BCC0EEAD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01356559-95DB-4729-B279-8B9C7856B06A}" dt="2026-09-23T02:01:16.336" v="45" actId="20577"/>
        <pc:sldMkLst>
          <pc:docMk/>
          <pc:sldMk cId="1181057486" sldId="296"/>
        </pc:sldMkLst>
        <pc:spChg chg="mod">
          <ac:chgData name="정소영(SOYOUNG JEONG)[soy22]/사원/제조DX.자동보정.RSND자동보정팀" userId="e0dfc6da-e3c7-4ad5-9bac-f065fa9fc20e" providerId="ADAL" clId="{01356559-95DB-4729-B279-8B9C7856B06A}" dt="2026-09-23T02:01:16.336" v="45" actId="20577"/>
          <ac:spMkLst>
            <pc:docMk/>
            <pc:sldMk cId="1181057486" sldId="296"/>
            <ac:spMk id="4" creationId="{BF0594DE-DEDF-70DE-2EC3-8850181C1DDB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0:20.608" v="17" actId="20577"/>
          <ac:spMkLst>
            <pc:docMk/>
            <pc:sldMk cId="1181057486" sldId="296"/>
            <ac:spMk id="12" creationId="{2A4EFF36-E0B5-36D2-2DB4-A3E0BAA70B20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01356559-95DB-4729-B279-8B9C7856B06A}" dt="2026-09-23T02:11:06.156" v="335" actId="1035"/>
        <pc:sldMkLst>
          <pc:docMk/>
          <pc:sldMk cId="3173926166" sldId="297"/>
        </pc:sldMkLst>
        <pc:spChg chg="mod">
          <ac:chgData name="정소영(SOYOUNG JEONG)[soy22]/사원/제조DX.자동보정.RSND자동보정팀" userId="e0dfc6da-e3c7-4ad5-9bac-f065fa9fc20e" providerId="ADAL" clId="{01356559-95DB-4729-B279-8B9C7856B06A}" dt="2026-09-23T02:01:31.231" v="57" actId="20577"/>
          <ac:spMkLst>
            <pc:docMk/>
            <pc:sldMk cId="3173926166" sldId="297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2:15.958" v="60" actId="20577"/>
          <ac:spMkLst>
            <pc:docMk/>
            <pc:sldMk cId="3173926166" sldId="297"/>
            <ac:spMk id="18" creationId="{842DDCD7-0591-4709-3443-0068E00E827E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11:06.156" v="335" actId="1035"/>
          <ac:spMkLst>
            <pc:docMk/>
            <pc:sldMk cId="3173926166" sldId="297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01356559-95DB-4729-B279-8B9C7856B06A}" dt="2026-09-23T02:15:21.800" v="377" actId="20577"/>
        <pc:sldMkLst>
          <pc:docMk/>
          <pc:sldMk cId="2459543331" sldId="310"/>
        </pc:sldMkLst>
        <pc:spChg chg="mod">
          <ac:chgData name="정소영(SOYOUNG JEONG)[soy22]/사원/제조DX.자동보정.RSND자동보정팀" userId="e0dfc6da-e3c7-4ad5-9bac-f065fa9fc20e" providerId="ADAL" clId="{01356559-95DB-4729-B279-8B9C7856B06A}" dt="2026-09-23T02:14:43.779" v="366" actId="20577"/>
          <ac:spMkLst>
            <pc:docMk/>
            <pc:sldMk cId="2459543331" sldId="310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15:21.800" v="377" actId="20577"/>
          <ac:spMkLst>
            <pc:docMk/>
            <pc:sldMk cId="2459543331" sldId="310"/>
            <ac:spMk id="21" creationId="{DA4F4403-020E-B0F7-038A-FE2D4618C3CA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01356559-95DB-4729-B279-8B9C7856B06A}" dt="2026-09-23T01:59:27.925" v="5" actId="20577"/>
        <pc:sldMkLst>
          <pc:docMk/>
          <pc:sldMk cId="1491083186" sldId="318"/>
        </pc:sldMkLst>
        <pc:spChg chg="mod">
          <ac:chgData name="정소영(SOYOUNG JEONG)[soy22]/사원/제조DX.자동보정.RSND자동보정팀" userId="e0dfc6da-e3c7-4ad5-9bac-f065fa9fc20e" providerId="ADAL" clId="{01356559-95DB-4729-B279-8B9C7856B06A}" dt="2026-09-23T01:59:27.925" v="5" actId="20577"/>
          <ac:spMkLst>
            <pc:docMk/>
            <pc:sldMk cId="1491083186" sldId="318"/>
            <ac:spMk id="7" creationId="{5F6DCF5A-C812-C79A-3E4D-3B5DB39B7269}"/>
          </ac:spMkLst>
        </pc:spChg>
      </pc:sldChg>
      <pc:sldChg chg="modSp mod">
        <pc:chgData name="정소영(SOYOUNG JEONG)[soy22]/사원/제조DX.자동보정.RSND자동보정팀" userId="e0dfc6da-e3c7-4ad5-9bac-f065fa9fc20e" providerId="ADAL" clId="{01356559-95DB-4729-B279-8B9C7856B06A}" dt="2026-09-23T02:06:47.581" v="280" actId="20577"/>
        <pc:sldMkLst>
          <pc:docMk/>
          <pc:sldMk cId="2675601567" sldId="330"/>
        </pc:sldMkLst>
        <pc:spChg chg="mod">
          <ac:chgData name="정소영(SOYOUNG JEONG)[soy22]/사원/제조DX.자동보정.RSND자동보정팀" userId="e0dfc6da-e3c7-4ad5-9bac-f065fa9fc20e" providerId="ADAL" clId="{01356559-95DB-4729-B279-8B9C7856B06A}" dt="2026-09-23T02:05:21.225" v="257" actId="1035"/>
          <ac:spMkLst>
            <pc:docMk/>
            <pc:sldMk cId="2675601567" sldId="330"/>
            <ac:spMk id="6" creationId="{8B36ACB5-F772-4B21-4592-7D06A66794AD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5:21.225" v="257" actId="1035"/>
          <ac:spMkLst>
            <pc:docMk/>
            <pc:sldMk cId="2675601567" sldId="330"/>
            <ac:spMk id="8" creationId="{DFFAB60D-1293-2BCF-9A55-F6206D230033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5:21.225" v="257" actId="1035"/>
          <ac:spMkLst>
            <pc:docMk/>
            <pc:sldMk cId="2675601567" sldId="330"/>
            <ac:spMk id="9" creationId="{0A92C78D-9FD8-233D-C7C5-9C66D94ED1F3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5:21.225" v="257" actId="1035"/>
          <ac:spMkLst>
            <pc:docMk/>
            <pc:sldMk cId="2675601567" sldId="330"/>
            <ac:spMk id="10" creationId="{3D6262B2-FA1C-9878-C143-0A6D2223DCFB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6:47.581" v="280" actId="20577"/>
          <ac:spMkLst>
            <pc:docMk/>
            <pc:sldMk cId="2675601567" sldId="330"/>
            <ac:spMk id="17" creationId="{DFF829FD-B8D1-4074-06A7-36016FC9492B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6:01.230" v="274" actId="20577"/>
          <ac:spMkLst>
            <pc:docMk/>
            <pc:sldMk cId="2675601567" sldId="330"/>
            <ac:spMk id="18" creationId="{842DDCD7-0591-4709-3443-0068E00E827E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2:52.756" v="86" actId="1035"/>
          <ac:spMkLst>
            <pc:docMk/>
            <pc:sldMk cId="2675601567" sldId="330"/>
            <ac:spMk id="28" creationId="{54FC13A3-ACC4-0460-0A77-70E50826FAD3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3:46.203" v="140" actId="1076"/>
          <ac:spMkLst>
            <pc:docMk/>
            <pc:sldMk cId="2675601567" sldId="330"/>
            <ac:spMk id="32" creationId="{D206D504-6A00-D628-20C1-6E71B560FABA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4:15.650" v="218" actId="1037"/>
          <ac:spMkLst>
            <pc:docMk/>
            <pc:sldMk cId="2675601567" sldId="330"/>
            <ac:spMk id="35" creationId="{9B05592B-2309-D3F5-4ED3-56EA47C56744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5:14.126" v="246" actId="1076"/>
          <ac:spMkLst>
            <pc:docMk/>
            <pc:sldMk cId="2675601567" sldId="330"/>
            <ac:spMk id="36" creationId="{66521147-F75C-5300-5DDC-A40F48C030BF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3:57.853" v="142" actId="122"/>
          <ac:spMkLst>
            <pc:docMk/>
            <pc:sldMk cId="2675601567" sldId="330"/>
            <ac:spMk id="37" creationId="{84F24556-3D6D-894D-43BA-2DB248498B2A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2:52.756" v="86" actId="1035"/>
          <ac:spMkLst>
            <pc:docMk/>
            <pc:sldMk cId="2675601567" sldId="330"/>
            <ac:spMk id="39" creationId="{E3614C14-F1F5-267F-76AF-52B63B166D99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2:52.756" v="86" actId="1035"/>
          <ac:spMkLst>
            <pc:docMk/>
            <pc:sldMk cId="2675601567" sldId="330"/>
            <ac:spMk id="40" creationId="{EA69E9A6-AEED-7A7F-68DA-4A5785B55EB2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4:44.613" v="225" actId="14100"/>
          <ac:spMkLst>
            <pc:docMk/>
            <pc:sldMk cId="2675601567" sldId="330"/>
            <ac:spMk id="41" creationId="{0D988D70-8B49-C535-8DC2-0F7B8C01870B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4:33.196" v="222" actId="1076"/>
          <ac:spMkLst>
            <pc:docMk/>
            <pc:sldMk cId="2675601567" sldId="330"/>
            <ac:spMk id="42" creationId="{97422755-B3B6-8A54-B151-F42780C2BC75}"/>
          </ac:spMkLst>
        </pc:spChg>
        <pc:spChg chg="mod">
          <ac:chgData name="정소영(SOYOUNG JEONG)[soy22]/사원/제조DX.자동보정.RSND자동보정팀" userId="e0dfc6da-e3c7-4ad5-9bac-f065fa9fc20e" providerId="ADAL" clId="{01356559-95DB-4729-B279-8B9C7856B06A}" dt="2026-09-23T02:03:36.225" v="124" actId="1036"/>
          <ac:spMkLst>
            <pc:docMk/>
            <pc:sldMk cId="2675601567" sldId="330"/>
            <ac:spMk id="43" creationId="{4FE2F072-9509-F4E1-2E55-A0797A342BFA}"/>
          </ac:spMkLst>
        </pc:spChg>
        <pc:picChg chg="mod">
          <ac:chgData name="정소영(SOYOUNG JEONG)[soy22]/사원/제조DX.자동보정.RSND자동보정팀" userId="e0dfc6da-e3c7-4ad5-9bac-f065fa9fc20e" providerId="ADAL" clId="{01356559-95DB-4729-B279-8B9C7856B06A}" dt="2026-09-23T02:03:25.097" v="110" actId="1038"/>
          <ac:picMkLst>
            <pc:docMk/>
            <pc:sldMk cId="2675601567" sldId="330"/>
            <ac:picMk id="3" creationId="{676128BC-711D-9E69-ECFC-B339DABB1D27}"/>
          </ac:picMkLst>
        </pc:picChg>
        <pc:picChg chg="mod">
          <ac:chgData name="정소영(SOYOUNG JEONG)[soy22]/사원/제조DX.자동보정.RSND자동보정팀" userId="e0dfc6da-e3c7-4ad5-9bac-f065fa9fc20e" providerId="ADAL" clId="{01356559-95DB-4729-B279-8B9C7856B06A}" dt="2026-09-23T02:05:21.225" v="257" actId="1035"/>
          <ac:picMkLst>
            <pc:docMk/>
            <pc:sldMk cId="2675601567" sldId="330"/>
            <ac:picMk id="4" creationId="{7D713F7D-EC2E-D6E9-33B2-FB33ED156EDD}"/>
          </ac:picMkLst>
        </pc:picChg>
        <pc:cxnChg chg="mod">
          <ac:chgData name="정소영(SOYOUNG JEONG)[soy22]/사원/제조DX.자동보정.RSND자동보정팀" userId="e0dfc6da-e3c7-4ad5-9bac-f065fa9fc20e" providerId="ADAL" clId="{01356559-95DB-4729-B279-8B9C7856B06A}" dt="2026-09-23T02:02:52.756" v="86" actId="1035"/>
          <ac:cxnSpMkLst>
            <pc:docMk/>
            <pc:sldMk cId="2675601567" sldId="330"/>
            <ac:cxnSpMk id="34" creationId="{9EAC0B7A-E077-2BDF-5291-4B0E6EF478DC}"/>
          </ac:cxnSpMkLst>
        </pc:cxnChg>
      </pc:sldChg>
      <pc:sldChg chg="modSp mod">
        <pc:chgData name="정소영(SOYOUNG JEONG)[soy22]/사원/제조DX.자동보정.RSND자동보정팀" userId="e0dfc6da-e3c7-4ad5-9bac-f065fa9fc20e" providerId="ADAL" clId="{01356559-95DB-4729-B279-8B9C7856B06A}" dt="2026-09-23T01:59:32.699" v="11" actId="20577"/>
        <pc:sldMkLst>
          <pc:docMk/>
          <pc:sldMk cId="2369456689" sldId="335"/>
        </pc:sldMkLst>
        <pc:spChg chg="mod">
          <ac:chgData name="정소영(SOYOUNG JEONG)[soy22]/사원/제조DX.자동보정.RSND자동보정팀" userId="e0dfc6da-e3c7-4ad5-9bac-f065fa9fc20e" providerId="ADAL" clId="{01356559-95DB-4729-B279-8B9C7856B06A}" dt="2026-09-23T01:59:32.699" v="11" actId="20577"/>
          <ac:spMkLst>
            <pc:docMk/>
            <pc:sldMk cId="2369456689" sldId="335"/>
            <ac:spMk id="7" creationId="{5F6DCF5A-C812-C79A-3E4D-3B5DB39B726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395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353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954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771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832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457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550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677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127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866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1)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대응 보정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</a:t>
            </a:r>
            <a:br>
              <a:rPr lang="ko-KR" altLang="en-US" sz="14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 ①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인터믹싱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불량 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믹싱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대응 보정 컨셉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코팅압을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낮추어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믹싱을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없앰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 방식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믹싱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발생 시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L/R Gap +2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(▲)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 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사이드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이팩트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방지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 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 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인터믹싱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과검에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의한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오보정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방지를 위해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회 제어 후 알람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 RPM/Gap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off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 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작업자 이상 여부 확인 후 정상 일 시 자동보정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on (Auto on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기능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 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신규 비전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검출로직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인터믹싱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검출 정확성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  99.95% 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 ②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보정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 보정 컨셉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전극과 절연 폭을 동시에 증가시켜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없앰 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 방식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 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 시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L/R Gap -2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(▼)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 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사이드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이팩트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방지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과검에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의한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오보정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방지를 위해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회 제어 후 알람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 ③ 절연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핀홀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불량 보정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핀홀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보정 컨셉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의 사전 현상으로 보정 방향은 절연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과 동일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 방식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 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   (1) 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 레인의 절연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RPM +1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증가   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      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 원인과 보정 방향은 동일하나 </a:t>
            </a:r>
            <a:endParaRPr lang="en-US" altLang="ko-KR" sz="12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     전극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-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절연 경계가 벌어진 것이 아니기 때문에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           코팅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 시 과보정으로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인터믹싱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발생 할 수 있어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RPM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보정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 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(2)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요건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필요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       2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개 이상 다 레인에서 발생 시 신속한 보정을 위해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L/R Gap -2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(▼)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           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현장에서 사용하고 있는 방식으로 효과와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사이드이팩트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데이터 분석 후 개발 필요</a:t>
            </a:r>
            <a:endParaRPr lang="en-US" altLang="ko-KR" sz="12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ko-KR" altLang="en-US" sz="12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2) RPM/Gap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 요건 변경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예정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코팅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공차 축소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±10 →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신규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±3 )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 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배경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증속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(60 → 75)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 인한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L/R Gap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안전 마진 부족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제어 공차로 운영 시 불량 발생</a:t>
            </a:r>
            <a:b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     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사항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시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L/R Bend Gap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범위를 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±1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로 제한 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lang="en-US" altLang="ko-KR" sz="1200">
              <a:latin typeface="Arial Narrow" panose="020B0606020202030204" pitchFamily="34" charset="0"/>
            </a:endParaRP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7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755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629C4-AD25-22AE-BA40-7A204721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D56BE1-14D0-BFA4-9879-EB1678390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750821-1732-4DAA-C660-0AB184A2C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E9C934-2B0D-B4C1-B098-6A67AB23B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904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593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96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147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45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70564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메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0">
            <a:extLst>
              <a:ext uri="{FF2B5EF4-FFF2-40B4-BE49-F238E27FC236}">
                <a16:creationId xmlns:a16="http://schemas.microsoft.com/office/drawing/2014/main" id="{08E241A2-2D3A-EBE6-1A5C-85708C71626E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32" name="표 1">
            <a:extLst>
              <a:ext uri="{FF2B5EF4-FFF2-40B4-BE49-F238E27FC236}">
                <a16:creationId xmlns:a16="http://schemas.microsoft.com/office/drawing/2014/main" id="{718E4975-0506-DA2A-1FA6-4EAF4C6EE5B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91992770"/>
              </p:ext>
            </p:extLst>
          </p:nvPr>
        </p:nvGraphicFramePr>
        <p:xfrm>
          <a:off x="114887" y="907749"/>
          <a:ext cx="9644176" cy="5595102"/>
        </p:xfrm>
        <a:graphic>
          <a:graphicData uri="http://schemas.openxmlformats.org/drawingml/2006/table">
            <a:tbl>
              <a:tblPr/>
              <a:tblGrid>
                <a:gridCol w="93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3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(W39)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7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aseline="0">
                        <a:latin typeface="+mn-ea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3833E550-6C35-B912-9D04-3025DA16CA8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63100286"/>
              </p:ext>
            </p:extLst>
          </p:nvPr>
        </p:nvGraphicFramePr>
        <p:xfrm>
          <a:off x="1658655" y="1172698"/>
          <a:ext cx="6996131" cy="5323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440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52691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439779">
                <a:tc gridSpan="2">
                  <a:txBody>
                    <a:bodyPr/>
                    <a:lstStyle/>
                    <a:p>
                      <a:pPr algn="l"/>
                      <a:r>
                        <a:rPr lang="ko-KR" altLang="en-US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(W39) </a:t>
                      </a:r>
                    </a:p>
                    <a:p>
                      <a:pPr algn="l"/>
                      <a:endParaRPr lang="en-US" altLang="ko-KR" sz="900" b="0" baseline="0">
                        <a:solidFill>
                          <a:srgbClr val="1414FE"/>
                        </a:solidFill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86510"/>
                  </a:ext>
                </a:extLst>
              </a:tr>
              <a:tr h="208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구분</a:t>
                      </a: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내용</a:t>
                      </a:r>
                      <a:endParaRPr lang="en-US" altLang="ko-KR" sz="900" b="1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05053"/>
                  </a:ext>
                </a:extLst>
              </a:tr>
              <a:tr h="467445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A2946D4E-BBC4-726A-5095-CE1D34E083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270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2E83B665-1031-4D74-E928-4F97DA4530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18303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‘26.01</a:t>
            </a:r>
            <a:endParaRPr lang="ko-KR" altLang="en-US"/>
          </a:p>
        </p:txBody>
      </p:sp>
      <p:sp>
        <p:nvSpPr>
          <p:cNvPr id="43" name="텍스트 개체 틀 40">
            <a:extLst>
              <a:ext uri="{FF2B5EF4-FFF2-40B4-BE49-F238E27FC236}">
                <a16:creationId xmlns:a16="http://schemas.microsoft.com/office/drawing/2014/main" id="{C5B514E9-0FFA-75B8-B833-22990642B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027" y="3282350"/>
            <a:ext cx="842682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44" name="텍스트 개체 틀 40">
            <a:extLst>
              <a:ext uri="{FF2B5EF4-FFF2-40B4-BE49-F238E27FC236}">
                <a16:creationId xmlns:a16="http://schemas.microsoft.com/office/drawing/2014/main" id="{02023456-9227-FEDB-5E76-52CB15E70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7869" y="3282350"/>
            <a:ext cx="486127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대상라인</a:t>
            </a:r>
          </a:p>
        </p:txBody>
      </p:sp>
      <p:sp>
        <p:nvSpPr>
          <p:cNvPr id="48" name="텍스트 개체 틀 40">
            <a:extLst>
              <a:ext uri="{FF2B5EF4-FFF2-40B4-BE49-F238E27FC236}">
                <a16:creationId xmlns:a16="http://schemas.microsoft.com/office/drawing/2014/main" id="{2953F6E8-555E-516F-B893-76F047CAF5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9" name="텍스트 개체 틀 40">
            <a:extLst>
              <a:ext uri="{FF2B5EF4-FFF2-40B4-BE49-F238E27FC236}">
                <a16:creationId xmlns:a16="http://schemas.microsoft.com/office/drawing/2014/main" id="{BBF64B4E-6359-2329-7049-7A792C5046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8D9F346F-ACBE-0EF0-67C8-64141A2E84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60650" y="1846263"/>
            <a:ext cx="6066790" cy="4511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내용 입력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15D248-FD7C-CD03-DB87-BE30D482EEC7}"/>
              </a:ext>
            </a:extLst>
          </p:cNvPr>
          <p:cNvSpPr txBox="1"/>
          <p:nvPr userDrawn="1"/>
        </p:nvSpPr>
        <p:spPr>
          <a:xfrm>
            <a:off x="120219" y="224437"/>
            <a:ext cx="1807734" cy="2492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_</a:t>
            </a:r>
            <a:endParaRPr lang="ko-KR" altLang="en-US" sz="800" b="1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EEDAE0-2A1B-19C6-86FD-010928740A2D}"/>
              </a:ext>
            </a:extLst>
          </p:cNvPr>
          <p:cNvSpPr txBox="1"/>
          <p:nvPr userDrawn="1"/>
        </p:nvSpPr>
        <p:spPr>
          <a:xfrm>
            <a:off x="120217" y="653494"/>
            <a:ext cx="1854679" cy="1938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/>
              </a:rPr>
              <a:t>■</a:t>
            </a:r>
            <a:endParaRPr lang="ko-KR" altLang="en-US" sz="800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6" name="텍스트 개체 틀 65">
            <a:extLst>
              <a:ext uri="{FF2B5EF4-FFF2-40B4-BE49-F238E27FC236}">
                <a16:creationId xmlns:a16="http://schemas.microsoft.com/office/drawing/2014/main" id="{D809D1F9-B179-6DF8-979B-8D3F7B33575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76767" y="158676"/>
            <a:ext cx="309721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 err="1"/>
              <a:t>팀이름</a:t>
            </a:r>
            <a:endParaRPr lang="ko-KR" altLang="en-US"/>
          </a:p>
        </p:txBody>
      </p:sp>
      <p:sp>
        <p:nvSpPr>
          <p:cNvPr id="68" name="텍스트 개체 틀 67">
            <a:extLst>
              <a:ext uri="{FF2B5EF4-FFF2-40B4-BE49-F238E27FC236}">
                <a16:creationId xmlns:a16="http://schemas.microsoft.com/office/drawing/2014/main" id="{BB2B25EF-BB10-29B6-8246-710927BCD5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7737" y="588519"/>
            <a:ext cx="7554663" cy="220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B62B43-2AFE-3CC7-7EBD-B8D3C4BC932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22788" y="1201138"/>
            <a:ext cx="6242050" cy="352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요약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54D41A-9365-5E4C-A1E1-95F9A4D16605}"/>
              </a:ext>
            </a:extLst>
          </p:cNvPr>
          <p:cNvCxnSpPr>
            <a:cxnSpLocks/>
          </p:cNvCxnSpPr>
          <p:nvPr userDrawn="1"/>
        </p:nvCxnSpPr>
        <p:spPr>
          <a:xfrm>
            <a:off x="179237" y="492986"/>
            <a:ext cx="4421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069E48-3BB9-CB50-687B-636ABD3C1B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97625" y="1978221"/>
            <a:ext cx="840987" cy="2651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[</a:t>
            </a:r>
            <a:r>
              <a:rPr lang="ko-KR" altLang="en-US"/>
              <a:t>목차 작성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9422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29">
          <p15:clr>
            <a:srgbClr val="FBAE40"/>
          </p15:clr>
        </p15:guide>
        <p15:guide id="2" pos="8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메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0">
            <a:extLst>
              <a:ext uri="{FF2B5EF4-FFF2-40B4-BE49-F238E27FC236}">
                <a16:creationId xmlns:a16="http://schemas.microsoft.com/office/drawing/2014/main" id="{08E241A2-2D3A-EBE6-1A5C-85708C71626E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32" name="표 1">
            <a:extLst>
              <a:ext uri="{FF2B5EF4-FFF2-40B4-BE49-F238E27FC236}">
                <a16:creationId xmlns:a16="http://schemas.microsoft.com/office/drawing/2014/main" id="{718E4975-0506-DA2A-1FA6-4EAF4C6EE5B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96966836"/>
              </p:ext>
            </p:extLst>
          </p:nvPr>
        </p:nvGraphicFramePr>
        <p:xfrm>
          <a:off x="114887" y="907749"/>
          <a:ext cx="9644176" cy="5595102"/>
        </p:xfrm>
        <a:graphic>
          <a:graphicData uri="http://schemas.openxmlformats.org/drawingml/2006/table">
            <a:tbl>
              <a:tblPr/>
              <a:tblGrid>
                <a:gridCol w="93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3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(W39)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7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aseline="0">
                        <a:latin typeface="+mn-ea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3833E550-6C35-B912-9D04-3025DA16CA8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88114953"/>
              </p:ext>
            </p:extLst>
          </p:nvPr>
        </p:nvGraphicFramePr>
        <p:xfrm>
          <a:off x="1650029" y="1172698"/>
          <a:ext cx="6996131" cy="5323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440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52691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439779">
                <a:tc gridSpan="2">
                  <a:txBody>
                    <a:bodyPr/>
                    <a:lstStyle/>
                    <a:p>
                      <a:pPr algn="l"/>
                      <a:r>
                        <a:rPr lang="ko-KR" altLang="en-US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(W39) </a:t>
                      </a:r>
                    </a:p>
                    <a:p>
                      <a:pPr algn="l"/>
                      <a:endParaRPr lang="en-US" altLang="ko-KR" sz="900" b="0" baseline="0">
                        <a:solidFill>
                          <a:srgbClr val="1414FE"/>
                        </a:solidFill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86510"/>
                  </a:ext>
                </a:extLst>
              </a:tr>
              <a:tr h="208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구분</a:t>
                      </a: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내용</a:t>
                      </a:r>
                      <a:endParaRPr lang="en-US" altLang="ko-KR" sz="900" b="1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05053"/>
                  </a:ext>
                </a:extLst>
              </a:tr>
              <a:tr h="467445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A2946D4E-BBC4-726A-5095-CE1D34E083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270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2E83B665-1031-4D74-E928-4F97DA4530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18303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‘26.01</a:t>
            </a:r>
            <a:endParaRPr lang="ko-KR" altLang="en-US"/>
          </a:p>
        </p:txBody>
      </p:sp>
      <p:sp>
        <p:nvSpPr>
          <p:cNvPr id="43" name="텍스트 개체 틀 40">
            <a:extLst>
              <a:ext uri="{FF2B5EF4-FFF2-40B4-BE49-F238E27FC236}">
                <a16:creationId xmlns:a16="http://schemas.microsoft.com/office/drawing/2014/main" id="{C5B514E9-0FFA-75B8-B833-22990642B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027" y="3282350"/>
            <a:ext cx="842682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44" name="텍스트 개체 틀 40">
            <a:extLst>
              <a:ext uri="{FF2B5EF4-FFF2-40B4-BE49-F238E27FC236}">
                <a16:creationId xmlns:a16="http://schemas.microsoft.com/office/drawing/2014/main" id="{02023456-9227-FEDB-5E76-52CB15E70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7869" y="3282350"/>
            <a:ext cx="486127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대상라인</a:t>
            </a:r>
          </a:p>
        </p:txBody>
      </p:sp>
      <p:sp>
        <p:nvSpPr>
          <p:cNvPr id="48" name="텍스트 개체 틀 40">
            <a:extLst>
              <a:ext uri="{FF2B5EF4-FFF2-40B4-BE49-F238E27FC236}">
                <a16:creationId xmlns:a16="http://schemas.microsoft.com/office/drawing/2014/main" id="{2953F6E8-555E-516F-B893-76F047CAF5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9" name="텍스트 개체 틀 40">
            <a:extLst>
              <a:ext uri="{FF2B5EF4-FFF2-40B4-BE49-F238E27FC236}">
                <a16:creationId xmlns:a16="http://schemas.microsoft.com/office/drawing/2014/main" id="{BBF64B4E-6359-2329-7049-7A792C5046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8D9F346F-ACBE-0EF0-67C8-64141A2E84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60650" y="1846263"/>
            <a:ext cx="6066790" cy="4511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내용 입력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15D248-FD7C-CD03-DB87-BE30D482EEC7}"/>
              </a:ext>
            </a:extLst>
          </p:cNvPr>
          <p:cNvSpPr txBox="1"/>
          <p:nvPr userDrawn="1"/>
        </p:nvSpPr>
        <p:spPr>
          <a:xfrm>
            <a:off x="120219" y="224437"/>
            <a:ext cx="1807734" cy="2492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_</a:t>
            </a:r>
            <a:endParaRPr lang="ko-KR" altLang="en-US" sz="800" b="1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EEDAE0-2A1B-19C6-86FD-010928740A2D}"/>
              </a:ext>
            </a:extLst>
          </p:cNvPr>
          <p:cNvSpPr txBox="1"/>
          <p:nvPr userDrawn="1"/>
        </p:nvSpPr>
        <p:spPr>
          <a:xfrm>
            <a:off x="120217" y="653494"/>
            <a:ext cx="1854679" cy="1938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/>
              </a:rPr>
              <a:t>■</a:t>
            </a:r>
            <a:endParaRPr lang="ko-KR" altLang="en-US" sz="800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6" name="텍스트 개체 틀 65">
            <a:extLst>
              <a:ext uri="{FF2B5EF4-FFF2-40B4-BE49-F238E27FC236}">
                <a16:creationId xmlns:a16="http://schemas.microsoft.com/office/drawing/2014/main" id="{D809D1F9-B179-6DF8-979B-8D3F7B33575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76767" y="158676"/>
            <a:ext cx="309721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 err="1"/>
              <a:t>팀이름</a:t>
            </a:r>
            <a:endParaRPr lang="ko-KR" altLang="en-US"/>
          </a:p>
        </p:txBody>
      </p:sp>
      <p:sp>
        <p:nvSpPr>
          <p:cNvPr id="68" name="텍스트 개체 틀 67">
            <a:extLst>
              <a:ext uri="{FF2B5EF4-FFF2-40B4-BE49-F238E27FC236}">
                <a16:creationId xmlns:a16="http://schemas.microsoft.com/office/drawing/2014/main" id="{BB2B25EF-BB10-29B6-8246-710927BCD5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7737" y="588519"/>
            <a:ext cx="7554663" cy="220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B62B43-2AFE-3CC7-7EBD-B8D3C4BC932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22788" y="1201138"/>
            <a:ext cx="6242050" cy="352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요약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54D41A-9365-5E4C-A1E1-95F9A4D16605}"/>
              </a:ext>
            </a:extLst>
          </p:cNvPr>
          <p:cNvCxnSpPr>
            <a:cxnSpLocks/>
          </p:cNvCxnSpPr>
          <p:nvPr userDrawn="1"/>
        </p:nvCxnSpPr>
        <p:spPr>
          <a:xfrm>
            <a:off x="179237" y="492986"/>
            <a:ext cx="4421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069E48-3BB9-CB50-687B-636ABD3C1B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97625" y="1978221"/>
            <a:ext cx="840987" cy="2651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[</a:t>
            </a:r>
            <a:r>
              <a:rPr lang="ko-KR" altLang="en-US"/>
              <a:t>목차 작성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9422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29">
          <p15:clr>
            <a:srgbClr val="FBAE40"/>
          </p15:clr>
        </p15:guide>
        <p15:guide id="2" pos="8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메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0">
            <a:extLst>
              <a:ext uri="{FF2B5EF4-FFF2-40B4-BE49-F238E27FC236}">
                <a16:creationId xmlns:a16="http://schemas.microsoft.com/office/drawing/2014/main" id="{08E241A2-2D3A-EBE6-1A5C-85708C71626E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32" name="표 1">
            <a:extLst>
              <a:ext uri="{FF2B5EF4-FFF2-40B4-BE49-F238E27FC236}">
                <a16:creationId xmlns:a16="http://schemas.microsoft.com/office/drawing/2014/main" id="{718E4975-0506-DA2A-1FA6-4EAF4C6EE5B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77797084"/>
              </p:ext>
            </p:extLst>
          </p:nvPr>
        </p:nvGraphicFramePr>
        <p:xfrm>
          <a:off x="114887" y="907749"/>
          <a:ext cx="9644176" cy="5595102"/>
        </p:xfrm>
        <a:graphic>
          <a:graphicData uri="http://schemas.openxmlformats.org/drawingml/2006/table">
            <a:tbl>
              <a:tblPr/>
              <a:tblGrid>
                <a:gridCol w="93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3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(W39)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7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aseline="0">
                        <a:latin typeface="+mn-ea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3833E550-6C35-B912-9D04-3025DA16CA8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38994104"/>
              </p:ext>
            </p:extLst>
          </p:nvPr>
        </p:nvGraphicFramePr>
        <p:xfrm>
          <a:off x="1650029" y="1172698"/>
          <a:ext cx="6996131" cy="5323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440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52691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439779">
                <a:tc gridSpan="2">
                  <a:txBody>
                    <a:bodyPr/>
                    <a:lstStyle/>
                    <a:p>
                      <a:pPr algn="l"/>
                      <a:r>
                        <a:rPr lang="ko-KR" altLang="en-US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900" b="0" baseline="0">
                          <a:solidFill>
                            <a:srgbClr val="1414FE"/>
                          </a:solidFill>
                          <a:latin typeface="+mn-ea"/>
                          <a:ea typeface="+mn-ea"/>
                          <a:cs typeface="Malgun Gothic Semilight"/>
                        </a:rPr>
                        <a:t>(W39) </a:t>
                      </a:r>
                    </a:p>
                    <a:p>
                      <a:pPr algn="l"/>
                      <a:endParaRPr lang="en-US" altLang="ko-KR" sz="900" b="0" baseline="0">
                        <a:solidFill>
                          <a:srgbClr val="1414FE"/>
                        </a:solidFill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86510"/>
                  </a:ext>
                </a:extLst>
              </a:tr>
              <a:tr h="208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구분</a:t>
                      </a: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내용</a:t>
                      </a:r>
                      <a:endParaRPr lang="en-US" altLang="ko-KR" sz="900" b="1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05053"/>
                  </a:ext>
                </a:extLst>
              </a:tr>
              <a:tr h="4674451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A2946D4E-BBC4-726A-5095-CE1D34E083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270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2E83B665-1031-4D74-E928-4F97DA4530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18303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‘26.01</a:t>
            </a:r>
            <a:endParaRPr lang="ko-KR" altLang="en-US"/>
          </a:p>
        </p:txBody>
      </p:sp>
      <p:sp>
        <p:nvSpPr>
          <p:cNvPr id="43" name="텍스트 개체 틀 40">
            <a:extLst>
              <a:ext uri="{FF2B5EF4-FFF2-40B4-BE49-F238E27FC236}">
                <a16:creationId xmlns:a16="http://schemas.microsoft.com/office/drawing/2014/main" id="{C5B514E9-0FFA-75B8-B833-22990642B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027" y="3282350"/>
            <a:ext cx="842682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44" name="텍스트 개체 틀 40">
            <a:extLst>
              <a:ext uri="{FF2B5EF4-FFF2-40B4-BE49-F238E27FC236}">
                <a16:creationId xmlns:a16="http://schemas.microsoft.com/office/drawing/2014/main" id="{02023456-9227-FEDB-5E76-52CB15E70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7869" y="3282350"/>
            <a:ext cx="486127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대상라인</a:t>
            </a:r>
          </a:p>
        </p:txBody>
      </p:sp>
      <p:sp>
        <p:nvSpPr>
          <p:cNvPr id="48" name="텍스트 개체 틀 40">
            <a:extLst>
              <a:ext uri="{FF2B5EF4-FFF2-40B4-BE49-F238E27FC236}">
                <a16:creationId xmlns:a16="http://schemas.microsoft.com/office/drawing/2014/main" id="{2953F6E8-555E-516F-B893-76F047CAF5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9" name="텍스트 개체 틀 40">
            <a:extLst>
              <a:ext uri="{FF2B5EF4-FFF2-40B4-BE49-F238E27FC236}">
                <a16:creationId xmlns:a16="http://schemas.microsoft.com/office/drawing/2014/main" id="{BBF64B4E-6359-2329-7049-7A792C5046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8D9F346F-ACBE-0EF0-67C8-64141A2E84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60650" y="1846263"/>
            <a:ext cx="6066790" cy="4511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내용 입력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15D248-FD7C-CD03-DB87-BE30D482EEC7}"/>
              </a:ext>
            </a:extLst>
          </p:cNvPr>
          <p:cNvSpPr txBox="1"/>
          <p:nvPr userDrawn="1"/>
        </p:nvSpPr>
        <p:spPr>
          <a:xfrm>
            <a:off x="120219" y="224437"/>
            <a:ext cx="1807734" cy="2492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_</a:t>
            </a:r>
            <a:endParaRPr lang="ko-KR" altLang="en-US" sz="800" b="1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EEDAE0-2A1B-19C6-86FD-010928740A2D}"/>
              </a:ext>
            </a:extLst>
          </p:cNvPr>
          <p:cNvSpPr txBox="1"/>
          <p:nvPr userDrawn="1"/>
        </p:nvSpPr>
        <p:spPr>
          <a:xfrm>
            <a:off x="120217" y="653494"/>
            <a:ext cx="1854679" cy="1938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/>
              </a:rPr>
              <a:t>■</a:t>
            </a:r>
            <a:endParaRPr lang="ko-KR" altLang="en-US" sz="800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6" name="텍스트 개체 틀 65">
            <a:extLst>
              <a:ext uri="{FF2B5EF4-FFF2-40B4-BE49-F238E27FC236}">
                <a16:creationId xmlns:a16="http://schemas.microsoft.com/office/drawing/2014/main" id="{D809D1F9-B179-6DF8-979B-8D3F7B33575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76767" y="158676"/>
            <a:ext cx="309721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 err="1"/>
              <a:t>팀이름</a:t>
            </a:r>
            <a:endParaRPr lang="ko-KR" altLang="en-US"/>
          </a:p>
        </p:txBody>
      </p:sp>
      <p:sp>
        <p:nvSpPr>
          <p:cNvPr id="68" name="텍스트 개체 틀 67">
            <a:extLst>
              <a:ext uri="{FF2B5EF4-FFF2-40B4-BE49-F238E27FC236}">
                <a16:creationId xmlns:a16="http://schemas.microsoft.com/office/drawing/2014/main" id="{BB2B25EF-BB10-29B6-8246-710927BCD5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7737" y="588519"/>
            <a:ext cx="7554663" cy="220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B62B43-2AFE-3CC7-7EBD-B8D3C4BC932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22788" y="1201138"/>
            <a:ext cx="6242050" cy="352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요약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54D41A-9365-5E4C-A1E1-95F9A4D16605}"/>
              </a:ext>
            </a:extLst>
          </p:cNvPr>
          <p:cNvCxnSpPr>
            <a:cxnSpLocks/>
          </p:cNvCxnSpPr>
          <p:nvPr userDrawn="1"/>
        </p:nvCxnSpPr>
        <p:spPr>
          <a:xfrm>
            <a:off x="179237" y="492986"/>
            <a:ext cx="4421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069E48-3BB9-CB50-687B-636ABD3C1B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97625" y="1978221"/>
            <a:ext cx="840987" cy="2651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[</a:t>
            </a:r>
            <a:r>
              <a:rPr lang="ko-KR" altLang="en-US"/>
              <a:t>목차 작성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28087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29" userDrawn="1">
          <p15:clr>
            <a:srgbClr val="FBAE40"/>
          </p15:clr>
        </p15:guide>
        <p15:guide id="2" pos="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서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8100811F-687F-3281-8CE1-309FC13722E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37872099"/>
              </p:ext>
            </p:extLst>
          </p:nvPr>
        </p:nvGraphicFramePr>
        <p:xfrm>
          <a:off x="114887" y="907749"/>
          <a:ext cx="9644176" cy="5595102"/>
        </p:xfrm>
        <a:graphic>
          <a:graphicData uri="http://schemas.openxmlformats.org/drawingml/2006/table">
            <a:tbl>
              <a:tblPr/>
              <a:tblGrid>
                <a:gridCol w="93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36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(W39)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7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aseline="0">
                        <a:latin typeface="+mn-ea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텍스트 개체 틀 40">
            <a:extLst>
              <a:ext uri="{FF2B5EF4-FFF2-40B4-BE49-F238E27FC236}">
                <a16:creationId xmlns:a16="http://schemas.microsoft.com/office/drawing/2014/main" id="{4105DAF9-4AC1-CFEC-2098-4D8013EA9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270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6" name="텍스트 개체 틀 40">
            <a:extLst>
              <a:ext uri="{FF2B5EF4-FFF2-40B4-BE49-F238E27FC236}">
                <a16:creationId xmlns:a16="http://schemas.microsoft.com/office/drawing/2014/main" id="{490DBB52-15C3-1F1D-008A-6EE3694B6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18303" y="1259307"/>
            <a:ext cx="482523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‘26.01</a:t>
            </a:r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856680-FC4B-7686-939F-F74B1768BFB3}"/>
              </a:ext>
            </a:extLst>
          </p:cNvPr>
          <p:cNvSpPr txBox="1"/>
          <p:nvPr userDrawn="1"/>
        </p:nvSpPr>
        <p:spPr>
          <a:xfrm>
            <a:off x="120219" y="224437"/>
            <a:ext cx="1807734" cy="2492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 panose="020B0502040204020203" pitchFamily="50" charset="-127"/>
              </a:rPr>
              <a:t>_</a:t>
            </a:r>
            <a:endParaRPr lang="ko-KR" altLang="en-US" sz="800" b="1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FDCEBC-7F09-9AC5-9D7B-38D61384E553}"/>
              </a:ext>
            </a:extLst>
          </p:cNvPr>
          <p:cNvSpPr txBox="1"/>
          <p:nvPr userDrawn="1"/>
        </p:nvSpPr>
        <p:spPr>
          <a:xfrm>
            <a:off x="120217" y="652960"/>
            <a:ext cx="1854679" cy="1938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 Semilight"/>
              </a:rPr>
              <a:t>■</a:t>
            </a:r>
            <a:endParaRPr lang="ko-KR" altLang="en-US" sz="800">
              <a:solidFill>
                <a:srgbClr val="008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5" name="텍스트 개체 틀 65">
            <a:extLst>
              <a:ext uri="{FF2B5EF4-FFF2-40B4-BE49-F238E27FC236}">
                <a16:creationId xmlns:a16="http://schemas.microsoft.com/office/drawing/2014/main" id="{0726766A-CDF3-278E-1EB5-7C2C68A60E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76767" y="158676"/>
            <a:ext cx="309721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 err="1"/>
              <a:t>팀이름</a:t>
            </a:r>
            <a:endParaRPr lang="ko-KR" altLang="en-US"/>
          </a:p>
        </p:txBody>
      </p:sp>
      <p:sp>
        <p:nvSpPr>
          <p:cNvPr id="26" name="텍스트 개체 틀 67">
            <a:extLst>
              <a:ext uri="{FF2B5EF4-FFF2-40B4-BE49-F238E27FC236}">
                <a16:creationId xmlns:a16="http://schemas.microsoft.com/office/drawing/2014/main" id="{9A2B5EB8-D398-8005-ACD3-D3169E4D07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7737" y="587984"/>
            <a:ext cx="7784436" cy="246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2058748F-0786-4A6A-4DD3-3AEEA6620CE1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sp>
        <p:nvSpPr>
          <p:cNvPr id="9" name="텍스트 개체 틀 40">
            <a:extLst>
              <a:ext uri="{FF2B5EF4-FFF2-40B4-BE49-F238E27FC236}">
                <a16:creationId xmlns:a16="http://schemas.microsoft.com/office/drawing/2014/main" id="{E8DDF3E4-844A-9143-AB44-F9FC35DE1A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10" name="텍스트 개체 틀 40">
            <a:extLst>
              <a:ext uri="{FF2B5EF4-FFF2-40B4-BE49-F238E27FC236}">
                <a16:creationId xmlns:a16="http://schemas.microsoft.com/office/drawing/2014/main" id="{EEE3520C-1242-77CB-8A00-BE49BA1AE0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  <p:sp>
        <p:nvSpPr>
          <p:cNvPr id="14" name="텍스트 개체 틀 40">
            <a:extLst>
              <a:ext uri="{FF2B5EF4-FFF2-40B4-BE49-F238E27FC236}">
                <a16:creationId xmlns:a16="http://schemas.microsoft.com/office/drawing/2014/main" id="{2699BD04-8DFD-C4E2-D439-13313F9E3B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027" y="3282350"/>
            <a:ext cx="842682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과제명</a:t>
            </a:r>
          </a:p>
        </p:txBody>
      </p:sp>
      <p:sp>
        <p:nvSpPr>
          <p:cNvPr id="15" name="텍스트 개체 틀 40">
            <a:extLst>
              <a:ext uri="{FF2B5EF4-FFF2-40B4-BE49-F238E27FC236}">
                <a16:creationId xmlns:a16="http://schemas.microsoft.com/office/drawing/2014/main" id="{166C8AFC-C654-89BD-9B56-EFC3B486CB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8189" y="3282350"/>
            <a:ext cx="486127" cy="58674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대상라인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122BAB7-CAF8-6EB7-CD40-D61D70F5B73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4426576"/>
              </p:ext>
            </p:extLst>
          </p:nvPr>
        </p:nvGraphicFramePr>
        <p:xfrm>
          <a:off x="1650029" y="1172698"/>
          <a:ext cx="6972241" cy="5314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218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32023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208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구분</a:t>
                      </a: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내용</a:t>
                      </a:r>
                      <a:endParaRPr lang="en-US" altLang="ko-KR" sz="900" b="1" baseline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05053"/>
                  </a:ext>
                </a:extLst>
              </a:tr>
              <a:tr h="5105569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Malgun Gothic Semilight"/>
                      </a:endParaRPr>
                    </a:p>
                  </a:txBody>
                  <a:tcPr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13" name="텍스트 개체 틀 52">
            <a:extLst>
              <a:ext uri="{FF2B5EF4-FFF2-40B4-BE49-F238E27FC236}">
                <a16:creationId xmlns:a16="http://schemas.microsoft.com/office/drawing/2014/main" id="{10C8CFC5-3A41-A9AA-EB48-C3CE8C8886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56572" y="1357162"/>
            <a:ext cx="5999747" cy="5015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내용 입력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4ED4D5D-CAA4-81C6-33E6-4C7754F5EAA5}"/>
              </a:ext>
            </a:extLst>
          </p:cNvPr>
          <p:cNvCxnSpPr>
            <a:cxnSpLocks/>
          </p:cNvCxnSpPr>
          <p:nvPr userDrawn="1"/>
        </p:nvCxnSpPr>
        <p:spPr>
          <a:xfrm>
            <a:off x="179237" y="492986"/>
            <a:ext cx="4421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5A8C73CF-FD86-8079-803C-C1EFF46216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97625" y="1978221"/>
            <a:ext cx="840987" cy="2651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[</a:t>
            </a:r>
            <a:r>
              <a:rPr lang="ko-KR" altLang="en-US"/>
              <a:t>목차 작성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16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F873F-CE4A-4BDD-BB1D-41EAFF3C661F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94D2-06C2-426F-9A28-49F5746F9E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850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519546"/>
            <a:ext cx="7429500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408365"/>
            <a:ext cx="7429500" cy="678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56394B-2BA6-4E44-851D-9A45DE5BFAC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34188698"/>
              </p:ext>
            </p:extLst>
          </p:nvPr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232">
            <a:extLst>
              <a:ext uri="{FF2B5EF4-FFF2-40B4-BE49-F238E27FC236}">
                <a16:creationId xmlns:a16="http://schemas.microsoft.com/office/drawing/2014/main" id="{1D6368B3-7B88-4C5A-9CAF-DB342CBD3B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467BC4-D058-4962-A412-62F807BB4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56363"/>
            <a:ext cx="2400703" cy="35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42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456" y="2180136"/>
            <a:ext cx="8247088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456" y="2976879"/>
            <a:ext cx="8247088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41CA46-7809-4962-A950-4921143260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76563"/>
            <a:ext cx="2400703" cy="35295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A9C87F-4F1C-4D32-B984-C8570BABB4F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24505008"/>
              </p:ext>
            </p:extLst>
          </p:nvPr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val 232">
            <a:extLst>
              <a:ext uri="{FF2B5EF4-FFF2-40B4-BE49-F238E27FC236}">
                <a16:creationId xmlns:a16="http://schemas.microsoft.com/office/drawing/2014/main" id="{28493CF7-D609-444C-9060-8EB4D48A29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6942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363000" y="612000"/>
            <a:ext cx="918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38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50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BF6C60D-35A1-2B1F-0AC2-2AAFA36327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9219" y="550228"/>
            <a:ext cx="9307562" cy="2666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694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134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444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063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400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519546"/>
            <a:ext cx="7429500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408365"/>
            <a:ext cx="7429500" cy="678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56394B-2BA6-4E44-851D-9A45DE5BFAC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34188698"/>
              </p:ext>
            </p:extLst>
          </p:nvPr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232">
            <a:extLst>
              <a:ext uri="{FF2B5EF4-FFF2-40B4-BE49-F238E27FC236}">
                <a16:creationId xmlns:a16="http://schemas.microsoft.com/office/drawing/2014/main" id="{1D6368B3-7B88-4C5A-9CAF-DB342CBD3B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467BC4-D058-4962-A412-62F807BB4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56363"/>
            <a:ext cx="2400703" cy="35295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EE0DE574-46E0-382F-52A4-B3075D24FEF4}"/>
              </a:ext>
            </a:extLst>
          </p:cNvPr>
          <p:cNvSpPr txBox="1">
            <a:spLocks/>
          </p:cNvSpPr>
          <p:nvPr userDrawn="1"/>
        </p:nvSpPr>
        <p:spPr>
          <a:xfrm>
            <a:off x="1238250" y="5586229"/>
            <a:ext cx="7429500" cy="678058"/>
          </a:xfrm>
          <a:prstGeom prst="rect">
            <a:avLst/>
          </a:prstGeom>
        </p:spPr>
        <p:txBody>
          <a:bodyPr/>
          <a:lstStyle>
            <a:lvl1pPr marL="0" indent="0" algn="ctr" defTabSz="914422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lvl1pPr>
            <a:lvl2pPr marL="457211" indent="0" algn="ctr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22" indent="0" algn="ctr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34" indent="0" algn="ctr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46" indent="0" algn="ctr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58" indent="0" algn="ctr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0" algn="ctr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80" indent="0" algn="ctr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91" indent="0" algn="ctr" defTabSz="914422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31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456" y="2180136"/>
            <a:ext cx="8247088" cy="7967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8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456" y="2976879"/>
            <a:ext cx="8247088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8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41CA46-7809-4962-A950-4921143260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49" y="6376563"/>
            <a:ext cx="2400703" cy="35295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A9C87F-4F1C-4D32-B984-C8570BABB4F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24505008"/>
              </p:ext>
            </p:extLst>
          </p:nvPr>
        </p:nvGraphicFramePr>
        <p:xfrm>
          <a:off x="207965" y="149234"/>
          <a:ext cx="2297115" cy="328839"/>
        </p:xfrm>
        <a:graphic>
          <a:graphicData uri="http://schemas.openxmlformats.org/drawingml/2006/table">
            <a:tbl>
              <a:tblPr/>
              <a:tblGrid>
                <a:gridCol w="7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일반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General)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대외비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Confidential)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비밀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Light" pitchFamily="50" charset="-127"/>
                        </a:rPr>
                        <a:t>Secret)</a:t>
                      </a:r>
                    </a:p>
                  </a:txBody>
                  <a:tcPr marL="9527" marR="9527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val 232">
            <a:extLst>
              <a:ext uri="{FF2B5EF4-FFF2-40B4-BE49-F238E27FC236}">
                <a16:creationId xmlns:a16="http://schemas.microsoft.com/office/drawing/2014/main" id="{28493CF7-D609-444C-9060-8EB4D48A29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9490" y="82558"/>
            <a:ext cx="754063" cy="449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SzPct val="120000"/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algn="l" eaLnBrk="0" hangingPunct="0">
              <a:buSzPct val="120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algn="l" eaLnBrk="0" hangingPunct="0"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algn="l" eaLnBrk="0" hangingPunct="0">
              <a:buSzPct val="89000"/>
              <a:buChar char="•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algn="l" eaLnBrk="0" hangingPunct="0"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 kumimoji="1" sz="16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buSzTx/>
            </a:pPr>
            <a:endParaRPr kumimoji="0" lang="ko-KR" altLang="en-US" sz="1801" b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58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363000" y="612000"/>
            <a:ext cx="918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0763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83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9440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5EBDF5B-ADE2-D606-F218-99F75F9887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3050" y="577748"/>
            <a:ext cx="9359900" cy="2921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buNone/>
              <a:defRPr lang="ko-KR" altLang="en-US" sz="1500" kern="1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defTabSz="914422" rtl="0" eaLnBrk="1" latin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8715426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355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916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b="1" baseline="0" dirty="0">
                <a:latin typeface="Arial Narrow" panose="020B0606020202030204" pitchFamily="34" charset="0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D078BB-1EA9-42D5-B004-F2A66CB01815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BF6C60D-35A1-2B1F-0AC2-2AAFA36327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9219" y="550228"/>
            <a:ext cx="9307562" cy="2666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CE832BC-710D-DB20-7AE2-B0BCEA38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0000" y="6513230"/>
            <a:ext cx="363000" cy="216000"/>
          </a:xfrm>
          <a:prstGeom prst="rect">
            <a:avLst/>
          </a:prstGeom>
        </p:spPr>
        <p:txBody>
          <a:bodyPr/>
          <a:lstStyle>
            <a:lvl1pPr algn="r">
              <a:defRPr sz="1000" baseline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2852E2-E4CE-C4DC-6BC7-3C3662AE2A29}"/>
              </a:ext>
            </a:extLst>
          </p:cNvPr>
          <p:cNvSpPr txBox="1">
            <a:spLocks/>
          </p:cNvSpPr>
          <p:nvPr userDrawn="1"/>
        </p:nvSpPr>
        <p:spPr>
          <a:xfrm>
            <a:off x="9426458" y="6513229"/>
            <a:ext cx="363000" cy="216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/ 16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72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50751" y="1863715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</p:nvPr>
        </p:nvSpPr>
        <p:spPr>
          <a:xfrm>
            <a:off x="1208088" y="2565400"/>
            <a:ext cx="6961187" cy="30777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200" indent="0">
              <a:buNone/>
              <a:defRPr lang="ko-KR" altLang="en-US" dirty="0" smtClean="0"/>
            </a:lvl2pPr>
            <a:lvl3pPr marL="914400" indent="0">
              <a:buNone/>
              <a:defRPr lang="ko-KR" altLang="en-US" dirty="0" smtClean="0"/>
            </a:lvl3pPr>
            <a:lvl4pPr marL="1371600" indent="0">
              <a:buNone/>
              <a:defRPr lang="ko-KR" altLang="en-US" dirty="0" smtClean="0"/>
            </a:lvl4pPr>
            <a:lvl5pPr marL="1828800" indent="0">
              <a:buNone/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</p:nvPr>
        </p:nvSpPr>
        <p:spPr>
          <a:xfrm>
            <a:off x="1208088" y="5176203"/>
            <a:ext cx="6960333" cy="30777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200" indent="0">
              <a:buNone/>
              <a:defRPr lang="ko-KR" altLang="en-US" dirty="0" smtClean="0"/>
            </a:lvl2pPr>
            <a:lvl3pPr marL="914400" indent="0">
              <a:buNone/>
              <a:defRPr lang="ko-KR" altLang="en-US" dirty="0" smtClean="0"/>
            </a:lvl3pPr>
            <a:lvl4pPr marL="1371600" indent="0">
              <a:buNone/>
              <a:defRPr lang="ko-KR" altLang="en-US" dirty="0" smtClean="0"/>
            </a:lvl4pPr>
            <a:lvl5pPr marL="1828800" indent="0">
              <a:buNone/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C819B46-FB7E-4930-B40B-9053C93CC0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12" y="456082"/>
            <a:ext cx="2725200" cy="400663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AC7338AE-730A-4C3F-BB1E-6585427CE55C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53112" y="42785"/>
          <a:ext cx="889000" cy="30480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Confidential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" name="그래픽 21">
            <a:extLst>
              <a:ext uri="{FF2B5EF4-FFF2-40B4-BE49-F238E27FC236}">
                <a16:creationId xmlns:a16="http://schemas.microsoft.com/office/drawing/2014/main" id="{84D3250E-A792-406B-900E-E5B71791B2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8707422" cy="576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281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00" y="211800"/>
            <a:ext cx="936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300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CB97C20F-88A3-458D-A669-FA669D81CABF}" type="datetimeFigureOut">
              <a:rPr lang="ko-KR" altLang="en-US" smtClean="0"/>
              <a:pPr/>
              <a:t>2026-09-29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513230"/>
            <a:ext cx="3343275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14150" y="6513230"/>
            <a:ext cx="222885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fld id="{FD766570-7EAE-49BC-95E4-C69C5CA379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715C4E-AC78-4552-AD17-CD4F477D46F7}"/>
              </a:ext>
            </a:extLst>
          </p:cNvPr>
          <p:cNvCxnSpPr>
            <a:cxnSpLocks/>
          </p:cNvCxnSpPr>
          <p:nvPr userDrawn="1"/>
        </p:nvCxnSpPr>
        <p:spPr>
          <a:xfrm>
            <a:off x="291000" y="535800"/>
            <a:ext cx="93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BF6C60D-35A1-2B1F-0AC2-2AAFA36327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9219" y="550228"/>
            <a:ext cx="9307562" cy="2666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4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337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 b="1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 b="1">
                <a:solidFill>
                  <a:srgbClr val="000000"/>
                </a:solidFill>
                <a:cs typeface="Arial" pitchFamily="34" charset="0"/>
              </a:rPr>
              <a:t>/ 160</a:t>
            </a:r>
            <a:endParaRPr lang="en-US" altLang="ko-KR" sz="100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474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62" r:id="rId2"/>
    <p:sldLayoutId id="2147483956" r:id="rId3"/>
    <p:sldLayoutId id="2147483927" r:id="rId4"/>
    <p:sldLayoutId id="2147483928" r:id="rId5"/>
    <p:sldLayoutId id="2147483964" r:id="rId6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20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</p:sldLayoutIdLst>
  <p:txStyles>
    <p:titleStyle>
      <a:lvl1pPr algn="l" defTabSz="914422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j-cs"/>
        </a:defRPr>
      </a:lvl1pPr>
    </p:titleStyle>
    <p:bodyStyle>
      <a:lvl1pPr marL="228606" indent="-228606" algn="l" defTabSz="914422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000" y="288000"/>
            <a:ext cx="9180000" cy="324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0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</p:sldLayoutIdLst>
  <p:txStyles>
    <p:titleStyle>
      <a:lvl1pPr algn="l" defTabSz="914422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j-cs"/>
        </a:defRPr>
      </a:lvl1pPr>
    </p:titleStyle>
    <p:bodyStyle>
      <a:lvl1pPr marL="228606" indent="-228606" algn="l" defTabSz="914422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2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2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val 232"/>
          <p:cNvSpPr>
            <a:spLocks noChangeArrowheads="1"/>
          </p:cNvSpPr>
          <p:nvPr/>
        </p:nvSpPr>
        <p:spPr bwMode="auto">
          <a:xfrm>
            <a:off x="1093036" y="95250"/>
            <a:ext cx="900000" cy="5461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G스마트체 Regular"/>
            </a:endParaRPr>
          </a:p>
        </p:txBody>
      </p:sp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616228"/>
              </p:ext>
            </p:extLst>
          </p:nvPr>
        </p:nvGraphicFramePr>
        <p:xfrm>
          <a:off x="207966" y="176213"/>
          <a:ext cx="2667000" cy="36195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일반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General)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대외비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Confidential)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비밀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Secret)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Picture 32" descr="솔루션파트너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194" y="176213"/>
            <a:ext cx="180022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그룹 3"/>
          <p:cNvGrpSpPr/>
          <p:nvPr/>
        </p:nvGrpSpPr>
        <p:grpSpPr>
          <a:xfrm>
            <a:off x="2716855" y="1134300"/>
            <a:ext cx="4472287" cy="2862384"/>
            <a:chOff x="3083580" y="1134300"/>
            <a:chExt cx="4003019" cy="2862384"/>
          </a:xfrm>
        </p:grpSpPr>
        <p:sp>
          <p:nvSpPr>
            <p:cNvPr id="99" name="Text Box 37"/>
            <p:cNvSpPr txBox="1">
              <a:spLocks noChangeArrowheads="1"/>
            </p:cNvSpPr>
            <p:nvPr/>
          </p:nvSpPr>
          <p:spPr bwMode="auto">
            <a:xfrm>
              <a:off x="3701191" y="2559496"/>
              <a:ext cx="2767797" cy="1437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ko-KR" alt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</a:rPr>
                <a:t> </a:t>
              </a:r>
              <a:r>
                <a:rPr lang="en-US" altLang="ko-KR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</a:rPr>
                <a:t>1.      </a:t>
              </a:r>
              <a:r>
                <a:rPr lang="ko-KR" alt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  <a:hlinkClick r:id="rId4" action="ppaction://hlinksldjump"/>
                </a:rPr>
                <a:t>자동보정선행개발팀</a:t>
              </a:r>
              <a:endParaRPr lang="en-US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G스마트체 Regular"/>
                <a:cs typeface="Arial" charset="0"/>
              </a:endParaRPr>
            </a:p>
            <a:p>
              <a:pPr>
                <a:lnSpc>
                  <a:spcPct val="140000"/>
                </a:lnSpc>
              </a:pPr>
              <a:r>
                <a:rPr lang="ko-KR" alt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</a:rPr>
                <a:t> </a:t>
              </a:r>
              <a:r>
                <a:rPr lang="en-US" altLang="ko-KR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</a:rPr>
                <a:t>2.      </a:t>
              </a:r>
              <a:r>
                <a:rPr lang="en-US" altLang="ko-KR" sz="1600" b="1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  <a:hlinkClick r:id="" action="ppaction://noaction"/>
                </a:rPr>
                <a:t>조립</a:t>
              </a:r>
              <a:r>
                <a:rPr lang="ko-KR" alt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  <a:hlinkClick r:id="" action="ppaction://noaction"/>
                </a:rPr>
                <a:t>자동보정팀</a:t>
              </a:r>
              <a:endParaRPr lang="en-US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G스마트체 Regular"/>
                <a:cs typeface="Arial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ko-KR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</a:rPr>
                <a:t> 3.      </a:t>
              </a:r>
              <a:r>
                <a:rPr 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ea typeface="LG Smart_H Regular"/>
                  <a:cs typeface="Arial"/>
                  <a:hlinkClick r:id="" action="ppaction://noaction"/>
                </a:rPr>
                <a:t>MC</a:t>
              </a:r>
              <a:r>
                <a:rPr lang="ko-KR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ea typeface="LG Smart_H Regular"/>
                  <a:cs typeface="Arial"/>
                  <a:hlinkClick r:id="" action="ppaction://noaction"/>
                </a:rPr>
                <a:t>자동보정팀</a:t>
              </a:r>
              <a:endParaRPr lang="en-US" sz="1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G스마트체 Regular"/>
                <a:ea typeface="LG Smart_H Regular"/>
                <a:cs typeface="Arial"/>
              </a:endParaRPr>
            </a:p>
            <a:p>
              <a:pPr>
                <a:lnSpc>
                  <a:spcPct val="140000"/>
                </a:lnSpc>
              </a:pPr>
              <a:r>
                <a:rPr lang="en-US" altLang="ko-KR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</a:rPr>
                <a:t> 4.      </a:t>
              </a:r>
              <a:r>
                <a:rPr lang="en-US" altLang="ko-KR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  <a:hlinkClick r:id="" action="ppaction://noaction"/>
                </a:rPr>
                <a:t>RSND</a:t>
              </a:r>
              <a:r>
                <a:rPr lang="ko-KR" alt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  <a:hlinkClick r:id="" action="ppaction://noaction"/>
                </a:rPr>
                <a:t>자동보정팀</a:t>
              </a:r>
              <a:endParaRPr lang="en-US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G스마트체 Regular"/>
                <a:cs typeface="Arial"/>
              </a:endParaRPr>
            </a:p>
          </p:txBody>
        </p:sp>
        <p:sp>
          <p:nvSpPr>
            <p:cNvPr id="33" name="제목 1"/>
            <p:cNvSpPr txBox="1">
              <a:spLocks/>
            </p:cNvSpPr>
            <p:nvPr/>
          </p:nvSpPr>
          <p:spPr bwMode="auto">
            <a:xfrm>
              <a:off x="3083580" y="1134300"/>
              <a:ext cx="4003019" cy="584775"/>
            </a:xfrm>
            <a:prstGeom prst="rect">
              <a:avLst/>
            </a:prstGeom>
            <a:solidFill>
              <a:schemeClr val="bg1"/>
            </a:solidFill>
            <a:ln w="12700">
              <a:gradFill>
                <a:gsLst>
                  <a:gs pos="0">
                    <a:schemeClr val="bg1">
                      <a:alpha val="0"/>
                      <a:lumMod val="0"/>
                      <a:lumOff val="100000"/>
                    </a:schemeClr>
                  </a:gs>
                  <a:gs pos="98000">
                    <a:schemeClr val="bg1">
                      <a:alpha val="0"/>
                      <a:lumMod val="0"/>
                      <a:lumOff val="100000"/>
                    </a:schemeClr>
                  </a:gs>
                  <a:gs pos="99000">
                    <a:schemeClr val="tx1"/>
                  </a:gs>
                </a:gsLst>
                <a:lin ang="5400000" scaled="0"/>
              </a:gradFill>
              <a:miter lim="800000"/>
              <a:headEnd/>
              <a:tailEnd/>
            </a:ln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2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j-cs"/>
                </a:defRPr>
              </a:lvl1pPr>
              <a:lvl2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2pPr>
              <a:lvl3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defRPr/>
              </a:pPr>
              <a:r>
                <a:rPr lang="ko-KR" altLang="en-US" sz="3200" kern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ea typeface="LG스마트체 Regular"/>
                </a:rPr>
                <a:t>자동보정담당</a:t>
              </a:r>
              <a:r>
                <a:rPr lang="en-US" altLang="ko-KR" sz="3200" kern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ea typeface="LG스마트체 Regular"/>
                </a:rPr>
                <a:t> </a:t>
              </a:r>
              <a:r>
                <a:rPr lang="ko-KR" altLang="en-US" sz="3200" kern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ea typeface="LG스마트체 Regular"/>
                </a:rPr>
                <a:t>추진 현황</a:t>
              </a:r>
            </a:p>
          </p:txBody>
        </p:sp>
        <p:sp>
          <p:nvSpPr>
            <p:cNvPr id="34" name="제목 1"/>
            <p:cNvSpPr txBox="1">
              <a:spLocks/>
            </p:cNvSpPr>
            <p:nvPr/>
          </p:nvSpPr>
          <p:spPr bwMode="auto">
            <a:xfrm>
              <a:off x="4790778" y="2173480"/>
              <a:ext cx="588623" cy="369332"/>
            </a:xfrm>
            <a:prstGeom prst="rect">
              <a:avLst/>
            </a:prstGeom>
            <a:solidFill>
              <a:schemeClr val="bg1"/>
            </a:solidFill>
            <a:ln w="12700">
              <a:gradFill>
                <a:gsLst>
                  <a:gs pos="0">
                    <a:schemeClr val="bg1">
                      <a:alpha val="0"/>
                      <a:lumMod val="0"/>
                      <a:lumOff val="100000"/>
                    </a:schemeClr>
                  </a:gs>
                  <a:gs pos="98000">
                    <a:schemeClr val="bg1">
                      <a:alpha val="0"/>
                      <a:lumMod val="0"/>
                      <a:lumOff val="100000"/>
                    </a:schemeClr>
                  </a:gs>
                  <a:gs pos="99000">
                    <a:schemeClr val="tx1"/>
                  </a:gs>
                </a:gsLst>
                <a:lin ang="5400000" scaled="0"/>
              </a:gradFill>
              <a:miter lim="800000"/>
              <a:headEnd/>
              <a:tailEnd/>
            </a:ln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2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j-cs"/>
                </a:defRPr>
              </a:lvl1pPr>
              <a:lvl2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2pPr>
              <a:lvl3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defRPr/>
              </a:pPr>
              <a:r>
                <a:rPr lang="ko-KR" altLang="en-US" sz="1800" kern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ea typeface="LG스마트체 Regular"/>
                </a:rPr>
                <a:t>목차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BC30384B-CFD4-45AF-A47E-5A6B44C2FBE4}"/>
              </a:ext>
            </a:extLst>
          </p:cNvPr>
          <p:cNvGrpSpPr/>
          <p:nvPr/>
        </p:nvGrpSpPr>
        <p:grpSpPr>
          <a:xfrm>
            <a:off x="2993549" y="5250686"/>
            <a:ext cx="3918902" cy="1581920"/>
            <a:chOff x="2993549" y="5250686"/>
            <a:chExt cx="3918902" cy="1581920"/>
          </a:xfrm>
        </p:grpSpPr>
        <p:sp>
          <p:nvSpPr>
            <p:cNvPr id="3" name="직사각형 2"/>
            <p:cNvSpPr/>
            <p:nvPr/>
          </p:nvSpPr>
          <p:spPr>
            <a:xfrm>
              <a:off x="4641758" y="6494868"/>
              <a:ext cx="622484" cy="3377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4245069" y="5574722"/>
              <a:ext cx="141586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 charset="0"/>
                </a:rPr>
                <a:t>자동보정담당</a:t>
              </a:r>
            </a:p>
          </p:txBody>
        </p:sp>
        <p:sp>
          <p:nvSpPr>
            <p:cNvPr id="19" name="Text Box 34"/>
            <p:cNvSpPr txBox="1">
              <a:spLocks noChangeArrowheads="1"/>
            </p:cNvSpPr>
            <p:nvPr/>
          </p:nvSpPr>
          <p:spPr bwMode="auto">
            <a:xfrm>
              <a:off x="3871913" y="5250686"/>
              <a:ext cx="216217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0" tIns="45720" rIns="91440" bIns="4572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</a:rPr>
                <a:t>2026.09.24</a:t>
              </a: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2993549" y="6111503"/>
              <a:ext cx="3918902" cy="428176"/>
              <a:chOff x="2990669" y="6111503"/>
              <a:chExt cx="3918902" cy="428176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90669" y="6111503"/>
                <a:ext cx="2180745" cy="428176"/>
              </a:xfrm>
              <a:prstGeom prst="rect">
                <a:avLst/>
              </a:prstGeom>
            </p:spPr>
          </p:pic>
          <p:sp>
            <p:nvSpPr>
              <p:cNvPr id="17" name="Text Box 6"/>
              <p:cNvSpPr txBox="1">
                <a:spLocks noChangeArrowheads="1"/>
              </p:cNvSpPr>
              <p:nvPr/>
            </p:nvSpPr>
            <p:spPr bwMode="auto">
              <a:xfrm>
                <a:off x="5099460" y="6156314"/>
                <a:ext cx="181011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600" b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LG스마트체 Regular"/>
                    <a:cs typeface="Arial" charset="0"/>
                  </a:rPr>
                  <a:t>/ CDO.</a:t>
                </a:r>
                <a:r>
                  <a:rPr lang="ko-KR" altLang="en-US" sz="1600" b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LG스마트체 Regular"/>
                    <a:cs typeface="Arial" charset="0"/>
                  </a:rPr>
                  <a:t>제조</a:t>
                </a:r>
                <a:r>
                  <a:rPr lang="en-US" altLang="ko-KR" sz="1600" b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LG스마트체 Regular"/>
                    <a:cs typeface="Arial" charset="0"/>
                  </a:rPr>
                  <a:t>DX</a:t>
                </a:r>
                <a:r>
                  <a:rPr lang="ko-KR" altLang="en-US" sz="1600" b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LG스마트체 Regular"/>
                    <a:cs typeface="Arial" charset="0"/>
                  </a:rPr>
                  <a:t>그룹</a:t>
                </a:r>
              </a:p>
            </p:txBody>
          </p:sp>
        </p:grpSp>
      </p:grpSp>
      <p:pic>
        <p:nvPicPr>
          <p:cNvPr id="7" name="Picture 1">
            <a:extLst>
              <a:ext uri="{FF2B5EF4-FFF2-40B4-BE49-F238E27FC236}">
                <a16:creationId xmlns:a16="http://schemas.microsoft.com/office/drawing/2014/main" id="{C90FDF13-5533-8922-3E87-0FEF6801F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9056" y="136431"/>
            <a:ext cx="2465993" cy="53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8E2A35-8E96-39E4-DB38-217AA9DA45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</a:rPr>
              <a:t>신재우</a:t>
            </a:r>
            <a:r>
              <a:rPr lang="en-US" altLang="ko-KR">
                <a:latin typeface="Arial Narrow" panose="020B0606020202030204" pitchFamily="34" charset="0"/>
              </a:rPr>
              <a:t>S</a:t>
            </a:r>
          </a:p>
          <a:p>
            <a:r>
              <a:rPr lang="ko-KR" altLang="en-US">
                <a:latin typeface="Arial Narrow" panose="020B0606020202030204" pitchFamily="34" charset="0"/>
              </a:rPr>
              <a:t>조동현</a:t>
            </a:r>
            <a:r>
              <a:rPr lang="en-US" altLang="ko-KR">
                <a:latin typeface="Arial Narrow" panose="020B0606020202030204" pitchFamily="34" charset="0"/>
              </a:rPr>
              <a:t>A</a:t>
            </a:r>
          </a:p>
          <a:p>
            <a:r>
              <a:rPr lang="ko-KR" altLang="en-US">
                <a:latin typeface="Arial Narrow" panose="020B0606020202030204" pitchFamily="34" charset="0"/>
              </a:rPr>
              <a:t>박지우</a:t>
            </a:r>
            <a:r>
              <a:rPr lang="en-US" altLang="ko-KR"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08638E-6615-5095-C2EF-6DB8A3D967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latin typeface="Arial Narrow" panose="020B0606020202030204" pitchFamily="34" charset="0"/>
              </a:rPr>
              <a:t>‘26.12</a:t>
            </a:r>
            <a:endParaRPr lang="ko-KR" altLang="en-US">
              <a:latin typeface="Arial Narrow" panose="020B0606020202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954067-F0B5-1C20-C24C-09B41D1C3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CTP(Cell to Pack) </a:t>
            </a:r>
            <a:r>
              <a:rPr lang="ko-KR" altLang="en-US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레진 도포 자동보정을 통한 레진 무게 산포</a:t>
            </a:r>
            <a:r>
              <a:rPr lang="en-US" altLang="ko-KR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lang="ko-KR" altLang="en-US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소모량 최적화 </a:t>
            </a:r>
            <a:endParaRPr lang="en-US" altLang="ko-KR" sz="900" kern="1200" spc="-1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A9C4D0D-488E-D741-C1D7-3B56953D05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</a:rPr>
              <a:t>신재우</a:t>
            </a:r>
            <a:r>
              <a:rPr lang="en-US" altLang="ko-KR">
                <a:latin typeface="Arial Narrow" panose="020B0606020202030204" pitchFamily="34" charset="0"/>
              </a:rPr>
              <a:t>S</a:t>
            </a:r>
            <a:endParaRPr lang="ko-KR" altLang="en-US">
              <a:latin typeface="Arial Narrow" panose="020B060602020203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6597178-0C46-359F-C512-80C28D96C1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>
                <a:latin typeface="Arial Narrow" panose="020B0606020202030204" pitchFamily="34" charset="0"/>
              </a:rPr>
              <a:t>26.09.15 18</a:t>
            </a:r>
            <a:r>
              <a:rPr lang="ko-KR" altLang="en-US">
                <a:latin typeface="Arial Narrow" panose="020B0606020202030204" pitchFamily="34" charset="0"/>
              </a:rPr>
              <a:t>시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408B95E-73A6-D91A-F6E6-D9C1BE2703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60650" y="1846263"/>
            <a:ext cx="7197587" cy="4675545"/>
          </a:xfrm>
        </p:spPr>
        <p:txBody>
          <a:bodyPr lIns="91440" tIns="45720" rIns="91440" bIns="45720" anchor="t"/>
          <a:lstStyle/>
          <a:p>
            <a:r>
              <a:rPr lang="en-US" altLang="ko-KR">
                <a:latin typeface="Arial Narrow" panose="020B0606020202030204" pitchFamily="34" charset="0"/>
              </a:rPr>
              <a:t>CTP </a:t>
            </a:r>
            <a:r>
              <a:rPr lang="ko-KR" altLang="en-US">
                <a:latin typeface="Arial Narrow" panose="020B0606020202030204" pitchFamily="34" charset="0"/>
              </a:rPr>
              <a:t>공정 리서치</a:t>
            </a:r>
            <a:r>
              <a:rPr lang="en-US" altLang="ko-KR">
                <a:latin typeface="Arial Narrow" panose="020B0606020202030204" pitchFamily="34" charset="0"/>
              </a:rPr>
              <a:t>(B-Lex </a:t>
            </a:r>
            <a:r>
              <a:rPr lang="ko-KR" altLang="en-US">
                <a:latin typeface="Arial Narrow" panose="020B0606020202030204" pitchFamily="34" charset="0"/>
              </a:rPr>
              <a:t>자료 검토</a:t>
            </a:r>
            <a:r>
              <a:rPr lang="en-US" altLang="ko-KR">
                <a:latin typeface="Arial Narrow" panose="020B0606020202030204" pitchFamily="34" charset="0"/>
              </a:rPr>
              <a:t>, </a:t>
            </a:r>
            <a:r>
              <a:rPr lang="ko-KR" altLang="en-US">
                <a:latin typeface="Arial Narrow" panose="020B0606020202030204" pitchFamily="34" charset="0"/>
              </a:rPr>
              <a:t>기술팀 문의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  <a:r>
              <a:rPr lang="ko-KR" altLang="en-US">
                <a:latin typeface="Arial Narrow" panose="020B0606020202030204" pitchFamily="34" charset="0"/>
              </a:rPr>
              <a:t>를 통해 아래 이슈를 확인했고</a:t>
            </a:r>
            <a:r>
              <a:rPr lang="en-US" altLang="ko-KR">
                <a:latin typeface="Arial Narrow" panose="020B0606020202030204" pitchFamily="34" charset="0"/>
              </a:rPr>
              <a:t>, </a:t>
            </a:r>
            <a:r>
              <a:rPr lang="ko-KR" altLang="en-US">
                <a:latin typeface="Arial Narrow" panose="020B0606020202030204" pitchFamily="34" charset="0"/>
              </a:rPr>
              <a:t>근본 원인 및 자동보정 필요성 검토하겠습니다</a:t>
            </a:r>
            <a:r>
              <a:rPr lang="en-US" altLang="ko-KR">
                <a:latin typeface="Arial Narrow" panose="020B0606020202030204" pitchFamily="34" charset="0"/>
              </a:rPr>
              <a:t>.</a:t>
            </a:r>
          </a:p>
          <a:p>
            <a:r>
              <a:rPr lang="en-US" altLang="ko-KR">
                <a:latin typeface="Arial Narrow"/>
                <a:ea typeface="LG스마트체 Regular"/>
              </a:rPr>
              <a:t>1) </a:t>
            </a:r>
            <a:r>
              <a:rPr lang="ko-KR" altLang="en-US">
                <a:latin typeface="Arial Narrow"/>
                <a:ea typeface="LG스마트체 Regular"/>
              </a:rPr>
              <a:t>경시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주변 온도</a:t>
            </a:r>
            <a:r>
              <a:rPr lang="en-US" altLang="ko-KR">
                <a:latin typeface="Arial Narrow"/>
                <a:ea typeface="LG스마트체 Regular"/>
              </a:rPr>
              <a:t>, </a:t>
            </a:r>
            <a:r>
              <a:rPr lang="ko-KR" altLang="en-US">
                <a:latin typeface="Arial Narrow"/>
                <a:ea typeface="LG스마트체 Regular"/>
              </a:rPr>
              <a:t>설비 내부 온도</a:t>
            </a:r>
            <a:r>
              <a:rPr lang="en-US" altLang="ko-KR">
                <a:latin typeface="Arial Narrow"/>
                <a:ea typeface="LG스마트체 Regular"/>
              </a:rPr>
              <a:t>, </a:t>
            </a:r>
            <a:r>
              <a:rPr lang="ko-KR" altLang="en-US" err="1">
                <a:latin typeface="Arial Narrow"/>
                <a:ea typeface="LG스마트체 Regular"/>
              </a:rPr>
              <a:t>경화물</a:t>
            </a:r>
            <a:r>
              <a:rPr lang="ko-KR" altLang="en-US">
                <a:latin typeface="Arial Narrow"/>
                <a:ea typeface="LG스마트체 Regular"/>
              </a:rPr>
              <a:t> 축적 등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  <a:r>
              <a:rPr lang="ko-KR" altLang="en-US">
                <a:latin typeface="Arial Narrow"/>
                <a:ea typeface="LG스마트체 Regular"/>
              </a:rPr>
              <a:t> 변화로 인한 레진 점도</a:t>
            </a:r>
            <a:r>
              <a:rPr lang="en-US" altLang="ko-KR">
                <a:latin typeface="Arial Narrow"/>
                <a:ea typeface="LG스마트체 Regular"/>
              </a:rPr>
              <a:t>/</a:t>
            </a:r>
            <a:r>
              <a:rPr lang="ko-KR" altLang="en-US" err="1">
                <a:latin typeface="Arial Narrow"/>
                <a:ea typeface="LG스마트체 Regular"/>
              </a:rPr>
              <a:t>토출압</a:t>
            </a:r>
            <a:r>
              <a:rPr lang="ko-KR" altLang="en-US">
                <a:latin typeface="Arial Narrow"/>
                <a:ea typeface="LG스마트체 Regular"/>
              </a:rPr>
              <a:t> 변동 발생 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정량 </a:t>
            </a:r>
            <a:r>
              <a:rPr lang="ko-KR" altLang="en-US" err="1">
                <a:latin typeface="Arial Narrow"/>
                <a:ea typeface="LG스마트체 Regular"/>
              </a:rPr>
              <a:t>토출</a:t>
            </a:r>
            <a:r>
              <a:rPr lang="ko-KR" altLang="en-US">
                <a:latin typeface="Arial Narrow"/>
                <a:ea typeface="LG스마트체 Regular"/>
              </a:rPr>
              <a:t> 어려움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2) </a:t>
            </a:r>
            <a:r>
              <a:rPr lang="ko-KR" altLang="en-US">
                <a:latin typeface="Arial Narrow"/>
                <a:ea typeface="LG스마트체 Regular"/>
              </a:rPr>
              <a:t>노즐 압력 편차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 err="1">
                <a:latin typeface="Arial Narrow"/>
                <a:ea typeface="LG스마트체 Regular"/>
              </a:rPr>
              <a:t>예압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vs </a:t>
            </a:r>
            <a:r>
              <a:rPr lang="ko-KR" altLang="en-US" err="1">
                <a:latin typeface="Arial Narrow"/>
                <a:ea typeface="LG스마트체 Regular"/>
              </a:rPr>
              <a:t>토출압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  <a:r>
              <a:rPr lang="ko-KR" altLang="en-US">
                <a:latin typeface="Arial Narrow"/>
                <a:ea typeface="LG스마트체 Regular"/>
              </a:rPr>
              <a:t>로 인한 </a:t>
            </a:r>
            <a:r>
              <a:rPr lang="ko-KR" altLang="en-US" err="1">
                <a:latin typeface="Arial Narrow"/>
                <a:ea typeface="LG스마트체 Regular"/>
              </a:rPr>
              <a:t>도포율</a:t>
            </a:r>
            <a:r>
              <a:rPr lang="ko-KR" altLang="en-US">
                <a:latin typeface="Arial Narrow"/>
                <a:ea typeface="LG스마트체 Regular"/>
              </a:rPr>
              <a:t> 불량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 err="1">
                <a:latin typeface="Arial Narrow"/>
                <a:ea typeface="LG스마트체 Regular"/>
              </a:rPr>
              <a:t>미도포</a:t>
            </a:r>
            <a:r>
              <a:rPr lang="en-US" altLang="ko-KR">
                <a:latin typeface="Arial Narrow"/>
                <a:ea typeface="LG스마트체 Regular"/>
              </a:rPr>
              <a:t>/</a:t>
            </a:r>
            <a:r>
              <a:rPr lang="ko-KR" altLang="en-US" err="1">
                <a:latin typeface="Arial Narrow"/>
                <a:ea typeface="LG스마트체 Regular"/>
              </a:rPr>
              <a:t>과도포</a:t>
            </a:r>
            <a:r>
              <a:rPr lang="en-US" altLang="ko-KR">
                <a:latin typeface="Arial Narrow"/>
                <a:ea typeface="LG스마트체 Regular"/>
              </a:rPr>
              <a:t>) </a:t>
            </a:r>
            <a:r>
              <a:rPr lang="ko-KR" altLang="en-US">
                <a:latin typeface="Arial Narrow"/>
                <a:ea typeface="LG스마트체 Regular"/>
              </a:rPr>
              <a:t>발생</a:t>
            </a:r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r>
              <a:rPr lang="ko-KR" altLang="en-US">
                <a:latin typeface="Arial Narrow" panose="020B0606020202030204" pitchFamily="34" charset="0"/>
              </a:rPr>
              <a:t>▷ </a:t>
            </a:r>
            <a:r>
              <a:rPr lang="en-US" altLang="ko-KR">
                <a:latin typeface="Arial Narrow" panose="020B0606020202030204" pitchFamily="34" charset="0"/>
              </a:rPr>
              <a:t>ESMI Pack #1(JF2) </a:t>
            </a:r>
            <a:r>
              <a:rPr lang="ko-KR" altLang="en-US">
                <a:latin typeface="Arial Narrow" panose="020B0606020202030204" pitchFamily="34" charset="0"/>
              </a:rPr>
              <a:t>자동보정 적용 </a:t>
            </a:r>
            <a:r>
              <a:rPr lang="en-US" altLang="ko-KR">
                <a:latin typeface="Arial Narrow" panose="020B0606020202030204" pitchFamily="34" charset="0"/>
              </a:rPr>
              <a:t>: </a:t>
            </a:r>
            <a:r>
              <a:rPr lang="ko-KR" altLang="en-US">
                <a:latin typeface="Arial Narrow" panose="020B0606020202030204" pitchFamily="34" charset="0"/>
              </a:rPr>
              <a:t>무게 산포 보정 → 무게 하한 관리 → 원가 절감</a:t>
            </a:r>
            <a:endParaRPr lang="en-US" altLang="ko-KR">
              <a:latin typeface="Arial Narrow" panose="020B0606020202030204" pitchFamily="34" charset="0"/>
            </a:endParaRPr>
          </a:p>
          <a:p>
            <a:r>
              <a:rPr lang="en-US" altLang="ko-KR">
                <a:latin typeface="Arial Narrow"/>
                <a:ea typeface="LG스마트체 Regular"/>
              </a:rPr>
              <a:t>    - </a:t>
            </a:r>
            <a:r>
              <a:rPr lang="ko-KR" altLang="en-US">
                <a:latin typeface="Arial Narrow"/>
                <a:ea typeface="LG스마트체 Regular"/>
              </a:rPr>
              <a:t>자동보정</a:t>
            </a:r>
            <a:r>
              <a:rPr lang="en-US" altLang="ko-KR">
                <a:latin typeface="Arial Narrow"/>
                <a:ea typeface="LG스마트체 Regular"/>
              </a:rPr>
              <a:t>SW </a:t>
            </a:r>
            <a:r>
              <a:rPr lang="ko-KR" altLang="en-US">
                <a:latin typeface="Arial Narrow"/>
                <a:ea typeface="LG스마트체 Regular"/>
              </a:rPr>
              <a:t>및 </a:t>
            </a:r>
            <a:r>
              <a:rPr lang="en-US" altLang="ko-KR">
                <a:latin typeface="Arial Narrow"/>
                <a:ea typeface="LG스마트체 Regular"/>
              </a:rPr>
              <a:t>APC </a:t>
            </a:r>
            <a:r>
              <a:rPr lang="ko-KR" altLang="en-US">
                <a:latin typeface="Arial Narrow"/>
                <a:ea typeface="LG스마트체 Regular"/>
              </a:rPr>
              <a:t>기능 개발 </a:t>
            </a:r>
            <a:r>
              <a:rPr lang="en-US" altLang="ko-KR">
                <a:latin typeface="Arial Narrow"/>
                <a:ea typeface="LG스마트체 Regular"/>
              </a:rPr>
              <a:t>(~4/7,</a:t>
            </a:r>
            <a:r>
              <a:rPr lang="ko-KR" altLang="en-US">
                <a:latin typeface="Arial Narrow"/>
                <a:ea typeface="LG스마트체 Regular"/>
              </a:rPr>
              <a:t> 완료</a:t>
            </a:r>
            <a:r>
              <a:rPr lang="en-US" altLang="ko-KR">
                <a:latin typeface="Arial Narrow"/>
                <a:ea typeface="LG스마트체 Regular"/>
              </a:rPr>
              <a:t>) </a:t>
            </a:r>
            <a:r>
              <a:rPr lang="ko-KR" altLang="en-US">
                <a:latin typeface="Arial Narrow"/>
                <a:ea typeface="LG스마트체 Regular"/>
              </a:rPr>
              <a:t>→ </a:t>
            </a:r>
            <a:r>
              <a:rPr lang="en-US" altLang="ko-KR">
                <a:latin typeface="Arial Narrow"/>
                <a:ea typeface="LG스마트체 Regular"/>
              </a:rPr>
              <a:t>APC </a:t>
            </a:r>
            <a:r>
              <a:rPr lang="ko-KR" altLang="en-US">
                <a:latin typeface="Arial Narrow"/>
                <a:ea typeface="LG스마트체 Regular"/>
              </a:rPr>
              <a:t>데이터 수집 모델링 진행 </a:t>
            </a:r>
            <a:r>
              <a:rPr lang="en-US" altLang="ko-KR">
                <a:latin typeface="Arial Narrow"/>
                <a:ea typeface="LG스마트체 Regular"/>
              </a:rPr>
              <a:t>(~4/13, </a:t>
            </a:r>
            <a:r>
              <a:rPr lang="ko-KR" altLang="en-US">
                <a:latin typeface="Arial Narrow"/>
                <a:ea typeface="LG스마트체 Regular"/>
              </a:rPr>
              <a:t>완료</a:t>
            </a:r>
            <a:r>
              <a:rPr lang="en-US" altLang="ko-KR">
                <a:latin typeface="Arial Narrow"/>
                <a:ea typeface="LG스마트체 Regular"/>
              </a:rPr>
              <a:t>, </a:t>
            </a:r>
            <a:r>
              <a:rPr lang="ko-KR" altLang="en-US">
                <a:latin typeface="Arial Narrow"/>
                <a:ea typeface="LG스마트체 Regular"/>
              </a:rPr>
              <a:t>공정</a:t>
            </a:r>
            <a:r>
              <a:rPr lang="en-US" altLang="ko-KR">
                <a:latin typeface="Arial Narrow"/>
                <a:ea typeface="LG스마트체 Regular"/>
              </a:rPr>
              <a:t>DX</a:t>
            </a:r>
            <a:r>
              <a:rPr lang="ko-KR" altLang="en-US">
                <a:latin typeface="Arial Narrow"/>
                <a:ea typeface="LG스마트체 Regular"/>
              </a:rPr>
              <a:t>팀</a:t>
            </a:r>
            <a:r>
              <a:rPr lang="en-US" altLang="ko-KR">
                <a:latin typeface="Arial Narrow"/>
                <a:ea typeface="LG스마트체 Regular"/>
              </a:rPr>
              <a:t>) </a:t>
            </a:r>
            <a:r>
              <a:rPr lang="ko-KR" altLang="en-US">
                <a:latin typeface="Arial Narrow"/>
                <a:ea typeface="LG스마트체 Regular"/>
              </a:rPr>
              <a:t>→ 자동보정 검증 및 </a:t>
            </a:r>
            <a:r>
              <a:rPr lang="en-US" altLang="ko-KR">
                <a:latin typeface="Arial Narrow"/>
                <a:ea typeface="LG스마트체 Regular"/>
              </a:rPr>
              <a:t>Bug fix (~4/27)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      : </a:t>
            </a:r>
            <a:r>
              <a:rPr lang="ko-KR" altLang="en-US">
                <a:latin typeface="Arial Narrow"/>
                <a:ea typeface="LG스마트체 Regular"/>
              </a:rPr>
              <a:t>자동보정 로직 구성 </a:t>
            </a:r>
            <a:r>
              <a:rPr lang="en-US" altLang="ko-KR">
                <a:latin typeface="Arial Narrow"/>
                <a:ea typeface="LG스마트체 Regular"/>
              </a:rPr>
              <a:t>– “Feed-back </a:t>
            </a:r>
            <a:r>
              <a:rPr lang="ko-KR" altLang="en-US">
                <a:latin typeface="Arial Narrow"/>
                <a:ea typeface="LG스마트체 Regular"/>
              </a:rPr>
              <a:t>제어 </a:t>
            </a:r>
            <a:r>
              <a:rPr lang="en-US" altLang="ko-KR">
                <a:latin typeface="Arial Narrow"/>
                <a:ea typeface="LG스마트체 Regular"/>
              </a:rPr>
              <a:t>+ </a:t>
            </a:r>
            <a:r>
              <a:rPr lang="ko-KR" altLang="en-US">
                <a:latin typeface="Arial Narrow"/>
                <a:ea typeface="LG스마트체 Regular"/>
              </a:rPr>
              <a:t>레진 설비 </a:t>
            </a:r>
            <a:r>
              <a:rPr lang="ko-KR" altLang="en-US" sz="900" err="1">
                <a:latin typeface="Arial Narrow"/>
                <a:ea typeface="LG스마트체 Regular"/>
                <a:cs typeface="Malgun Gothic Semilight"/>
              </a:rPr>
              <a:t>예압거리</a:t>
            </a:r>
            <a:r>
              <a:rPr lang="ko-KR" altLang="en-US" sz="900">
                <a:latin typeface="Arial Narrow"/>
                <a:ea typeface="LG스마트체 Regular"/>
                <a:cs typeface="Malgun Gothic Semilight"/>
              </a:rPr>
              <a:t> 기반 예측보정 </a:t>
            </a:r>
            <a:r>
              <a:rPr lang="en-US" altLang="ko-KR" sz="900">
                <a:latin typeface="Arial Narrow"/>
                <a:ea typeface="LG스마트체 Regular"/>
                <a:cs typeface="Malgun Gothic Semilight"/>
              </a:rPr>
              <a:t>+ </a:t>
            </a:r>
            <a:r>
              <a:rPr lang="en-US" altLang="ko-KR">
                <a:latin typeface="Arial Narrow"/>
                <a:ea typeface="LG스마트체 Regular"/>
              </a:rPr>
              <a:t>6</a:t>
            </a:r>
            <a:r>
              <a:rPr lang="ko-KR" altLang="en-US">
                <a:latin typeface="Arial Narrow"/>
                <a:ea typeface="LG스마트체 Regular"/>
              </a:rPr>
              <a:t>𝜎 기반 실시간 </a:t>
            </a:r>
            <a:r>
              <a:rPr lang="en-US" altLang="ko-KR">
                <a:latin typeface="Arial Narrow"/>
                <a:ea typeface="LG스마트체 Regular"/>
              </a:rPr>
              <a:t>Target </a:t>
            </a:r>
            <a:r>
              <a:rPr lang="ko-KR" altLang="en-US">
                <a:latin typeface="Arial Narrow"/>
                <a:ea typeface="LG스마트체 Regular"/>
              </a:rPr>
              <a:t>자동 설정</a:t>
            </a:r>
            <a:r>
              <a:rPr lang="en-US" altLang="ko-KR">
                <a:latin typeface="Arial Narrow"/>
                <a:ea typeface="LG스마트체 Regular"/>
              </a:rPr>
              <a:t>”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- [</a:t>
            </a:r>
            <a:r>
              <a:rPr lang="ko-KR" altLang="en-US">
                <a:latin typeface="Arial Narrow"/>
                <a:ea typeface="LG스마트체 Regular"/>
              </a:rPr>
              <a:t>이슈대응</a:t>
            </a:r>
            <a:r>
              <a:rPr lang="en-US" altLang="ko-KR">
                <a:latin typeface="Arial Narrow"/>
                <a:ea typeface="LG스마트체 Regular"/>
              </a:rPr>
              <a:t>] MI Pack#1 </a:t>
            </a:r>
            <a:r>
              <a:rPr lang="ko-KR" altLang="en-US">
                <a:latin typeface="Arial Narrow"/>
                <a:ea typeface="LG스마트체 Regular"/>
              </a:rPr>
              <a:t>자동보정 관련</a:t>
            </a:r>
            <a:r>
              <a:rPr lang="en-US" altLang="ko-KR">
                <a:latin typeface="Arial Narrow"/>
                <a:ea typeface="LG스마트체 Regular"/>
              </a:rPr>
              <a:t>                                                        </a:t>
            </a:r>
          </a:p>
          <a:p>
            <a:r>
              <a:rPr lang="en-US" altLang="ko-KR">
                <a:latin typeface="Arial Narrow"/>
                <a:ea typeface="LG스마트체 Regular"/>
              </a:rPr>
              <a:t>       </a:t>
            </a:r>
            <a:r>
              <a:rPr lang="ko-KR" altLang="en-US">
                <a:latin typeface="Arial Narrow"/>
                <a:ea typeface="LG스마트체 Regular"/>
              </a:rPr>
              <a:t>① </a:t>
            </a:r>
            <a:r>
              <a:rPr lang="en-US" altLang="ko-KR">
                <a:latin typeface="Arial Narrow"/>
                <a:ea typeface="LG스마트체 Regular"/>
              </a:rPr>
              <a:t>VISION </a:t>
            </a:r>
            <a:r>
              <a:rPr lang="ko-KR" altLang="en-US">
                <a:latin typeface="Arial Narrow"/>
                <a:ea typeface="LG스마트체 Regular"/>
              </a:rPr>
              <a:t>데이터 </a:t>
            </a:r>
            <a:r>
              <a:rPr lang="ko-KR" altLang="en-US" err="1">
                <a:latin typeface="Arial Narrow"/>
                <a:ea typeface="LG스마트체 Regular"/>
              </a:rPr>
              <a:t>미수집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        </a:t>
            </a:r>
            <a:r>
              <a:rPr lang="ko-KR" altLang="en-US">
                <a:latin typeface="Arial Narrow"/>
                <a:ea typeface="LG스마트체 Regular"/>
              </a:rPr>
              <a:t>문제 </a:t>
            </a:r>
            <a:r>
              <a:rPr lang="en-US" altLang="ko-KR">
                <a:latin typeface="Arial Narrow"/>
                <a:ea typeface="LG스마트체 Regular"/>
              </a:rPr>
              <a:t>: VISION </a:t>
            </a:r>
            <a:r>
              <a:rPr lang="ko-KR" altLang="en-US">
                <a:latin typeface="Arial Narrow"/>
                <a:ea typeface="LG스마트체 Regular"/>
              </a:rPr>
              <a:t>업데이트</a:t>
            </a:r>
            <a:r>
              <a:rPr lang="en-US" altLang="ko-KR">
                <a:latin typeface="Arial Narrow"/>
                <a:ea typeface="LG스마트체 Regular"/>
              </a:rPr>
              <a:t>(8/1) </a:t>
            </a:r>
            <a:r>
              <a:rPr lang="ko-KR" altLang="en-US">
                <a:latin typeface="Arial Narrow"/>
                <a:ea typeface="LG스마트체 Regular"/>
              </a:rPr>
              <a:t>이후 </a:t>
            </a:r>
            <a:r>
              <a:rPr lang="en-US" altLang="ko-KR">
                <a:latin typeface="Arial Narrow"/>
                <a:ea typeface="LG스마트체 Regular"/>
              </a:rPr>
              <a:t>VISION </a:t>
            </a:r>
            <a:r>
              <a:rPr lang="ko-KR" altLang="en-US">
                <a:latin typeface="Arial Narrow"/>
                <a:ea typeface="LG스마트체 Regular"/>
              </a:rPr>
              <a:t>측정값이 상위</a:t>
            </a:r>
            <a:r>
              <a:rPr lang="en-US" altLang="ko-KR">
                <a:latin typeface="Arial Narrow"/>
                <a:ea typeface="LG스마트체 Regular"/>
              </a:rPr>
              <a:t>(SPC+, APC) </a:t>
            </a:r>
            <a:r>
              <a:rPr lang="ko-KR" altLang="en-US">
                <a:latin typeface="Arial Narrow"/>
                <a:ea typeface="LG스마트체 Regular"/>
              </a:rPr>
              <a:t>로 수집되지 않는 현상 존재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        </a:t>
            </a:r>
            <a:r>
              <a:rPr lang="ko-KR" altLang="en-US">
                <a:latin typeface="Arial Narrow"/>
                <a:ea typeface="LG스마트체 Regular"/>
              </a:rPr>
              <a:t>조치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r>
              <a:rPr lang="ko-KR" altLang="en-US">
                <a:latin typeface="Arial Narrow"/>
                <a:ea typeface="LG스마트체 Regular"/>
              </a:rPr>
              <a:t>법인에 </a:t>
            </a:r>
            <a:r>
              <a:rPr lang="en-US" altLang="ko-KR">
                <a:latin typeface="Arial Narrow"/>
                <a:ea typeface="LG스마트체 Regular"/>
              </a:rPr>
              <a:t>VISION </a:t>
            </a:r>
            <a:r>
              <a:rPr lang="ko-KR" altLang="en-US">
                <a:latin typeface="Arial Narrow"/>
                <a:ea typeface="LG스마트체 Regular"/>
              </a:rPr>
              <a:t>문제 현상 공유 및 조치 요청 </a:t>
            </a:r>
            <a:r>
              <a:rPr lang="en-US" altLang="ko-KR">
                <a:latin typeface="Arial Narrow"/>
                <a:ea typeface="LG스마트체 Regular"/>
              </a:rPr>
              <a:t>(8/3) </a:t>
            </a:r>
            <a:r>
              <a:rPr lang="ko-KR" altLang="en-US">
                <a:latin typeface="Arial Narrow"/>
                <a:ea typeface="LG스마트체 Regular"/>
              </a:rPr>
              <a:t>→ </a:t>
            </a:r>
            <a:r>
              <a:rPr lang="en-US" altLang="ko-KR">
                <a:latin typeface="Arial Narrow"/>
                <a:ea typeface="LG스마트체 Regular"/>
              </a:rPr>
              <a:t>Vision </a:t>
            </a:r>
            <a:r>
              <a:rPr lang="ko-KR" altLang="en-US" err="1">
                <a:latin typeface="Arial Narrow"/>
                <a:ea typeface="LG스마트체 Regular"/>
              </a:rPr>
              <a:t>재업데이트</a:t>
            </a:r>
            <a:r>
              <a:rPr lang="ko-KR" altLang="en-US">
                <a:latin typeface="Arial Narrow"/>
                <a:ea typeface="LG스마트체 Regular"/>
              </a:rPr>
              <a:t> 예정 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법인에서 일정 </a:t>
            </a:r>
            <a:r>
              <a:rPr lang="ko-KR" altLang="en-US" err="1">
                <a:latin typeface="Arial Narrow"/>
                <a:ea typeface="LG스마트체 Regular"/>
              </a:rPr>
              <a:t>조율중</a:t>
            </a:r>
            <a:r>
              <a:rPr lang="en-US" altLang="ko-KR">
                <a:latin typeface="Arial Narrow"/>
                <a:ea typeface="LG스마트체 Regular"/>
              </a:rPr>
              <a:t>) </a:t>
            </a:r>
            <a:r>
              <a:rPr lang="ko-KR" altLang="en-US">
                <a:latin typeface="Arial Narrow"/>
                <a:ea typeface="LG스마트체 Regular"/>
              </a:rPr>
              <a:t>→ </a:t>
            </a:r>
            <a:r>
              <a:rPr lang="en-US" altLang="ko-KR">
                <a:latin typeface="Arial Narrow"/>
                <a:ea typeface="LG스마트체 Regular"/>
              </a:rPr>
              <a:t>Vision </a:t>
            </a:r>
            <a:r>
              <a:rPr lang="ko-KR" altLang="en-US">
                <a:latin typeface="Arial Narrow"/>
                <a:ea typeface="LG스마트체 Regular"/>
              </a:rPr>
              <a:t>업데이트 </a:t>
            </a:r>
            <a:r>
              <a:rPr lang="en-US" altLang="ko-KR">
                <a:latin typeface="Arial Narrow"/>
                <a:ea typeface="LG스마트체 Regular"/>
              </a:rPr>
              <a:t>/</a:t>
            </a:r>
            <a:r>
              <a:rPr lang="ko-KR" altLang="en-US">
                <a:latin typeface="Arial Narrow"/>
                <a:ea typeface="LG스마트체 Regular"/>
              </a:rPr>
              <a:t> 데이터 검증 </a:t>
            </a:r>
            <a:r>
              <a:rPr lang="en-US" altLang="ko-KR">
                <a:latin typeface="Arial Narrow"/>
                <a:ea typeface="LG스마트체 Regular"/>
              </a:rPr>
              <a:t>(8/14, </a:t>
            </a:r>
            <a:r>
              <a:rPr lang="ko-KR" altLang="en-US">
                <a:latin typeface="Arial Narrow"/>
                <a:ea typeface="LG스마트체 Regular"/>
              </a:rPr>
              <a:t>완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   </a:t>
            </a:r>
            <a:r>
              <a:rPr lang="ko-KR" altLang="en-US">
                <a:latin typeface="Arial Narrow"/>
                <a:ea typeface="LG스마트체 Regular"/>
              </a:rPr>
              <a:t>② </a:t>
            </a:r>
            <a:r>
              <a:rPr lang="en-US" altLang="ko-KR">
                <a:latin typeface="Arial Narrow"/>
                <a:ea typeface="LG스마트체 Regular"/>
              </a:rPr>
              <a:t>Resin SW </a:t>
            </a:r>
            <a:r>
              <a:rPr lang="ko-KR" altLang="en-US" err="1">
                <a:latin typeface="Arial Narrow"/>
                <a:ea typeface="LG스마트체 Regular"/>
              </a:rPr>
              <a:t>자동보정값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‘</a:t>
            </a:r>
            <a:r>
              <a:rPr lang="ko-KR" altLang="en-US">
                <a:latin typeface="Arial Narrow"/>
                <a:ea typeface="LG스마트체 Regular"/>
              </a:rPr>
              <a:t>미</a:t>
            </a:r>
            <a:r>
              <a:rPr lang="en-US" altLang="ko-KR">
                <a:latin typeface="Arial Narrow"/>
                <a:ea typeface="LG스마트체 Regular"/>
              </a:rPr>
              <a:t>’</a:t>
            </a:r>
            <a:r>
              <a:rPr lang="ko-KR" altLang="en-US">
                <a:latin typeface="Arial Narrow"/>
                <a:ea typeface="LG스마트체 Regular"/>
              </a:rPr>
              <a:t>적용 현상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        </a:t>
            </a:r>
            <a:r>
              <a:rPr lang="ko-KR" altLang="en-US">
                <a:latin typeface="Arial Narrow"/>
                <a:ea typeface="LG스마트체 Regular"/>
              </a:rPr>
              <a:t>문제 </a:t>
            </a:r>
            <a:r>
              <a:rPr lang="en-US" altLang="ko-KR">
                <a:latin typeface="Arial Narrow"/>
                <a:ea typeface="LG스마트체 Regular"/>
              </a:rPr>
              <a:t>: RESIN SW</a:t>
            </a:r>
            <a:r>
              <a:rPr lang="ko-KR" altLang="en-US">
                <a:latin typeface="Arial Narrow"/>
                <a:ea typeface="LG스마트체 Regular"/>
              </a:rPr>
              <a:t>가 </a:t>
            </a:r>
            <a:r>
              <a:rPr lang="ko-KR" altLang="en-US" err="1">
                <a:latin typeface="Arial Narrow"/>
                <a:ea typeface="LG스마트체 Regular"/>
              </a:rPr>
              <a:t>자동보정값보다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Flag</a:t>
            </a:r>
            <a:r>
              <a:rPr lang="ko-KR" altLang="en-US">
                <a:latin typeface="Arial Narrow"/>
                <a:ea typeface="LG스마트체 Regular"/>
              </a:rPr>
              <a:t>를 먼저 </a:t>
            </a:r>
            <a:r>
              <a:rPr lang="en-US" altLang="ko-KR">
                <a:latin typeface="Arial Narrow"/>
                <a:ea typeface="LG스마트체 Regular"/>
              </a:rPr>
              <a:t>Read</a:t>
            </a:r>
            <a:r>
              <a:rPr lang="ko-KR" altLang="en-US">
                <a:latin typeface="Arial Narrow"/>
                <a:ea typeface="LG스마트체 Regular"/>
              </a:rPr>
              <a:t>하여 </a:t>
            </a:r>
            <a:r>
              <a:rPr lang="ko-KR" altLang="en-US" err="1">
                <a:latin typeface="Arial Narrow"/>
                <a:ea typeface="LG스마트체 Regular"/>
              </a:rPr>
              <a:t>보정값이</a:t>
            </a:r>
            <a:r>
              <a:rPr lang="ko-KR" altLang="en-US">
                <a:latin typeface="Arial Narrow"/>
                <a:ea typeface="LG스마트체 Regular"/>
              </a:rPr>
              <a:t> 반영되지 않음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ko-KR" altLang="en-US">
                <a:latin typeface="Arial Narrow"/>
                <a:ea typeface="LG스마트체 Regular"/>
              </a:rPr>
              <a:t>            조치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r>
              <a:rPr lang="ko-KR" altLang="en-US" err="1">
                <a:latin typeface="Arial Narrow"/>
                <a:ea typeface="LG스마트체 Regular"/>
              </a:rPr>
              <a:t>자동보정값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Write ~</a:t>
            </a:r>
            <a:r>
              <a:rPr lang="ko-KR" altLang="en-US">
                <a:latin typeface="Arial Narrow"/>
                <a:ea typeface="LG스마트체 Regular"/>
              </a:rPr>
              <a:t> 자동보정</a:t>
            </a:r>
            <a:r>
              <a:rPr lang="en-US" altLang="ko-KR">
                <a:latin typeface="Arial Narrow"/>
                <a:ea typeface="LG스마트체 Regular"/>
              </a:rPr>
              <a:t>Flag Write </a:t>
            </a:r>
            <a:r>
              <a:rPr lang="ko-KR" altLang="en-US">
                <a:latin typeface="Arial Narrow"/>
                <a:ea typeface="LG스마트체 Regular"/>
              </a:rPr>
              <a:t>사이의 간격을 </a:t>
            </a:r>
            <a:r>
              <a:rPr lang="en-US" altLang="ko-KR">
                <a:latin typeface="Arial Narrow"/>
                <a:ea typeface="LG스마트체 Regular"/>
              </a:rPr>
              <a:t>0.5s</a:t>
            </a:r>
            <a:r>
              <a:rPr lang="ko-KR" altLang="en-US">
                <a:latin typeface="Arial Narrow"/>
                <a:ea typeface="LG스마트체 Regular"/>
              </a:rPr>
              <a:t>에서 </a:t>
            </a:r>
            <a:r>
              <a:rPr lang="en-US" altLang="ko-KR">
                <a:latin typeface="Arial Narrow"/>
                <a:ea typeface="LG스마트체 Regular"/>
              </a:rPr>
              <a:t>1.5s</a:t>
            </a:r>
            <a:r>
              <a:rPr lang="ko-KR" altLang="en-US">
                <a:latin typeface="Arial Narrow"/>
                <a:ea typeface="LG스마트체 Regular"/>
              </a:rPr>
              <a:t>로 변경하여 적용 </a:t>
            </a:r>
            <a:r>
              <a:rPr lang="en-US" altLang="ko-KR">
                <a:latin typeface="Arial Narrow"/>
                <a:ea typeface="LG스마트체 Regular"/>
              </a:rPr>
              <a:t>(7/29) </a:t>
            </a:r>
            <a:r>
              <a:rPr lang="ko-KR" altLang="en-US">
                <a:latin typeface="Arial Narrow"/>
                <a:ea typeface="LG스마트체 Regular"/>
              </a:rPr>
              <a:t>→ 현상 제거 검증 </a:t>
            </a:r>
            <a:r>
              <a:rPr lang="en-US" altLang="ko-KR">
                <a:latin typeface="Arial Narrow"/>
                <a:ea typeface="LG스마트체 Regular"/>
              </a:rPr>
              <a:t>(8/19, </a:t>
            </a:r>
            <a:r>
              <a:rPr lang="ko-KR" altLang="en-US">
                <a:latin typeface="Arial Narrow"/>
                <a:ea typeface="LG스마트체 Regular"/>
              </a:rPr>
              <a:t>완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  <a:t>       </a:t>
            </a:r>
            <a:r>
              <a:rPr lang="ko-KR" altLang="en-US">
                <a:solidFill>
                  <a:srgbClr val="0000FF"/>
                </a:solidFill>
                <a:latin typeface="Arial Narrow"/>
                <a:ea typeface="LG스마트체 Regular"/>
              </a:rPr>
              <a:t>③ </a:t>
            </a:r>
            <a: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  <a:t>Resin SW </a:t>
            </a:r>
            <a:r>
              <a:rPr lang="ko-KR" altLang="en-US" err="1">
                <a:solidFill>
                  <a:srgbClr val="0000FF"/>
                </a:solidFill>
                <a:latin typeface="Arial Narrow"/>
                <a:ea typeface="LG스마트체 Regular"/>
              </a:rPr>
              <a:t>자동보정값</a:t>
            </a:r>
            <a:r>
              <a:rPr lang="ko-KR" altLang="en-US">
                <a:solidFill>
                  <a:srgbClr val="0000FF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  <a:t>‘</a:t>
            </a:r>
            <a:r>
              <a:rPr lang="ko-KR" altLang="en-US">
                <a:solidFill>
                  <a:srgbClr val="0000FF"/>
                </a:solidFill>
                <a:latin typeface="Arial Narrow"/>
                <a:ea typeface="LG스마트체 Regular"/>
              </a:rPr>
              <a:t>중복</a:t>
            </a:r>
            <a: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  <a:t>’</a:t>
            </a:r>
            <a:r>
              <a:rPr lang="ko-KR" altLang="en-US">
                <a:solidFill>
                  <a:srgbClr val="0000FF"/>
                </a:solidFill>
                <a:latin typeface="Arial Narrow"/>
                <a:ea typeface="LG스마트체 Regular"/>
              </a:rPr>
              <a:t>적용 현상</a:t>
            </a:r>
            <a:b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        </a:t>
            </a:r>
            <a:r>
              <a:rPr lang="ko-KR" altLang="en-US">
                <a:latin typeface="Arial Narrow"/>
                <a:ea typeface="LG스마트체 Regular"/>
              </a:rPr>
              <a:t>문제 </a:t>
            </a:r>
            <a:r>
              <a:rPr lang="en-US" altLang="ko-KR">
                <a:latin typeface="Arial Narrow"/>
                <a:ea typeface="LG스마트체 Regular"/>
              </a:rPr>
              <a:t>: RESIN SW</a:t>
            </a:r>
            <a:r>
              <a:rPr lang="ko-KR" altLang="en-US">
                <a:latin typeface="Arial Narrow"/>
                <a:ea typeface="LG스마트체 Regular"/>
              </a:rPr>
              <a:t>가 반영 후 </a:t>
            </a:r>
            <a:r>
              <a:rPr lang="ko-KR" altLang="en-US" err="1">
                <a:latin typeface="Arial Narrow"/>
                <a:ea typeface="LG스마트체 Regular"/>
              </a:rPr>
              <a:t>자동보정값을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0</a:t>
            </a:r>
            <a:r>
              <a:rPr lang="ko-KR" altLang="en-US">
                <a:latin typeface="Arial Narrow"/>
                <a:ea typeface="LG스마트체 Regular"/>
              </a:rPr>
              <a:t>으로 </a:t>
            </a:r>
            <a:r>
              <a:rPr lang="en-US" altLang="ko-KR">
                <a:latin typeface="Arial Narrow"/>
                <a:ea typeface="LG스마트체 Regular"/>
              </a:rPr>
              <a:t>Reset</a:t>
            </a:r>
            <a:r>
              <a:rPr lang="ko-KR" altLang="en-US">
                <a:latin typeface="Arial Narrow"/>
                <a:ea typeface="LG스마트체 Regular"/>
              </a:rPr>
              <a:t>하는 과정에서 시퀀스 오류 존재함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        </a:t>
            </a:r>
            <a:r>
              <a:rPr lang="ko-KR" altLang="en-US">
                <a:latin typeface="Arial Narrow"/>
                <a:ea typeface="LG스마트체 Regular"/>
              </a:rPr>
              <a:t>→ </a:t>
            </a:r>
            <a:r>
              <a:rPr lang="en-US" altLang="ko-KR">
                <a:latin typeface="Arial Narrow"/>
                <a:ea typeface="LG스마트체 Regular"/>
              </a:rPr>
              <a:t>RESIN SW</a:t>
            </a:r>
            <a:r>
              <a:rPr lang="ko-KR" altLang="en-US">
                <a:latin typeface="Arial Narrow"/>
                <a:ea typeface="LG스마트체 Regular"/>
              </a:rPr>
              <a:t>내 </a:t>
            </a:r>
            <a:r>
              <a:rPr lang="ko-KR" altLang="en-US" err="1">
                <a:latin typeface="Arial Narrow"/>
                <a:ea typeface="LG스마트체 Regular"/>
              </a:rPr>
              <a:t>자동보정값</a:t>
            </a:r>
            <a:r>
              <a:rPr lang="ko-KR" altLang="en-US">
                <a:latin typeface="Arial Narrow"/>
                <a:ea typeface="LG스마트체 Regular"/>
              </a:rPr>
              <a:t> 내부 버퍼를 </a:t>
            </a:r>
            <a:r>
              <a:rPr lang="en-US" altLang="ko-KR">
                <a:latin typeface="Arial Narrow"/>
                <a:ea typeface="LG스마트체 Regular"/>
              </a:rPr>
              <a:t>0</a:t>
            </a:r>
            <a:r>
              <a:rPr lang="ko-KR" altLang="en-US">
                <a:latin typeface="Arial Narrow"/>
                <a:ea typeface="LG스마트체 Regular"/>
              </a:rPr>
              <a:t>으로 바꾸는 타이밍 수정 요청 </a:t>
            </a:r>
            <a:r>
              <a:rPr lang="en-US" altLang="ko-KR">
                <a:latin typeface="Arial Narrow"/>
                <a:ea typeface="LG스마트체 Regular"/>
              </a:rPr>
              <a:t>(Resin</a:t>
            </a:r>
            <a:r>
              <a:rPr lang="ko-KR" altLang="en-US">
                <a:latin typeface="Arial Narrow"/>
                <a:ea typeface="LG스마트체 Regular"/>
              </a:rPr>
              <a:t>업체 </a:t>
            </a:r>
            <a:r>
              <a:rPr lang="en-US" altLang="ko-KR">
                <a:latin typeface="Arial Narrow"/>
                <a:ea typeface="LG스마트체 Regular"/>
              </a:rPr>
              <a:t>DMTS </a:t>
            </a:r>
            <a:r>
              <a:rPr lang="ko-KR" altLang="en-US">
                <a:latin typeface="Arial Narrow"/>
                <a:ea typeface="LG스마트체 Regular"/>
              </a:rPr>
              <a:t>수정 </a:t>
            </a:r>
            <a:r>
              <a:rPr lang="en-US" altLang="ko-KR">
                <a:latin typeface="Arial Narrow"/>
                <a:ea typeface="LG스마트체 Regular"/>
              </a:rPr>
              <a:t>~8/21) </a:t>
            </a:r>
            <a:r>
              <a:rPr lang="ko-KR" altLang="en-US">
                <a:latin typeface="Arial Narrow"/>
                <a:ea typeface="LG스마트체 Regular"/>
              </a:rPr>
              <a:t>→ </a:t>
            </a:r>
            <a: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  <a:t>OT </a:t>
            </a:r>
            <a:r>
              <a:rPr lang="ko-KR" altLang="en-US">
                <a:solidFill>
                  <a:srgbClr val="0000FF"/>
                </a:solidFill>
                <a:latin typeface="Arial Narrow"/>
                <a:ea typeface="LG스마트체 Regular"/>
              </a:rPr>
              <a:t>법인에서 검증 진행중 </a:t>
            </a:r>
            <a: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  <a:t>(9/12~)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  <a:t>       </a:t>
            </a:r>
            <a:r>
              <a:rPr lang="ko-KR" altLang="en-US">
                <a:solidFill>
                  <a:srgbClr val="0000FF"/>
                </a:solidFill>
                <a:latin typeface="Arial Narrow"/>
                <a:ea typeface="LG스마트체 Regular"/>
              </a:rPr>
              <a:t>④</a:t>
            </a:r>
            <a: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  <a:t> Resin </a:t>
            </a:r>
            <a:r>
              <a:rPr lang="ko-KR" altLang="en-US" err="1">
                <a:solidFill>
                  <a:srgbClr val="0000FF"/>
                </a:solidFill>
                <a:latin typeface="Arial Narrow"/>
                <a:ea typeface="LG스마트체 Regular"/>
              </a:rPr>
              <a:t>예압거리</a:t>
            </a:r>
            <a:r>
              <a:rPr lang="ko-KR" altLang="en-US">
                <a:solidFill>
                  <a:srgbClr val="0000FF"/>
                </a:solidFill>
                <a:latin typeface="Arial Narrow"/>
                <a:ea typeface="LG스마트체 Regular"/>
              </a:rPr>
              <a:t> 데이터 불일치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        </a:t>
            </a:r>
            <a:r>
              <a:rPr lang="ko-KR" altLang="en-US">
                <a:latin typeface="Arial Narrow"/>
                <a:ea typeface="LG스마트체 Regular"/>
              </a:rPr>
              <a:t>문제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r>
              <a:rPr lang="ko-KR" altLang="en-US">
                <a:latin typeface="Arial Narrow"/>
                <a:ea typeface="LG스마트체 Regular"/>
              </a:rPr>
              <a:t>무게 </a:t>
            </a:r>
            <a:r>
              <a:rPr lang="ko-KR" altLang="en-US" err="1">
                <a:latin typeface="Arial Narrow"/>
                <a:ea typeface="LG스마트체 Regular"/>
              </a:rPr>
              <a:t>하한헌팅</a:t>
            </a:r>
            <a:r>
              <a:rPr lang="ko-KR" altLang="en-US">
                <a:latin typeface="Arial Narrow"/>
                <a:ea typeface="LG스마트체 Regular"/>
              </a:rPr>
              <a:t> 예측보정을 위해 수집하는 </a:t>
            </a:r>
            <a:r>
              <a:rPr lang="en-US" altLang="ko-KR">
                <a:latin typeface="Arial Narrow"/>
                <a:ea typeface="LG스마트체 Regular"/>
              </a:rPr>
              <a:t>Preload-Distance </a:t>
            </a:r>
            <a:r>
              <a:rPr lang="ko-KR" altLang="en-US">
                <a:latin typeface="Arial Narrow"/>
                <a:ea typeface="LG스마트체 Regular"/>
              </a:rPr>
              <a:t>값이 </a:t>
            </a:r>
            <a:r>
              <a:rPr lang="en-US" altLang="ko-KR">
                <a:latin typeface="Arial Narrow"/>
                <a:ea typeface="LG스마트체 Regular"/>
              </a:rPr>
              <a:t>APC</a:t>
            </a:r>
            <a:r>
              <a:rPr lang="ko-KR" altLang="en-US">
                <a:latin typeface="Arial Narrow"/>
                <a:ea typeface="LG스마트체 Regular"/>
              </a:rPr>
              <a:t>와 </a:t>
            </a:r>
            <a:r>
              <a:rPr lang="en-US" altLang="ko-KR">
                <a:latin typeface="Arial Narrow"/>
                <a:ea typeface="LG스마트체 Regular"/>
              </a:rPr>
              <a:t>MES</a:t>
            </a:r>
            <a:r>
              <a:rPr lang="ko-KR" altLang="en-US">
                <a:latin typeface="Arial Narrow"/>
                <a:ea typeface="LG스마트체 Regular"/>
              </a:rPr>
              <a:t>에서 수집하는 값이 상이함</a:t>
            </a:r>
            <a:r>
              <a:rPr lang="en-US" altLang="ko-KR">
                <a:latin typeface="Arial Narrow"/>
                <a:ea typeface="LG스마트체 Regular"/>
              </a:rPr>
              <a:t>. (</a:t>
            </a:r>
            <a:r>
              <a:rPr lang="ko-KR" altLang="en-US">
                <a:latin typeface="Arial Narrow"/>
                <a:ea typeface="LG스마트체 Regular"/>
              </a:rPr>
              <a:t>해당 값의 정합성이 의심되는 상황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        </a:t>
            </a:r>
            <a:r>
              <a:rPr lang="ko-KR" altLang="en-US">
                <a:latin typeface="Arial Narrow"/>
                <a:ea typeface="LG스마트체 Regular"/>
              </a:rPr>
              <a:t>조치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r>
              <a:rPr lang="ko-KR" altLang="en-US">
                <a:latin typeface="Arial Narrow"/>
                <a:ea typeface="LG스마트체 Regular"/>
              </a:rPr>
              <a:t>분석 현상 정리하여 확인 요청 </a:t>
            </a:r>
            <a:r>
              <a:rPr lang="en-US" altLang="ko-KR">
                <a:latin typeface="Arial Narrow"/>
                <a:ea typeface="LG스마트체 Regular"/>
              </a:rPr>
              <a:t>(8/3) </a:t>
            </a:r>
            <a:r>
              <a:rPr lang="ko-KR" altLang="en-US">
                <a:latin typeface="Arial Narrow"/>
                <a:ea typeface="LG스마트체 Regular"/>
              </a:rPr>
              <a:t>→ </a:t>
            </a:r>
            <a:r>
              <a:rPr lang="en-US" altLang="ko-KR">
                <a:latin typeface="Arial Narrow"/>
                <a:ea typeface="LG스마트체 Regular"/>
              </a:rPr>
              <a:t>Resin SW </a:t>
            </a:r>
            <a:r>
              <a:rPr lang="ko-KR" altLang="en-US">
                <a:latin typeface="Arial Narrow"/>
                <a:ea typeface="LG스마트체 Regular"/>
              </a:rPr>
              <a:t>수정 </a:t>
            </a:r>
            <a:r>
              <a:rPr lang="en-US" altLang="ko-KR">
                <a:latin typeface="Arial Narrow"/>
                <a:ea typeface="LG스마트체 Regular"/>
              </a:rPr>
              <a:t>(~8/21) </a:t>
            </a:r>
            <a:r>
              <a:rPr lang="ko-KR" altLang="en-US">
                <a:latin typeface="Arial Narrow"/>
                <a:ea typeface="LG스마트체 Regular"/>
              </a:rPr>
              <a:t>→ </a:t>
            </a:r>
            <a: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  <a:t>OT </a:t>
            </a:r>
            <a:r>
              <a:rPr lang="ko-KR" altLang="en-US">
                <a:solidFill>
                  <a:srgbClr val="0000FF"/>
                </a:solidFill>
                <a:latin typeface="Arial Narrow"/>
                <a:ea typeface="LG스마트체 Regular"/>
              </a:rPr>
              <a:t>법인에서 검증 진행중 </a:t>
            </a:r>
            <a:r>
              <a:rPr lang="en-US" altLang="ko-KR">
                <a:solidFill>
                  <a:srgbClr val="0000FF"/>
                </a:solidFill>
                <a:latin typeface="Arial Narrow"/>
                <a:ea typeface="LG스마트체 Regular"/>
              </a:rPr>
              <a:t>(9/12~)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        (※ Resin SW</a:t>
            </a:r>
            <a:r>
              <a:rPr lang="ko-KR" altLang="en-US">
                <a:latin typeface="Arial Narrow"/>
                <a:ea typeface="LG스마트체 Regular"/>
              </a:rPr>
              <a:t>는 현장 업데이트만 가능하여</a:t>
            </a:r>
            <a:r>
              <a:rPr lang="en-US" altLang="ko-KR">
                <a:latin typeface="Arial Narrow"/>
                <a:ea typeface="LG스마트체 Regular"/>
              </a:rPr>
              <a:t>, DMTS </a:t>
            </a:r>
            <a:r>
              <a:rPr lang="ko-KR" altLang="en-US">
                <a:latin typeface="Arial Narrow"/>
                <a:ea typeface="LG스마트체 Regular"/>
              </a:rPr>
              <a:t>출장자 또는 현지 </a:t>
            </a:r>
            <a:r>
              <a:rPr lang="ko-KR" altLang="en-US" err="1">
                <a:latin typeface="Arial Narrow"/>
                <a:ea typeface="LG스마트체 Regular"/>
              </a:rPr>
              <a:t>테크니션이</a:t>
            </a:r>
            <a:r>
              <a:rPr lang="ko-KR" altLang="en-US">
                <a:latin typeface="Arial Narrow"/>
                <a:ea typeface="LG스마트체 Regular"/>
              </a:rPr>
              <a:t> 수정본을 전달받아 </a:t>
            </a:r>
            <a:r>
              <a:rPr lang="en-US" altLang="ko-KR">
                <a:latin typeface="Arial Narrow"/>
                <a:ea typeface="LG스마트체 Regular"/>
              </a:rPr>
              <a:t>USB</a:t>
            </a:r>
            <a:r>
              <a:rPr lang="ko-KR" altLang="en-US">
                <a:latin typeface="Arial Narrow"/>
                <a:ea typeface="LG스마트체 Regular"/>
              </a:rPr>
              <a:t>로 업데이트 하는 과정이 필요함</a:t>
            </a:r>
            <a:r>
              <a:rPr lang="en-US" altLang="ko-KR">
                <a:latin typeface="Arial Narrow"/>
                <a:ea typeface="LG스마트체 Regular"/>
              </a:rPr>
              <a:t>.)</a:t>
            </a:r>
          </a:p>
        </p:txBody>
      </p:sp>
      <p:sp>
        <p:nvSpPr>
          <p:cNvPr id="55" name="텍스트 개체 틀 54">
            <a:extLst>
              <a:ext uri="{FF2B5EF4-FFF2-40B4-BE49-F238E27FC236}">
                <a16:creationId xmlns:a16="http://schemas.microsoft.com/office/drawing/2014/main" id="{EE0D0D68-9BC1-CCA6-42A7-5E02A0F9F03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자동보정선행개발팀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5AA7477-70AD-14D9-10D7-7077E3CA50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CTP(Cell to Pack)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pc="-1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도포 자동보정을 통한 레진 무게 산포</a:t>
            </a:r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소모량 최적화 </a:t>
            </a:r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(1/4)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EE0B59-5A69-39CF-C375-4160042376A5}"/>
              </a:ext>
            </a:extLst>
          </p:cNvPr>
          <p:cNvSpPr txBox="1"/>
          <p:nvPr/>
        </p:nvSpPr>
        <p:spPr>
          <a:xfrm>
            <a:off x="2395891" y="1186001"/>
            <a:ext cx="6314920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RESIN</a:t>
            </a:r>
            <a:r>
              <a:rPr lang="ko-KR" altLang="en-US" sz="900">
                <a:solidFill>
                  <a:srgbClr val="0000FF"/>
                </a:solidFill>
                <a:latin typeface="+mn-ea"/>
                <a:cs typeface="+mn-lt"/>
              </a:rPr>
              <a:t> </a:t>
            </a:r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SW</a:t>
            </a:r>
            <a:r>
              <a:rPr lang="ko-KR" altLang="en-US" sz="900">
                <a:solidFill>
                  <a:srgbClr val="0000FF"/>
                </a:solidFill>
                <a:latin typeface="+mn-ea"/>
                <a:cs typeface="+mn-lt"/>
              </a:rPr>
              <a:t> 오류</a:t>
            </a:r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(</a:t>
            </a:r>
            <a:r>
              <a:rPr lang="ko-KR" altLang="en-US" sz="900">
                <a:solidFill>
                  <a:srgbClr val="0000FF"/>
                </a:solidFill>
                <a:latin typeface="+mn-ea"/>
                <a:cs typeface="+mn-lt"/>
              </a:rPr>
              <a:t>자동보정 중복 적용</a:t>
            </a:r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, </a:t>
            </a:r>
            <a:r>
              <a:rPr lang="ko-KR" altLang="en-US" sz="900" err="1">
                <a:solidFill>
                  <a:srgbClr val="0000FF"/>
                </a:solidFill>
                <a:latin typeface="+mn-ea"/>
                <a:cs typeface="+mn-lt"/>
              </a:rPr>
              <a:t>예압거리</a:t>
            </a:r>
            <a:r>
              <a:rPr lang="ko-KR" altLang="en-US" sz="900">
                <a:solidFill>
                  <a:srgbClr val="0000FF"/>
                </a:solidFill>
                <a:latin typeface="+mn-ea"/>
                <a:cs typeface="+mn-lt"/>
              </a:rPr>
              <a:t> 데이터 불일치</a:t>
            </a:r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) </a:t>
            </a:r>
            <a:r>
              <a:rPr lang="ko-KR" altLang="en-US" sz="900">
                <a:solidFill>
                  <a:srgbClr val="0000FF"/>
                </a:solidFill>
                <a:latin typeface="+mn-ea"/>
                <a:cs typeface="+mn-lt"/>
              </a:rPr>
              <a:t>개선 목적</a:t>
            </a:r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, OT</a:t>
            </a:r>
            <a:r>
              <a:rPr lang="ko-KR" altLang="en-US" sz="900">
                <a:solidFill>
                  <a:srgbClr val="0000FF"/>
                </a:solidFill>
                <a:latin typeface="+mn-ea"/>
                <a:cs typeface="+mn-lt"/>
              </a:rPr>
              <a:t>법인 </a:t>
            </a:r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RESIN SW </a:t>
            </a:r>
            <a:r>
              <a:rPr lang="ko-KR" altLang="en-US" sz="900">
                <a:solidFill>
                  <a:srgbClr val="0000FF"/>
                </a:solidFill>
                <a:latin typeface="+mn-ea"/>
                <a:cs typeface="+mn-lt"/>
              </a:rPr>
              <a:t>업데이트</a:t>
            </a:r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(9/12) </a:t>
            </a:r>
            <a:r>
              <a:rPr lang="ko-KR" altLang="en-US" sz="900">
                <a:solidFill>
                  <a:srgbClr val="0000FF"/>
                </a:solidFill>
                <a:latin typeface="+mn-ea"/>
                <a:cs typeface="+mn-lt"/>
              </a:rPr>
              <a:t>후 </a:t>
            </a:r>
            <a:r>
              <a:rPr lang="ko-KR" altLang="en-US" sz="900" err="1">
                <a:solidFill>
                  <a:srgbClr val="0000FF"/>
                </a:solidFill>
                <a:latin typeface="+mn-ea"/>
                <a:cs typeface="+mn-lt"/>
              </a:rPr>
              <a:t>분석중입니다</a:t>
            </a:r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.(~9/17)</a:t>
            </a:r>
          </a:p>
          <a:p>
            <a:r>
              <a:rPr lang="ko-KR" altLang="en-US" sz="900">
                <a:solidFill>
                  <a:srgbClr val="0000FF"/>
                </a:solidFill>
                <a:latin typeface="+mn-ea"/>
                <a:cs typeface="+mn-lt"/>
              </a:rPr>
              <a:t>공정기술팀 요청으로 </a:t>
            </a:r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WA #27(Ford V710) / #CMA2(EV2020) / MI #1(Toyota) </a:t>
            </a:r>
            <a:r>
              <a:rPr lang="ko-KR" altLang="en-US" sz="900">
                <a:solidFill>
                  <a:srgbClr val="0000FF"/>
                </a:solidFill>
                <a:latin typeface="+mn-ea"/>
                <a:cs typeface="+mn-lt"/>
              </a:rPr>
              <a:t>샘플 생산 모니터링 및 데이터 분석 지원중입니다</a:t>
            </a:r>
            <a:r>
              <a:rPr lang="en-US" altLang="ko-KR" sz="900">
                <a:solidFill>
                  <a:srgbClr val="0000FF"/>
                </a:solidFill>
                <a:latin typeface="+mn-ea"/>
                <a:cs typeface="+mn-lt"/>
              </a:rPr>
              <a:t>.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DD3B78D-E4C7-C8E6-AC43-1943AD40F45A}"/>
              </a:ext>
            </a:extLst>
          </p:cNvPr>
          <p:cNvCxnSpPr>
            <a:cxnSpLocks/>
          </p:cNvCxnSpPr>
          <p:nvPr/>
        </p:nvCxnSpPr>
        <p:spPr>
          <a:xfrm>
            <a:off x="2764076" y="3565137"/>
            <a:ext cx="56388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F8998C5-72C5-4E34-8219-6EB23AC0EED5}"/>
              </a:ext>
            </a:extLst>
          </p:cNvPr>
          <p:cNvCxnSpPr/>
          <p:nvPr/>
        </p:nvCxnSpPr>
        <p:spPr>
          <a:xfrm>
            <a:off x="2885996" y="3484137"/>
            <a:ext cx="0" cy="180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49">
            <a:extLst>
              <a:ext uri="{FF2B5EF4-FFF2-40B4-BE49-F238E27FC236}">
                <a16:creationId xmlns:a16="http://schemas.microsoft.com/office/drawing/2014/main" id="{21D29988-3C97-EA94-D5AA-E676039F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536" y="3353761"/>
            <a:ext cx="20999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’26.1</a:t>
            </a:r>
          </a:p>
        </p:txBody>
      </p:sp>
      <p:sp>
        <p:nvSpPr>
          <p:cNvPr id="16" name="TextBox 49">
            <a:extLst>
              <a:ext uri="{FF2B5EF4-FFF2-40B4-BE49-F238E27FC236}">
                <a16:creationId xmlns:a16="http://schemas.microsoft.com/office/drawing/2014/main" id="{D73C9C2E-01E9-A9AB-6F78-5C048E68F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1893" y="3353761"/>
            <a:ext cx="20999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’26.2</a:t>
            </a:r>
          </a:p>
        </p:txBody>
      </p:sp>
      <p:sp>
        <p:nvSpPr>
          <p:cNvPr id="17" name="TextBox 56">
            <a:extLst>
              <a:ext uri="{FF2B5EF4-FFF2-40B4-BE49-F238E27FC236}">
                <a16:creationId xmlns:a16="http://schemas.microsoft.com/office/drawing/2014/main" id="{B413EF2D-3505-9553-747C-58258DF49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5749" y="4255132"/>
            <a:ext cx="65" cy="115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fontAlgn="base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9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8" name="직선 연결선 16">
            <a:extLst>
              <a:ext uri="{FF2B5EF4-FFF2-40B4-BE49-F238E27FC236}">
                <a16:creationId xmlns:a16="http://schemas.microsoft.com/office/drawing/2014/main" id="{1094F875-9CD2-8001-8591-F7F294187013}"/>
              </a:ext>
            </a:extLst>
          </p:cNvPr>
          <p:cNvCxnSpPr>
            <a:cxnSpLocks/>
          </p:cNvCxnSpPr>
          <p:nvPr/>
        </p:nvCxnSpPr>
        <p:spPr>
          <a:xfrm>
            <a:off x="4220928" y="3484136"/>
            <a:ext cx="0" cy="180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467104F3-14AD-3A1F-59D4-92A8196584AD}"/>
              </a:ext>
            </a:extLst>
          </p:cNvPr>
          <p:cNvSpPr/>
          <p:nvPr/>
        </p:nvSpPr>
        <p:spPr bwMode="auto">
          <a:xfrm flipV="1">
            <a:off x="8347751" y="3450757"/>
            <a:ext cx="112613" cy="10795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Box 56">
            <a:extLst>
              <a:ext uri="{FF2B5EF4-FFF2-40B4-BE49-F238E27FC236}">
                <a16:creationId xmlns:a16="http://schemas.microsoft.com/office/drawing/2014/main" id="{A7A20946-57FD-8273-1539-E5CEDE9A1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01" y="3678443"/>
            <a:ext cx="218753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특성</a:t>
            </a:r>
            <a:r>
              <a:rPr lang="en-US" altLang="ko-KR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CTQ-CTP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상관관계 분석</a:t>
            </a:r>
            <a:endParaRPr lang="en-US" altLang="ko-KR" sz="7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l"/>
            <a:r>
              <a:rPr lang="en-US" altLang="ko-KR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 2. 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변동성 원인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인자 도출</a:t>
            </a:r>
            <a:endParaRPr lang="en-US" altLang="ko-KR" sz="700" b="0" i="0">
              <a:solidFill>
                <a:srgbClr val="000000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TextBox 56">
            <a:extLst>
              <a:ext uri="{FF2B5EF4-FFF2-40B4-BE49-F238E27FC236}">
                <a16:creationId xmlns:a16="http://schemas.microsoft.com/office/drawing/2014/main" id="{C4B48166-EBE7-D737-3B1E-D0F0C4B0C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633" y="3678443"/>
            <a:ext cx="128533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변동 원인 고려한 로직 설계</a:t>
            </a:r>
            <a:endParaRPr lang="en-US" altLang="ko-KR" sz="700" b="0" i="0">
              <a:solidFill>
                <a:srgbClr val="000000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l"/>
            <a:r>
              <a:rPr lang="en-US" altLang="ko-KR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2. </a:t>
            </a:r>
            <a:r>
              <a:rPr lang="ko-KR" altLang="en-US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대상 설비 </a:t>
            </a:r>
            <a:r>
              <a:rPr lang="en-US" altLang="ko-KR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PLC/HMI</a:t>
            </a:r>
            <a:r>
              <a:rPr lang="ko-KR" altLang="en-US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검토</a:t>
            </a:r>
            <a:endParaRPr lang="en-US" altLang="ko-KR" sz="7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D5D2D2B3-0655-1F15-BD88-E7A7E2E8D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044" y="3353761"/>
            <a:ext cx="31739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’26.</a:t>
            </a:r>
            <a:r>
              <a:rPr kumimoji="1" lang="en-US" altLang="ko-KR" sz="9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3~4</a:t>
            </a:r>
            <a:endParaRPr kumimoji="1" lang="en-US" altLang="ko-KR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TextBox 56">
            <a:extLst>
              <a:ext uri="{FF2B5EF4-FFF2-40B4-BE49-F238E27FC236}">
                <a16:creationId xmlns:a16="http://schemas.microsoft.com/office/drawing/2014/main" id="{15E66127-1353-F161-36E3-DAEA0F8B5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900" y="4255132"/>
            <a:ext cx="65" cy="115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fontAlgn="base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9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2" name="직선 연결선 16">
            <a:extLst>
              <a:ext uri="{FF2B5EF4-FFF2-40B4-BE49-F238E27FC236}">
                <a16:creationId xmlns:a16="http://schemas.microsoft.com/office/drawing/2014/main" id="{B6E4B62D-9553-9848-7078-ED928B800104}"/>
              </a:ext>
            </a:extLst>
          </p:cNvPr>
          <p:cNvCxnSpPr>
            <a:cxnSpLocks/>
          </p:cNvCxnSpPr>
          <p:nvPr/>
        </p:nvCxnSpPr>
        <p:spPr>
          <a:xfrm>
            <a:off x="5602079" y="3484136"/>
            <a:ext cx="0" cy="180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56">
            <a:extLst>
              <a:ext uri="{FF2B5EF4-FFF2-40B4-BE49-F238E27FC236}">
                <a16:creationId xmlns:a16="http://schemas.microsoft.com/office/drawing/2014/main" id="{D7BFC91C-8E14-3742-A9AE-11216F319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7784" y="3678443"/>
            <a:ext cx="128533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en-US" altLang="ko-KR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APC, PLC </a:t>
            </a:r>
            <a:r>
              <a:rPr lang="ko-KR" altLang="en-US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환경 구축</a:t>
            </a:r>
            <a:endParaRPr lang="en-US" altLang="ko-KR" sz="700" b="0" i="0">
              <a:solidFill>
                <a:srgbClr val="000000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l"/>
            <a:r>
              <a:rPr lang="en-US" altLang="ko-KR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2. 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 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SW 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endParaRPr lang="en-US" altLang="ko-KR" sz="7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TextBox 49">
            <a:extLst>
              <a:ext uri="{FF2B5EF4-FFF2-40B4-BE49-F238E27FC236}">
                <a16:creationId xmlns:a16="http://schemas.microsoft.com/office/drawing/2014/main" id="{FEA251F0-0A8E-5583-B827-810A091D0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5803" y="3353761"/>
            <a:ext cx="20999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’26.</a:t>
            </a:r>
            <a:r>
              <a:rPr kumimoji="1" lang="en-US" altLang="ko-KR" sz="9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endParaRPr kumimoji="1" lang="en-US" altLang="ko-KR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TextBox 56">
            <a:extLst>
              <a:ext uri="{FF2B5EF4-FFF2-40B4-BE49-F238E27FC236}">
                <a16:creationId xmlns:a16="http://schemas.microsoft.com/office/drawing/2014/main" id="{C6D6C042-D7B0-A423-3C04-BC646C725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4017" y="4255132"/>
            <a:ext cx="65" cy="115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fontAlgn="base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9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6" name="직선 연결선 16">
            <a:extLst>
              <a:ext uri="{FF2B5EF4-FFF2-40B4-BE49-F238E27FC236}">
                <a16:creationId xmlns:a16="http://schemas.microsoft.com/office/drawing/2014/main" id="{7BB29B76-B965-ED82-F422-814CC2F20AF8}"/>
              </a:ext>
            </a:extLst>
          </p:cNvPr>
          <p:cNvCxnSpPr>
            <a:cxnSpLocks/>
          </p:cNvCxnSpPr>
          <p:nvPr/>
        </p:nvCxnSpPr>
        <p:spPr>
          <a:xfrm>
            <a:off x="6944838" y="3484136"/>
            <a:ext cx="0" cy="180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56">
            <a:extLst>
              <a:ext uri="{FF2B5EF4-FFF2-40B4-BE49-F238E27FC236}">
                <a16:creationId xmlns:a16="http://schemas.microsoft.com/office/drawing/2014/main" id="{6A75C9A8-9E8A-B6F0-06DC-AFF94CE56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0543" y="3678443"/>
            <a:ext cx="128533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1. APC 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</a:t>
            </a:r>
            <a:endParaRPr lang="en-US" altLang="ko-KR" sz="700" b="0" i="0">
              <a:solidFill>
                <a:srgbClr val="000000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l"/>
            <a:r>
              <a:rPr lang="en-US" altLang="ko-KR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2. </a:t>
            </a:r>
            <a:r>
              <a:rPr lang="ko-KR" altLang="en-US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양산 적용</a:t>
            </a:r>
            <a:endParaRPr lang="en-US" altLang="ko-KR" sz="7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TextBox 49">
            <a:extLst>
              <a:ext uri="{FF2B5EF4-FFF2-40B4-BE49-F238E27FC236}">
                <a16:creationId xmlns:a16="http://schemas.microsoft.com/office/drawing/2014/main" id="{7F675A92-DF02-2536-A976-816C4375D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3547" y="3353761"/>
            <a:ext cx="31739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’26.6~7</a:t>
            </a:r>
          </a:p>
        </p:txBody>
      </p:sp>
      <p:sp>
        <p:nvSpPr>
          <p:cNvPr id="39" name="TextBox 56">
            <a:extLst>
              <a:ext uri="{FF2B5EF4-FFF2-40B4-BE49-F238E27FC236}">
                <a16:creationId xmlns:a16="http://schemas.microsoft.com/office/drawing/2014/main" id="{4354F0AB-6917-3B74-5DF7-8F578BBF2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761" y="4255132"/>
            <a:ext cx="65" cy="115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fontAlgn="base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9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0" name="직선 연결선 16">
            <a:extLst>
              <a:ext uri="{FF2B5EF4-FFF2-40B4-BE49-F238E27FC236}">
                <a16:creationId xmlns:a16="http://schemas.microsoft.com/office/drawing/2014/main" id="{11FF4695-A9E9-3244-2D98-B3FB0AEEE06E}"/>
              </a:ext>
            </a:extLst>
          </p:cNvPr>
          <p:cNvCxnSpPr>
            <a:cxnSpLocks/>
          </p:cNvCxnSpPr>
          <p:nvPr/>
        </p:nvCxnSpPr>
        <p:spPr>
          <a:xfrm>
            <a:off x="8202582" y="3484136"/>
            <a:ext cx="0" cy="180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56">
            <a:extLst>
              <a:ext uri="{FF2B5EF4-FFF2-40B4-BE49-F238E27FC236}">
                <a16:creationId xmlns:a16="http://schemas.microsoft.com/office/drawing/2014/main" id="{4FFD984C-82DF-727F-3110-5B32C80D8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835" y="3678443"/>
            <a:ext cx="128533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700" b="0" i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효과 검증</a:t>
            </a:r>
            <a:endParaRPr lang="en-US" altLang="ko-KR" sz="700" b="0" i="0">
              <a:solidFill>
                <a:srgbClr val="000000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l"/>
            <a:r>
              <a:rPr lang="en-US" altLang="ko-KR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2. </a:t>
            </a:r>
            <a:r>
              <a:rPr lang="ko-KR" altLang="en-US" sz="7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수평전개</a:t>
            </a:r>
            <a:endParaRPr lang="en-US" altLang="ko-KR" sz="7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1A3177E1-8782-08CB-D123-8F1C34965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001" y="2387399"/>
            <a:ext cx="3434910" cy="955576"/>
          </a:xfrm>
          <a:prstGeom prst="rect">
            <a:avLst/>
          </a:prstGeom>
        </p:spPr>
      </p:pic>
      <p:sp>
        <p:nvSpPr>
          <p:cNvPr id="45" name="Rectangle 1">
            <a:extLst>
              <a:ext uri="{FF2B5EF4-FFF2-40B4-BE49-F238E27FC236}">
                <a16:creationId xmlns:a16="http://schemas.microsoft.com/office/drawing/2014/main" id="{9085867E-2368-6D90-CEAD-CD7D97AB3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521" y="3274391"/>
            <a:ext cx="62943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3F97D200-034A-1813-5D45-83050EBDC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070718"/>
              </p:ext>
            </p:extLst>
          </p:nvPr>
        </p:nvGraphicFramePr>
        <p:xfrm>
          <a:off x="122772" y="5469243"/>
          <a:ext cx="2610218" cy="829038"/>
        </p:xfrm>
        <a:graphic>
          <a:graphicData uri="http://schemas.openxmlformats.org/drawingml/2006/table">
            <a:tbl>
              <a:tblPr/>
              <a:tblGrid>
                <a:gridCol w="557306">
                  <a:extLst>
                    <a:ext uri="{9D8B030D-6E8A-4147-A177-3AD203B41FA5}">
                      <a16:colId xmlns:a16="http://schemas.microsoft.com/office/drawing/2014/main" val="1295140304"/>
                    </a:ext>
                  </a:extLst>
                </a:gridCol>
                <a:gridCol w="620044">
                  <a:extLst>
                    <a:ext uri="{9D8B030D-6E8A-4147-A177-3AD203B41FA5}">
                      <a16:colId xmlns:a16="http://schemas.microsoft.com/office/drawing/2014/main" val="2683948596"/>
                    </a:ext>
                  </a:extLst>
                </a:gridCol>
                <a:gridCol w="632304">
                  <a:extLst>
                    <a:ext uri="{9D8B030D-6E8A-4147-A177-3AD203B41FA5}">
                      <a16:colId xmlns:a16="http://schemas.microsoft.com/office/drawing/2014/main" val="2968054810"/>
                    </a:ext>
                  </a:extLst>
                </a:gridCol>
                <a:gridCol w="800564">
                  <a:extLst>
                    <a:ext uri="{9D8B030D-6E8A-4147-A177-3AD203B41FA5}">
                      <a16:colId xmlns:a16="http://schemas.microsoft.com/office/drawing/2014/main" val="4145515517"/>
                    </a:ext>
                  </a:extLst>
                </a:gridCol>
              </a:tblGrid>
              <a:tr h="16341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Site</a:t>
                      </a:r>
                      <a:endParaRPr lang="ko-KR" altLang="en-US" sz="80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1134" marR="71134" marT="31615" marB="31615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Type</a:t>
                      </a:r>
                      <a:endParaRPr lang="ko-KR" altLang="en-US" sz="80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Line</a:t>
                      </a:r>
                      <a:endParaRPr lang="ko-KR" altLang="en-US" sz="80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SCM Plan</a:t>
                      </a:r>
                      <a:endParaRPr lang="ko-KR" altLang="en-US" sz="800"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876977"/>
                  </a:ext>
                </a:extLst>
              </a:tr>
              <a:tr h="160972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MI</a:t>
                      </a:r>
                    </a:p>
                  </a:txBody>
                  <a:tcPr marL="7904" marR="7904" marT="7904" marB="790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#1 (1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 b="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800" b="0" err="1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생산중</a:t>
                      </a:r>
                      <a:endParaRPr lang="ko-KR" altLang="en-US" sz="800" b="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69459"/>
                  </a:ext>
                </a:extLst>
              </a:tr>
              <a:tr h="160972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OT</a:t>
                      </a:r>
                    </a:p>
                  </a:txBody>
                  <a:tcPr marL="7904" marR="7904" marT="7904" marB="790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#1 (1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/ 26.6~</a:t>
                      </a:r>
                      <a:endParaRPr lang="ko-KR" altLang="en-US" sz="80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612348"/>
                  </a:ext>
                </a:extLst>
              </a:tr>
              <a:tr h="1609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PW</a:t>
                      </a:r>
                      <a:endParaRPr lang="ko-KR" altLang="en-US" sz="80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790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#1~4 (4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 </a:t>
                      </a:r>
                      <a:r>
                        <a:rPr lang="ko-KR" altLang="en-US" sz="800" err="1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생산중</a:t>
                      </a:r>
                      <a:endParaRPr lang="ko-KR" altLang="en-US" sz="80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516844"/>
                  </a:ext>
                </a:extLst>
              </a:tr>
              <a:tr h="1609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HD</a:t>
                      </a:r>
                      <a:endParaRPr lang="ko-KR" altLang="en-US" sz="80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790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#1~3 (3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 26.10~</a:t>
                      </a:r>
                      <a:endParaRPr lang="ko-KR" altLang="en-US" sz="800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904" marR="7904" marT="7904" marB="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790340"/>
                  </a:ext>
                </a:extLst>
              </a:tr>
            </a:tbl>
          </a:graphicData>
        </a:graphic>
      </p:graphicFrame>
      <p:sp>
        <p:nvSpPr>
          <p:cNvPr id="48" name="Rectangle 2">
            <a:extLst>
              <a:ext uri="{FF2B5EF4-FFF2-40B4-BE49-F238E27FC236}">
                <a16:creationId xmlns:a16="http://schemas.microsoft.com/office/drawing/2014/main" id="{1CE3E9DC-4409-E700-A6E6-2AF0DB298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2816910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C4EDD81-C6B0-89E6-4F44-E313B3CB9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054" y="2398741"/>
            <a:ext cx="1566218" cy="82548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9945BEC-8E39-D6D6-F469-20CA649F5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677" y="2398742"/>
            <a:ext cx="1780836" cy="8397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A7253A9-32A4-5DA7-D923-F53DCABD6C7C}"/>
              </a:ext>
            </a:extLst>
          </p:cNvPr>
          <p:cNvSpPr txBox="1"/>
          <p:nvPr/>
        </p:nvSpPr>
        <p:spPr>
          <a:xfrm>
            <a:off x="1691661" y="1966181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배경</a:t>
            </a: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</a:t>
            </a: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DA80A2-4F05-15BD-F0D2-D202F9D4744C}"/>
              </a:ext>
            </a:extLst>
          </p:cNvPr>
          <p:cNvSpPr txBox="1"/>
          <p:nvPr/>
        </p:nvSpPr>
        <p:spPr>
          <a:xfrm>
            <a:off x="1684158" y="3406358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계획</a:t>
            </a: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15184B-C650-363B-72C5-9D8F2BC7E570}"/>
              </a:ext>
            </a:extLst>
          </p:cNvPr>
          <p:cNvSpPr txBox="1"/>
          <p:nvPr/>
        </p:nvSpPr>
        <p:spPr>
          <a:xfrm>
            <a:off x="1699164" y="402592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9AD592-171A-D1BD-78BD-183975F75763}"/>
              </a:ext>
            </a:extLst>
          </p:cNvPr>
          <p:cNvSpPr txBox="1"/>
          <p:nvPr/>
        </p:nvSpPr>
        <p:spPr>
          <a:xfrm>
            <a:off x="8069130" y="6521808"/>
            <a:ext cx="533594" cy="1661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계속</a:t>
            </a: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..)</a:t>
            </a:r>
            <a:endParaRPr lang="ko-KR" altLang="en-US" sz="12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텍스트 개체 틀 49">
            <a:extLst>
              <a:ext uri="{FF2B5EF4-FFF2-40B4-BE49-F238E27FC236}">
                <a16:creationId xmlns:a16="http://schemas.microsoft.com/office/drawing/2014/main" id="{123039E3-1430-4188-A219-8B6EA7BF45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8388" y="3282950"/>
            <a:ext cx="485775" cy="585788"/>
          </a:xfrm>
        </p:spPr>
        <p:txBody>
          <a:bodyPr/>
          <a:lstStyle/>
          <a:p>
            <a:pPr lvl="0" algn="ctr">
              <a:buNone/>
            </a:pPr>
            <a:r>
              <a:rPr lang="en-US" altLang="ko-KR" sz="900" b="0" i="0" u="none" strike="noStrike">
                <a:solidFill>
                  <a:schemeClr val="tx1"/>
                </a:solidFill>
                <a:effectLst/>
                <a:latin typeface="Arial Narrow"/>
                <a:ea typeface="맑은 고딕"/>
              </a:rPr>
              <a:t>[</a:t>
            </a:r>
            <a:r>
              <a:rPr lang="en-US" altLang="ko-KR">
                <a:latin typeface="Arial Narrow"/>
                <a:ea typeface="맑은 고딕"/>
              </a:rPr>
              <a:t>ESS]</a:t>
            </a:r>
            <a:endParaRPr lang="en-US" altLang="ko-KR" sz="900" b="0" i="0" u="none" strike="noStrike">
              <a:solidFill>
                <a:schemeClr val="tx1"/>
              </a:solidFill>
              <a:effectLst/>
              <a:latin typeface="Arial Narrow"/>
              <a:ea typeface="맑은 고딕"/>
            </a:endParaRPr>
          </a:p>
          <a:p>
            <a:pPr lvl="0" algn="ctr">
              <a:buNone/>
            </a:pPr>
            <a:r>
              <a:rPr lang="en-US" altLang="ko-KR" sz="900" b="0" i="0" u="none" strike="noStrike">
                <a:solidFill>
                  <a:schemeClr val="tx1"/>
                </a:solidFill>
                <a:effectLst/>
                <a:latin typeface="Arial Narrow"/>
                <a:ea typeface="맑은 고딕"/>
              </a:rPr>
              <a:t>MI</a:t>
            </a:r>
          </a:p>
          <a:p>
            <a:pPr lvl="0" algn="ctr">
              <a:buNone/>
            </a:pPr>
            <a:r>
              <a:rPr lang="en-US" altLang="ko-KR">
                <a:latin typeface="Arial Narrow"/>
                <a:ea typeface="맑은 고딕"/>
              </a:rPr>
              <a:t>(OT, PW,</a:t>
            </a:r>
            <a:br>
              <a:rPr lang="en-US" altLang="ko-KR">
                <a:latin typeface="Arial Narrow"/>
                <a:ea typeface="맑은 고딕"/>
              </a:rPr>
            </a:br>
            <a:r>
              <a:rPr lang="en-US" altLang="ko-KR">
                <a:latin typeface="Arial Narrow"/>
                <a:ea typeface="맑은 고딕"/>
              </a:rPr>
              <a:t>HD)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00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17D7D6D-0AEA-02C9-3E5D-B395937DC558}"/>
              </a:ext>
            </a:extLst>
          </p:cNvPr>
          <p:cNvGraphicFramePr>
            <a:graphicFrameLocks noGrp="1"/>
          </p:cNvGraphicFramePr>
          <p:nvPr/>
        </p:nvGraphicFramePr>
        <p:xfrm>
          <a:off x="1650029" y="1178977"/>
          <a:ext cx="6972241" cy="529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218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32023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5290619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724" marB="3672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/>
                          <a:cs typeface="Malgun Gothic Semilight"/>
                        </a:rPr>
                        <a:t> </a:t>
                      </a:r>
                    </a:p>
                  </a:txBody>
                  <a:tcPr marT="36724" marB="3672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13" name="텍스트 개체 틀 1">
            <a:extLst>
              <a:ext uri="{FF2B5EF4-FFF2-40B4-BE49-F238E27FC236}">
                <a16:creationId xmlns:a16="http://schemas.microsoft.com/office/drawing/2014/main" id="{05B77350-14CD-5A21-79A6-4A110C8C95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</a:rPr>
              <a:t>신재우</a:t>
            </a:r>
            <a:r>
              <a:rPr lang="en-US" altLang="ko-KR">
                <a:latin typeface="Arial Narrow" panose="020B0606020202030204" pitchFamily="34" charset="0"/>
              </a:rPr>
              <a:t>S</a:t>
            </a:r>
          </a:p>
          <a:p>
            <a:r>
              <a:rPr lang="ko-KR" altLang="en-US">
                <a:latin typeface="Arial Narrow" panose="020B0606020202030204" pitchFamily="34" charset="0"/>
              </a:rPr>
              <a:t>조동현</a:t>
            </a:r>
            <a:r>
              <a:rPr lang="en-US" altLang="ko-KR">
                <a:latin typeface="Arial Narrow" panose="020B0606020202030204" pitchFamily="34" charset="0"/>
              </a:rPr>
              <a:t>A</a:t>
            </a:r>
          </a:p>
          <a:p>
            <a:r>
              <a:rPr lang="ko-KR" altLang="en-US">
                <a:latin typeface="Arial Narrow" panose="020B0606020202030204" pitchFamily="34" charset="0"/>
              </a:rPr>
              <a:t>박지우</a:t>
            </a:r>
            <a:r>
              <a:rPr lang="en-US" altLang="ko-KR"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230E306C-C3CF-9E5E-B011-ED3E732265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latin typeface="Arial Narrow" panose="020B0606020202030204" pitchFamily="34" charset="0"/>
              </a:rPr>
              <a:t>‘26.12</a:t>
            </a:r>
            <a:endParaRPr lang="ko-KR" altLang="en-US">
              <a:latin typeface="Arial Narrow" panose="020B0606020202030204" pitchFamily="34" charset="0"/>
            </a:endParaRPr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10C9D805-06A7-9059-ABCE-7AC5764D858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자동보정선행개발팀</a:t>
            </a:r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9B4ECEE9-E120-8493-3B52-9C6AB60959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CTP(Cell to Pack)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pc="-1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도포 자동보정을 통한 레진 무게 산포</a:t>
            </a:r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소모량 최적화 </a:t>
            </a:r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lang="en-US" altLang="ko-KR" spc="-1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/4)</a:t>
            </a:r>
          </a:p>
        </p:txBody>
      </p:sp>
      <p:sp>
        <p:nvSpPr>
          <p:cNvPr id="15" name="텍스트 개체 틀 5">
            <a:extLst>
              <a:ext uri="{FF2B5EF4-FFF2-40B4-BE49-F238E27FC236}">
                <a16:creationId xmlns:a16="http://schemas.microsoft.com/office/drawing/2014/main" id="{FF004D56-7D52-B75F-167D-C2CB0FC332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</a:rPr>
              <a:t>신재우</a:t>
            </a:r>
            <a:r>
              <a:rPr lang="en-US" altLang="ko-KR">
                <a:latin typeface="Arial Narrow" panose="020B0606020202030204" pitchFamily="34" charset="0"/>
              </a:rPr>
              <a:t>S</a:t>
            </a:r>
            <a:endParaRPr lang="ko-KR" altLang="en-US">
              <a:latin typeface="Arial Narrow" panose="020B0606020202030204" pitchFamily="34" charset="0"/>
            </a:endParaRPr>
          </a:p>
        </p:txBody>
      </p:sp>
      <p:sp>
        <p:nvSpPr>
          <p:cNvPr id="16" name="텍스트 개체 틀 6">
            <a:extLst>
              <a:ext uri="{FF2B5EF4-FFF2-40B4-BE49-F238E27FC236}">
                <a16:creationId xmlns:a16="http://schemas.microsoft.com/office/drawing/2014/main" id="{432BB680-BBED-2F2B-C789-5B3A61E892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>
                <a:latin typeface="Arial Narrow" panose="020B0606020202030204" pitchFamily="34" charset="0"/>
              </a:rPr>
              <a:t>26.09.15 18</a:t>
            </a:r>
            <a:r>
              <a:rPr lang="ko-KR" altLang="en-US">
                <a:latin typeface="Arial Narrow" panose="020B0606020202030204" pitchFamily="34" charset="0"/>
              </a:rPr>
              <a:t>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062E8A67-9F45-27EF-E6C6-8A3DB69943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CTP(Cell to Pack) </a:t>
            </a:r>
            <a:r>
              <a:rPr lang="ko-KR" altLang="en-US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레진 도포 자동보정을 통한 레진 무게 산포</a:t>
            </a:r>
            <a:r>
              <a:rPr lang="en-US" altLang="ko-KR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lang="ko-KR" altLang="en-US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소모량 최적화 </a:t>
            </a:r>
            <a:endParaRPr lang="en-US" altLang="ko-KR" sz="900" kern="1200" spc="-1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A16A626-EF0E-253F-27D9-1C20223B72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6572" y="1357162"/>
            <a:ext cx="6807939" cy="5015825"/>
          </a:xfrm>
        </p:spPr>
        <p:txBody>
          <a:bodyPr lIns="91440" tIns="45720" rIns="91440" bIns="45720" anchor="t"/>
          <a:lstStyle/>
          <a:p>
            <a:r>
              <a:rPr lang="en-US" altLang="ko-KR">
                <a:latin typeface="Arial Narrow" panose="020B0606020202030204" pitchFamily="34" charset="0"/>
              </a:rPr>
              <a:t>▶ </a:t>
            </a:r>
            <a:r>
              <a:rPr lang="ko-KR" altLang="en-US">
                <a:latin typeface="Arial Narrow" panose="020B0606020202030204" pitchFamily="34" charset="0"/>
              </a:rPr>
              <a:t>피드백 자동보정 </a:t>
            </a:r>
            <a:r>
              <a:rPr lang="en-US" altLang="ko-KR">
                <a:latin typeface="Arial Narrow" panose="020B0606020202030204" pitchFamily="34" charset="0"/>
              </a:rPr>
              <a:t>+ </a:t>
            </a:r>
            <a:r>
              <a:rPr lang="ko-KR" altLang="en-US">
                <a:latin typeface="Arial Narrow" panose="020B0606020202030204" pitchFamily="34" charset="0"/>
              </a:rPr>
              <a:t>실시간 산포 기반 자동</a:t>
            </a:r>
            <a:r>
              <a:rPr lang="en-US" altLang="ko-KR">
                <a:latin typeface="Arial Narrow" panose="020B0606020202030204" pitchFamily="34" charset="0"/>
              </a:rPr>
              <a:t>Target </a:t>
            </a:r>
            <a:r>
              <a:rPr lang="ko-KR" altLang="en-US">
                <a:latin typeface="Arial Narrow" panose="020B0606020202030204" pitchFamily="34" charset="0"/>
              </a:rPr>
              <a:t>설정 </a:t>
            </a:r>
            <a:r>
              <a:rPr lang="en-US" altLang="ko-KR">
                <a:latin typeface="Arial Narrow" panose="020B0606020202030204" pitchFamily="34" charset="0"/>
              </a:rPr>
              <a:t>+ </a:t>
            </a:r>
            <a:r>
              <a:rPr lang="ko-KR" altLang="en-US">
                <a:latin typeface="Arial Narrow" panose="020B0606020202030204" pitchFamily="34" charset="0"/>
              </a:rPr>
              <a:t>무게 하한 헌팅 예측 보정을 통하여 레진 소모량을 </a:t>
            </a:r>
            <a:r>
              <a:rPr lang="en-US" altLang="ko-KR">
                <a:latin typeface="Arial Narrow" panose="020B0606020202030204" pitchFamily="34" charset="0"/>
              </a:rPr>
              <a:t>5,141g → 5,068g</a:t>
            </a:r>
            <a:r>
              <a:rPr lang="ko-KR" altLang="en-US">
                <a:latin typeface="Arial Narrow" panose="020B0606020202030204" pitchFamily="34" charset="0"/>
              </a:rPr>
              <a:t> 절감</a:t>
            </a:r>
            <a:endParaRPr lang="en-US" altLang="ko-KR">
              <a:latin typeface="Arial Narrow" panose="020B0606020202030204" pitchFamily="34" charset="0"/>
            </a:endParaRPr>
          </a:p>
          <a:p>
            <a:r>
              <a:rPr lang="en-US" altLang="ko-KR">
                <a:latin typeface="Arial Narrow" panose="020B0606020202030204" pitchFamily="34" charset="0"/>
              </a:rPr>
              <a:t>      </a:t>
            </a:r>
            <a:r>
              <a:rPr lang="ko-KR" altLang="en-US">
                <a:latin typeface="Arial Narrow" panose="020B0606020202030204" pitchFamily="34" charset="0"/>
              </a:rPr>
              <a:t>공장 내부 온도는 </a:t>
            </a:r>
            <a:r>
              <a:rPr lang="en-US" altLang="ko-KR">
                <a:latin typeface="Arial Narrow" panose="020B0606020202030204" pitchFamily="34" charset="0"/>
              </a:rPr>
              <a:t>23±5 </a:t>
            </a:r>
            <a:r>
              <a:rPr lang="ko-KR" altLang="en-US">
                <a:latin typeface="Arial Narrow" panose="020B0606020202030204" pitchFamily="34" charset="0"/>
              </a:rPr>
              <a:t>도 사이로 관리</a:t>
            </a:r>
            <a:r>
              <a:rPr lang="en-US" altLang="ko-KR">
                <a:latin typeface="Arial Narrow" panose="020B0606020202030204" pitchFamily="34" charset="0"/>
              </a:rPr>
              <a:t>. (</a:t>
            </a:r>
            <a:r>
              <a:rPr lang="ko-KR" altLang="en-US">
                <a:latin typeface="Arial Narrow" panose="020B0606020202030204" pitchFamily="34" charset="0"/>
              </a:rPr>
              <a:t>현장 온도계 작업자가 주기적으로 확인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r>
              <a:rPr lang="en-US" altLang="ko-KR">
                <a:latin typeface="Arial Narrow" panose="020B0606020202030204" pitchFamily="34" charset="0"/>
              </a:rPr>
              <a:t>▶ </a:t>
            </a:r>
            <a:r>
              <a:rPr lang="ko-KR" altLang="en-US">
                <a:latin typeface="Arial Narrow" panose="020B0606020202030204" pitchFamily="34" charset="0"/>
              </a:rPr>
              <a:t>원가절감 효과 </a:t>
            </a:r>
            <a:r>
              <a:rPr lang="en-US" altLang="ko-KR">
                <a:latin typeface="Arial Narrow" panose="020B0606020202030204" pitchFamily="34" charset="0"/>
              </a:rPr>
              <a:t>: </a:t>
            </a:r>
            <a:r>
              <a:rPr lang="ko-KR" altLang="en-US">
                <a:latin typeface="Arial Narrow" panose="020B0606020202030204" pitchFamily="34" charset="0"/>
              </a:rPr>
              <a:t>약 </a:t>
            </a:r>
            <a:r>
              <a:rPr lang="en-US" altLang="ko-KR">
                <a:latin typeface="Arial Narrow" panose="020B0606020202030204" pitchFamily="34" charset="0"/>
              </a:rPr>
              <a:t>1.14</a:t>
            </a:r>
            <a:r>
              <a:rPr lang="ko-KR" altLang="en-US">
                <a:latin typeface="Arial Narrow" panose="020B0606020202030204" pitchFamily="34" charset="0"/>
              </a:rPr>
              <a:t>억</a:t>
            </a:r>
          </a:p>
          <a:p>
            <a:r>
              <a:rPr lang="ko-KR" altLang="en-US">
                <a:latin typeface="Arial Narrow" panose="020B0606020202030204" pitchFamily="34" charset="0"/>
              </a:rPr>
              <a:t>     </a:t>
            </a:r>
            <a:r>
              <a:rPr lang="en-US" altLang="ko-KR">
                <a:latin typeface="Arial Narrow" panose="020B0606020202030204" pitchFamily="34" charset="0"/>
              </a:rPr>
              <a:t>※ </a:t>
            </a:r>
            <a:r>
              <a:rPr lang="ko-KR" altLang="en-US">
                <a:latin typeface="Arial Narrow" panose="020B0606020202030204" pitchFamily="34" charset="0"/>
              </a:rPr>
              <a:t>레진 </a:t>
            </a:r>
            <a:r>
              <a:rPr lang="en-US" altLang="ko-KR">
                <a:latin typeface="Arial Narrow" panose="020B0606020202030204" pitchFamily="34" charset="0"/>
              </a:rPr>
              <a:t>1kg</a:t>
            </a:r>
            <a:r>
              <a:rPr lang="ko-KR" altLang="en-US">
                <a:latin typeface="Arial Narrow" panose="020B0606020202030204" pitchFamily="34" charset="0"/>
              </a:rPr>
              <a:t>당 단가 </a:t>
            </a:r>
            <a:r>
              <a:rPr lang="en-US" altLang="ko-KR">
                <a:latin typeface="Arial Narrow" panose="020B0606020202030204" pitchFamily="34" charset="0"/>
              </a:rPr>
              <a:t>11,835</a:t>
            </a:r>
            <a:r>
              <a:rPr lang="ko-KR" altLang="en-US">
                <a:latin typeface="Arial Narrow" panose="020B0606020202030204" pitchFamily="34" charset="0"/>
              </a:rPr>
              <a:t>원 </a:t>
            </a:r>
            <a:r>
              <a:rPr lang="en-US" altLang="ko-KR">
                <a:latin typeface="Arial Narrow" panose="020B0606020202030204" pitchFamily="34" charset="0"/>
              </a:rPr>
              <a:t>($8.09/kg x 1465.16</a:t>
            </a:r>
            <a:r>
              <a:rPr lang="ko-KR" altLang="en-US">
                <a:latin typeface="Arial Narrow" panose="020B0606020202030204" pitchFamily="34" charset="0"/>
              </a:rPr>
              <a:t>원</a:t>
            </a:r>
            <a:r>
              <a:rPr lang="en-US" altLang="ko-KR">
                <a:latin typeface="Arial Narrow" panose="020B0606020202030204" pitchFamily="34" charset="0"/>
              </a:rPr>
              <a:t>/$) X Pack </a:t>
            </a:r>
            <a:r>
              <a:rPr lang="ko-KR" altLang="en-US">
                <a:latin typeface="Arial Narrow" panose="020B0606020202030204" pitchFamily="34" charset="0"/>
              </a:rPr>
              <a:t>개당 레진 </a:t>
            </a:r>
            <a:r>
              <a:rPr lang="ko-KR" altLang="en-US" err="1">
                <a:latin typeface="Arial Narrow" panose="020B0606020202030204" pitchFamily="34" charset="0"/>
              </a:rPr>
              <a:t>절감량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(0.073kg) X 1</a:t>
            </a:r>
            <a:r>
              <a:rPr lang="ko-KR" altLang="en-US">
                <a:latin typeface="Arial Narrow" panose="020B0606020202030204" pitchFamily="34" charset="0"/>
              </a:rPr>
              <a:t>년 생산량 </a:t>
            </a:r>
            <a:r>
              <a:rPr lang="en-US" altLang="ko-KR">
                <a:latin typeface="Arial Narrow" panose="020B0606020202030204" pitchFamily="34" charset="0"/>
              </a:rPr>
              <a:t>13.2</a:t>
            </a:r>
            <a:r>
              <a:rPr lang="ko-KR" altLang="en-US">
                <a:latin typeface="Arial Narrow" panose="020B0606020202030204" pitchFamily="34" charset="0"/>
              </a:rPr>
              <a:t>만개 </a:t>
            </a:r>
            <a:r>
              <a:rPr lang="en-US" altLang="ko-KR">
                <a:latin typeface="Arial Narrow" panose="020B0606020202030204" pitchFamily="34" charset="0"/>
              </a:rPr>
              <a:t>(</a:t>
            </a:r>
            <a:r>
              <a:rPr lang="ko-KR" altLang="en-US">
                <a:latin typeface="Arial Narrow" panose="020B0606020202030204" pitchFamily="34" charset="0"/>
              </a:rPr>
              <a:t>월 </a:t>
            </a:r>
            <a:r>
              <a:rPr lang="en-US" altLang="ko-KR">
                <a:latin typeface="Arial Narrow" panose="020B0606020202030204" pitchFamily="34" charset="0"/>
              </a:rPr>
              <a:t>1.1</a:t>
            </a:r>
            <a:r>
              <a:rPr lang="ko-KR" altLang="en-US">
                <a:latin typeface="Arial Narrow" panose="020B0606020202030204" pitchFamily="34" charset="0"/>
              </a:rPr>
              <a:t>만개 </a:t>
            </a:r>
            <a:r>
              <a:rPr lang="en-US" altLang="ko-KR">
                <a:latin typeface="Arial Narrow" panose="020B0606020202030204" pitchFamily="34" charset="0"/>
              </a:rPr>
              <a:t>x 12</a:t>
            </a:r>
            <a:r>
              <a:rPr lang="ko-KR" altLang="en-US">
                <a:latin typeface="Arial Narrow" panose="020B0606020202030204" pitchFamily="34" charset="0"/>
              </a:rPr>
              <a:t>개월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b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</a:br>
            <a:endParaRPr lang="en-US" altLang="ko-KR">
              <a:solidFill>
                <a:srgbClr val="0000FF"/>
              </a:solidFill>
              <a:latin typeface="Arial Narrow"/>
              <a:ea typeface="LG스마트체 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09FB4-DC50-D5E0-7147-EFB988771225}"/>
              </a:ext>
            </a:extLst>
          </p:cNvPr>
          <p:cNvSpPr txBox="1"/>
          <p:nvPr/>
        </p:nvSpPr>
        <p:spPr>
          <a:xfrm>
            <a:off x="1676352" y="1380518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텍스트 개체 틀 49">
            <a:extLst>
              <a:ext uri="{FF2B5EF4-FFF2-40B4-BE49-F238E27FC236}">
                <a16:creationId xmlns:a16="http://schemas.microsoft.com/office/drawing/2014/main" id="{F1A14160-28DB-0040-86BC-3B35D95E0B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438" y="3282950"/>
            <a:ext cx="487362" cy="585788"/>
          </a:xfrm>
        </p:spPr>
        <p:txBody>
          <a:bodyPr/>
          <a:lstStyle/>
          <a:p>
            <a:pPr lvl="0" algn="ctr">
              <a:buNone/>
            </a:pPr>
            <a:r>
              <a:rPr lang="en-US" altLang="ko-KR" sz="900" b="0" i="0" u="none" strike="noStrike">
                <a:solidFill>
                  <a:schemeClr val="tx1"/>
                </a:solidFill>
                <a:effectLst/>
                <a:latin typeface="Arial Narrow"/>
                <a:ea typeface="맑은 고딕"/>
              </a:rPr>
              <a:t>[</a:t>
            </a:r>
            <a:r>
              <a:rPr lang="en-US" altLang="ko-KR">
                <a:latin typeface="Arial Narrow"/>
                <a:ea typeface="맑은 고딕"/>
              </a:rPr>
              <a:t>ESS]</a:t>
            </a:r>
            <a:endParaRPr lang="en-US" altLang="ko-KR" sz="900" b="0" i="0" u="none" strike="noStrike">
              <a:solidFill>
                <a:schemeClr val="tx1"/>
              </a:solidFill>
              <a:effectLst/>
              <a:latin typeface="Arial Narrow"/>
              <a:ea typeface="맑은 고딕"/>
            </a:endParaRPr>
          </a:p>
          <a:p>
            <a:pPr lvl="0" algn="ctr">
              <a:buNone/>
            </a:pPr>
            <a:r>
              <a:rPr lang="en-US" altLang="ko-KR" sz="900" b="0" i="0" u="none" strike="noStrike">
                <a:solidFill>
                  <a:schemeClr val="tx1"/>
                </a:solidFill>
                <a:effectLst/>
                <a:latin typeface="Arial Narrow"/>
                <a:ea typeface="맑은 고딕"/>
              </a:rPr>
              <a:t>MI</a:t>
            </a:r>
          </a:p>
          <a:p>
            <a:pPr lvl="0" algn="ctr">
              <a:buNone/>
            </a:pPr>
            <a:r>
              <a:rPr lang="en-US" altLang="ko-KR">
                <a:latin typeface="Arial Narrow"/>
                <a:ea typeface="맑은 고딕"/>
              </a:rPr>
              <a:t>(OT, PW,</a:t>
            </a:r>
            <a:br>
              <a:rPr lang="en-US" altLang="ko-KR">
                <a:latin typeface="Arial Narrow"/>
                <a:ea typeface="맑은 고딕"/>
              </a:rPr>
            </a:br>
            <a:r>
              <a:rPr lang="en-US" altLang="ko-KR">
                <a:latin typeface="Arial Narrow"/>
                <a:ea typeface="맑은 고딕"/>
              </a:rPr>
              <a:t>HD)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37B210-F563-CC6E-51A9-D040E242D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836" y="3725530"/>
            <a:ext cx="5372751" cy="2702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7D2AEF-C9B0-C581-635A-CE590CE2F3C1}"/>
              </a:ext>
            </a:extLst>
          </p:cNvPr>
          <p:cNvSpPr txBox="1"/>
          <p:nvPr/>
        </p:nvSpPr>
        <p:spPr>
          <a:xfrm>
            <a:off x="8069130" y="6521808"/>
            <a:ext cx="533594" cy="1661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계속</a:t>
            </a: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..)</a:t>
            </a:r>
            <a:endParaRPr lang="ko-KR" altLang="en-US" sz="12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041209-476A-A497-72F5-8932FA3E1D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950" r="45756" b="29299"/>
          <a:stretch/>
        </p:blipFill>
        <p:spPr>
          <a:xfrm>
            <a:off x="2747084" y="1745416"/>
            <a:ext cx="3536481" cy="14577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8F864FA-5D34-4806-55F0-412FE33B49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0701" r="45756" b="295"/>
          <a:stretch/>
        </p:blipFill>
        <p:spPr>
          <a:xfrm>
            <a:off x="6338607" y="2056994"/>
            <a:ext cx="3536481" cy="112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1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17D7D6D-0AEA-02C9-3E5D-B395937DC558}"/>
              </a:ext>
            </a:extLst>
          </p:cNvPr>
          <p:cNvGraphicFramePr>
            <a:graphicFrameLocks noGrp="1"/>
          </p:cNvGraphicFramePr>
          <p:nvPr/>
        </p:nvGraphicFramePr>
        <p:xfrm>
          <a:off x="1650029" y="1178977"/>
          <a:ext cx="6972241" cy="529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218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32023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5290619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724" marB="3672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/>
                          <a:cs typeface="Malgun Gothic Semilight"/>
                        </a:rPr>
                        <a:t> </a:t>
                      </a:r>
                    </a:p>
                  </a:txBody>
                  <a:tcPr marT="36724" marB="3672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13" name="텍스트 개체 틀 1">
            <a:extLst>
              <a:ext uri="{FF2B5EF4-FFF2-40B4-BE49-F238E27FC236}">
                <a16:creationId xmlns:a16="http://schemas.microsoft.com/office/drawing/2014/main" id="{05B77350-14CD-5A21-79A6-4A110C8C95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</a:rPr>
              <a:t>신재우</a:t>
            </a:r>
            <a:r>
              <a:rPr lang="en-US" altLang="ko-KR">
                <a:latin typeface="Arial Narrow" panose="020B0606020202030204" pitchFamily="34" charset="0"/>
              </a:rPr>
              <a:t>S</a:t>
            </a:r>
          </a:p>
          <a:p>
            <a:r>
              <a:rPr lang="ko-KR" altLang="en-US">
                <a:latin typeface="Arial Narrow" panose="020B0606020202030204" pitchFamily="34" charset="0"/>
              </a:rPr>
              <a:t>조동현</a:t>
            </a:r>
            <a:r>
              <a:rPr lang="en-US" altLang="ko-KR">
                <a:latin typeface="Arial Narrow" panose="020B0606020202030204" pitchFamily="34" charset="0"/>
              </a:rPr>
              <a:t>A</a:t>
            </a:r>
          </a:p>
          <a:p>
            <a:r>
              <a:rPr lang="ko-KR" altLang="en-US">
                <a:latin typeface="Arial Narrow" panose="020B0606020202030204" pitchFamily="34" charset="0"/>
              </a:rPr>
              <a:t>박지우</a:t>
            </a:r>
            <a:r>
              <a:rPr lang="en-US" altLang="ko-KR"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230E306C-C3CF-9E5E-B011-ED3E732265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latin typeface="Arial Narrow" panose="020B0606020202030204" pitchFamily="34" charset="0"/>
              </a:rPr>
              <a:t>‘26.12</a:t>
            </a:r>
            <a:endParaRPr lang="ko-KR" altLang="en-US">
              <a:latin typeface="Arial Narrow" panose="020B0606020202030204" pitchFamily="34" charset="0"/>
            </a:endParaRPr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10C9D805-06A7-9059-ABCE-7AC5764D858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자동보정선행개발팀</a:t>
            </a:r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9B4ECEE9-E120-8493-3B52-9C6AB60959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CTP(Cell to Pack)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pc="-1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도포 자동보정을 통한 레진 무게 산포</a:t>
            </a:r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소모량 최적화 </a:t>
            </a:r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(3/4)</a:t>
            </a:r>
          </a:p>
        </p:txBody>
      </p:sp>
      <p:sp>
        <p:nvSpPr>
          <p:cNvPr id="15" name="텍스트 개체 틀 5">
            <a:extLst>
              <a:ext uri="{FF2B5EF4-FFF2-40B4-BE49-F238E27FC236}">
                <a16:creationId xmlns:a16="http://schemas.microsoft.com/office/drawing/2014/main" id="{FF004D56-7D52-B75F-167D-C2CB0FC332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</a:rPr>
              <a:t>신재우</a:t>
            </a:r>
            <a:r>
              <a:rPr lang="en-US" altLang="ko-KR">
                <a:latin typeface="Arial Narrow" panose="020B0606020202030204" pitchFamily="34" charset="0"/>
              </a:rPr>
              <a:t>S</a:t>
            </a:r>
            <a:endParaRPr lang="ko-KR" altLang="en-US">
              <a:latin typeface="Arial Narrow" panose="020B0606020202030204" pitchFamily="34" charset="0"/>
            </a:endParaRPr>
          </a:p>
        </p:txBody>
      </p:sp>
      <p:sp>
        <p:nvSpPr>
          <p:cNvPr id="16" name="텍스트 개체 틀 6">
            <a:extLst>
              <a:ext uri="{FF2B5EF4-FFF2-40B4-BE49-F238E27FC236}">
                <a16:creationId xmlns:a16="http://schemas.microsoft.com/office/drawing/2014/main" id="{432BB680-BBED-2F2B-C789-5B3A61E892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>
                <a:latin typeface="Arial Narrow" panose="020B0606020202030204" pitchFamily="34" charset="0"/>
              </a:rPr>
              <a:t>26.09.15 18</a:t>
            </a:r>
            <a:r>
              <a:rPr lang="ko-KR" altLang="en-US">
                <a:latin typeface="Arial Narrow" panose="020B0606020202030204" pitchFamily="34" charset="0"/>
              </a:rPr>
              <a:t>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062E8A67-9F45-27EF-E6C6-8A3DB69943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CTP(Cell to Pack) </a:t>
            </a:r>
            <a:r>
              <a:rPr lang="ko-KR" altLang="en-US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레진 도포 자동보정을 통한 레진 무게 산포</a:t>
            </a:r>
            <a:r>
              <a:rPr lang="en-US" altLang="ko-KR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lang="ko-KR" altLang="en-US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소모량 최적화 </a:t>
            </a:r>
            <a:endParaRPr lang="en-US" altLang="ko-KR" sz="900" kern="1200" spc="-1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A16A626-EF0E-253F-27D9-1C20223B72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6572" y="1357162"/>
            <a:ext cx="7249428" cy="5015825"/>
          </a:xfrm>
        </p:spPr>
        <p:txBody>
          <a:bodyPr lIns="91440" tIns="45720" rIns="91440" bIns="45720" anchor="t"/>
          <a:lstStyle/>
          <a:p>
            <a:r>
              <a:rPr lang="en-US" altLang="ko-KR">
                <a:latin typeface="Arial Narrow" panose="020B0606020202030204" pitchFamily="34" charset="0"/>
              </a:rPr>
              <a:t>▶ Pack</a:t>
            </a:r>
            <a:r>
              <a:rPr lang="ko-KR" altLang="en-US">
                <a:latin typeface="Arial Narrow" panose="020B0606020202030204" pitchFamily="34" charset="0"/>
              </a:rPr>
              <a:t>제품기술팀과 논의하여 </a:t>
            </a:r>
            <a:r>
              <a:rPr lang="en-US" altLang="ko-KR">
                <a:latin typeface="Arial Narrow" panose="020B0606020202030204" pitchFamily="34" charset="0"/>
              </a:rPr>
              <a:t>Pack/Module </a:t>
            </a:r>
            <a:r>
              <a:rPr lang="ko-KR" altLang="en-US">
                <a:latin typeface="Arial Narrow" panose="020B0606020202030204" pitchFamily="34" charset="0"/>
              </a:rPr>
              <a:t>제작사양서에 레진 무게 자동보정 상세 사양 추가 완료 </a:t>
            </a:r>
            <a:r>
              <a:rPr lang="en-US" altLang="ko-KR">
                <a:latin typeface="Arial Narrow" panose="020B0606020202030204" pitchFamily="34" charset="0"/>
              </a:rPr>
              <a:t>(~8/28)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※ </a:t>
            </a:r>
            <a:r>
              <a:rPr lang="ko-KR" altLang="en-US">
                <a:latin typeface="Arial Narrow" panose="020B0606020202030204" pitchFamily="34" charset="0"/>
              </a:rPr>
              <a:t>향후 증설 설비 목적</a:t>
            </a:r>
            <a:endParaRPr lang="en-US" altLang="ko-KR">
              <a:latin typeface="Arial Narrow" panose="020B0606020202030204" pitchFamily="34" charset="0"/>
            </a:endParaRPr>
          </a:p>
          <a:p>
            <a:r>
              <a:rPr lang="en-US" altLang="ko-KR">
                <a:latin typeface="Arial Narrow" panose="020B0606020202030204" pitchFamily="34" charset="0"/>
              </a:rPr>
              <a:t>▶ ESS Pack, </a:t>
            </a:r>
            <a:r>
              <a:rPr lang="ko-KR" altLang="en-US">
                <a:latin typeface="Arial Narrow" panose="020B0606020202030204" pitchFamily="34" charset="0"/>
              </a:rPr>
              <a:t>자동차 </a:t>
            </a:r>
            <a:r>
              <a:rPr lang="en-US" altLang="ko-KR">
                <a:latin typeface="Arial Narrow" panose="020B0606020202030204" pitchFamily="34" charset="0"/>
              </a:rPr>
              <a:t>Module </a:t>
            </a:r>
            <a:r>
              <a:rPr lang="ko-KR" altLang="en-US">
                <a:latin typeface="Arial Narrow" panose="020B0606020202030204" pitchFamily="34" charset="0"/>
              </a:rPr>
              <a:t>설비 대상 수평전개 일정</a:t>
            </a:r>
            <a:endParaRPr lang="en-US" altLang="ko-KR">
              <a:latin typeface="Arial Narrow" panose="020B0606020202030204" pitchFamily="34" charset="0"/>
            </a:endParaRPr>
          </a:p>
          <a:p>
            <a:r>
              <a:rPr lang="en-US" altLang="ko-KR">
                <a:latin typeface="Arial Narrow" panose="020B0606020202030204" pitchFamily="34" charset="0"/>
              </a:rPr>
              <a:t>[1] MI </a:t>
            </a:r>
            <a:r>
              <a:rPr lang="ko-KR" altLang="en-US">
                <a:latin typeface="Arial Narrow" panose="020B0606020202030204" pitchFamily="34" charset="0"/>
              </a:rPr>
              <a:t>출장 중 기능검증 완료 → </a:t>
            </a:r>
            <a:r>
              <a:rPr lang="en-US" altLang="ko-KR">
                <a:latin typeface="Arial Narrow" panose="020B0606020202030204" pitchFamily="34" charset="0"/>
              </a:rPr>
              <a:t>6/24~26, </a:t>
            </a:r>
            <a:r>
              <a:rPr lang="ko-KR" altLang="en-US">
                <a:latin typeface="Arial Narrow" panose="020B0606020202030204" pitchFamily="34" charset="0"/>
              </a:rPr>
              <a:t>추가 검증 완료</a:t>
            </a:r>
            <a:endParaRPr lang="en-US" altLang="ko-KR">
              <a:latin typeface="Arial Narrow" panose="020B0606020202030204" pitchFamily="34" charset="0"/>
            </a:endParaRPr>
          </a:p>
          <a:p>
            <a:r>
              <a:rPr lang="en-US" altLang="ko-KR">
                <a:latin typeface="Arial Narrow" panose="020B0606020202030204" pitchFamily="34" charset="0"/>
              </a:rPr>
              <a:t>[2] WA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12</a:t>
            </a:r>
            <a:r>
              <a:rPr lang="ko-KR" altLang="en-US">
                <a:latin typeface="Arial Narrow" panose="020B0606020202030204" pitchFamily="34" charset="0"/>
              </a:rPr>
              <a:t>동 </a:t>
            </a:r>
            <a:r>
              <a:rPr lang="en-US" altLang="ko-KR">
                <a:latin typeface="Arial Narrow" panose="020B0606020202030204" pitchFamily="34" charset="0"/>
              </a:rPr>
              <a:t>Module #2~4 </a:t>
            </a:r>
            <a:r>
              <a:rPr lang="ko-KR" altLang="en-US">
                <a:latin typeface="Arial Narrow" panose="020B0606020202030204" pitchFamily="34" charset="0"/>
              </a:rPr>
              <a:t>자동보정</a:t>
            </a:r>
            <a:r>
              <a:rPr lang="en-US" altLang="ko-KR">
                <a:latin typeface="Arial Narrow" panose="020B0606020202030204" pitchFamily="34" charset="0"/>
              </a:rPr>
              <a:t>SW </a:t>
            </a:r>
            <a:r>
              <a:rPr lang="ko-KR" altLang="en-US">
                <a:latin typeface="Arial Narrow" panose="020B0606020202030204" pitchFamily="34" charset="0"/>
              </a:rPr>
              <a:t>코드표준화 업데이트 진행 </a:t>
            </a:r>
            <a:r>
              <a:rPr lang="en-US" altLang="ko-KR">
                <a:latin typeface="Arial Narrow" panose="020B0606020202030204" pitchFamily="34" charset="0"/>
              </a:rPr>
              <a:t>(~5/26, </a:t>
            </a:r>
            <a:r>
              <a:rPr lang="ko-KR" altLang="en-US">
                <a:latin typeface="Arial Narrow" panose="020B0606020202030204" pitchFamily="34" charset="0"/>
              </a:rPr>
              <a:t>완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r>
              <a:rPr lang="en-US" altLang="ko-KR">
                <a:latin typeface="Arial Narrow" panose="020B0606020202030204" pitchFamily="34" charset="0"/>
              </a:rPr>
              <a:t> - Line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1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: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ko-KR" altLang="en-US" err="1">
                <a:latin typeface="Arial Narrow" panose="020B0606020202030204" pitchFamily="34" charset="0"/>
              </a:rPr>
              <a:t>제각</a:t>
            </a:r>
            <a:r>
              <a:rPr lang="en-US" altLang="ko-KR">
                <a:latin typeface="Arial Narrow" panose="020B0606020202030204" pitchFamily="34" charset="0"/>
              </a:rPr>
              <a:t>      -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Line 2 :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샘플생산시작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(</a:t>
            </a:r>
            <a:r>
              <a:rPr lang="ko-KR" altLang="en-US" err="1">
                <a:solidFill>
                  <a:srgbClr val="0000FF"/>
                </a:solidFill>
                <a:latin typeface="Arial Narrow" panose="020B0606020202030204" pitchFamily="34" charset="0"/>
              </a:rPr>
              <a:t>모니터링중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)</a:t>
            </a:r>
            <a:r>
              <a:rPr lang="en-US" altLang="ko-KR">
                <a:latin typeface="Arial Narrow" panose="020B0606020202030204" pitchFamily="34" charset="0"/>
              </a:rPr>
              <a:t>      - Line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3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:</a:t>
            </a:r>
            <a:r>
              <a:rPr lang="ko-KR" altLang="en-US">
                <a:latin typeface="Arial Narrow" panose="020B0606020202030204" pitchFamily="34" charset="0"/>
              </a:rPr>
              <a:t> 운휴</a:t>
            </a:r>
            <a:r>
              <a:rPr lang="en-US" altLang="ko-KR">
                <a:latin typeface="Arial Narrow" panose="020B0606020202030204" pitchFamily="34" charset="0"/>
              </a:rPr>
              <a:t>      - Line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4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:</a:t>
            </a:r>
            <a:r>
              <a:rPr lang="ko-KR" altLang="en-US">
                <a:latin typeface="Arial Narrow" panose="020B0606020202030204" pitchFamily="34" charset="0"/>
              </a:rPr>
              <a:t> 양산 </a:t>
            </a:r>
            <a:r>
              <a:rPr lang="en-US" altLang="ko-KR">
                <a:latin typeface="Arial Narrow" panose="020B0606020202030204" pitchFamily="34" charset="0"/>
              </a:rPr>
              <a:t>(</a:t>
            </a:r>
            <a:r>
              <a:rPr lang="ko-KR" altLang="en-US" err="1">
                <a:latin typeface="Arial Narrow" panose="020B0606020202030204" pitchFamily="34" charset="0"/>
              </a:rPr>
              <a:t>적용중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</a:p>
          <a:p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[3] WA 11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동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Module #27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수평전개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(Ford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신규 라인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)</a:t>
            </a:r>
            <a:b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</a:b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    - Model(3P12R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↔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 3P8S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↔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 3P12S)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교환이 잦아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Model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별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APC Config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요청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(9/10)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→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APC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시스템 및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Config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수정 예정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(~9/21)</a:t>
            </a:r>
          </a:p>
          <a:p>
            <a:r>
              <a:rPr lang="en-US" altLang="ko-KR">
                <a:latin typeface="Arial Narrow" panose="020B0606020202030204" pitchFamily="34" charset="0"/>
              </a:rPr>
              <a:t>    - </a:t>
            </a:r>
            <a:r>
              <a:rPr lang="ko-KR" altLang="en-US">
                <a:latin typeface="Arial Narrow" panose="020B0606020202030204" pitchFamily="34" charset="0"/>
              </a:rPr>
              <a:t>설비 구조 및 </a:t>
            </a:r>
            <a:r>
              <a:rPr lang="en-US" altLang="ko-KR">
                <a:latin typeface="Arial Narrow" panose="020B0606020202030204" pitchFamily="34" charset="0"/>
              </a:rPr>
              <a:t>PLC/HMI </a:t>
            </a:r>
            <a:r>
              <a:rPr lang="ko-KR" altLang="en-US">
                <a:latin typeface="Arial Narrow" panose="020B0606020202030204" pitchFamily="34" charset="0"/>
              </a:rPr>
              <a:t>검토 </a:t>
            </a:r>
            <a:r>
              <a:rPr lang="en-US" altLang="ko-KR">
                <a:latin typeface="Arial Narrow" panose="020B0606020202030204" pitchFamily="34" charset="0"/>
              </a:rPr>
              <a:t>(~6/12,</a:t>
            </a:r>
            <a:r>
              <a:rPr lang="ko-KR" altLang="en-US">
                <a:latin typeface="Arial Narrow" panose="020B0606020202030204" pitchFamily="34" charset="0"/>
              </a:rPr>
              <a:t> 완</a:t>
            </a:r>
            <a:r>
              <a:rPr lang="en-US" altLang="ko-KR">
                <a:latin typeface="Arial Narrow" panose="020B0606020202030204" pitchFamily="34" charset="0"/>
              </a:rPr>
              <a:t>) </a:t>
            </a:r>
            <a:r>
              <a:rPr lang="ko-KR" altLang="en-US">
                <a:latin typeface="Arial Narrow" panose="020B0606020202030204" pitchFamily="34" charset="0"/>
              </a:rPr>
              <a:t>→ 수정사항 설명 및 수정 방식 논의 </a:t>
            </a:r>
            <a:r>
              <a:rPr lang="en-US" altLang="ko-KR">
                <a:latin typeface="Arial Narrow" panose="020B0606020202030204" pitchFamily="34" charset="0"/>
              </a:rPr>
              <a:t>(</a:t>
            </a:r>
            <a:r>
              <a:rPr lang="en-US" altLang="ko-KR" err="1">
                <a:latin typeface="Arial Narrow" panose="020B0606020202030204" pitchFamily="34" charset="0"/>
              </a:rPr>
              <a:t>w.Pack</a:t>
            </a:r>
            <a:r>
              <a:rPr lang="ko-KR" altLang="en-US">
                <a:latin typeface="Arial Narrow" panose="020B0606020202030204" pitchFamily="34" charset="0"/>
              </a:rPr>
              <a:t>제어기술팀</a:t>
            </a:r>
            <a:r>
              <a:rPr lang="en-US" altLang="ko-KR">
                <a:latin typeface="Arial Narrow" panose="020B0606020202030204" pitchFamily="34" charset="0"/>
              </a:rPr>
              <a:t>, 6/17) </a:t>
            </a:r>
            <a:r>
              <a:rPr lang="ko-KR" altLang="en-US">
                <a:latin typeface="Arial Narrow" panose="020B0606020202030204" pitchFamily="34" charset="0"/>
              </a:rPr>
              <a:t>→ </a:t>
            </a:r>
            <a:r>
              <a:rPr lang="en-US" altLang="ko-KR">
                <a:latin typeface="Arial Narrow" panose="020B0606020202030204" pitchFamily="34" charset="0"/>
              </a:rPr>
              <a:t>PLC/HMI </a:t>
            </a:r>
            <a:r>
              <a:rPr lang="ko-KR" altLang="en-US">
                <a:latin typeface="Arial Narrow" panose="020B0606020202030204" pitchFamily="34" charset="0"/>
              </a:rPr>
              <a:t>수정 </a:t>
            </a:r>
            <a:r>
              <a:rPr lang="en-US" altLang="ko-KR">
                <a:latin typeface="Arial Narrow" panose="020B0606020202030204" pitchFamily="34" charset="0"/>
              </a:rPr>
              <a:t>(~7</a:t>
            </a:r>
            <a:r>
              <a:rPr lang="ko-KR" altLang="en-US">
                <a:latin typeface="Arial Narrow" panose="020B0606020202030204" pitchFamily="34" charset="0"/>
              </a:rPr>
              <a:t>월 중순</a:t>
            </a:r>
            <a:r>
              <a:rPr lang="en-US" altLang="ko-KR">
                <a:latin typeface="Arial Narrow" panose="020B0606020202030204" pitchFamily="34" charset="0"/>
              </a:rPr>
              <a:t>, Pack</a:t>
            </a:r>
            <a:r>
              <a:rPr lang="ko-KR" altLang="en-US">
                <a:latin typeface="Arial Narrow" panose="020B0606020202030204" pitchFamily="34" charset="0"/>
              </a:rPr>
              <a:t>제어기술팀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  <a:br>
              <a:rPr lang="en-US" altLang="ko-KR">
                <a:latin typeface="Arial Narrow" panose="020B0606020202030204" pitchFamily="34" charset="0"/>
              </a:rPr>
            </a:br>
            <a:r>
              <a:rPr lang="en-US" altLang="ko-KR">
                <a:latin typeface="Arial Narrow" panose="020B0606020202030204" pitchFamily="34" charset="0"/>
              </a:rPr>
              <a:t>      </a:t>
            </a:r>
            <a:r>
              <a:rPr lang="ko-KR" altLang="en-US">
                <a:latin typeface="Arial Narrow" panose="020B0606020202030204" pitchFamily="34" charset="0"/>
              </a:rPr>
              <a:t>→ </a:t>
            </a:r>
            <a:r>
              <a:rPr lang="en-US" altLang="ko-KR">
                <a:latin typeface="Arial Narrow" panose="020B0606020202030204" pitchFamily="34" charset="0"/>
              </a:rPr>
              <a:t>APC </a:t>
            </a:r>
            <a:r>
              <a:rPr lang="ko-KR" altLang="en-US">
                <a:latin typeface="Arial Narrow" panose="020B0606020202030204" pitchFamily="34" charset="0"/>
              </a:rPr>
              <a:t>요건 정의 </a:t>
            </a:r>
            <a:r>
              <a:rPr lang="en-US" altLang="ko-KR">
                <a:latin typeface="Arial Narrow" panose="020B0606020202030204" pitchFamily="34" charset="0"/>
              </a:rPr>
              <a:t>(~6/18) </a:t>
            </a:r>
            <a:r>
              <a:rPr lang="ko-KR" altLang="en-US">
                <a:latin typeface="Arial Narrow" panose="020B0606020202030204" pitchFamily="34" charset="0"/>
              </a:rPr>
              <a:t>→ 개발 요청 </a:t>
            </a:r>
            <a:r>
              <a:rPr lang="en-US" altLang="ko-KR">
                <a:latin typeface="Arial Narrow" panose="020B0606020202030204" pitchFamily="34" charset="0"/>
              </a:rPr>
              <a:t>CSR </a:t>
            </a:r>
            <a:r>
              <a:rPr lang="ko-KR" altLang="en-US">
                <a:latin typeface="Arial Narrow" panose="020B0606020202030204" pitchFamily="34" charset="0"/>
              </a:rPr>
              <a:t>신청 </a:t>
            </a:r>
            <a:r>
              <a:rPr lang="en-US" altLang="ko-KR">
                <a:latin typeface="Arial Narrow" panose="020B0606020202030204" pitchFamily="34" charset="0"/>
              </a:rPr>
              <a:t>(6/18) </a:t>
            </a:r>
            <a:r>
              <a:rPr lang="ko-KR" altLang="en-US">
                <a:latin typeface="Arial Narrow" panose="020B0606020202030204" pitchFamily="34" charset="0"/>
              </a:rPr>
              <a:t>→ </a:t>
            </a:r>
            <a:r>
              <a:rPr lang="en-US" altLang="ko-KR">
                <a:latin typeface="Arial Narrow" panose="020B0606020202030204" pitchFamily="34" charset="0"/>
              </a:rPr>
              <a:t>APC </a:t>
            </a:r>
            <a:r>
              <a:rPr lang="ko-KR" altLang="en-US">
                <a:latin typeface="Arial Narrow" panose="020B0606020202030204" pitchFamily="34" charset="0"/>
              </a:rPr>
              <a:t>구축 </a:t>
            </a:r>
            <a:r>
              <a:rPr lang="en-US" altLang="ko-KR">
                <a:latin typeface="Arial Narrow" panose="020B0606020202030204" pitchFamily="34" charset="0"/>
              </a:rPr>
              <a:t>(7</a:t>
            </a:r>
            <a:r>
              <a:rPr lang="ko-KR" altLang="en-US">
                <a:latin typeface="Arial Narrow" panose="020B0606020202030204" pitchFamily="34" charset="0"/>
              </a:rPr>
              <a:t>월 중순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  <a:r>
              <a:rPr lang="ko-KR" altLang="en-US">
                <a:latin typeface="Arial Narrow" panose="020B0606020202030204" pitchFamily="34" charset="0"/>
              </a:rPr>
              <a:t> 및 검증 </a:t>
            </a:r>
            <a:r>
              <a:rPr lang="en-US" altLang="ko-KR">
                <a:latin typeface="Arial Narrow" panose="020B0606020202030204" pitchFamily="34" charset="0"/>
              </a:rPr>
              <a:t>(Vision </a:t>
            </a:r>
            <a:r>
              <a:rPr lang="ko-KR" altLang="en-US">
                <a:latin typeface="Arial Narrow" panose="020B0606020202030204" pitchFamily="34" charset="0"/>
              </a:rPr>
              <a:t>수집 오류 수정 </a:t>
            </a:r>
            <a:r>
              <a:rPr lang="en-US" altLang="ko-KR">
                <a:latin typeface="Arial Narrow" panose="020B0606020202030204" pitchFamily="34" charset="0"/>
              </a:rPr>
              <a:t>8/4, </a:t>
            </a:r>
            <a:r>
              <a:rPr lang="ko-KR" altLang="en-US">
                <a:latin typeface="Arial Narrow" panose="020B0606020202030204" pitchFamily="34" charset="0"/>
              </a:rPr>
              <a:t>완</a:t>
            </a:r>
            <a:r>
              <a:rPr lang="en-US" altLang="ko-KR">
                <a:latin typeface="Arial Narrow" panose="020B0606020202030204" pitchFamily="34" charset="0"/>
              </a:rPr>
              <a:t>) </a:t>
            </a:r>
            <a:r>
              <a:rPr lang="ko-KR" altLang="en-US">
                <a:latin typeface="Arial Narrow" panose="020B0606020202030204" pitchFamily="34" charset="0"/>
              </a:rPr>
              <a:t>→ 검증 </a:t>
            </a:r>
            <a:r>
              <a:rPr lang="en-US" altLang="ko-KR">
                <a:latin typeface="Arial Narrow" panose="020B0606020202030204" pitchFamily="34" charset="0"/>
              </a:rPr>
              <a:t>Test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(8/5~6, </a:t>
            </a:r>
            <a:r>
              <a:rPr lang="ko-KR" altLang="en-US">
                <a:latin typeface="Arial Narrow" panose="020B0606020202030204" pitchFamily="34" charset="0"/>
              </a:rPr>
              <a:t>완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  <a:br>
              <a:rPr lang="en-US" altLang="ko-KR">
                <a:latin typeface="Arial Narrow" panose="020B0606020202030204" pitchFamily="34" charset="0"/>
              </a:rPr>
            </a:br>
            <a:r>
              <a:rPr lang="en-US" altLang="ko-KR">
                <a:latin typeface="Arial Narrow" panose="020B0606020202030204" pitchFamily="34" charset="0"/>
              </a:rPr>
              <a:t>     ※ Test </a:t>
            </a:r>
            <a:r>
              <a:rPr lang="ko-KR" altLang="en-US">
                <a:latin typeface="Arial Narrow" panose="020B0606020202030204" pitchFamily="34" charset="0"/>
              </a:rPr>
              <a:t>결과 </a:t>
            </a:r>
            <a:r>
              <a:rPr lang="en-US" altLang="ko-KR">
                <a:latin typeface="Arial Narrow" panose="020B0606020202030204" pitchFamily="34" charset="0"/>
              </a:rPr>
              <a:t>: </a:t>
            </a:r>
            <a:r>
              <a:rPr lang="ko-KR" altLang="en-US">
                <a:latin typeface="Arial Narrow" panose="020B0606020202030204" pitchFamily="34" charset="0"/>
              </a:rPr>
              <a:t>약 </a:t>
            </a:r>
            <a:r>
              <a:rPr lang="en-US" altLang="ko-KR">
                <a:latin typeface="Arial Narrow" panose="020B0606020202030204" pitchFamily="34" charset="0"/>
              </a:rPr>
              <a:t>315g </a:t>
            </a:r>
            <a:r>
              <a:rPr lang="ko-KR" altLang="en-US">
                <a:latin typeface="Arial Narrow" panose="020B0606020202030204" pitchFamily="34" charset="0"/>
              </a:rPr>
              <a:t>→ </a:t>
            </a:r>
            <a:r>
              <a:rPr lang="en-US" altLang="ko-KR">
                <a:latin typeface="Arial Narrow" panose="020B0606020202030204" pitchFamily="34" charset="0"/>
              </a:rPr>
              <a:t>307g </a:t>
            </a:r>
            <a:r>
              <a:rPr lang="ko-KR" altLang="en-US">
                <a:latin typeface="Arial Narrow" panose="020B0606020202030204" pitchFamily="34" charset="0"/>
              </a:rPr>
              <a:t>까지 자동보정 정상 작동 확인</a:t>
            </a:r>
            <a:br>
              <a:rPr lang="en-US" altLang="ko-KR">
                <a:latin typeface="Arial Narrow" panose="020B0606020202030204" pitchFamily="34" charset="0"/>
              </a:rPr>
            </a:br>
            <a:r>
              <a:rPr lang="en-US" altLang="ko-KR">
                <a:latin typeface="Arial Narrow" panose="020B0606020202030204" pitchFamily="34" charset="0"/>
              </a:rPr>
              <a:t>     ※ </a:t>
            </a:r>
            <a:r>
              <a:rPr lang="ko-KR" altLang="en-US">
                <a:latin typeface="Arial Narrow" panose="020B0606020202030204" pitchFamily="34" charset="0"/>
              </a:rPr>
              <a:t>해당 설비 예상</a:t>
            </a:r>
            <a:r>
              <a:rPr lang="en-US" altLang="ko-KR">
                <a:latin typeface="Arial Narrow" panose="020B0606020202030204" pitchFamily="34" charset="0"/>
              </a:rPr>
              <a:t> </a:t>
            </a:r>
            <a:r>
              <a:rPr lang="ko-KR" altLang="en-US">
                <a:latin typeface="Arial Narrow" panose="020B0606020202030204" pitchFamily="34" charset="0"/>
              </a:rPr>
              <a:t>효과 </a:t>
            </a:r>
            <a:r>
              <a:rPr lang="en-US" altLang="ko-KR">
                <a:latin typeface="Arial Narrow" panose="020B0606020202030204" pitchFamily="34" charset="0"/>
              </a:rPr>
              <a:t>: 73</a:t>
            </a:r>
            <a:r>
              <a:rPr lang="ko-KR" altLang="en-US">
                <a:latin typeface="Arial Narrow" panose="020B0606020202030204" pitchFamily="34" charset="0"/>
              </a:rPr>
              <a:t>만개</a:t>
            </a:r>
            <a:r>
              <a:rPr lang="en-US" altLang="ko-KR">
                <a:latin typeface="Arial Narrow" panose="020B0606020202030204" pitchFamily="34" charset="0"/>
              </a:rPr>
              <a:t>(’27</a:t>
            </a:r>
            <a:r>
              <a:rPr lang="ko-KR" altLang="en-US">
                <a:latin typeface="Arial Narrow" panose="020B0606020202030204" pitchFamily="34" charset="0"/>
              </a:rPr>
              <a:t>년 생산량</a:t>
            </a:r>
            <a:r>
              <a:rPr lang="en-US" altLang="ko-KR">
                <a:latin typeface="Arial Narrow" panose="020B0606020202030204" pitchFamily="34" charset="0"/>
              </a:rPr>
              <a:t>) x 0.008kg x  $6.8/kg x 1501.6</a:t>
            </a:r>
            <a:r>
              <a:rPr lang="ko-KR" altLang="en-US">
                <a:latin typeface="Arial Narrow" panose="020B0606020202030204" pitchFamily="34" charset="0"/>
              </a:rPr>
              <a:t>원</a:t>
            </a:r>
            <a:r>
              <a:rPr lang="en-US" altLang="ko-KR">
                <a:latin typeface="Arial Narrow" panose="020B0606020202030204" pitchFamily="34" charset="0"/>
              </a:rPr>
              <a:t>/$  = 0.6</a:t>
            </a:r>
            <a:r>
              <a:rPr lang="ko-KR" altLang="en-US">
                <a:latin typeface="Arial Narrow" panose="020B0606020202030204" pitchFamily="34" charset="0"/>
              </a:rPr>
              <a:t>억</a:t>
            </a:r>
            <a:r>
              <a:rPr lang="en-US" altLang="ko-KR">
                <a:latin typeface="Arial Narrow" panose="020B0606020202030204" pitchFamily="34" charset="0"/>
              </a:rPr>
              <a:t>/</a:t>
            </a:r>
            <a:r>
              <a:rPr lang="ko-KR" altLang="en-US">
                <a:latin typeface="Arial Narrow" panose="020B0606020202030204" pitchFamily="34" charset="0"/>
              </a:rPr>
              <a:t>년 </a:t>
            </a:r>
            <a:r>
              <a:rPr lang="en-US" altLang="ko-KR">
                <a:latin typeface="Arial Narrow" panose="020B0606020202030204" pitchFamily="34" charset="0"/>
              </a:rPr>
              <a:t>(WA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#27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Ford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V710) (* Model Spec</a:t>
            </a:r>
            <a:r>
              <a:rPr lang="ko-KR" altLang="en-US">
                <a:latin typeface="Arial Narrow" panose="020B0606020202030204" pitchFamily="34" charset="0"/>
              </a:rPr>
              <a:t>별 효과 차이 존재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  <a:br>
              <a:rPr lang="en-US" altLang="ko-KR">
                <a:latin typeface="Arial Narrow" panose="020B0606020202030204" pitchFamily="34" charset="0"/>
              </a:rPr>
            </a:br>
            <a:r>
              <a:rPr lang="en-US" altLang="ko-KR">
                <a:latin typeface="Arial Narrow" panose="020B0606020202030204" pitchFamily="34" charset="0"/>
              </a:rPr>
              <a:t>     ※ 8/21~22 </a:t>
            </a:r>
            <a:r>
              <a:rPr lang="ko-KR" altLang="en-US">
                <a:latin typeface="Arial Narrow" panose="020B0606020202030204" pitchFamily="34" charset="0"/>
              </a:rPr>
              <a:t>추가 </a:t>
            </a:r>
            <a:r>
              <a:rPr lang="en-US" altLang="ko-KR">
                <a:latin typeface="Arial Narrow" panose="020B0606020202030204" pitchFamily="34" charset="0"/>
              </a:rPr>
              <a:t>Test </a:t>
            </a:r>
            <a:r>
              <a:rPr lang="ko-KR" altLang="en-US">
                <a:latin typeface="Arial Narrow" panose="020B0606020202030204" pitchFamily="34" charset="0"/>
              </a:rPr>
              <a:t>중 예외</a:t>
            </a:r>
            <a:r>
              <a:rPr lang="en-US" altLang="ko-KR">
                <a:latin typeface="Arial Narrow" panose="020B0606020202030204" pitchFamily="34" charset="0"/>
              </a:rPr>
              <a:t>Case (</a:t>
            </a:r>
            <a:r>
              <a:rPr lang="ko-KR" altLang="en-US">
                <a:latin typeface="Arial Narrow" panose="020B0606020202030204" pitchFamily="34" charset="0"/>
              </a:rPr>
              <a:t>노즐로 인한 </a:t>
            </a:r>
            <a:r>
              <a:rPr lang="en-US" altLang="ko-KR">
                <a:latin typeface="Arial Narrow" panose="020B0606020202030204" pitchFamily="34" charset="0"/>
              </a:rPr>
              <a:t>Ratio, Gap </a:t>
            </a:r>
            <a:r>
              <a:rPr lang="ko-KR" altLang="en-US">
                <a:latin typeface="Arial Narrow" panose="020B0606020202030204" pitchFamily="34" charset="0"/>
              </a:rPr>
              <a:t>불량</a:t>
            </a:r>
            <a:r>
              <a:rPr lang="en-US" altLang="ko-KR">
                <a:latin typeface="Arial Narrow" panose="020B0606020202030204" pitchFamily="34" charset="0"/>
              </a:rPr>
              <a:t> </a:t>
            </a:r>
            <a:r>
              <a:rPr lang="ko-KR" altLang="en-US">
                <a:latin typeface="Arial Narrow" panose="020B0606020202030204" pitchFamily="34" charset="0"/>
              </a:rPr>
              <a:t>→ 긴급 보정 로직 발동 → 레진 무게 상한 불량 발생</a:t>
            </a:r>
            <a:r>
              <a:rPr lang="en-US" altLang="ko-KR">
                <a:latin typeface="Arial Narrow" panose="020B0606020202030204" pitchFamily="34" charset="0"/>
              </a:rPr>
              <a:t>) </a:t>
            </a:r>
            <a:r>
              <a:rPr lang="ko-KR" altLang="en-US">
                <a:latin typeface="Arial Narrow" panose="020B0606020202030204" pitchFamily="34" charset="0"/>
              </a:rPr>
              <a:t>발견되어 로직 보완 </a:t>
            </a:r>
            <a:r>
              <a:rPr lang="en-US" altLang="ko-KR">
                <a:latin typeface="Arial Narrow" panose="020B0606020202030204" pitchFamily="34" charset="0"/>
              </a:rPr>
              <a:t>(~8/27, </a:t>
            </a:r>
            <a:r>
              <a:rPr lang="ko-KR" altLang="en-US">
                <a:latin typeface="Arial Narrow" panose="020B0606020202030204" pitchFamily="34" charset="0"/>
              </a:rPr>
              <a:t>완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  <a:br>
              <a:rPr lang="en-US" altLang="ko-KR">
                <a:latin typeface="Arial Narrow" panose="020B0606020202030204" pitchFamily="34" charset="0"/>
              </a:rPr>
            </a:b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신규 요청 과제 검토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: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온도에 따른 레진 퍼짐 정도 상이 →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Vision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불량 발생 → 수동으로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Mixer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높이 변경 필요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※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자동보정 가능한지 검토 요청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(From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공정기술팀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)</a:t>
            </a:r>
          </a:p>
          <a:p>
            <a:endParaRPr lang="en-US" altLang="ko-KR">
              <a:latin typeface="Arial Narrow" panose="020B0606020202030204" pitchFamily="34" charset="0"/>
            </a:endParaRPr>
          </a:p>
          <a:p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[4] OT ESS Pack #1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수평전개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(JF2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신규 라인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)</a:t>
            </a:r>
            <a:br>
              <a:rPr lang="en-US" altLang="ko-KR">
                <a:latin typeface="Arial Narrow" panose="020B0606020202030204" pitchFamily="34" charset="0"/>
              </a:rPr>
            </a:br>
            <a:r>
              <a:rPr lang="en-US" altLang="ko-KR">
                <a:latin typeface="Arial Narrow" panose="020B0606020202030204" pitchFamily="34" charset="0"/>
              </a:rPr>
              <a:t>    - APC </a:t>
            </a:r>
            <a:r>
              <a:rPr lang="ko-KR" altLang="en-US">
                <a:latin typeface="Arial Narrow" panose="020B0606020202030204" pitchFamily="34" charset="0"/>
              </a:rPr>
              <a:t>구축 </a:t>
            </a:r>
            <a:r>
              <a:rPr lang="en-US" altLang="ko-KR">
                <a:latin typeface="Arial Narrow" panose="020B0606020202030204" pitchFamily="34" charset="0"/>
              </a:rPr>
              <a:t>(7</a:t>
            </a:r>
            <a:r>
              <a:rPr lang="ko-KR" altLang="en-US">
                <a:latin typeface="Arial Narrow" panose="020B0606020202030204" pitchFamily="34" charset="0"/>
              </a:rPr>
              <a:t>월 중순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  <a:r>
              <a:rPr lang="ko-KR" altLang="en-US">
                <a:latin typeface="Arial Narrow" panose="020B0606020202030204" pitchFamily="34" charset="0"/>
              </a:rPr>
              <a:t> 및 검증 </a:t>
            </a:r>
            <a:r>
              <a:rPr lang="en-US" altLang="ko-KR">
                <a:latin typeface="Arial Narrow" panose="020B0606020202030204" pitchFamily="34" charset="0"/>
              </a:rPr>
              <a:t>(8/12, </a:t>
            </a:r>
            <a:r>
              <a:rPr lang="ko-KR" altLang="en-US">
                <a:latin typeface="Arial Narrow" panose="020B0606020202030204" pitchFamily="34" charset="0"/>
              </a:rPr>
              <a:t>완</a:t>
            </a:r>
            <a:r>
              <a:rPr lang="en-US" altLang="ko-KR">
                <a:latin typeface="Arial Narrow" panose="020B0606020202030204" pitchFamily="34" charset="0"/>
              </a:rPr>
              <a:t>)</a:t>
            </a:r>
            <a:br>
              <a:rPr lang="en-US" altLang="ko-KR">
                <a:latin typeface="Arial Narrow" panose="020B0606020202030204" pitchFamily="34" charset="0"/>
              </a:rPr>
            </a:br>
            <a:r>
              <a:rPr lang="en-US" altLang="ko-KR">
                <a:latin typeface="Arial Narrow" panose="020B0606020202030204" pitchFamily="34" charset="0"/>
              </a:rPr>
              <a:t>    - </a:t>
            </a:r>
            <a:r>
              <a:rPr lang="ko-KR" altLang="en-US">
                <a:latin typeface="Arial Narrow" panose="020B0606020202030204" pitchFamily="34" charset="0"/>
              </a:rPr>
              <a:t>설비 </a:t>
            </a:r>
            <a:r>
              <a:rPr lang="en-US" altLang="ko-KR">
                <a:latin typeface="Arial Narrow" panose="020B0606020202030204" pitchFamily="34" charset="0"/>
              </a:rPr>
              <a:t>PLC / RESIN SW </a:t>
            </a:r>
            <a:r>
              <a:rPr lang="ko-KR" altLang="en-US">
                <a:latin typeface="Arial Narrow" panose="020B0606020202030204" pitchFamily="34" charset="0"/>
              </a:rPr>
              <a:t>수평전개를 위한 법인 공정기술</a:t>
            </a:r>
            <a:r>
              <a:rPr lang="en-US" altLang="ko-KR">
                <a:latin typeface="Arial Narrow" panose="020B0606020202030204" pitchFamily="34" charset="0"/>
              </a:rPr>
              <a:t>/PRI</a:t>
            </a:r>
            <a:r>
              <a:rPr lang="ko-KR" altLang="en-US">
                <a:latin typeface="Arial Narrow" panose="020B0606020202030204" pitchFamily="34" charset="0"/>
              </a:rPr>
              <a:t>와 논의 진행 </a:t>
            </a:r>
            <a:r>
              <a:rPr lang="en-US" altLang="ko-KR">
                <a:latin typeface="Arial Narrow" panose="020B0606020202030204" pitchFamily="34" charset="0"/>
              </a:rPr>
              <a:t>(8/12) </a:t>
            </a:r>
            <a:r>
              <a:rPr lang="ko-KR" altLang="en-US">
                <a:latin typeface="Arial Narrow" panose="020B0606020202030204" pitchFamily="34" charset="0"/>
              </a:rPr>
              <a:t>→ </a:t>
            </a:r>
            <a:r>
              <a:rPr lang="en-US" altLang="ko-KR">
                <a:latin typeface="Arial Narrow" panose="020B0606020202030204" pitchFamily="34" charset="0"/>
              </a:rPr>
              <a:t>PRI</a:t>
            </a:r>
            <a:r>
              <a:rPr lang="ko-KR" altLang="en-US">
                <a:latin typeface="Arial Narrow" panose="020B0606020202030204" pitchFamily="34" charset="0"/>
              </a:rPr>
              <a:t>와 견적 논의</a:t>
            </a:r>
            <a:r>
              <a:rPr lang="en-US" altLang="ko-KR">
                <a:latin typeface="Arial Narrow" panose="020B0606020202030204" pitchFamily="34" charset="0"/>
              </a:rPr>
              <a:t>(~8/23,</a:t>
            </a:r>
            <a:r>
              <a:rPr lang="ko-KR" altLang="en-US">
                <a:latin typeface="Arial Narrow" panose="020B0606020202030204" pitchFamily="34" charset="0"/>
              </a:rPr>
              <a:t> 완</a:t>
            </a:r>
            <a:r>
              <a:rPr lang="en-US" altLang="ko-KR">
                <a:latin typeface="Arial Narrow" panose="020B0606020202030204" pitchFamily="34" charset="0"/>
              </a:rPr>
              <a:t>) </a:t>
            </a:r>
            <a:r>
              <a:rPr lang="ko-KR" altLang="en-US">
                <a:latin typeface="Arial Narrow" panose="020B0606020202030204" pitchFamily="34" charset="0"/>
              </a:rPr>
              <a:t>→ 법인 투자 완료</a:t>
            </a:r>
            <a:br>
              <a:rPr lang="en-US" altLang="ko-KR">
                <a:latin typeface="Arial Narrow" panose="020B0606020202030204" pitchFamily="34" charset="0"/>
              </a:rPr>
            </a:br>
            <a:r>
              <a:rPr lang="en-US" altLang="ko-KR">
                <a:latin typeface="Arial Narrow" panose="020B0606020202030204" pitchFamily="34" charset="0"/>
              </a:rPr>
              <a:t>       </a:t>
            </a:r>
            <a:r>
              <a:rPr lang="ko-KR" altLang="en-US">
                <a:latin typeface="Arial Narrow" panose="020B0606020202030204" pitchFamily="34" charset="0"/>
              </a:rPr>
              <a:t>→ </a:t>
            </a:r>
            <a:r>
              <a:rPr lang="en-US" altLang="ko-KR">
                <a:latin typeface="Arial Narrow" panose="020B0606020202030204" pitchFamily="34" charset="0"/>
              </a:rPr>
              <a:t>PLC, Resin SW </a:t>
            </a:r>
            <a:r>
              <a:rPr lang="ko-KR" altLang="en-US">
                <a:latin typeface="Arial Narrow" panose="020B0606020202030204" pitchFamily="34" charset="0"/>
              </a:rPr>
              <a:t>업데이트 </a:t>
            </a:r>
            <a:r>
              <a:rPr lang="en-US" altLang="ko-KR">
                <a:latin typeface="Arial Narrow" panose="020B0606020202030204" pitchFamily="34" charset="0"/>
              </a:rPr>
              <a:t>(9/1)</a:t>
            </a:r>
            <a:r>
              <a:rPr lang="ko-KR" altLang="en-US">
                <a:latin typeface="Arial Narrow" panose="020B0606020202030204" pitchFamily="34" charset="0"/>
              </a:rPr>
              <a:t> → </a:t>
            </a:r>
            <a:r>
              <a:rPr lang="en-US" altLang="ko-KR">
                <a:latin typeface="Arial Narrow" panose="020B0606020202030204" pitchFamily="34" charset="0"/>
              </a:rPr>
              <a:t>Test </a:t>
            </a:r>
            <a:r>
              <a:rPr lang="ko-KR" altLang="en-US">
                <a:latin typeface="Arial Narrow" panose="020B0606020202030204" pitchFamily="34" charset="0"/>
              </a:rPr>
              <a:t>및 검증 </a:t>
            </a:r>
            <a:r>
              <a:rPr lang="en-US" altLang="ko-KR">
                <a:latin typeface="Arial Narrow" panose="020B0606020202030204" pitchFamily="34" charset="0"/>
              </a:rPr>
              <a:t>(9/2~3, </a:t>
            </a:r>
            <a:r>
              <a:rPr lang="ko-KR" altLang="en-US">
                <a:latin typeface="Arial Narrow" panose="020B0606020202030204" pitchFamily="34" charset="0"/>
              </a:rPr>
              <a:t>완료</a:t>
            </a:r>
            <a:r>
              <a:rPr lang="en-US" altLang="ko-KR">
                <a:latin typeface="Arial Narrow" panose="020B0606020202030204" pitchFamily="34" charset="0"/>
              </a:rPr>
              <a:t>)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※ MI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이슈 개선을 위한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Resin SW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업데이트 버전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OT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에서 검증 진행중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(~9/17)</a:t>
            </a:r>
            <a:b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</a:b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       ※ Test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결과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: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약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5157g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→ </a:t>
            </a:r>
            <a:r>
              <a:rPr lang="en-US" altLang="ko-KR">
                <a:solidFill>
                  <a:srgbClr val="0000FF"/>
                </a:solidFill>
                <a:latin typeface="Arial Narrow" panose="020B0606020202030204" pitchFamily="34" charset="0"/>
              </a:rPr>
              <a:t>5,075g </a:t>
            </a:r>
            <a:r>
              <a:rPr lang="ko-KR" altLang="en-US">
                <a:solidFill>
                  <a:srgbClr val="0000FF"/>
                </a:solidFill>
                <a:latin typeface="Arial Narrow" panose="020B0606020202030204" pitchFamily="34" charset="0"/>
              </a:rPr>
              <a:t>까지 자동보정 정상 작동 확인</a:t>
            </a:r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endParaRPr lang="en-US" altLang="ko-KR">
              <a:solidFill>
                <a:srgbClr val="0000FF"/>
              </a:solidFill>
              <a:latin typeface="Arial Narrow" panose="020B0606020202030204" pitchFamily="34" charset="0"/>
            </a:endParaRPr>
          </a:p>
          <a:p>
            <a:r>
              <a:rPr lang="en-US" altLang="ko-KR">
                <a:latin typeface="Arial Narrow" panose="020B0606020202030204" pitchFamily="34" charset="0"/>
              </a:rPr>
              <a:t>[5] PW</a:t>
            </a:r>
            <a:r>
              <a:rPr lang="ko-KR" altLang="en-US">
                <a:latin typeface="Arial Narrow" panose="020B0606020202030204" pitchFamily="34" charset="0"/>
              </a:rPr>
              <a:t> </a:t>
            </a:r>
            <a:r>
              <a:rPr lang="en-US" altLang="ko-KR">
                <a:latin typeface="Arial Narrow" panose="020B0606020202030204" pitchFamily="34" charset="0"/>
              </a:rPr>
              <a:t>ESS Pack #1~4 </a:t>
            </a:r>
            <a:r>
              <a:rPr lang="ko-KR" altLang="en-US">
                <a:latin typeface="Arial Narrow" panose="020B0606020202030204" pitchFamily="34" charset="0"/>
              </a:rPr>
              <a:t>수평전개</a:t>
            </a:r>
            <a:br>
              <a:rPr lang="en-US" altLang="ko-KR">
                <a:latin typeface="Arial Narrow" panose="020B0606020202030204" pitchFamily="34" charset="0"/>
              </a:rPr>
            </a:br>
            <a:r>
              <a:rPr lang="en-US" altLang="ko-KR">
                <a:latin typeface="Arial Narrow" panose="020B0606020202030204" pitchFamily="34" charset="0"/>
              </a:rPr>
              <a:t>    - APC</a:t>
            </a:r>
            <a:r>
              <a:rPr lang="ko-KR" altLang="en-US">
                <a:latin typeface="Arial Narrow" panose="020B0606020202030204" pitchFamily="34" charset="0"/>
              </a:rPr>
              <a:t> 대체 기능 </a:t>
            </a:r>
            <a:r>
              <a:rPr lang="en-US" altLang="ko-KR">
                <a:latin typeface="Arial Narrow" panose="020B0606020202030204" pitchFamily="34" charset="0"/>
              </a:rPr>
              <a:t>(</a:t>
            </a:r>
            <a:r>
              <a:rPr lang="en-US" altLang="ko-KR">
                <a:latin typeface="Arial Narrow"/>
                <a:ea typeface="LG스마트체 Regular"/>
              </a:rPr>
              <a:t>PLC </a:t>
            </a:r>
            <a:r>
              <a:rPr lang="ko-KR" altLang="en-US">
                <a:latin typeface="Arial Narrow"/>
                <a:ea typeface="LG스마트체 Regular"/>
              </a:rPr>
              <a:t>↔ </a:t>
            </a:r>
            <a:r>
              <a:rPr lang="en-US" altLang="ko-KR">
                <a:latin typeface="Arial Narrow"/>
                <a:ea typeface="LG스마트체 Regular"/>
              </a:rPr>
              <a:t>C#(PLC </a:t>
            </a:r>
            <a:r>
              <a:rPr lang="ko-KR" altLang="en-US">
                <a:latin typeface="Arial Narrow"/>
                <a:ea typeface="LG스마트체 Regular"/>
              </a:rPr>
              <a:t>통신 중계</a:t>
            </a:r>
            <a:r>
              <a:rPr lang="en-US" altLang="ko-KR">
                <a:latin typeface="Arial Narrow"/>
                <a:ea typeface="LG스마트체 Regular"/>
              </a:rPr>
              <a:t>) </a:t>
            </a:r>
            <a:r>
              <a:rPr lang="ko-KR" altLang="en-US">
                <a:latin typeface="Arial Narrow"/>
                <a:ea typeface="LG스마트체 Regular"/>
              </a:rPr>
              <a:t>↔ </a:t>
            </a:r>
            <a:r>
              <a:rPr lang="en-US" altLang="ko-KR">
                <a:latin typeface="Arial Narrow"/>
                <a:ea typeface="LG스마트체 Regular"/>
              </a:rPr>
              <a:t>Python) </a:t>
            </a:r>
            <a:r>
              <a:rPr lang="ko-KR" altLang="en-US">
                <a:latin typeface="Arial Narrow"/>
                <a:ea typeface="LG스마트체 Regular"/>
              </a:rPr>
              <a:t>개발 </a:t>
            </a:r>
            <a:r>
              <a:rPr lang="en-US" altLang="ko-KR">
                <a:latin typeface="Arial Narrow"/>
                <a:ea typeface="LG스마트체 Regular"/>
              </a:rPr>
              <a:t>(~6/30, </a:t>
            </a:r>
            <a:r>
              <a:rPr lang="ko-KR" altLang="en-US">
                <a:latin typeface="Arial Narrow"/>
                <a:ea typeface="LG스마트체 Regular"/>
              </a:rPr>
              <a:t>완료</a:t>
            </a:r>
            <a:r>
              <a:rPr lang="en-US" altLang="ko-KR">
                <a:latin typeface="Arial Narrow"/>
                <a:ea typeface="LG스마트체 Regular"/>
              </a:rPr>
              <a:t>) </a:t>
            </a:r>
            <a:r>
              <a:rPr lang="ko-KR" altLang="en-US">
                <a:latin typeface="Arial Narrow"/>
                <a:ea typeface="LG스마트체 Regular"/>
              </a:rPr>
              <a:t>→ 법인에 프로그램 공유 후 사전</a:t>
            </a:r>
            <a:r>
              <a:rPr lang="en-US" altLang="ko-KR">
                <a:latin typeface="Arial Narrow"/>
                <a:ea typeface="LG스마트체 Regular"/>
              </a:rPr>
              <a:t> </a:t>
            </a:r>
            <a:r>
              <a:rPr lang="ko-KR" altLang="en-US">
                <a:latin typeface="Arial Narrow"/>
                <a:ea typeface="LG스마트체 Regular"/>
              </a:rPr>
              <a:t>검증 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 err="1">
                <a:latin typeface="Arial Narrow"/>
                <a:ea typeface="LG스마트체 Regular"/>
              </a:rPr>
              <a:t>재요청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7/8~)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</a:t>
            </a:r>
            <a:r>
              <a:rPr lang="ko-KR" altLang="en-US">
                <a:latin typeface="Arial Narrow"/>
                <a:ea typeface="LG스마트체 Regular"/>
              </a:rPr>
              <a:t>→ </a:t>
            </a:r>
            <a:r>
              <a:rPr lang="ko-KR" altLang="en-US" err="1">
                <a:latin typeface="Arial Narrow"/>
                <a:ea typeface="LG스마트체 Regular"/>
              </a:rPr>
              <a:t>피플웍스</a:t>
            </a:r>
            <a:r>
              <a:rPr lang="ko-KR" altLang="en-US">
                <a:latin typeface="Arial Narrow"/>
                <a:ea typeface="LG스마트체 Regular"/>
              </a:rPr>
              <a:t> 설비 점검 및 안정화 우선해야 하는 상황으로 수평전개 일정은 추후 협의 </a:t>
            </a:r>
            <a:r>
              <a:rPr lang="en-US" altLang="ko-KR">
                <a:latin typeface="Arial Narrow"/>
                <a:ea typeface="LG스마트체 Regular"/>
              </a:rPr>
              <a:t>(7/9, </a:t>
            </a:r>
            <a:r>
              <a:rPr lang="ko-KR" altLang="en-US">
                <a:latin typeface="Arial Narrow"/>
                <a:ea typeface="LG스마트체 Regular"/>
              </a:rPr>
              <a:t>법인과 논의 완료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     </a:t>
            </a:r>
            <a:r>
              <a:rPr lang="ko-KR" altLang="en-US">
                <a:latin typeface="Arial Narrow"/>
                <a:ea typeface="LG스마트체 Regular"/>
              </a:rPr>
              <a:t>→ 신규 요청 과제 검토 </a:t>
            </a:r>
            <a:r>
              <a:rPr lang="en-US" altLang="ko-KR">
                <a:latin typeface="Arial Narrow"/>
                <a:ea typeface="LG스마트체 Regular"/>
              </a:rPr>
              <a:t>: DCIR CL(Control Limit) Spec </a:t>
            </a:r>
            <a:r>
              <a:rPr lang="ko-KR" altLang="en-US">
                <a:latin typeface="Arial Narrow"/>
                <a:ea typeface="LG스마트체 Regular"/>
              </a:rPr>
              <a:t>변경 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상세 내용 </a:t>
            </a:r>
            <a:r>
              <a:rPr lang="ko-KR" altLang="en-US" err="1">
                <a:latin typeface="Arial Narrow"/>
                <a:ea typeface="LG스마트체 Regular"/>
              </a:rPr>
              <a:t>다음장</a:t>
            </a:r>
            <a:r>
              <a:rPr lang="ko-KR" altLang="en-US">
                <a:latin typeface="Arial Narrow"/>
                <a:ea typeface="LG스마트체 Regular"/>
              </a:rPr>
              <a:t> 참고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  <a:endParaRPr lang="en-US" altLang="ko-KR">
              <a:latin typeface="Arial Narrow" panose="020B0606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09FB4-DC50-D5E0-7147-EFB988771225}"/>
              </a:ext>
            </a:extLst>
          </p:cNvPr>
          <p:cNvSpPr txBox="1"/>
          <p:nvPr/>
        </p:nvSpPr>
        <p:spPr>
          <a:xfrm>
            <a:off x="1676352" y="1380518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텍스트 개체 틀 49">
            <a:extLst>
              <a:ext uri="{FF2B5EF4-FFF2-40B4-BE49-F238E27FC236}">
                <a16:creationId xmlns:a16="http://schemas.microsoft.com/office/drawing/2014/main" id="{AD74B848-5989-77BA-CFC6-2147881E4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438" y="3282950"/>
            <a:ext cx="487362" cy="585788"/>
          </a:xfrm>
        </p:spPr>
        <p:txBody>
          <a:bodyPr/>
          <a:lstStyle/>
          <a:p>
            <a:pPr lvl="0" algn="ctr">
              <a:buNone/>
            </a:pPr>
            <a:r>
              <a:rPr lang="en-US" altLang="ko-KR" sz="900" b="0" i="0" u="none" strike="noStrike">
                <a:solidFill>
                  <a:schemeClr val="tx1"/>
                </a:solidFill>
                <a:effectLst/>
                <a:latin typeface="Arial Narrow"/>
                <a:ea typeface="맑은 고딕"/>
              </a:rPr>
              <a:t>[</a:t>
            </a:r>
            <a:r>
              <a:rPr lang="en-US" altLang="ko-KR">
                <a:latin typeface="Arial Narrow"/>
                <a:ea typeface="맑은 고딕"/>
              </a:rPr>
              <a:t>ESS]</a:t>
            </a:r>
            <a:endParaRPr lang="en-US" altLang="ko-KR" sz="900" b="0" i="0" u="none" strike="noStrike">
              <a:solidFill>
                <a:schemeClr val="tx1"/>
              </a:solidFill>
              <a:effectLst/>
              <a:latin typeface="Arial Narrow"/>
              <a:ea typeface="맑은 고딕"/>
            </a:endParaRPr>
          </a:p>
          <a:p>
            <a:pPr lvl="0" algn="ctr">
              <a:buNone/>
            </a:pPr>
            <a:r>
              <a:rPr lang="en-US" altLang="ko-KR" sz="900" b="0" i="0" u="none" strike="noStrike">
                <a:solidFill>
                  <a:schemeClr val="tx1"/>
                </a:solidFill>
                <a:effectLst/>
                <a:latin typeface="Arial Narrow"/>
                <a:ea typeface="맑은 고딕"/>
              </a:rPr>
              <a:t>MI</a:t>
            </a:r>
          </a:p>
          <a:p>
            <a:pPr lvl="0" algn="ctr">
              <a:buNone/>
            </a:pPr>
            <a:r>
              <a:rPr lang="en-US" altLang="ko-KR">
                <a:latin typeface="Arial Narrow"/>
                <a:ea typeface="맑은 고딕"/>
              </a:rPr>
              <a:t>(OT, PW,</a:t>
            </a:r>
            <a:br>
              <a:rPr lang="en-US" altLang="ko-KR">
                <a:latin typeface="Arial Narrow"/>
                <a:ea typeface="맑은 고딕"/>
              </a:rPr>
            </a:br>
            <a:r>
              <a:rPr lang="en-US" altLang="ko-KR">
                <a:latin typeface="Arial Narrow"/>
                <a:ea typeface="맑은 고딕"/>
              </a:rPr>
              <a:t>HD)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C3B20-098B-5E71-D886-5264E31883BC}"/>
              </a:ext>
            </a:extLst>
          </p:cNvPr>
          <p:cNvSpPr txBox="1"/>
          <p:nvPr/>
        </p:nvSpPr>
        <p:spPr>
          <a:xfrm>
            <a:off x="8069130" y="6521808"/>
            <a:ext cx="533594" cy="1661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계속</a:t>
            </a: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..)</a:t>
            </a:r>
            <a:endParaRPr lang="ko-KR" altLang="en-US" sz="12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56A11C-8FA2-5897-F94D-443B00F246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082"/>
          <a:stretch/>
        </p:blipFill>
        <p:spPr bwMode="auto">
          <a:xfrm>
            <a:off x="2917091" y="4238509"/>
            <a:ext cx="5628481" cy="126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84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17D7D6D-0AEA-02C9-3E5D-B395937DC558}"/>
              </a:ext>
            </a:extLst>
          </p:cNvPr>
          <p:cNvGraphicFramePr>
            <a:graphicFrameLocks noGrp="1"/>
          </p:cNvGraphicFramePr>
          <p:nvPr/>
        </p:nvGraphicFramePr>
        <p:xfrm>
          <a:off x="1650029" y="1178977"/>
          <a:ext cx="6972241" cy="529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218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32023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5290619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T="36724" marB="3672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/>
                          <a:cs typeface="Malgun Gothic Semilight"/>
                        </a:rPr>
                        <a:t> </a:t>
                      </a:r>
                    </a:p>
                  </a:txBody>
                  <a:tcPr marT="36724" marB="3672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13" name="텍스트 개체 틀 1">
            <a:extLst>
              <a:ext uri="{FF2B5EF4-FFF2-40B4-BE49-F238E27FC236}">
                <a16:creationId xmlns:a16="http://schemas.microsoft.com/office/drawing/2014/main" id="{05B77350-14CD-5A21-79A6-4A110C8C95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</a:rPr>
              <a:t>신재우</a:t>
            </a:r>
            <a:r>
              <a:rPr lang="en-US" altLang="ko-KR">
                <a:latin typeface="Arial Narrow" panose="020B0606020202030204" pitchFamily="34" charset="0"/>
              </a:rPr>
              <a:t>S</a:t>
            </a:r>
          </a:p>
          <a:p>
            <a:r>
              <a:rPr lang="ko-KR" altLang="en-US">
                <a:latin typeface="Arial Narrow" panose="020B0606020202030204" pitchFamily="34" charset="0"/>
              </a:rPr>
              <a:t>조동현</a:t>
            </a:r>
            <a:r>
              <a:rPr lang="en-US" altLang="ko-KR">
                <a:latin typeface="Arial Narrow" panose="020B0606020202030204" pitchFamily="34" charset="0"/>
              </a:rPr>
              <a:t>A</a:t>
            </a:r>
          </a:p>
          <a:p>
            <a:r>
              <a:rPr lang="ko-KR" altLang="en-US">
                <a:latin typeface="Arial Narrow" panose="020B0606020202030204" pitchFamily="34" charset="0"/>
              </a:rPr>
              <a:t>박지우</a:t>
            </a:r>
            <a:r>
              <a:rPr lang="en-US" altLang="ko-KR"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230E306C-C3CF-9E5E-B011-ED3E732265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latin typeface="Arial Narrow" panose="020B0606020202030204" pitchFamily="34" charset="0"/>
              </a:rPr>
              <a:t>‘26.12</a:t>
            </a:r>
            <a:endParaRPr lang="ko-KR" altLang="en-US">
              <a:latin typeface="Arial Narrow" panose="020B0606020202030204" pitchFamily="34" charset="0"/>
            </a:endParaRPr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10C9D805-06A7-9059-ABCE-7AC5764D858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자동보정선행개발팀</a:t>
            </a:r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9B4ECEE9-E120-8493-3B52-9C6AB60959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CTP(Cell to Pack)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pc="-1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레진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도포 자동보정을 통한 레진 무게 산포</a:t>
            </a:r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lang="ko-KR" altLang="en-US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소모량 최적화 </a:t>
            </a:r>
            <a:r>
              <a:rPr lang="en-US" altLang="ko-KR" sz="1400" b="1" kern="1200" spc="-1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(4/4)</a:t>
            </a:r>
          </a:p>
        </p:txBody>
      </p:sp>
      <p:sp>
        <p:nvSpPr>
          <p:cNvPr id="15" name="텍스트 개체 틀 5">
            <a:extLst>
              <a:ext uri="{FF2B5EF4-FFF2-40B4-BE49-F238E27FC236}">
                <a16:creationId xmlns:a16="http://schemas.microsoft.com/office/drawing/2014/main" id="{FF004D56-7D52-B75F-167D-C2CB0FC332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>
                <a:latin typeface="Arial Narrow" panose="020B0606020202030204" pitchFamily="34" charset="0"/>
              </a:rPr>
              <a:t>신재우</a:t>
            </a:r>
            <a:r>
              <a:rPr lang="en-US" altLang="ko-KR">
                <a:latin typeface="Arial Narrow" panose="020B0606020202030204" pitchFamily="34" charset="0"/>
              </a:rPr>
              <a:t>S</a:t>
            </a:r>
            <a:endParaRPr lang="ko-KR" altLang="en-US">
              <a:latin typeface="Arial Narrow" panose="020B0606020202030204" pitchFamily="34" charset="0"/>
            </a:endParaRPr>
          </a:p>
        </p:txBody>
      </p:sp>
      <p:sp>
        <p:nvSpPr>
          <p:cNvPr id="16" name="텍스트 개체 틀 6">
            <a:extLst>
              <a:ext uri="{FF2B5EF4-FFF2-40B4-BE49-F238E27FC236}">
                <a16:creationId xmlns:a16="http://schemas.microsoft.com/office/drawing/2014/main" id="{432BB680-BBED-2F2B-C789-5B3A61E892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>
                <a:latin typeface="Arial Narrow" panose="020B0606020202030204" pitchFamily="34" charset="0"/>
              </a:rPr>
              <a:t>26.09.15 18</a:t>
            </a:r>
            <a:r>
              <a:rPr lang="ko-KR" altLang="en-US">
                <a:latin typeface="Arial Narrow" panose="020B0606020202030204" pitchFamily="34" charset="0"/>
              </a:rPr>
              <a:t>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062E8A67-9F45-27EF-E6C6-8A3DB69943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CTP(Cell to Pack) </a:t>
            </a:r>
            <a:r>
              <a:rPr lang="ko-KR" altLang="en-US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레진 도포 자동보정을 통한 레진 무게 산포</a:t>
            </a:r>
            <a:r>
              <a:rPr lang="en-US" altLang="ko-KR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lang="ko-KR" altLang="en-US" sz="900" kern="1200" spc="-1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소모량 최적화 </a:t>
            </a:r>
            <a:endParaRPr lang="en-US" altLang="ko-KR" sz="900" kern="1200" spc="-1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09FB4-DC50-D5E0-7147-EFB988771225}"/>
              </a:ext>
            </a:extLst>
          </p:cNvPr>
          <p:cNvSpPr txBox="1"/>
          <p:nvPr/>
        </p:nvSpPr>
        <p:spPr>
          <a:xfrm>
            <a:off x="1676352" y="1380518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텍스트 개체 틀 49">
            <a:extLst>
              <a:ext uri="{FF2B5EF4-FFF2-40B4-BE49-F238E27FC236}">
                <a16:creationId xmlns:a16="http://schemas.microsoft.com/office/drawing/2014/main" id="{AD74B848-5989-77BA-CFC6-2147881E4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438" y="3282950"/>
            <a:ext cx="487362" cy="585788"/>
          </a:xfrm>
        </p:spPr>
        <p:txBody>
          <a:bodyPr/>
          <a:lstStyle/>
          <a:p>
            <a:pPr lvl="0" algn="ctr">
              <a:buNone/>
            </a:pPr>
            <a:r>
              <a:rPr lang="en-US" altLang="ko-KR" sz="900" b="0" i="0" u="none" strike="noStrike">
                <a:solidFill>
                  <a:schemeClr val="tx1"/>
                </a:solidFill>
                <a:effectLst/>
                <a:latin typeface="Arial Narrow"/>
                <a:ea typeface="맑은 고딕"/>
              </a:rPr>
              <a:t>[</a:t>
            </a:r>
            <a:r>
              <a:rPr lang="en-US" altLang="ko-KR">
                <a:latin typeface="Arial Narrow"/>
                <a:ea typeface="맑은 고딕"/>
              </a:rPr>
              <a:t>ESS]</a:t>
            </a:r>
            <a:endParaRPr lang="en-US" altLang="ko-KR" sz="900" b="0" i="0" u="none" strike="noStrike">
              <a:solidFill>
                <a:schemeClr val="tx1"/>
              </a:solidFill>
              <a:effectLst/>
              <a:latin typeface="Arial Narrow"/>
              <a:ea typeface="맑은 고딕"/>
            </a:endParaRPr>
          </a:p>
          <a:p>
            <a:pPr lvl="0" algn="ctr">
              <a:buNone/>
            </a:pPr>
            <a:r>
              <a:rPr lang="en-US" altLang="ko-KR" sz="900" b="0" i="0" u="none" strike="noStrike">
                <a:solidFill>
                  <a:schemeClr val="tx1"/>
                </a:solidFill>
                <a:effectLst/>
                <a:latin typeface="Arial Narrow"/>
                <a:ea typeface="맑은 고딕"/>
              </a:rPr>
              <a:t>MI</a:t>
            </a:r>
          </a:p>
          <a:p>
            <a:pPr lvl="0" algn="ctr">
              <a:buNone/>
            </a:pPr>
            <a:r>
              <a:rPr lang="en-US" altLang="ko-KR">
                <a:latin typeface="Arial Narrow"/>
                <a:ea typeface="맑은 고딕"/>
              </a:rPr>
              <a:t>(OT, PW,</a:t>
            </a:r>
            <a:br>
              <a:rPr lang="en-US" altLang="ko-KR">
                <a:latin typeface="Arial Narrow"/>
                <a:ea typeface="맑은 고딕"/>
              </a:rPr>
            </a:br>
            <a:r>
              <a:rPr lang="en-US" altLang="ko-KR">
                <a:latin typeface="Arial Narrow"/>
                <a:ea typeface="맑은 고딕"/>
              </a:rPr>
              <a:t>HD)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BB7E72-08ED-40CD-A4A4-270ABE1AAE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6572" y="1357162"/>
            <a:ext cx="6969212" cy="5015825"/>
          </a:xfrm>
        </p:spPr>
        <p:txBody>
          <a:bodyPr/>
          <a:lstStyle/>
          <a:p>
            <a:r>
              <a:rPr lang="en-US" altLang="ko-KR" b="1">
                <a:latin typeface="Arial Narrow"/>
                <a:ea typeface="LG스마트체 Regular"/>
              </a:rPr>
              <a:t>[</a:t>
            </a:r>
            <a:r>
              <a:rPr lang="ko-KR" altLang="en-US" b="1">
                <a:latin typeface="Arial Narrow"/>
                <a:ea typeface="LG스마트체 Regular"/>
              </a:rPr>
              <a:t>신규 요청 과제 검토 </a:t>
            </a:r>
            <a:r>
              <a:rPr lang="en-US" altLang="ko-KR" b="1">
                <a:latin typeface="Arial Narrow"/>
                <a:ea typeface="LG스마트체 Regular"/>
              </a:rPr>
              <a:t>: DCIR CL(Control Limit) Spec </a:t>
            </a:r>
            <a:r>
              <a:rPr lang="ko-KR" altLang="en-US" b="1">
                <a:latin typeface="Arial Narrow"/>
                <a:ea typeface="LG스마트체 Regular"/>
              </a:rPr>
              <a:t>변경</a:t>
            </a:r>
            <a:r>
              <a:rPr lang="en-US" altLang="ko-KR" b="1">
                <a:latin typeface="Arial Narrow"/>
                <a:ea typeface="LG스마트체 Regular"/>
              </a:rPr>
              <a:t>]</a:t>
            </a:r>
          </a:p>
          <a:p>
            <a:endParaRPr lang="en-US" altLang="ko-KR">
              <a:latin typeface="Arial Narrow"/>
              <a:ea typeface="LG스마트체 Regular"/>
            </a:endParaRPr>
          </a:p>
          <a:p>
            <a:r>
              <a:rPr lang="ko-KR" altLang="en-US">
                <a:latin typeface="Arial Narrow"/>
                <a:ea typeface="LG스마트체 Regular"/>
              </a:rPr>
              <a:t>▷ 진행 단계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r>
              <a:rPr lang="ko-KR" altLang="en-US">
                <a:latin typeface="Arial Narrow"/>
                <a:ea typeface="LG스마트체 Regular"/>
              </a:rPr>
              <a:t>검토 요청 </a:t>
            </a:r>
            <a:r>
              <a:rPr lang="en-US" altLang="ko-KR">
                <a:latin typeface="Arial Narrow"/>
                <a:ea typeface="LG스마트체 Regular"/>
              </a:rPr>
              <a:t>(6/16) </a:t>
            </a:r>
            <a:r>
              <a:rPr lang="ko-KR" altLang="en-US">
                <a:latin typeface="Arial Narrow"/>
                <a:ea typeface="LG스마트체 Regular"/>
              </a:rPr>
              <a:t>→ 배경 조사 및 데이터 분석</a:t>
            </a:r>
            <a:r>
              <a:rPr lang="en-US" altLang="ko-KR">
                <a:latin typeface="Arial Narrow"/>
                <a:ea typeface="LG스마트체 Regular"/>
              </a:rPr>
              <a:t>(~7/7)</a:t>
            </a:r>
            <a:r>
              <a:rPr lang="ko-KR" altLang="en-US">
                <a:latin typeface="Arial Narrow"/>
                <a:ea typeface="LG스마트체 Regular"/>
              </a:rPr>
              <a:t> → </a:t>
            </a:r>
            <a:r>
              <a:rPr lang="en-US" altLang="ko-KR">
                <a:latin typeface="Arial Narrow"/>
                <a:ea typeface="LG스마트체 Regular"/>
              </a:rPr>
              <a:t>2</a:t>
            </a:r>
            <a:r>
              <a:rPr lang="ko-KR" altLang="en-US">
                <a:latin typeface="Arial Narrow"/>
                <a:ea typeface="LG스마트체 Regular"/>
              </a:rPr>
              <a:t>차 논의</a:t>
            </a:r>
            <a:r>
              <a:rPr lang="en-US" altLang="ko-KR">
                <a:latin typeface="Arial Narrow"/>
                <a:ea typeface="LG스마트체 Regular"/>
              </a:rPr>
              <a:t>(7/8)</a:t>
            </a:r>
          </a:p>
          <a:p>
            <a:r>
              <a:rPr lang="ko-KR" altLang="en-US">
                <a:latin typeface="Arial Narrow"/>
                <a:ea typeface="LG스마트체 Regular"/>
              </a:rPr>
              <a:t>▷ 설비 배경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- DCIR : Direct Current Internal Resistance (</a:t>
            </a:r>
            <a:r>
              <a:rPr lang="ko-KR" altLang="en-US">
                <a:latin typeface="Arial Narrow"/>
                <a:ea typeface="LG스마트체 Regular"/>
              </a:rPr>
              <a:t>내부 저항 측정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- </a:t>
            </a:r>
            <a:r>
              <a:rPr lang="en-US" altLang="ko-KR" u="sng">
                <a:latin typeface="Arial Narrow"/>
                <a:ea typeface="LG스마트체 Regular"/>
              </a:rPr>
              <a:t>Pack DCIR (</a:t>
            </a:r>
            <a:r>
              <a:rPr lang="ko-KR" altLang="en-US" u="sng">
                <a:latin typeface="Arial Narrow"/>
                <a:ea typeface="LG스마트체 Regular"/>
              </a:rPr>
              <a:t>측정값</a:t>
            </a:r>
            <a:r>
              <a:rPr lang="en-US" altLang="ko-KR" u="sng">
                <a:latin typeface="Arial Narrow"/>
                <a:ea typeface="LG스마트체 Regular"/>
              </a:rPr>
              <a:t>)</a:t>
            </a:r>
            <a:r>
              <a:rPr lang="en-US" altLang="ko-KR">
                <a:latin typeface="Arial Narrow"/>
                <a:ea typeface="LG스마트체 Regular"/>
              </a:rPr>
              <a:t> = </a:t>
            </a:r>
            <a:r>
              <a:rPr lang="en-US" altLang="ko-KR" u="sng">
                <a:latin typeface="Arial Narrow"/>
                <a:ea typeface="LG스마트체 Regular"/>
              </a:rPr>
              <a:t>Cell DCIR (</a:t>
            </a:r>
            <a:r>
              <a:rPr lang="ko-KR" altLang="en-US" u="sng">
                <a:latin typeface="Arial Narrow"/>
                <a:ea typeface="LG스마트체 Regular"/>
              </a:rPr>
              <a:t>측정값</a:t>
            </a:r>
            <a:r>
              <a:rPr lang="en-US" altLang="ko-KR" u="sng">
                <a:latin typeface="Arial Narrow"/>
                <a:ea typeface="LG스마트체 Regular"/>
              </a:rPr>
              <a:t>)</a:t>
            </a:r>
            <a:r>
              <a:rPr lang="en-US" altLang="ko-KR">
                <a:latin typeface="Arial Narrow"/>
                <a:ea typeface="LG스마트체 Regular"/>
              </a:rPr>
              <a:t> + </a:t>
            </a:r>
            <a:r>
              <a:rPr lang="en-US" altLang="ko-KR" u="sng">
                <a:latin typeface="Arial Narrow"/>
                <a:ea typeface="LG스마트체 Regular"/>
              </a:rPr>
              <a:t>External DCIR (</a:t>
            </a:r>
            <a:r>
              <a:rPr lang="ko-KR" altLang="en-US" u="sng" err="1">
                <a:latin typeface="Arial Narrow"/>
                <a:ea typeface="LG스마트체 Regular"/>
              </a:rPr>
              <a:t>차이값</a:t>
            </a:r>
            <a:r>
              <a:rPr lang="en-US" altLang="ko-KR" u="sng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- ESS JF2 </a:t>
            </a:r>
            <a:r>
              <a:rPr lang="ko-KR" altLang="en-US">
                <a:latin typeface="Arial Narrow"/>
                <a:ea typeface="LG스마트체 Regular"/>
              </a:rPr>
              <a:t>기준</a:t>
            </a:r>
            <a:r>
              <a:rPr lang="en-US" altLang="ko-KR">
                <a:latin typeface="Arial Narrow"/>
                <a:ea typeface="LG스마트체 Regular"/>
              </a:rPr>
              <a:t>, 1 Pack = 3 CMA (1 Cell Module Assembly = 40 Cell) = 120 Cell</a:t>
            </a:r>
          </a:p>
          <a:p>
            <a:r>
              <a:rPr lang="en-US" altLang="ko-KR">
                <a:latin typeface="Arial Narrow"/>
                <a:ea typeface="LG스마트체 Regular"/>
              </a:rPr>
              <a:t>- DCIR</a:t>
            </a:r>
            <a:r>
              <a:rPr lang="ko-KR" altLang="en-US">
                <a:latin typeface="Arial Narrow"/>
                <a:ea typeface="LG스마트체 Regular"/>
              </a:rPr>
              <a:t> 관련 </a:t>
            </a:r>
            <a:r>
              <a:rPr lang="en-US" altLang="ko-KR">
                <a:latin typeface="Arial Narrow"/>
                <a:ea typeface="LG스마트체 Regular"/>
              </a:rPr>
              <a:t>Spec : 2</a:t>
            </a:r>
            <a:r>
              <a:rPr lang="ko-KR" altLang="en-US">
                <a:latin typeface="Arial Narrow"/>
                <a:ea typeface="LG스마트체 Regular"/>
              </a:rPr>
              <a:t>가지 </a:t>
            </a:r>
            <a:r>
              <a:rPr lang="en-US" altLang="ko-KR">
                <a:latin typeface="Arial Narrow"/>
                <a:ea typeface="LG스마트체 Regular"/>
              </a:rPr>
              <a:t>Spec</a:t>
            </a:r>
            <a:r>
              <a:rPr lang="ko-KR" altLang="en-US">
                <a:latin typeface="Arial Narrow"/>
                <a:ea typeface="LG스마트체 Regular"/>
              </a:rPr>
              <a:t> 존재 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개발 </a:t>
            </a:r>
            <a:r>
              <a:rPr lang="en-US" altLang="ko-KR">
                <a:latin typeface="Arial Narrow"/>
                <a:ea typeface="LG스마트체 Regular"/>
              </a:rPr>
              <a:t>Spec,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CL Spec)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                                                              ※ </a:t>
            </a:r>
            <a:r>
              <a:rPr lang="ko-KR" altLang="en-US">
                <a:latin typeface="Arial Narrow"/>
                <a:ea typeface="LG스마트체 Regular"/>
              </a:rPr>
              <a:t>개발 </a:t>
            </a:r>
            <a:r>
              <a:rPr lang="en-US" altLang="ko-KR">
                <a:latin typeface="Arial Narrow"/>
                <a:ea typeface="LG스마트체 Regular"/>
              </a:rPr>
              <a:t>Spec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Range</a:t>
            </a:r>
            <a:r>
              <a:rPr lang="ko-KR" altLang="en-US">
                <a:latin typeface="Arial Narrow"/>
                <a:ea typeface="LG스마트체 Regular"/>
              </a:rPr>
              <a:t>가 커서 불량 검출 역할을 못하기 때문에</a:t>
            </a:r>
            <a:r>
              <a:rPr lang="en-US" altLang="ko-KR">
                <a:latin typeface="Arial Narrow"/>
                <a:ea typeface="LG스마트체 Regular"/>
              </a:rPr>
              <a:t>, </a:t>
            </a:r>
            <a:r>
              <a:rPr lang="ko-KR" altLang="en-US">
                <a:latin typeface="Arial Narrow"/>
                <a:ea typeface="LG스마트체 Regular"/>
              </a:rPr>
              <a:t>진성 불량을 잡기 위해 </a:t>
            </a:r>
            <a:r>
              <a:rPr lang="en-US" altLang="ko-KR">
                <a:latin typeface="Arial Narrow"/>
                <a:ea typeface="LG스마트체 Regular"/>
              </a:rPr>
              <a:t>CL Spec</a:t>
            </a:r>
            <a:r>
              <a:rPr lang="ko-KR" altLang="en-US">
                <a:latin typeface="Arial Narrow"/>
                <a:ea typeface="LG스마트체 Regular"/>
              </a:rPr>
              <a:t>을 설정함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</a:p>
          <a:p>
            <a:r>
              <a:rPr lang="ko-KR" altLang="en-US">
                <a:latin typeface="Arial Narrow"/>
                <a:ea typeface="LG스마트체 Regular"/>
              </a:rPr>
              <a:t>▷ 요청 배경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ko-KR" altLang="en-US">
                <a:latin typeface="Arial Narrow"/>
                <a:ea typeface="LG스마트체 Regular"/>
              </a:rPr>
              <a:t>① </a:t>
            </a:r>
            <a:r>
              <a:rPr lang="en-US" altLang="ko-KR" err="1">
                <a:latin typeface="Arial Narrow"/>
                <a:ea typeface="LG스마트체 Regular"/>
              </a:rPr>
              <a:t>Peopleworks</a:t>
            </a:r>
            <a:r>
              <a:rPr lang="en-US" altLang="ko-KR">
                <a:latin typeface="Arial Narrow"/>
                <a:ea typeface="LG스마트체 Regular"/>
              </a:rPr>
              <a:t> </a:t>
            </a:r>
            <a:r>
              <a:rPr lang="ko-KR" altLang="en-US">
                <a:latin typeface="Arial Narrow"/>
                <a:ea typeface="LG스마트체 Regular"/>
              </a:rPr>
              <a:t>공장은 </a:t>
            </a:r>
            <a:r>
              <a:rPr lang="en-US" altLang="ko-KR">
                <a:latin typeface="Arial Narrow"/>
                <a:ea typeface="LG스마트체 Regular"/>
              </a:rPr>
              <a:t>MI / MIL / OT / HD </a:t>
            </a:r>
            <a:r>
              <a:rPr lang="ko-KR" altLang="en-US">
                <a:latin typeface="Arial Narrow"/>
                <a:ea typeface="LG스마트체 Regular"/>
              </a:rPr>
              <a:t>의 활성화 </a:t>
            </a:r>
            <a:r>
              <a:rPr lang="en-US" altLang="ko-KR">
                <a:latin typeface="Arial Narrow"/>
                <a:ea typeface="LG스마트체 Regular"/>
              </a:rPr>
              <a:t>Cell</a:t>
            </a:r>
            <a:r>
              <a:rPr lang="ko-KR" altLang="en-US">
                <a:latin typeface="Arial Narrow"/>
                <a:ea typeface="LG스마트체 Regular"/>
              </a:rPr>
              <a:t>을 공급받아 </a:t>
            </a:r>
            <a:r>
              <a:rPr lang="en-US" altLang="ko-KR">
                <a:latin typeface="Arial Narrow"/>
                <a:ea typeface="LG스마트체 Regular"/>
              </a:rPr>
              <a:t>Pack </a:t>
            </a:r>
            <a:r>
              <a:rPr lang="ko-KR" altLang="en-US">
                <a:latin typeface="Arial Narrow"/>
                <a:ea typeface="LG스마트체 Regular"/>
              </a:rPr>
              <a:t>생산을 진행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</a:p>
          <a:p>
            <a:r>
              <a:rPr lang="ko-KR" altLang="en-US">
                <a:latin typeface="Arial Narrow"/>
                <a:ea typeface="LG스마트체 Regular"/>
              </a:rPr>
              <a:t>② </a:t>
            </a:r>
            <a:r>
              <a:rPr lang="en-US" altLang="ko-KR">
                <a:latin typeface="Arial Narrow"/>
                <a:ea typeface="LG스마트체 Regular"/>
              </a:rPr>
              <a:t>Site</a:t>
            </a:r>
            <a:r>
              <a:rPr lang="ko-KR" altLang="en-US">
                <a:latin typeface="Arial Narrow"/>
                <a:ea typeface="LG스마트체 Regular"/>
              </a:rPr>
              <a:t>별로 </a:t>
            </a:r>
            <a:r>
              <a:rPr lang="en-US" altLang="ko-KR">
                <a:latin typeface="Arial Narrow"/>
                <a:ea typeface="LG스마트체 Regular"/>
              </a:rPr>
              <a:t>Cell</a:t>
            </a:r>
            <a:r>
              <a:rPr lang="ko-KR" altLang="en-US">
                <a:latin typeface="Arial Narrow"/>
                <a:ea typeface="LG스마트체 Regular"/>
              </a:rPr>
              <a:t> 별 전압 편차가 달라 </a:t>
            </a:r>
            <a:r>
              <a:rPr lang="en-US" altLang="ko-KR">
                <a:latin typeface="Arial Narrow"/>
                <a:ea typeface="LG스마트체 Regular"/>
              </a:rPr>
              <a:t>DCIR</a:t>
            </a:r>
            <a:r>
              <a:rPr lang="ko-KR" altLang="en-US">
                <a:latin typeface="Arial Narrow"/>
                <a:ea typeface="LG스마트체 Regular"/>
              </a:rPr>
              <a:t>의 편차 및 데이터 분포 차이 존재 → </a:t>
            </a:r>
            <a:r>
              <a:rPr lang="ko-KR" altLang="en-US" err="1">
                <a:latin typeface="Arial Narrow"/>
                <a:ea typeface="LG스마트체 Regular"/>
              </a:rPr>
              <a:t>직행불량률</a:t>
            </a:r>
            <a:r>
              <a:rPr lang="ko-KR" altLang="en-US">
                <a:latin typeface="Arial Narrow"/>
                <a:ea typeface="LG스마트체 Regular"/>
              </a:rPr>
              <a:t>▲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ko-KR" altLang="en-US">
                <a:latin typeface="Arial Narrow"/>
                <a:ea typeface="LG스마트체 Regular"/>
              </a:rPr>
              <a:t>③ </a:t>
            </a:r>
            <a:r>
              <a:rPr lang="en-US" altLang="ko-KR">
                <a:latin typeface="Arial Narrow"/>
                <a:ea typeface="LG스마트체 Regular"/>
              </a:rPr>
              <a:t>DCIR </a:t>
            </a:r>
            <a:r>
              <a:rPr lang="ko-KR" altLang="en-US">
                <a:latin typeface="Arial Narrow"/>
                <a:ea typeface="LG스마트체 Regular"/>
              </a:rPr>
              <a:t>불량이 다량 발생하면</a:t>
            </a:r>
            <a:r>
              <a:rPr lang="en-US" altLang="ko-KR">
                <a:latin typeface="Arial Narrow"/>
                <a:ea typeface="LG스마트체 Regular"/>
              </a:rPr>
              <a:t>, </a:t>
            </a:r>
            <a:r>
              <a:rPr lang="ko-KR" altLang="en-US">
                <a:latin typeface="Arial Narrow"/>
                <a:ea typeface="LG스마트체 Regular"/>
              </a:rPr>
              <a:t>데이터 분석 → </a:t>
            </a:r>
            <a:r>
              <a:rPr lang="en-US" altLang="ko-KR">
                <a:latin typeface="Arial Narrow"/>
                <a:ea typeface="LG스마트체 Regular"/>
              </a:rPr>
              <a:t>CL Spec </a:t>
            </a:r>
            <a:r>
              <a:rPr lang="ko-KR" altLang="en-US">
                <a:latin typeface="Arial Narrow"/>
                <a:ea typeface="LG스마트체 Regular"/>
              </a:rPr>
              <a:t>변경 수치 계산 → </a:t>
            </a:r>
            <a:r>
              <a:rPr lang="en-US" altLang="ko-KR">
                <a:latin typeface="Arial Narrow"/>
                <a:ea typeface="LG스마트체 Regular"/>
              </a:rPr>
              <a:t>QA </a:t>
            </a:r>
            <a:r>
              <a:rPr lang="ko-KR" altLang="en-US">
                <a:latin typeface="Arial Narrow"/>
                <a:ea typeface="LG스마트체 Regular"/>
              </a:rPr>
              <a:t>협의 → </a:t>
            </a:r>
            <a:r>
              <a:rPr lang="en-US" altLang="ko-KR">
                <a:latin typeface="Arial Narrow"/>
                <a:ea typeface="LG스마트체 Regular"/>
              </a:rPr>
              <a:t>CL Spec </a:t>
            </a:r>
            <a:r>
              <a:rPr lang="ko-KR" altLang="en-US">
                <a:latin typeface="Arial Narrow"/>
                <a:ea typeface="LG스마트체 Regular"/>
              </a:rPr>
              <a:t>변경 후 재생산 과정 진행함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</a:p>
          <a:p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/>
              <a:ea typeface="LG스마트체 Regular"/>
            </a:endParaRPr>
          </a:p>
          <a:p>
            <a:r>
              <a:rPr lang="ko-KR" altLang="en-US">
                <a:latin typeface="Arial Narrow"/>
                <a:ea typeface="LG스마트체 Regular"/>
              </a:rPr>
              <a:t>▷ 요청 사항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r>
              <a:rPr lang="ko-KR" altLang="en-US">
                <a:latin typeface="Arial Narrow"/>
                <a:ea typeface="LG스마트체 Regular"/>
              </a:rPr>
              <a:t>실시간 </a:t>
            </a:r>
            <a:r>
              <a:rPr lang="en-US" altLang="ko-KR">
                <a:latin typeface="Arial Narrow"/>
                <a:ea typeface="LG스마트체 Regular"/>
              </a:rPr>
              <a:t>Cell </a:t>
            </a:r>
            <a:r>
              <a:rPr lang="ko-KR" altLang="en-US">
                <a:latin typeface="Arial Narrow"/>
                <a:ea typeface="LG스마트체 Regular"/>
              </a:rPr>
              <a:t>편차 및 데이터 분포를 고려하여 </a:t>
            </a:r>
            <a:r>
              <a:rPr lang="en-US" altLang="ko-KR">
                <a:latin typeface="Arial Narrow"/>
                <a:ea typeface="LG스마트체 Regular"/>
              </a:rPr>
              <a:t>CL Spec </a:t>
            </a:r>
            <a:r>
              <a:rPr lang="ko-KR" altLang="en-US">
                <a:latin typeface="Arial Narrow"/>
                <a:ea typeface="LG스마트체 Regular"/>
              </a:rPr>
              <a:t>재설정 → </a:t>
            </a:r>
            <a:r>
              <a:rPr lang="ko-KR" altLang="en-US" err="1">
                <a:latin typeface="Arial Narrow"/>
                <a:ea typeface="LG스마트체 Regular"/>
              </a:rPr>
              <a:t>직행불량률</a:t>
            </a:r>
            <a:r>
              <a:rPr lang="ko-KR" altLang="en-US">
                <a:latin typeface="Arial Narrow"/>
                <a:ea typeface="LG스마트체 Regular"/>
              </a:rPr>
              <a:t>▼</a:t>
            </a:r>
            <a:r>
              <a:rPr lang="en-US" altLang="ko-KR">
                <a:latin typeface="Arial Narrow"/>
                <a:ea typeface="LG스마트체 Regular"/>
              </a:rPr>
              <a:t>, </a:t>
            </a:r>
            <a:r>
              <a:rPr lang="ko-KR" altLang="en-US">
                <a:latin typeface="Arial Narrow"/>
                <a:ea typeface="LG스마트체 Regular"/>
              </a:rPr>
              <a:t>가동률▲</a:t>
            </a:r>
            <a:endParaRPr lang="en-US" altLang="ko-KR">
              <a:latin typeface="Arial Narrow"/>
              <a:ea typeface="LG스마트체 Regular"/>
            </a:endParaRPr>
          </a:p>
          <a:p>
            <a:r>
              <a:rPr lang="en-US" altLang="ko-KR">
                <a:latin typeface="Arial Narrow"/>
                <a:ea typeface="LG스마트체 Regular"/>
              </a:rPr>
              <a:t>     </a:t>
            </a:r>
            <a:r>
              <a:rPr lang="en-US" altLang="ko-KR" err="1">
                <a:latin typeface="Arial Narrow"/>
                <a:ea typeface="LG스마트체 Regular"/>
              </a:rPr>
              <a:t>Peopleworks</a:t>
            </a:r>
            <a:r>
              <a:rPr lang="ko-KR" altLang="en-US">
                <a:latin typeface="Arial Narrow"/>
                <a:ea typeface="LG스마트체 Regular"/>
              </a:rPr>
              <a:t>의 경우</a:t>
            </a:r>
            <a:r>
              <a:rPr lang="en-US" altLang="ko-KR">
                <a:latin typeface="Arial Narrow"/>
                <a:ea typeface="LG스마트체 Regular"/>
              </a:rPr>
              <a:t>, </a:t>
            </a:r>
            <a:r>
              <a:rPr lang="ko-KR" altLang="en-US">
                <a:latin typeface="Arial Narrow"/>
                <a:ea typeface="LG스마트체 Regular"/>
              </a:rPr>
              <a:t>여러 법인에서 </a:t>
            </a:r>
            <a:r>
              <a:rPr lang="en-US" altLang="ko-KR">
                <a:latin typeface="Arial Narrow"/>
                <a:ea typeface="LG스마트체 Regular"/>
              </a:rPr>
              <a:t>Cell</a:t>
            </a:r>
            <a:r>
              <a:rPr lang="ko-KR" altLang="en-US">
                <a:latin typeface="Arial Narrow"/>
                <a:ea typeface="LG스마트체 Regular"/>
              </a:rPr>
              <a:t>을 공급받는 상황이다 보니 </a:t>
            </a:r>
            <a:r>
              <a:rPr lang="en-US" altLang="ko-KR">
                <a:latin typeface="Arial Narrow"/>
                <a:ea typeface="LG스마트체 Regular"/>
              </a:rPr>
              <a:t>DCIR</a:t>
            </a:r>
            <a:r>
              <a:rPr lang="ko-KR" altLang="en-US">
                <a:latin typeface="Arial Narrow"/>
                <a:ea typeface="LG스마트체 Regular"/>
              </a:rPr>
              <a:t>로 인한 </a:t>
            </a:r>
            <a:r>
              <a:rPr lang="ko-KR" altLang="en-US" err="1">
                <a:latin typeface="Arial Narrow"/>
                <a:ea typeface="LG스마트체 Regular"/>
              </a:rPr>
              <a:t>직행률</a:t>
            </a:r>
            <a:r>
              <a:rPr lang="en-US" altLang="ko-KR">
                <a:latin typeface="Arial Narrow"/>
                <a:ea typeface="LG스마트체 Regular"/>
              </a:rPr>
              <a:t>/</a:t>
            </a:r>
            <a:r>
              <a:rPr lang="ko-KR" altLang="en-US">
                <a:latin typeface="Arial Narrow"/>
                <a:ea typeface="LG스마트체 Regular"/>
              </a:rPr>
              <a:t>가동률 안정화가 시급한 상황임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</a:p>
          <a:p>
            <a:r>
              <a:rPr lang="en-US" altLang="ko-KR">
                <a:latin typeface="Arial Narrow"/>
                <a:ea typeface="LG스마트체 Regular"/>
              </a:rPr>
              <a:t>     MI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ESS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Pack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#1</a:t>
            </a:r>
            <a:r>
              <a:rPr lang="ko-KR" altLang="en-US">
                <a:latin typeface="Arial Narrow"/>
                <a:ea typeface="LG스마트체 Regular"/>
              </a:rPr>
              <a:t> 라인의 경우</a:t>
            </a:r>
            <a:r>
              <a:rPr lang="en-US" altLang="ko-KR">
                <a:latin typeface="Arial Narrow"/>
                <a:ea typeface="LG스마트체 Regular"/>
              </a:rPr>
              <a:t>, 1</a:t>
            </a:r>
            <a:r>
              <a:rPr lang="ko-KR" altLang="en-US">
                <a:latin typeface="Arial Narrow"/>
                <a:ea typeface="LG스마트체 Regular"/>
              </a:rPr>
              <a:t>달</a:t>
            </a:r>
            <a:r>
              <a:rPr lang="en-US" altLang="ko-KR">
                <a:latin typeface="Arial Narrow"/>
                <a:ea typeface="LG스마트체 Regular"/>
              </a:rPr>
              <a:t>(‘25.6) </a:t>
            </a:r>
            <a:r>
              <a:rPr lang="ko-KR" altLang="en-US">
                <a:latin typeface="Arial Narrow"/>
                <a:ea typeface="LG스마트체 Regular"/>
              </a:rPr>
              <a:t>생산한 </a:t>
            </a:r>
            <a:r>
              <a:rPr lang="en-US" altLang="ko-KR">
                <a:latin typeface="Arial Narrow"/>
                <a:ea typeface="LG스마트체 Regular"/>
              </a:rPr>
              <a:t>11624 Pack </a:t>
            </a:r>
            <a:r>
              <a:rPr lang="ko-KR" altLang="en-US">
                <a:latin typeface="Arial Narrow"/>
                <a:ea typeface="LG스마트체 Regular"/>
              </a:rPr>
              <a:t>중 </a:t>
            </a:r>
            <a:r>
              <a:rPr lang="en-US" altLang="ko-KR">
                <a:latin typeface="Arial Narrow"/>
                <a:ea typeface="LG스마트체 Regular"/>
              </a:rPr>
              <a:t>DCIR </a:t>
            </a:r>
            <a:r>
              <a:rPr lang="ko-KR" altLang="en-US">
                <a:latin typeface="Arial Narrow"/>
                <a:ea typeface="LG스마트체 Regular"/>
              </a:rPr>
              <a:t>관련 </a:t>
            </a:r>
            <a:r>
              <a:rPr lang="en-US" altLang="ko-KR">
                <a:latin typeface="Arial Narrow"/>
                <a:ea typeface="LG스마트체 Regular"/>
              </a:rPr>
              <a:t>NG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21</a:t>
            </a:r>
            <a:r>
              <a:rPr lang="ko-KR" altLang="en-US">
                <a:latin typeface="Arial Narrow"/>
                <a:ea typeface="LG스마트체 Regular"/>
              </a:rPr>
              <a:t>건 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 err="1">
                <a:latin typeface="Arial Narrow"/>
                <a:ea typeface="LG스마트체 Regular"/>
              </a:rPr>
              <a:t>직행불량률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0.18% </a:t>
            </a:r>
            <a:r>
              <a:rPr lang="ko-KR" altLang="en-US">
                <a:latin typeface="Arial Narrow"/>
                <a:ea typeface="LG스마트체 Regular"/>
              </a:rPr>
              <a:t>수준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ko-KR" altLang="en-US">
                <a:latin typeface="Arial Narrow"/>
                <a:ea typeface="LG스마트체 Regular"/>
              </a:rPr>
              <a:t>▷ 제약 사항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ko-KR" altLang="en-US">
                <a:latin typeface="Arial Narrow"/>
                <a:ea typeface="LG스마트체 Regular"/>
              </a:rPr>
              <a:t>① </a:t>
            </a:r>
            <a:r>
              <a:rPr lang="en-US" altLang="ko-KR">
                <a:latin typeface="Arial Narrow"/>
                <a:ea typeface="LG스마트체 Regular"/>
              </a:rPr>
              <a:t>CL Spec </a:t>
            </a:r>
            <a:r>
              <a:rPr lang="ko-KR" altLang="en-US">
                <a:latin typeface="Arial Narrow"/>
                <a:ea typeface="LG스마트체 Regular"/>
              </a:rPr>
              <a:t>변경 시</a:t>
            </a:r>
            <a:r>
              <a:rPr lang="en-US" altLang="ko-KR">
                <a:latin typeface="Arial Narrow"/>
                <a:ea typeface="LG스마트체 Regular"/>
              </a:rPr>
              <a:t>, QA</a:t>
            </a:r>
            <a:r>
              <a:rPr lang="ko-KR" altLang="en-US">
                <a:latin typeface="Arial Narrow"/>
                <a:ea typeface="LG스마트체 Regular"/>
              </a:rPr>
              <a:t> 협의 및 전자결재 必 → 실시간 자동보정 불가함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ko-KR" altLang="en-US">
                <a:latin typeface="Arial Narrow"/>
                <a:ea typeface="LG스마트체 Regular"/>
              </a:rPr>
              <a:t>② 실시간 데이터 모니터링 지원을 통한 </a:t>
            </a:r>
            <a:r>
              <a:rPr lang="en-US" altLang="ko-KR">
                <a:latin typeface="Arial Narrow"/>
                <a:ea typeface="LG스마트체 Regular"/>
              </a:rPr>
              <a:t>CL Spec </a:t>
            </a:r>
            <a:r>
              <a:rPr lang="ko-KR" altLang="en-US">
                <a:latin typeface="Arial Narrow"/>
                <a:ea typeface="LG스마트체 Regular"/>
              </a:rPr>
              <a:t>정합화 업무 지원 → 자사 시스템이 없어 별도의 분석 </a:t>
            </a:r>
            <a:r>
              <a:rPr lang="en-US" altLang="ko-KR">
                <a:latin typeface="Arial Narrow"/>
                <a:ea typeface="LG스마트체 Regular"/>
              </a:rPr>
              <a:t>Tool </a:t>
            </a:r>
            <a:r>
              <a:rPr lang="ko-KR" altLang="en-US">
                <a:latin typeface="Arial Narrow"/>
                <a:ea typeface="LG스마트체 Regular"/>
              </a:rPr>
              <a:t>개발 필요함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</a:p>
          <a:p>
            <a:endParaRPr lang="en-US" altLang="ko-KR">
              <a:latin typeface="Arial Narrow"/>
              <a:ea typeface="LG스마트체 Regular"/>
            </a:endParaRPr>
          </a:p>
          <a:p>
            <a:r>
              <a:rPr lang="en-US" altLang="ko-KR">
                <a:latin typeface="Arial Narrow"/>
                <a:ea typeface="LG스마트체 Regular"/>
              </a:rPr>
              <a:t>[</a:t>
            </a:r>
            <a:r>
              <a:rPr lang="ko-KR" altLang="en-US">
                <a:latin typeface="Arial Narrow"/>
                <a:ea typeface="LG스마트체 Regular"/>
              </a:rPr>
              <a:t>검토 결과</a:t>
            </a:r>
            <a:r>
              <a:rPr lang="en-US" altLang="ko-KR">
                <a:latin typeface="Arial Narrow"/>
                <a:ea typeface="LG스마트체 Regular"/>
              </a:rPr>
              <a:t>]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ko-KR" altLang="en-US">
                <a:latin typeface="Arial Narrow"/>
                <a:ea typeface="LG스마트체 Regular"/>
              </a:rPr>
              <a:t>자동보정 과제로 진행하기에는 과제 성격적으로나</a:t>
            </a:r>
            <a:r>
              <a:rPr lang="en-US" altLang="ko-KR">
                <a:latin typeface="Arial Narrow"/>
                <a:ea typeface="LG스마트체 Regular"/>
              </a:rPr>
              <a:t>, </a:t>
            </a:r>
            <a:r>
              <a:rPr lang="ko-KR" altLang="en-US">
                <a:latin typeface="Arial Narrow"/>
                <a:ea typeface="LG스마트체 Regular"/>
              </a:rPr>
              <a:t>실질적으로나 어려운 상황입니다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PLC </a:t>
            </a:r>
            <a:r>
              <a:rPr lang="ko-KR" altLang="en-US">
                <a:latin typeface="Arial Narrow"/>
                <a:ea typeface="LG스마트체 Regular"/>
              </a:rPr>
              <a:t>데이터를 연계하여 실시간 데이터 현황을 제공하는 분석 </a:t>
            </a:r>
            <a:r>
              <a:rPr lang="en-US" altLang="ko-KR">
                <a:latin typeface="Arial Narrow"/>
                <a:ea typeface="LG스마트체 Regular"/>
              </a:rPr>
              <a:t>Tool </a:t>
            </a:r>
            <a:r>
              <a:rPr lang="ko-KR" altLang="en-US">
                <a:latin typeface="Arial Narrow"/>
                <a:ea typeface="LG스마트체 Regular"/>
              </a:rPr>
              <a:t>을 개발한다면  생산성 향상에는 도움 될 것으로 판단됩니다</a:t>
            </a:r>
            <a:r>
              <a:rPr lang="en-US" altLang="ko-KR">
                <a:latin typeface="Arial Narrow"/>
                <a:ea typeface="LG스마트체 Regular"/>
              </a:rPr>
              <a:t>. (※ </a:t>
            </a:r>
            <a:r>
              <a:rPr lang="ko-KR" altLang="en-US">
                <a:latin typeface="Arial Narrow"/>
                <a:ea typeface="LG스마트체 Regular"/>
              </a:rPr>
              <a:t>의사결정 필요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현장 </a:t>
            </a:r>
            <a:r>
              <a:rPr lang="en-US" altLang="ko-KR">
                <a:latin typeface="Arial Narrow"/>
                <a:ea typeface="LG스마트체 Regular"/>
              </a:rPr>
              <a:t>Vision PC</a:t>
            </a:r>
            <a:r>
              <a:rPr lang="ko-KR" altLang="en-US">
                <a:latin typeface="Arial Narrow"/>
                <a:ea typeface="LG스마트체 Regular"/>
              </a:rPr>
              <a:t>에 직접 설치하는 방식으로 </a:t>
            </a:r>
            <a:r>
              <a:rPr lang="en-US" altLang="ko-KR">
                <a:latin typeface="Arial Narrow"/>
                <a:ea typeface="LG스마트체 Regular"/>
              </a:rPr>
              <a:t>PLC </a:t>
            </a:r>
            <a:r>
              <a:rPr lang="ko-KR" altLang="en-US">
                <a:latin typeface="Arial Narrow"/>
                <a:ea typeface="LG스마트체 Regular"/>
              </a:rPr>
              <a:t>데이터를 직접 취득하여</a:t>
            </a:r>
            <a:r>
              <a:rPr lang="en-US" altLang="ko-KR">
                <a:latin typeface="Arial Narrow"/>
                <a:ea typeface="LG스마트체 Regular"/>
              </a:rPr>
              <a:t>, DCIR</a:t>
            </a:r>
            <a:r>
              <a:rPr lang="ko-KR" altLang="en-US">
                <a:latin typeface="Arial Narrow"/>
                <a:ea typeface="LG스마트체 Regular"/>
              </a:rPr>
              <a:t>값의 실시간 분석</a:t>
            </a:r>
            <a:r>
              <a:rPr lang="en-US" altLang="ko-KR">
                <a:latin typeface="Arial Narrow"/>
                <a:ea typeface="LG스마트체 Regular"/>
              </a:rPr>
              <a:t>/</a:t>
            </a:r>
            <a:r>
              <a:rPr lang="ko-KR" altLang="en-US">
                <a:latin typeface="Arial Narrow"/>
                <a:ea typeface="LG스마트체 Regular"/>
              </a:rPr>
              <a:t>비교 </a:t>
            </a:r>
            <a:r>
              <a:rPr lang="en-US" altLang="ko-KR">
                <a:latin typeface="Arial Narrow"/>
                <a:ea typeface="LG스마트체 Regular"/>
              </a:rPr>
              <a:t>UI </a:t>
            </a:r>
            <a:r>
              <a:rPr lang="ko-KR" altLang="en-US">
                <a:latin typeface="Arial Narrow"/>
                <a:ea typeface="LG스마트체 Regular"/>
              </a:rPr>
              <a:t>제공은 가능할 것으로 검토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E8A2A11-92C9-1004-EC74-9D3D2B7D0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341717"/>
              </p:ext>
            </p:extLst>
          </p:nvPr>
        </p:nvGraphicFramePr>
        <p:xfrm>
          <a:off x="6275520" y="2175415"/>
          <a:ext cx="315132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442">
                  <a:extLst>
                    <a:ext uri="{9D8B030D-6E8A-4147-A177-3AD203B41FA5}">
                      <a16:colId xmlns:a16="http://schemas.microsoft.com/office/drawing/2014/main" val="4272883062"/>
                    </a:ext>
                  </a:extLst>
                </a:gridCol>
                <a:gridCol w="1050442">
                  <a:extLst>
                    <a:ext uri="{9D8B030D-6E8A-4147-A177-3AD203B41FA5}">
                      <a16:colId xmlns:a16="http://schemas.microsoft.com/office/drawing/2014/main" val="3881709768"/>
                    </a:ext>
                  </a:extLst>
                </a:gridCol>
                <a:gridCol w="1050442">
                  <a:extLst>
                    <a:ext uri="{9D8B030D-6E8A-4147-A177-3AD203B41FA5}">
                      <a16:colId xmlns:a16="http://schemas.microsoft.com/office/drawing/2014/main" val="1925519714"/>
                    </a:ext>
                  </a:extLst>
                </a:gridCol>
              </a:tblGrid>
              <a:tr h="1370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DCIR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Spec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값 예시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Spec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가능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722048"/>
                  </a:ext>
                </a:extLst>
              </a:tr>
              <a:tr h="137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Spec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-0.1015 ≤ X ≤ 0.1015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801558"/>
                  </a:ext>
                </a:extLst>
              </a:tr>
              <a:tr h="1370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CL(Control Limit) Spec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-0.040≤ X ≤ 0.039</a:t>
                      </a:r>
                      <a:endParaRPr lang="ko-KR" altLang="en-US" sz="900" b="0" baseline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  <a:endParaRPr lang="ko-KR" altLang="en-US" sz="900" b="0" baseline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46500"/>
                  </a:ext>
                </a:extLst>
              </a:tr>
            </a:tbl>
          </a:graphicData>
        </a:graphic>
      </p:graphicFrame>
      <p:pic>
        <p:nvPicPr>
          <p:cNvPr id="55" name="그림 54">
            <a:extLst>
              <a:ext uri="{FF2B5EF4-FFF2-40B4-BE49-F238E27FC236}">
                <a16:creationId xmlns:a16="http://schemas.microsoft.com/office/drawing/2014/main" id="{3DDC63C0-F5B1-8985-12EA-79E1134A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682" y="3414712"/>
            <a:ext cx="5843588" cy="132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1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3EF71191-E2B1-E9EB-309A-60849C6D06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06860" y="1846264"/>
            <a:ext cx="6361154" cy="4590396"/>
          </a:xfrm>
        </p:spPr>
        <p:txBody>
          <a:bodyPr lIns="36000" tIns="36000" rIns="36000" bIns="36000"/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ko-KR">
              <a:solidFill>
                <a:srgbClr val="0000FF"/>
              </a:solidFill>
              <a:latin typeface="+mn-e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ko-KR">
              <a:solidFill>
                <a:srgbClr val="0000FF"/>
              </a:solidFill>
              <a:latin typeface="+mn-e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ko-KR">
              <a:solidFill>
                <a:srgbClr val="0000FF"/>
              </a:solidFill>
              <a:latin typeface="+mn-ea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ko-KR">
              <a:latin typeface="+mn-ea"/>
              <a:ea typeface="+mn-ea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b="1">
                <a:latin typeface="+mn-ea"/>
                <a:ea typeface="+mn-ea"/>
              </a:rPr>
              <a:t>▶ </a:t>
            </a:r>
            <a:r>
              <a:rPr kumimoji="1" lang="ko-KR" altLang="en-US" b="1">
                <a:latin typeface="+mn-ea"/>
                <a:ea typeface="+mn-ea"/>
              </a:rPr>
              <a:t>호기별</a:t>
            </a:r>
            <a:r>
              <a:rPr kumimoji="1" lang="en-US" altLang="ko-KR" b="1">
                <a:latin typeface="+mn-ea"/>
                <a:ea typeface="+mn-ea"/>
              </a:rPr>
              <a:t>/</a:t>
            </a:r>
            <a:r>
              <a:rPr kumimoji="1" lang="ko-KR" altLang="en-US" b="1">
                <a:latin typeface="+mn-ea"/>
                <a:ea typeface="+mn-ea"/>
              </a:rPr>
              <a:t>모델별로 품질 편차와 이상 발생에 대한 선제 대응이 미흡하여 </a:t>
            </a:r>
            <a:r>
              <a:rPr kumimoji="1" lang="ko-KR" altLang="en-US" b="1" err="1">
                <a:latin typeface="+mn-ea"/>
                <a:ea typeface="+mn-ea"/>
              </a:rPr>
              <a:t>수율</a:t>
            </a:r>
            <a:r>
              <a:rPr kumimoji="1" lang="ko-KR" altLang="en-US" b="1">
                <a:latin typeface="+mn-ea"/>
                <a:ea typeface="+mn-ea"/>
              </a:rPr>
              <a:t> 손실이 지속되고 있음</a:t>
            </a:r>
            <a:r>
              <a:rPr kumimoji="1" lang="en-US" altLang="ko-KR" b="1">
                <a:latin typeface="+mn-ea"/>
                <a:ea typeface="+mn-ea"/>
              </a:rPr>
              <a:t>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b="1" baseline="0">
                <a:latin typeface="Arial Narrow" panose="020B0606020202030204" pitchFamily="34" charset="0"/>
                <a:ea typeface="+mn-ea"/>
              </a:rPr>
              <a:t>     </a:t>
            </a:r>
            <a:r>
              <a:rPr kumimoji="1" lang="en-US" altLang="ko-KR" b="1" baseline="0">
                <a:latin typeface="Arial Narrow" panose="020B0606020202030204" pitchFamily="34" charset="0"/>
                <a:ea typeface="+mn-ea"/>
                <a:sym typeface="Wingdings" panose="05000000000000000000" pitchFamily="2" charset="2"/>
              </a:rPr>
              <a:t> </a:t>
            </a:r>
            <a:r>
              <a:rPr kumimoji="1" lang="ko-KR" altLang="en-US" b="1" baseline="0">
                <a:latin typeface="Arial Narrow" panose="020B0606020202030204" pitchFamily="34" charset="0"/>
                <a:ea typeface="+mn-ea"/>
                <a:sym typeface="Wingdings" panose="05000000000000000000" pitchFamily="2" charset="2"/>
              </a:rPr>
              <a:t>데이터 기반으로 </a:t>
            </a:r>
            <a:r>
              <a:rPr kumimoji="1" lang="ko-KR" altLang="en-US" b="1" baseline="0" err="1">
                <a:latin typeface="Arial Narrow" panose="020B0606020202030204" pitchFamily="34" charset="0"/>
                <a:ea typeface="+mn-ea"/>
                <a:sym typeface="Wingdings" panose="05000000000000000000" pitchFamily="2" charset="2"/>
              </a:rPr>
              <a:t>수율</a:t>
            </a:r>
            <a:r>
              <a:rPr kumimoji="1" lang="ko-KR" altLang="en-US" b="1" baseline="0">
                <a:latin typeface="Arial Narrow" panose="020B0606020202030204" pitchFamily="34" charset="0"/>
                <a:ea typeface="+mn-ea"/>
                <a:sym typeface="Wingdings" panose="05000000000000000000" pitchFamily="2" charset="2"/>
              </a:rPr>
              <a:t> 저하 원인을 체계적 분석하여</a:t>
            </a:r>
            <a:r>
              <a:rPr kumimoji="1" lang="en-US" altLang="ko-KR" b="1" baseline="0">
                <a:latin typeface="Arial Narrow" panose="020B0606020202030204" pitchFamily="34" charset="0"/>
                <a:ea typeface="+mn-ea"/>
                <a:sym typeface="Wingdings" panose="05000000000000000000" pitchFamily="2" charset="2"/>
              </a:rPr>
              <a:t>, </a:t>
            </a:r>
            <a:r>
              <a:rPr kumimoji="1" lang="ko-KR" altLang="en-US" b="1" baseline="0">
                <a:latin typeface="Arial Narrow" panose="020B0606020202030204" pitchFamily="34" charset="0"/>
                <a:ea typeface="+mn-ea"/>
                <a:sym typeface="Wingdings" panose="05000000000000000000" pitchFamily="2" charset="2"/>
              </a:rPr>
              <a:t>개선까지 </a:t>
            </a:r>
            <a:r>
              <a:rPr kumimoji="1" lang="ko-KR" altLang="en-US" b="1">
                <a:latin typeface="Arial Narrow" panose="020B0606020202030204" pitchFamily="34" charset="0"/>
                <a:ea typeface="+mn-ea"/>
                <a:sym typeface="Wingdings" panose="05000000000000000000" pitchFamily="2" charset="2"/>
              </a:rPr>
              <a:t>이어 질 수 있는 </a:t>
            </a:r>
            <a:r>
              <a:rPr kumimoji="1" lang="ko-KR" altLang="en-US" b="1" baseline="0">
                <a:latin typeface="Arial Narrow" panose="020B0606020202030204" pitchFamily="34" charset="0"/>
                <a:ea typeface="+mn-ea"/>
                <a:sym typeface="Wingdings" panose="05000000000000000000" pitchFamily="2" charset="2"/>
              </a:rPr>
              <a:t>핵심 개선 과제 도출 목표로 업무 추진</a:t>
            </a:r>
            <a:endParaRPr kumimoji="1" lang="en-US" altLang="ko-KR" b="1" baseline="0">
              <a:latin typeface="Arial Narrow" panose="020B0606020202030204" pitchFamily="34" charset="0"/>
              <a:ea typeface="+mn-ea"/>
              <a:sym typeface="Wingdings" panose="05000000000000000000" pitchFamily="2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b="1" baseline="0">
              <a:latin typeface="Arial Narrow" panose="020B0606020202030204" pitchFamily="34" charset="0"/>
              <a:ea typeface="+mn-ea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b="1" baseline="0">
              <a:latin typeface="Arial Narrow" panose="020B0606020202030204" pitchFamily="34" charset="0"/>
              <a:ea typeface="+mn-ea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b="1" baseline="0">
              <a:latin typeface="Arial Narrow" panose="020B0606020202030204" pitchFamily="34" charset="0"/>
              <a:ea typeface="+mn-ea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685D4899-7985-B960-6CDA-495D2CB59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이제희</a:t>
            </a:r>
            <a:endParaRPr lang="en-US" altLang="ko-KR"/>
          </a:p>
          <a:p>
            <a:r>
              <a:rPr lang="ko-KR" altLang="en-US"/>
              <a:t>김형원</a:t>
            </a:r>
          </a:p>
        </p:txBody>
      </p:sp>
      <p:sp>
        <p:nvSpPr>
          <p:cNvPr id="54" name="텍스트 개체 틀 53">
            <a:extLst>
              <a:ext uri="{FF2B5EF4-FFF2-40B4-BE49-F238E27FC236}">
                <a16:creationId xmlns:a16="http://schemas.microsoft.com/office/drawing/2014/main" id="{8030C1DC-5326-EC42-A029-1BE0A9D33A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09180" y="1259307"/>
            <a:ext cx="482523" cy="586745"/>
          </a:xfrm>
        </p:spPr>
        <p:txBody>
          <a:bodyPr/>
          <a:lstStyle/>
          <a:p>
            <a:r>
              <a:rPr lang="en-US" altLang="ko-KR"/>
              <a:t>‘26.09</a:t>
            </a:r>
            <a:endParaRPr lang="ko-KR" altLang="en-US"/>
          </a:p>
        </p:txBody>
      </p:sp>
      <p:sp>
        <p:nvSpPr>
          <p:cNvPr id="55" name="텍스트 개체 틀 54">
            <a:extLst>
              <a:ext uri="{FF2B5EF4-FFF2-40B4-BE49-F238E27FC236}">
                <a16:creationId xmlns:a16="http://schemas.microsoft.com/office/drawing/2014/main" id="{546BFFC7-3ABD-043F-B22E-08364623B8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678" y="3282350"/>
            <a:ext cx="901380" cy="586745"/>
          </a:xfrm>
        </p:spPr>
        <p:txBody>
          <a:bodyPr/>
          <a:lstStyle/>
          <a:p>
            <a:r>
              <a:rPr lang="en-US" altLang="ko-KR">
                <a:latin typeface="Arial Narrow" panose="020B0606020202030204" pitchFamily="34" charset="0"/>
              </a:rPr>
              <a:t>ESWA Cell</a:t>
            </a:r>
          </a:p>
          <a:p>
            <a:r>
              <a:rPr lang="ko-KR" altLang="en-US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lang="ko-KR" altLang="en-US"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 </a:t>
            </a:r>
            <a:r>
              <a:rPr lang="en-US" altLang="ko-KR">
                <a:latin typeface="Arial Narrow" panose="020B0606020202030204" pitchFamily="34" charset="0"/>
                <a:ea typeface="LG스마트체 Regular" panose="020B0600000101010101" pitchFamily="50" charset="-127"/>
              </a:rPr>
              <a:t>TDR</a:t>
            </a:r>
          </a:p>
        </p:txBody>
      </p:sp>
      <p:sp>
        <p:nvSpPr>
          <p:cNvPr id="56" name="텍스트 개체 틀 55">
            <a:extLst>
              <a:ext uri="{FF2B5EF4-FFF2-40B4-BE49-F238E27FC236}">
                <a16:creationId xmlns:a16="http://schemas.microsoft.com/office/drawing/2014/main" id="{C81C8513-D98C-B6A7-39BB-5E9DF01B3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ESWA</a:t>
            </a:r>
          </a:p>
        </p:txBody>
      </p:sp>
      <p:sp>
        <p:nvSpPr>
          <p:cNvPr id="57" name="텍스트 개체 틀 56">
            <a:extLst>
              <a:ext uri="{FF2B5EF4-FFF2-40B4-BE49-F238E27FC236}">
                <a16:creationId xmlns:a16="http://schemas.microsoft.com/office/drawing/2014/main" id="{96078413-A1F0-C331-E253-8014016E45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이제희</a:t>
            </a:r>
            <a:r>
              <a:rPr lang="en-US" altLang="ko-KR"/>
              <a:t>P</a:t>
            </a:r>
            <a:endParaRPr lang="ko-KR" altLang="en-US"/>
          </a:p>
        </p:txBody>
      </p:sp>
      <p:sp>
        <p:nvSpPr>
          <p:cNvPr id="58" name="텍스트 개체 틀 57">
            <a:extLst>
              <a:ext uri="{FF2B5EF4-FFF2-40B4-BE49-F238E27FC236}">
                <a16:creationId xmlns:a16="http://schemas.microsoft.com/office/drawing/2014/main" id="{1A14E2F3-1D19-45A5-DC7A-6661315C09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26.09.22 11</a:t>
            </a:r>
            <a:r>
              <a:rPr lang="ko-KR" altLang="en-US"/>
              <a:t>시</a:t>
            </a:r>
          </a:p>
        </p:txBody>
      </p:sp>
      <p:sp>
        <p:nvSpPr>
          <p:cNvPr id="60" name="텍스트 개체 틀 59">
            <a:extLst>
              <a:ext uri="{FF2B5EF4-FFF2-40B4-BE49-F238E27FC236}">
                <a16:creationId xmlns:a16="http://schemas.microsoft.com/office/drawing/2014/main" id="{A3997196-BC6D-7F2B-6031-63DBAFE6B88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ko-KR" altLang="en-US"/>
              <a:t>조립자동보정팀</a:t>
            </a:r>
            <a:r>
              <a:rPr lang="en-US" altLang="ko-KR"/>
              <a:t>(</a:t>
            </a:r>
            <a:r>
              <a:rPr lang="ko-KR" altLang="en-US"/>
              <a:t>자동차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61" name="텍스트 개체 틀 60">
            <a:extLst>
              <a:ext uri="{FF2B5EF4-FFF2-40B4-BE49-F238E27FC236}">
                <a16:creationId xmlns:a16="http://schemas.microsoft.com/office/drawing/2014/main" id="{90AC4789-A3FE-4963-A335-E623E8C98F8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7737" y="588518"/>
            <a:ext cx="7554663" cy="281057"/>
          </a:xfrm>
        </p:spPr>
        <p:txBody>
          <a:bodyPr/>
          <a:lstStyle/>
          <a:p>
            <a:r>
              <a:rPr lang="en-US" altLang="ko-KR"/>
              <a:t>ESWA </a:t>
            </a:r>
            <a:r>
              <a:rPr lang="ko-KR" altLang="en-US"/>
              <a:t>재료교체 불량 개선 업무 </a:t>
            </a:r>
            <a:r>
              <a:rPr lang="en-US" altLang="ko-KR"/>
              <a:t>(1/2) </a:t>
            </a:r>
            <a:endParaRPr lang="ko-KR" altLang="en-US"/>
          </a:p>
        </p:txBody>
      </p:sp>
      <p:sp>
        <p:nvSpPr>
          <p:cNvPr id="62" name="텍스트 개체 틀 61">
            <a:extLst>
              <a:ext uri="{FF2B5EF4-FFF2-40B4-BE49-F238E27FC236}">
                <a16:creationId xmlns:a16="http://schemas.microsoft.com/office/drawing/2014/main" id="{67087FE9-D3B8-3B61-8994-10F831D7EDD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22787" y="1166932"/>
            <a:ext cx="6402237" cy="537234"/>
          </a:xfrm>
        </p:spPr>
        <p:txBody>
          <a:bodyPr/>
          <a:lstStyle/>
          <a:p>
            <a:pPr lvl="0">
              <a:lnSpc>
                <a:spcPct val="130000"/>
              </a:lnSpc>
              <a:spcBef>
                <a:spcPts val="0"/>
              </a:spcBef>
              <a:defRPr/>
            </a:pPr>
            <a:r>
              <a:rPr lang="ko-KR" altLang="en-US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재료교체 구간 불량개선을 위한 로직 개선 완료 후 </a:t>
            </a:r>
            <a:r>
              <a:rPr lang="en-US" altLang="ko-KR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ESWA</a:t>
            </a:r>
            <a:r>
              <a:rPr lang="ko-KR" altLang="en-US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18</a:t>
            </a:r>
            <a:r>
              <a:rPr lang="ko-KR" altLang="en-US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대</a:t>
            </a:r>
            <a:r>
              <a:rPr lang="en-US" altLang="ko-KR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(MEB E77 </a:t>
            </a:r>
            <a:r>
              <a:rPr lang="ko-KR" altLang="en-US" sz="86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전호기</a:t>
            </a:r>
            <a:r>
              <a:rPr lang="en-US" altLang="ko-KR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), ESMI1 Normal 2</a:t>
            </a:r>
            <a:r>
              <a:rPr lang="ko-KR" altLang="en-US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대</a:t>
            </a:r>
            <a:r>
              <a:rPr lang="en-US" altLang="ko-KR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(#2-2,3) </a:t>
            </a:r>
            <a:r>
              <a:rPr lang="ko-KR" altLang="en-US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적용 후 모니터링 진행 중입니다</a:t>
            </a:r>
            <a:r>
              <a:rPr lang="en-US" altLang="ko-KR" sz="86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 lvl="0">
              <a:lnSpc>
                <a:spcPct val="130000"/>
              </a:lnSpc>
              <a:spcBef>
                <a:spcPts val="0"/>
              </a:spcBef>
              <a:defRPr/>
            </a:pPr>
            <a:r>
              <a:rPr lang="ko-KR" altLang="en-US" sz="860">
                <a:latin typeface="Arial Narrow" panose="020B0606020202030204" pitchFamily="34" charset="0"/>
              </a:rPr>
              <a:t>단기적으로</a:t>
            </a:r>
            <a:r>
              <a:rPr lang="en-US" altLang="ko-KR" sz="860">
                <a:latin typeface="Arial Narrow" panose="020B0606020202030204" pitchFamily="34" charset="0"/>
              </a:rPr>
              <a:t> ESWA</a:t>
            </a:r>
            <a:r>
              <a:rPr lang="ko-KR" altLang="en-US" sz="860">
                <a:latin typeface="Arial Narrow" panose="020B0606020202030204" pitchFamily="34" charset="0"/>
              </a:rPr>
              <a:t>는</a:t>
            </a:r>
            <a:r>
              <a:rPr lang="en-US" altLang="ko-KR" sz="860">
                <a:latin typeface="Arial Narrow" panose="020B0606020202030204" pitchFamily="34" charset="0"/>
              </a:rPr>
              <a:t> 0.027%</a:t>
            </a:r>
            <a:r>
              <a:rPr kumimoji="1" lang="en-US" altLang="ko-KR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(0.171% </a:t>
            </a:r>
            <a:r>
              <a:rPr kumimoji="1" lang="ko-KR" altLang="en-US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→ </a:t>
            </a:r>
            <a:r>
              <a:rPr kumimoji="1" lang="en-US" altLang="ko-KR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0.144%), ESMI</a:t>
            </a:r>
            <a:r>
              <a:rPr kumimoji="1" lang="ko-KR" altLang="en-US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는 </a:t>
            </a:r>
            <a:r>
              <a:rPr kumimoji="1" lang="en-US" altLang="ko-KR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0.137%(0.367% </a:t>
            </a:r>
            <a:r>
              <a:rPr kumimoji="1" lang="ko-KR" altLang="en-US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→ </a:t>
            </a:r>
            <a:r>
              <a:rPr kumimoji="1" lang="en-US" altLang="ko-KR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0.230%) </a:t>
            </a:r>
            <a:r>
              <a:rPr kumimoji="1" lang="ko-KR" altLang="en-US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확인 됩니다</a:t>
            </a:r>
            <a:r>
              <a:rPr kumimoji="1" lang="en-US" altLang="ko-KR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  </a:t>
            </a:r>
            <a:r>
              <a:rPr kumimoji="1" lang="ko-KR" altLang="en-US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추석 연휴 이후 최종 효과 산출 예정입니다</a:t>
            </a:r>
            <a:r>
              <a:rPr kumimoji="1" lang="en-US" altLang="ko-KR" sz="86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</a:t>
            </a:r>
            <a:endParaRPr lang="en-US" altLang="ko-KR" sz="860">
              <a:latin typeface="Arial Narrow" panose="020B0606020202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60739-AEDE-8606-BC44-C7851030531A}"/>
              </a:ext>
            </a:extLst>
          </p:cNvPr>
          <p:cNvSpPr txBox="1"/>
          <p:nvPr/>
        </p:nvSpPr>
        <p:spPr>
          <a:xfrm>
            <a:off x="1716542" y="2448443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배경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BFF96-A9B6-4A39-C2EA-37B1B584C274}"/>
              </a:ext>
            </a:extLst>
          </p:cNvPr>
          <p:cNvSpPr txBox="1"/>
          <p:nvPr/>
        </p:nvSpPr>
        <p:spPr>
          <a:xfrm>
            <a:off x="1716542" y="1902062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계획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56493-AE66-773D-89ED-E83DAF968848}"/>
              </a:ext>
            </a:extLst>
          </p:cNvPr>
          <p:cNvSpPr txBox="1"/>
          <p:nvPr/>
        </p:nvSpPr>
        <p:spPr>
          <a:xfrm>
            <a:off x="1716542" y="3010723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49F626A-DBC8-4A3C-AC31-96A9EDF90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358998"/>
              </p:ext>
            </p:extLst>
          </p:nvPr>
        </p:nvGraphicFramePr>
        <p:xfrm>
          <a:off x="2641378" y="1844159"/>
          <a:ext cx="5878800" cy="537234"/>
        </p:xfrm>
        <a:graphic>
          <a:graphicData uri="http://schemas.openxmlformats.org/drawingml/2006/table">
            <a:tbl>
              <a:tblPr/>
              <a:tblGrid>
                <a:gridCol w="979800">
                  <a:extLst>
                    <a:ext uri="{9D8B030D-6E8A-4147-A177-3AD203B41FA5}">
                      <a16:colId xmlns:a16="http://schemas.microsoft.com/office/drawing/2014/main" val="3321164870"/>
                    </a:ext>
                  </a:extLst>
                </a:gridCol>
                <a:gridCol w="979800">
                  <a:extLst>
                    <a:ext uri="{9D8B030D-6E8A-4147-A177-3AD203B41FA5}">
                      <a16:colId xmlns:a16="http://schemas.microsoft.com/office/drawing/2014/main" val="3851577224"/>
                    </a:ext>
                  </a:extLst>
                </a:gridCol>
                <a:gridCol w="979800">
                  <a:extLst>
                    <a:ext uri="{9D8B030D-6E8A-4147-A177-3AD203B41FA5}">
                      <a16:colId xmlns:a16="http://schemas.microsoft.com/office/drawing/2014/main" val="1409787820"/>
                    </a:ext>
                  </a:extLst>
                </a:gridCol>
                <a:gridCol w="979800">
                  <a:extLst>
                    <a:ext uri="{9D8B030D-6E8A-4147-A177-3AD203B41FA5}">
                      <a16:colId xmlns:a16="http://schemas.microsoft.com/office/drawing/2014/main" val="1978639862"/>
                    </a:ext>
                  </a:extLst>
                </a:gridCol>
                <a:gridCol w="979800">
                  <a:extLst>
                    <a:ext uri="{9D8B030D-6E8A-4147-A177-3AD203B41FA5}">
                      <a16:colId xmlns:a16="http://schemas.microsoft.com/office/drawing/2014/main" val="2431815750"/>
                    </a:ext>
                  </a:extLst>
                </a:gridCol>
                <a:gridCol w="979800">
                  <a:extLst>
                    <a:ext uri="{9D8B030D-6E8A-4147-A177-3AD203B41FA5}">
                      <a16:colId xmlns:a16="http://schemas.microsoft.com/office/drawing/2014/main" val="2101649826"/>
                    </a:ext>
                  </a:extLst>
                </a:gridCol>
              </a:tblGrid>
              <a:tr h="172411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계획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151751"/>
                  </a:ext>
                </a:extLst>
              </a:tr>
              <a:tr h="172394">
                <a:tc>
                  <a:txBody>
                    <a:bodyPr/>
                    <a:lstStyle/>
                    <a:p>
                      <a:pPr marL="0" indent="0"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현황 분석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현황 분석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개선 방안 도출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로직 보완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로직 보완</a:t>
                      </a: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검증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6.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수평전개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816347"/>
                  </a:ext>
                </a:extLst>
              </a:tr>
              <a:tr h="1924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’26.07.24</a:t>
                      </a:r>
                      <a:endParaRPr kumimoji="0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’26.07.31</a:t>
                      </a:r>
                      <a:endParaRPr kumimoji="0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‘26.08.07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‘26.08.31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‘26.9.18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‘26.9.25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33877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A4FE4196-3330-330D-B115-11D1670A0A52}"/>
              </a:ext>
            </a:extLst>
          </p:cNvPr>
          <p:cNvGrpSpPr/>
          <p:nvPr/>
        </p:nvGrpSpPr>
        <p:grpSpPr>
          <a:xfrm>
            <a:off x="7534656" y="1924365"/>
            <a:ext cx="997935" cy="470232"/>
            <a:chOff x="2704720" y="1138083"/>
            <a:chExt cx="457896" cy="1026801"/>
          </a:xfrm>
        </p:grpSpPr>
        <p:sp>
          <p:nvSpPr>
            <p:cNvPr id="11" name="TextBox 354">
              <a:extLst>
                <a:ext uri="{FF2B5EF4-FFF2-40B4-BE49-F238E27FC236}">
                  <a16:creationId xmlns:a16="http://schemas.microsoft.com/office/drawing/2014/main" id="{ADD81B5F-4172-052D-D319-FEFBFA49746A}"/>
                </a:ext>
              </a:extLst>
            </p:cNvPr>
            <p:cNvSpPr txBox="1"/>
            <p:nvPr/>
          </p:nvSpPr>
          <p:spPr>
            <a:xfrm rot="10800000" flipV="1">
              <a:off x="2847593" y="1138083"/>
              <a:ext cx="190560" cy="144094"/>
            </a:xfrm>
            <a:prstGeom prst="rect">
              <a:avLst/>
            </a:prstGeom>
            <a:noFill/>
            <a:ln w="9525" cmpd="sng">
              <a:noFill/>
            </a:ln>
            <a:effectLst/>
          </p:spPr>
          <p:txBody>
            <a:bodyPr wrap="square" lIns="36000" tIns="36000" rIns="36000" bIns="36000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▼</a:t>
              </a:r>
              <a:endParaRPr kumimoji="0" lang="en-US" altLang="ko-KR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7FF9DC4-1028-0A23-B265-E696347109F2}"/>
                </a:ext>
              </a:extLst>
            </p:cNvPr>
            <p:cNvSpPr/>
            <p:nvPr/>
          </p:nvSpPr>
          <p:spPr>
            <a:xfrm>
              <a:off x="2704720" y="1336634"/>
              <a:ext cx="457896" cy="8282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5D2EA7-9D57-5935-CB10-F4A35ABCBB51}"/>
              </a:ext>
            </a:extLst>
          </p:cNvPr>
          <p:cNvSpPr/>
          <p:nvPr/>
        </p:nvSpPr>
        <p:spPr>
          <a:xfrm>
            <a:off x="2589789" y="2899498"/>
            <a:ext cx="3734812" cy="985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재료교체 불량 현상 정의</a:t>
            </a:r>
            <a:br>
              <a: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재료교체시 발생하는 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Y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축 불량은 크게 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사행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과 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이음매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‘ 2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가지 현상으로 구분됨</a:t>
            </a:r>
            <a:endParaRPr kumimoji="1" lang="en-US" altLang="ko-KR" sz="8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altLang="ko-KR" sz="800" b="1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[</a:t>
            </a:r>
            <a:r>
              <a:rPr lang="ko-KR" altLang="en-US" sz="800" b="1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자동보정 관점 요구 사항</a:t>
            </a:r>
            <a:r>
              <a:rPr lang="en-US" altLang="ko-KR" sz="800" b="1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]</a:t>
            </a:r>
          </a:p>
          <a:p>
            <a:pPr marL="0" marR="0" lvl="0" indent="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altLang="ko-KR" sz="800" b="1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1. </a:t>
            </a:r>
            <a:r>
              <a:rPr lang="ko-KR" altLang="en-US" sz="800" b="1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사행 </a:t>
            </a:r>
            <a:r>
              <a:rPr lang="en-US" altLang="ko-KR" sz="800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800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급변하는 </a:t>
            </a:r>
            <a:r>
              <a:rPr lang="en-US" altLang="ko-KR" sz="800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800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축 위치 변화를 빠르게 추종 할 수 있는 </a:t>
            </a:r>
            <a:r>
              <a:rPr lang="en-US" altLang="ko-KR" sz="800" b="1" u="sng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EPC </a:t>
            </a:r>
            <a:r>
              <a:rPr lang="ko-KR" altLang="en-US" sz="800" b="1" u="sng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보정 </a:t>
            </a:r>
            <a:r>
              <a:rPr lang="ko-KR" altLang="en-US" sz="800" b="1" u="sng" err="1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응답성</a:t>
            </a:r>
            <a:r>
              <a:rPr lang="en-US" altLang="ko-KR" sz="800" b="1" u="sng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 / </a:t>
            </a:r>
            <a:r>
              <a:rPr lang="ko-KR" altLang="en-US" sz="800" b="1" u="sng" err="1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보정량</a:t>
            </a:r>
            <a:r>
              <a:rPr lang="ko-KR" altLang="en-US" sz="800" b="1" u="sng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 필요</a:t>
            </a:r>
            <a:r>
              <a:rPr lang="en-US" altLang="ko-KR" sz="800" b="1" u="sng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</a:p>
          <a:p>
            <a:pPr marL="0" marR="0" lvl="0" indent="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altLang="ko-KR" sz="800" b="1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800" b="1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이음매  </a:t>
            </a:r>
            <a:r>
              <a:rPr lang="en-US" altLang="ko-KR" sz="800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800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이음매 통과 시 합치 위치 급변을 </a:t>
            </a:r>
            <a:r>
              <a:rPr lang="ko-KR" altLang="en-US" sz="800" b="1" u="sng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정확하게 예측 할 수 있는 정확성 필요</a:t>
            </a:r>
            <a:r>
              <a:rPr lang="en-US" altLang="ko-KR" sz="800">
                <a:solidFill>
                  <a:schemeClr val="tx1"/>
                </a:solidFill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AD0725-B65B-67CE-32EF-FD793C13482C}"/>
              </a:ext>
            </a:extLst>
          </p:cNvPr>
          <p:cNvSpPr txBox="1"/>
          <p:nvPr/>
        </p:nvSpPr>
        <p:spPr>
          <a:xfrm>
            <a:off x="6181497" y="2811841"/>
            <a:ext cx="23510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[1</a:t>
            </a:r>
            <a:r>
              <a:rPr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차 개선 로직 적용 결과</a:t>
            </a:r>
            <a:r>
              <a:rPr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] – </a:t>
            </a:r>
            <a:r>
              <a:rPr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 전</a:t>
            </a:r>
            <a:r>
              <a:rPr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후 </a:t>
            </a:r>
            <a:r>
              <a:rPr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주 불량률</a:t>
            </a:r>
            <a:endParaRPr lang="en-US" altLang="ko-KR" sz="8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E38CC1E-88AD-7F9F-D8F5-275062585D06}"/>
              </a:ext>
            </a:extLst>
          </p:cNvPr>
          <p:cNvCxnSpPr>
            <a:cxnSpLocks/>
          </p:cNvCxnSpPr>
          <p:nvPr/>
        </p:nvCxnSpPr>
        <p:spPr>
          <a:xfrm>
            <a:off x="2971952" y="4643010"/>
            <a:ext cx="5378298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6AA67EB7-D9C0-B7A5-D524-7ABDEADEF818}"/>
              </a:ext>
            </a:extLst>
          </p:cNvPr>
          <p:cNvSpPr/>
          <p:nvPr/>
        </p:nvSpPr>
        <p:spPr>
          <a:xfrm>
            <a:off x="2942836" y="4591694"/>
            <a:ext cx="88639" cy="886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38F79-AC0C-DDFE-620D-99F70CD3472B}"/>
              </a:ext>
            </a:extLst>
          </p:cNvPr>
          <p:cNvSpPr txBox="1"/>
          <p:nvPr/>
        </p:nvSpPr>
        <p:spPr>
          <a:xfrm>
            <a:off x="2586666" y="4684606"/>
            <a:ext cx="801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/>
              <a:t>재료교체 </a:t>
            </a:r>
            <a:endParaRPr lang="en-US" altLang="ko-KR" sz="700"/>
          </a:p>
          <a:p>
            <a:pPr algn="ctr"/>
            <a:r>
              <a:rPr lang="ko-KR" altLang="en-US" sz="700"/>
              <a:t>현황 분석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BAF6F7-EAFB-9794-3D60-A7134C156D76}"/>
              </a:ext>
            </a:extLst>
          </p:cNvPr>
          <p:cNvSpPr txBox="1"/>
          <p:nvPr/>
        </p:nvSpPr>
        <p:spPr>
          <a:xfrm>
            <a:off x="2798959" y="4431538"/>
            <a:ext cx="4159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700" b="1">
                <a:latin typeface="+mn-ea"/>
              </a:rPr>
              <a:t>7/24</a:t>
            </a:r>
            <a:endParaRPr lang="ko-KR" altLang="en-US" sz="70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EBD4E087-137E-AAAD-A729-A1A83D4EEFEE}"/>
              </a:ext>
            </a:extLst>
          </p:cNvPr>
          <p:cNvSpPr/>
          <p:nvPr/>
        </p:nvSpPr>
        <p:spPr>
          <a:xfrm>
            <a:off x="4007448" y="4604394"/>
            <a:ext cx="88639" cy="886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21C60D-E4B0-81F9-AD69-E265BD1A9FE0}"/>
              </a:ext>
            </a:extLst>
          </p:cNvPr>
          <p:cNvSpPr txBox="1"/>
          <p:nvPr/>
        </p:nvSpPr>
        <p:spPr>
          <a:xfrm>
            <a:off x="3467117" y="4693033"/>
            <a:ext cx="1261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700" b="1">
                <a:latin typeface="+mn-ea"/>
              </a:rPr>
              <a:t>1</a:t>
            </a:r>
            <a:r>
              <a:rPr kumimoji="1" lang="ko-KR" altLang="en-US" sz="700" b="1">
                <a:latin typeface="+mn-ea"/>
              </a:rPr>
              <a:t>차 개선 로직 적용 </a:t>
            </a:r>
            <a:r>
              <a:rPr kumimoji="1" lang="en-US" altLang="ko-KR" sz="700" b="1">
                <a:latin typeface="+mn-ea"/>
              </a:rPr>
              <a:t>(MEB, </a:t>
            </a:r>
            <a:r>
              <a:rPr kumimoji="1" lang="ko-KR" altLang="en-US" sz="700" b="1">
                <a:latin typeface="+mn-ea"/>
              </a:rPr>
              <a:t>完</a:t>
            </a:r>
            <a:r>
              <a:rPr kumimoji="1" lang="en-US" altLang="ko-KR" sz="700" b="1">
                <a:latin typeface="+mn-ea"/>
              </a:rPr>
              <a:t>)</a:t>
            </a:r>
          </a:p>
          <a:p>
            <a:r>
              <a:rPr kumimoji="1" lang="en-US" altLang="ko-KR" sz="700" b="1">
                <a:latin typeface="+mn-ea"/>
              </a:rPr>
              <a:t> </a:t>
            </a:r>
            <a:endParaRPr lang="ko-KR" altLang="en-US" sz="7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6BB612-92A1-01E2-9367-BD3BD42DE10C}"/>
              </a:ext>
            </a:extLst>
          </p:cNvPr>
          <p:cNvSpPr txBox="1"/>
          <p:nvPr/>
        </p:nvSpPr>
        <p:spPr>
          <a:xfrm>
            <a:off x="3868877" y="4418436"/>
            <a:ext cx="4615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700" b="1">
                <a:latin typeface="+mn-ea"/>
              </a:rPr>
              <a:t>8/23</a:t>
            </a:r>
            <a:endParaRPr lang="ko-KR" altLang="en-US" sz="7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3536DE45-86F8-C68E-0972-F7536A24D60E}"/>
              </a:ext>
            </a:extLst>
          </p:cNvPr>
          <p:cNvSpPr/>
          <p:nvPr/>
        </p:nvSpPr>
        <p:spPr>
          <a:xfrm>
            <a:off x="5211317" y="4604394"/>
            <a:ext cx="88639" cy="886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749B2D-5A9B-E5E3-B83A-FF4ED250A087}"/>
              </a:ext>
            </a:extLst>
          </p:cNvPr>
          <p:cNvSpPr txBox="1"/>
          <p:nvPr/>
        </p:nvSpPr>
        <p:spPr>
          <a:xfrm>
            <a:off x="4670985" y="4693033"/>
            <a:ext cx="180668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700" b="1">
                <a:latin typeface="+mn-ea"/>
              </a:rPr>
              <a:t>1</a:t>
            </a:r>
            <a:r>
              <a:rPr kumimoji="1" lang="ko-KR" altLang="en-US" sz="700" b="1">
                <a:latin typeface="+mn-ea"/>
              </a:rPr>
              <a:t>차 개선 후 잔여 불량 확인 </a:t>
            </a:r>
            <a:r>
              <a:rPr kumimoji="1" lang="en-US" altLang="ko-KR" sz="700" b="1">
                <a:latin typeface="+mn-ea"/>
              </a:rPr>
              <a:t>(</a:t>
            </a:r>
            <a:r>
              <a:rPr kumimoji="1" lang="ko-KR" altLang="en-US" sz="700" b="1">
                <a:latin typeface="+mn-ea"/>
              </a:rPr>
              <a:t>完</a:t>
            </a:r>
            <a:r>
              <a:rPr kumimoji="1" lang="en-US" altLang="ko-KR" sz="700" b="1">
                <a:latin typeface="+mn-ea"/>
              </a:rPr>
              <a:t>)</a:t>
            </a:r>
          </a:p>
          <a:p>
            <a:r>
              <a:rPr kumimoji="1" lang="en-US" altLang="ko-KR" sz="700" b="1">
                <a:latin typeface="+mn-ea"/>
              </a:rPr>
              <a:t>  .</a:t>
            </a:r>
            <a:r>
              <a:rPr kumimoji="1" lang="ko-KR" altLang="en-US" sz="700" b="1">
                <a:latin typeface="+mn-ea"/>
              </a:rPr>
              <a:t>예측이 어려운 </a:t>
            </a:r>
            <a:r>
              <a:rPr kumimoji="1" lang="en-US" altLang="ko-KR" sz="700" b="1">
                <a:latin typeface="+mn-ea"/>
              </a:rPr>
              <a:t>Case </a:t>
            </a:r>
            <a:r>
              <a:rPr kumimoji="1" lang="ko-KR" altLang="en-US" sz="700" b="1">
                <a:latin typeface="+mn-ea"/>
              </a:rPr>
              <a:t>및</a:t>
            </a:r>
            <a:endParaRPr kumimoji="1" lang="en-US" altLang="ko-KR" sz="700" b="1">
              <a:latin typeface="+mn-ea"/>
            </a:endParaRPr>
          </a:p>
          <a:p>
            <a:r>
              <a:rPr kumimoji="1" lang="en-US" altLang="ko-KR" sz="700" b="1">
                <a:latin typeface="+mn-ea"/>
              </a:rPr>
              <a:t>   </a:t>
            </a:r>
            <a:r>
              <a:rPr kumimoji="1" lang="ko-KR" altLang="en-US" sz="700" b="1">
                <a:latin typeface="+mn-ea"/>
              </a:rPr>
              <a:t>예측 실패 후 대응 방안 필요</a:t>
            </a:r>
            <a:endParaRPr kumimoji="1" lang="en-US" altLang="ko-KR" sz="700" b="1">
              <a:latin typeface="+mn-e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4B0001-4C99-34D4-D956-5D87194B7CF6}"/>
              </a:ext>
            </a:extLst>
          </p:cNvPr>
          <p:cNvSpPr txBox="1"/>
          <p:nvPr/>
        </p:nvSpPr>
        <p:spPr>
          <a:xfrm>
            <a:off x="5072746" y="4418436"/>
            <a:ext cx="4615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700" b="1">
                <a:latin typeface="+mn-ea"/>
              </a:rPr>
              <a:t>9/01</a:t>
            </a:r>
            <a:endParaRPr lang="ko-KR" altLang="en-US" sz="70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B3A9FD94-FC42-6092-B063-F61AD14A9A3B}"/>
              </a:ext>
            </a:extLst>
          </p:cNvPr>
          <p:cNvSpPr/>
          <p:nvPr/>
        </p:nvSpPr>
        <p:spPr>
          <a:xfrm>
            <a:off x="6587094" y="4604394"/>
            <a:ext cx="88639" cy="886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3AF6B2-9DB3-41AB-3BC0-91125FF6E7C2}"/>
              </a:ext>
            </a:extLst>
          </p:cNvPr>
          <p:cNvSpPr txBox="1"/>
          <p:nvPr/>
        </p:nvSpPr>
        <p:spPr>
          <a:xfrm>
            <a:off x="6006708" y="4721471"/>
            <a:ext cx="1806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700" b="1">
                <a:latin typeface="+mn-ea"/>
              </a:rPr>
              <a:t>2</a:t>
            </a:r>
            <a:r>
              <a:rPr kumimoji="1" lang="ko-KR" altLang="en-US" sz="700" b="1">
                <a:latin typeface="+mn-ea"/>
              </a:rPr>
              <a:t>차 개선 로직 적용 </a:t>
            </a:r>
            <a:r>
              <a:rPr kumimoji="1" lang="en-US" altLang="ko-KR" sz="700" b="1">
                <a:latin typeface="+mn-ea"/>
              </a:rPr>
              <a:t>(MEB 4</a:t>
            </a:r>
            <a:r>
              <a:rPr kumimoji="1" lang="ko-KR" altLang="en-US" sz="700" b="1">
                <a:latin typeface="+mn-ea"/>
              </a:rPr>
              <a:t>대</a:t>
            </a:r>
            <a:r>
              <a:rPr kumimoji="1" lang="en-US" altLang="ko-KR" sz="700" b="1">
                <a:latin typeface="+mn-ea"/>
              </a:rPr>
              <a:t>, </a:t>
            </a:r>
            <a:r>
              <a:rPr kumimoji="1" lang="ko-KR" altLang="en-US" sz="700" b="1">
                <a:latin typeface="+mn-ea"/>
              </a:rPr>
              <a:t>검증완료</a:t>
            </a:r>
            <a:r>
              <a:rPr kumimoji="1" lang="en-US" altLang="ko-KR" sz="700" b="1">
                <a:latin typeface="+mn-ea"/>
              </a:rPr>
              <a:t>)</a:t>
            </a:r>
          </a:p>
          <a:p>
            <a:r>
              <a:rPr kumimoji="1" lang="en-US" altLang="ko-KR" sz="700" b="1">
                <a:latin typeface="+mn-ea"/>
              </a:rPr>
              <a:t> </a:t>
            </a:r>
            <a:endParaRPr lang="ko-KR" altLang="en-US" sz="7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911704-CE58-7CB2-0088-EE918F0EAD2A}"/>
              </a:ext>
            </a:extLst>
          </p:cNvPr>
          <p:cNvSpPr txBox="1"/>
          <p:nvPr/>
        </p:nvSpPr>
        <p:spPr>
          <a:xfrm>
            <a:off x="6448523" y="4418436"/>
            <a:ext cx="4615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700" b="1">
                <a:latin typeface="+mn-ea"/>
              </a:rPr>
              <a:t>~9/16</a:t>
            </a:r>
            <a:endParaRPr lang="ko-KR" altLang="en-US" sz="700" b="1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514F84E-27E0-8016-A282-14138C53FC96}"/>
              </a:ext>
            </a:extLst>
          </p:cNvPr>
          <p:cNvSpPr/>
          <p:nvPr/>
        </p:nvSpPr>
        <p:spPr>
          <a:xfrm>
            <a:off x="2606860" y="3885779"/>
            <a:ext cx="4013402" cy="5854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재료교체 불량 개선 업무 진행 현황</a:t>
            </a:r>
            <a:endParaRPr kumimoji="1" lang="en-US" altLang="ko-KR" sz="10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fontAlgn="b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80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- 1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차 로직 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MEB 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전 라인 적용 후 불량률 개선 효과는 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0.025% (0.189% 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 0.164%) 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입니다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</a:t>
            </a:r>
          </a:p>
          <a:p>
            <a:pPr fontAlgn="b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- 2</a:t>
            </a:r>
            <a:r>
              <a:rPr kumimoji="1"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차 로직 대표호기</a:t>
            </a:r>
            <a:r>
              <a: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(4</a:t>
            </a:r>
            <a:r>
              <a:rPr kumimoji="1"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대</a:t>
            </a:r>
            <a:r>
              <a: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kumimoji="1"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적용 후 불량률 개선 효과는 </a:t>
            </a:r>
            <a:r>
              <a: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0.063% (0.270% </a:t>
            </a:r>
            <a:r>
              <a:rPr kumimoji="1"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→ </a:t>
            </a:r>
            <a:r>
              <a: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0.185%) </a:t>
            </a:r>
            <a:r>
              <a:rPr kumimoji="1"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입니다</a:t>
            </a:r>
            <a:r>
              <a: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</a:t>
            </a:r>
            <a:r>
              <a: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endParaRPr lang="en-US" altLang="ko-KR" sz="800" b="1"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0792740D-7452-F4A4-2ECB-4C3A69AFC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361568"/>
              </p:ext>
            </p:extLst>
          </p:nvPr>
        </p:nvGraphicFramePr>
        <p:xfrm>
          <a:off x="6269868" y="3011077"/>
          <a:ext cx="2297680" cy="994320"/>
        </p:xfrm>
        <a:graphic>
          <a:graphicData uri="http://schemas.openxmlformats.org/drawingml/2006/table">
            <a:tbl>
              <a:tblPr/>
              <a:tblGrid>
                <a:gridCol w="521900">
                  <a:extLst>
                    <a:ext uri="{9D8B030D-6E8A-4147-A177-3AD203B41FA5}">
                      <a16:colId xmlns:a16="http://schemas.microsoft.com/office/drawing/2014/main" val="1980868921"/>
                    </a:ext>
                  </a:extLst>
                </a:gridCol>
                <a:gridCol w="243994">
                  <a:extLst>
                    <a:ext uri="{9D8B030D-6E8A-4147-A177-3AD203B41FA5}">
                      <a16:colId xmlns:a16="http://schemas.microsoft.com/office/drawing/2014/main" val="2630463497"/>
                    </a:ext>
                  </a:extLst>
                </a:gridCol>
                <a:gridCol w="765893">
                  <a:extLst>
                    <a:ext uri="{9D8B030D-6E8A-4147-A177-3AD203B41FA5}">
                      <a16:colId xmlns:a16="http://schemas.microsoft.com/office/drawing/2014/main" val="3408519158"/>
                    </a:ext>
                  </a:extLst>
                </a:gridCol>
                <a:gridCol w="765893">
                  <a:extLst>
                    <a:ext uri="{9D8B030D-6E8A-4147-A177-3AD203B41FA5}">
                      <a16:colId xmlns:a16="http://schemas.microsoft.com/office/drawing/2014/main" val="3124584455"/>
                    </a:ext>
                  </a:extLst>
                </a:gridCol>
              </a:tblGrid>
              <a:tr h="13692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AS-WAS</a:t>
                      </a:r>
                    </a:p>
                    <a:p>
                      <a:pPr algn="ctr"/>
                      <a:r>
                        <a:rPr lang="en-US" altLang="ko-KR" sz="9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(W30~32)</a:t>
                      </a:r>
                      <a:endParaRPr lang="ko-KR" altLang="en-US" sz="9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AS-IS</a:t>
                      </a:r>
                    </a:p>
                    <a:p>
                      <a:pPr algn="ctr"/>
                      <a:r>
                        <a:rPr lang="en-US" altLang="ko-KR" sz="9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(W34~36)</a:t>
                      </a:r>
                      <a:endParaRPr lang="ko-KR" altLang="en-US" sz="9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02631"/>
                  </a:ext>
                </a:extLst>
              </a:tr>
              <a:tr h="144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E77 </a:t>
                      </a:r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 불량률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0.189%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0.164% </a:t>
                      </a:r>
                      <a:r>
                        <a:rPr lang="en-US" altLang="ko-KR" sz="800" b="1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800" b="1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0.025%)</a:t>
                      </a:r>
                      <a:endParaRPr lang="ko-KR" altLang="en-US" sz="800" b="1" baseline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50584"/>
                  </a:ext>
                </a:extLst>
              </a:tr>
              <a:tr h="144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Best </a:t>
                      </a:r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#22-1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0.282%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0.134% </a:t>
                      </a:r>
                      <a:r>
                        <a:rPr lang="en-US" altLang="ko-KR" sz="800" b="1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800" b="1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0.148%)</a:t>
                      </a:r>
                      <a:endParaRPr lang="ko-KR" altLang="en-US" sz="800" b="1" baseline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0779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#10-3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0.257%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0.127% </a:t>
                      </a:r>
                      <a:r>
                        <a:rPr lang="en-US" altLang="ko-KR" sz="800" b="1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↓</a:t>
                      </a:r>
                      <a:r>
                        <a:rPr lang="en-US" altLang="ko-KR" sz="800" b="1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0.130%)</a:t>
                      </a:r>
                      <a:endParaRPr lang="ko-KR" altLang="en-US" sz="800" b="1" baseline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069394"/>
                  </a:ext>
                </a:extLst>
              </a:tr>
              <a:tr h="144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Worst </a:t>
                      </a:r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#13-1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0.272%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0.318% </a:t>
                      </a:r>
                      <a:r>
                        <a:rPr lang="en-US" altLang="ko-KR" sz="800" b="1" baseline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baseline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↑</a:t>
                      </a:r>
                      <a:r>
                        <a:rPr lang="en-US" altLang="ko-KR" sz="800" b="1" baseline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0.046%)</a:t>
                      </a:r>
                      <a:endParaRPr lang="ko-KR" altLang="en-US" sz="800" b="1" baseline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479328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#13-2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0.226%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0.262% </a:t>
                      </a:r>
                      <a:r>
                        <a:rPr lang="en-US" altLang="ko-KR" sz="800" b="1" baseline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baseline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↑</a:t>
                      </a:r>
                      <a:r>
                        <a:rPr lang="en-US" altLang="ko-KR" sz="800" b="1" baseline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0.036%)</a:t>
                      </a:r>
                      <a:endParaRPr lang="ko-KR" altLang="en-US" sz="800" b="1" baseline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978"/>
                  </a:ext>
                </a:extLst>
              </a:tr>
            </a:tbl>
          </a:graphicData>
        </a:graphic>
      </p:graphicFrame>
      <p:sp>
        <p:nvSpPr>
          <p:cNvPr id="83" name="직사각형 82">
            <a:extLst>
              <a:ext uri="{FF2B5EF4-FFF2-40B4-BE49-F238E27FC236}">
                <a16:creationId xmlns:a16="http://schemas.microsoft.com/office/drawing/2014/main" id="{BE2591D4-0002-A7F9-253E-FC2998ABA03E}"/>
              </a:ext>
            </a:extLst>
          </p:cNvPr>
          <p:cNvSpPr/>
          <p:nvPr/>
        </p:nvSpPr>
        <p:spPr>
          <a:xfrm>
            <a:off x="6452324" y="3989348"/>
            <a:ext cx="2220480" cy="2115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▶</a:t>
            </a: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12</a:t>
            </a:r>
            <a:r>
              <a:rPr lang="ko-KR" altLang="en-US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불량률 감소</a:t>
            </a: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 6</a:t>
            </a:r>
            <a:r>
              <a:rPr lang="ko-KR" altLang="en-US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 불량률 증가 </a:t>
            </a: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(E77</a:t>
            </a:r>
            <a:r>
              <a:rPr lang="ko-KR" altLang="en-US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생산 </a:t>
            </a: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18</a:t>
            </a:r>
            <a:r>
              <a:rPr lang="ko-KR" altLang="en-US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 기준</a:t>
            </a: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700" b="1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122418F-BD5C-C7E9-9F43-6BB7BE16ACD2}"/>
              </a:ext>
            </a:extLst>
          </p:cNvPr>
          <p:cNvSpPr/>
          <p:nvPr/>
        </p:nvSpPr>
        <p:spPr>
          <a:xfrm>
            <a:off x="7951968" y="4604394"/>
            <a:ext cx="88639" cy="886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C8CA92-19B4-DC44-7038-1AAA5F356633}"/>
              </a:ext>
            </a:extLst>
          </p:cNvPr>
          <p:cNvSpPr txBox="1"/>
          <p:nvPr/>
        </p:nvSpPr>
        <p:spPr>
          <a:xfrm>
            <a:off x="7813397" y="4418436"/>
            <a:ext cx="4615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700" b="1">
                <a:solidFill>
                  <a:srgbClr val="0000FF"/>
                </a:solidFill>
                <a:latin typeface="+mn-ea"/>
              </a:rPr>
              <a:t>~9/31</a:t>
            </a:r>
            <a:endParaRPr lang="ko-KR" altLang="en-US" sz="700" b="1">
              <a:solidFill>
                <a:srgbClr val="0000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AE5D1-31D7-034B-07A7-218A92381251}"/>
              </a:ext>
            </a:extLst>
          </p:cNvPr>
          <p:cNvSpPr txBox="1"/>
          <p:nvPr/>
        </p:nvSpPr>
        <p:spPr>
          <a:xfrm>
            <a:off x="7664203" y="5150929"/>
            <a:ext cx="180668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>
                <a:solidFill>
                  <a:srgbClr val="0000FF"/>
                </a:solidFill>
              </a:rPr>
              <a:t>ESWA </a:t>
            </a:r>
            <a:r>
              <a:rPr lang="ko-KR" altLang="en-US" sz="700">
                <a:solidFill>
                  <a:srgbClr val="0000FF"/>
                </a:solidFill>
              </a:rPr>
              <a:t>수평전개 </a:t>
            </a:r>
            <a:r>
              <a:rPr lang="en-US" altLang="ko-KR" sz="700">
                <a:solidFill>
                  <a:srgbClr val="0000FF"/>
                </a:solidFill>
              </a:rPr>
              <a:t>(</a:t>
            </a:r>
            <a:r>
              <a:rPr lang="ko-KR" altLang="en-US" sz="700">
                <a:solidFill>
                  <a:srgbClr val="0000FF"/>
                </a:solidFill>
              </a:rPr>
              <a:t>진행중</a:t>
            </a:r>
            <a:r>
              <a:rPr lang="en-US" altLang="ko-KR" sz="70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785070-3F0C-33E6-E1D3-4CAC6D399B28}"/>
              </a:ext>
            </a:extLst>
          </p:cNvPr>
          <p:cNvSpPr/>
          <p:nvPr/>
        </p:nvSpPr>
        <p:spPr>
          <a:xfrm>
            <a:off x="7626388" y="4864720"/>
            <a:ext cx="1269898" cy="3384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ESWA MEB </a:t>
            </a:r>
            <a:r>
              <a:rPr lang="ko-KR" altLang="en-US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수평전개 </a:t>
            </a: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完</a:t>
            </a: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9/16)</a:t>
            </a:r>
          </a:p>
          <a:p>
            <a:pPr algn="ctr">
              <a:lnSpc>
                <a:spcPct val="120000"/>
              </a:lnSpc>
            </a:pP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ESMI #2-2,3 </a:t>
            </a:r>
            <a:r>
              <a:rPr lang="ko-KR" altLang="en-US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수평전개 </a:t>
            </a: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完</a:t>
            </a:r>
            <a:r>
              <a:rPr lang="en-US" altLang="ko-KR" sz="7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9/16)</a:t>
            </a:r>
            <a:endParaRPr lang="ko-KR" altLang="en-US" sz="700" b="1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A94861-0984-65A6-85CE-5E057C7FA6DA}"/>
              </a:ext>
            </a:extLst>
          </p:cNvPr>
          <p:cNvSpPr/>
          <p:nvPr/>
        </p:nvSpPr>
        <p:spPr>
          <a:xfrm>
            <a:off x="2606859" y="5118281"/>
            <a:ext cx="5960689" cy="9039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재료교체 로직 개선 후 효과 모니터링</a:t>
            </a:r>
            <a:endParaRPr kumimoji="1" lang="en-US" altLang="ko-KR" sz="10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fontAlgn="b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80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- 1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차 로직 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MEB 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전 라인 적용 후 불량률 개선 효과는 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0.025% (0.189% 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→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0.164%) </a:t>
            </a:r>
            <a:r>
              <a:rPr kumimoji="1"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입니다</a:t>
            </a: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</a:t>
            </a:r>
          </a:p>
          <a:p>
            <a:pPr fontAlgn="b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- (ESWA) 2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차 로직 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MEB 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전 라인 적용 후 불량률 개선 효과는 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0.027% (0.171% 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→ 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0.144%) 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입니다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  (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적용 전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후 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4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일 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E77 </a:t>
            </a:r>
            <a:r>
              <a:rPr kumimoji="1" lang="ko-KR" altLang="en-US" sz="800" b="1" err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전호기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위치 불량률 비교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</a:p>
          <a:p>
            <a:pPr fontAlgn="b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- (ESMI1)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Y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축 불량이 높은 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2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(#2-2,3) 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적용 후 단기적으로 불량률 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0.137% 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(0.367% 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→ </a:t>
            </a: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0.230%)  ※ </a:t>
            </a:r>
            <a:r>
              <a:rPr kumimoji="1" lang="ko-KR" altLang="en-US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장기 모니터링 필요</a:t>
            </a:r>
            <a:endParaRPr kumimoji="1" lang="en-US" altLang="ko-KR" sz="800" b="1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fontAlgn="b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1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37484B-0D0A-FB04-B0E5-FF8939F2CF09}"/>
              </a:ext>
            </a:extLst>
          </p:cNvPr>
          <p:cNvSpPr txBox="1"/>
          <p:nvPr/>
        </p:nvSpPr>
        <p:spPr>
          <a:xfrm>
            <a:off x="7616833" y="4721471"/>
            <a:ext cx="180668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700" b="1">
                <a:latin typeface="+mn-ea"/>
              </a:rPr>
              <a:t>수평전개 및 효과 산출</a:t>
            </a:r>
            <a:endParaRPr lang="ko-KR" altLang="en-US" sz="70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33C7922-8FAB-F345-0FC4-7555D7BA1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895" y="5873574"/>
            <a:ext cx="2986709" cy="53228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CAAED0E-BACE-65A7-1F89-86C7F2F6B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130" y="5841546"/>
            <a:ext cx="1977350" cy="59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3EF71191-E2B1-E9EB-309A-60849C6D06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06860" y="1333590"/>
            <a:ext cx="6361154" cy="4590396"/>
          </a:xfrm>
        </p:spPr>
        <p:txBody>
          <a:bodyPr lIns="36000" tIns="36000" rIns="36000" bIns="36000"/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ko-KR">
              <a:solidFill>
                <a:srgbClr val="0000FF"/>
              </a:solidFill>
              <a:latin typeface="+mn-e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ko-KR">
              <a:solidFill>
                <a:srgbClr val="0000FF"/>
              </a:solidFill>
              <a:latin typeface="+mn-e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ko-KR">
              <a:solidFill>
                <a:srgbClr val="0000FF"/>
              </a:solidFill>
              <a:latin typeface="+mn-ea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ko-KR">
              <a:latin typeface="+mn-ea"/>
              <a:ea typeface="+mn-ea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latin typeface="Arial Narrow" panose="020B0606020202030204" pitchFamily="34" charset="0"/>
            </a:endParaRPr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685D4899-7985-B960-6CDA-495D2CB59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이제희</a:t>
            </a:r>
            <a:endParaRPr lang="en-US" altLang="ko-KR"/>
          </a:p>
          <a:p>
            <a:r>
              <a:rPr lang="ko-KR" altLang="en-US"/>
              <a:t>김형원</a:t>
            </a:r>
          </a:p>
        </p:txBody>
      </p:sp>
      <p:sp>
        <p:nvSpPr>
          <p:cNvPr id="54" name="텍스트 개체 틀 53">
            <a:extLst>
              <a:ext uri="{FF2B5EF4-FFF2-40B4-BE49-F238E27FC236}">
                <a16:creationId xmlns:a16="http://schemas.microsoft.com/office/drawing/2014/main" id="{8030C1DC-5326-EC42-A029-1BE0A9D33A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09180" y="1259307"/>
            <a:ext cx="482523" cy="586745"/>
          </a:xfrm>
        </p:spPr>
        <p:txBody>
          <a:bodyPr/>
          <a:lstStyle/>
          <a:p>
            <a:r>
              <a:rPr lang="en-US" altLang="ko-KR"/>
              <a:t>‘26.09</a:t>
            </a:r>
            <a:endParaRPr lang="ko-KR" altLang="en-US"/>
          </a:p>
        </p:txBody>
      </p:sp>
      <p:sp>
        <p:nvSpPr>
          <p:cNvPr id="55" name="텍스트 개체 틀 54">
            <a:extLst>
              <a:ext uri="{FF2B5EF4-FFF2-40B4-BE49-F238E27FC236}">
                <a16:creationId xmlns:a16="http://schemas.microsoft.com/office/drawing/2014/main" id="{546BFFC7-3ABD-043F-B22E-08364623B8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678" y="3282350"/>
            <a:ext cx="901380" cy="586745"/>
          </a:xfrm>
        </p:spPr>
        <p:txBody>
          <a:bodyPr/>
          <a:lstStyle/>
          <a:p>
            <a:r>
              <a:rPr lang="en-US" altLang="ko-KR">
                <a:latin typeface="Arial Narrow" panose="020B0606020202030204" pitchFamily="34" charset="0"/>
              </a:rPr>
              <a:t>ESWA Cell</a:t>
            </a:r>
          </a:p>
          <a:p>
            <a:r>
              <a:rPr lang="ko-KR" altLang="en-US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수율</a:t>
            </a:r>
            <a:r>
              <a:rPr lang="ko-KR" altLang="en-US"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 </a:t>
            </a:r>
            <a:r>
              <a:rPr lang="en-US" altLang="ko-KR">
                <a:latin typeface="Arial Narrow" panose="020B0606020202030204" pitchFamily="34" charset="0"/>
                <a:ea typeface="LG스마트체 Regular" panose="020B0600000101010101" pitchFamily="50" charset="-127"/>
              </a:rPr>
              <a:t>TDR</a:t>
            </a:r>
          </a:p>
        </p:txBody>
      </p:sp>
      <p:sp>
        <p:nvSpPr>
          <p:cNvPr id="56" name="텍스트 개체 틀 55">
            <a:extLst>
              <a:ext uri="{FF2B5EF4-FFF2-40B4-BE49-F238E27FC236}">
                <a16:creationId xmlns:a16="http://schemas.microsoft.com/office/drawing/2014/main" id="{C81C8513-D98C-B6A7-39BB-5E9DF01B3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ESWA</a:t>
            </a:r>
          </a:p>
        </p:txBody>
      </p:sp>
      <p:sp>
        <p:nvSpPr>
          <p:cNvPr id="57" name="텍스트 개체 틀 56">
            <a:extLst>
              <a:ext uri="{FF2B5EF4-FFF2-40B4-BE49-F238E27FC236}">
                <a16:creationId xmlns:a16="http://schemas.microsoft.com/office/drawing/2014/main" id="{96078413-A1F0-C331-E253-8014016E45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이제희</a:t>
            </a:r>
            <a:r>
              <a:rPr lang="en-US" altLang="ko-KR"/>
              <a:t>P</a:t>
            </a:r>
            <a:endParaRPr lang="ko-KR" altLang="en-US"/>
          </a:p>
        </p:txBody>
      </p:sp>
      <p:sp>
        <p:nvSpPr>
          <p:cNvPr id="58" name="텍스트 개체 틀 57">
            <a:extLst>
              <a:ext uri="{FF2B5EF4-FFF2-40B4-BE49-F238E27FC236}">
                <a16:creationId xmlns:a16="http://schemas.microsoft.com/office/drawing/2014/main" id="{1A14E2F3-1D19-45A5-DC7A-6661315C09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26.09.22 11</a:t>
            </a:r>
            <a:r>
              <a:rPr lang="ko-KR" altLang="en-US"/>
              <a:t>시</a:t>
            </a:r>
          </a:p>
        </p:txBody>
      </p:sp>
      <p:sp>
        <p:nvSpPr>
          <p:cNvPr id="60" name="텍스트 개체 틀 59">
            <a:extLst>
              <a:ext uri="{FF2B5EF4-FFF2-40B4-BE49-F238E27FC236}">
                <a16:creationId xmlns:a16="http://schemas.microsoft.com/office/drawing/2014/main" id="{A3997196-BC6D-7F2B-6031-63DBAFE6B88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ko-KR" altLang="en-US"/>
              <a:t>조립자동보정팀</a:t>
            </a:r>
            <a:r>
              <a:rPr lang="en-US" altLang="ko-KR"/>
              <a:t>(</a:t>
            </a:r>
            <a:r>
              <a:rPr lang="ko-KR" altLang="en-US"/>
              <a:t>자동차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61" name="텍스트 개체 틀 60">
            <a:extLst>
              <a:ext uri="{FF2B5EF4-FFF2-40B4-BE49-F238E27FC236}">
                <a16:creationId xmlns:a16="http://schemas.microsoft.com/office/drawing/2014/main" id="{90AC4789-A3FE-4963-A335-E623E8C98F8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7737" y="588518"/>
            <a:ext cx="7554663" cy="281057"/>
          </a:xfrm>
        </p:spPr>
        <p:txBody>
          <a:bodyPr/>
          <a:lstStyle/>
          <a:p>
            <a:r>
              <a:rPr lang="en-US" altLang="ko-KR"/>
              <a:t>ESWA </a:t>
            </a:r>
            <a:r>
              <a:rPr lang="ko-KR" altLang="en-US"/>
              <a:t>재료교체 불량 개선 업무 </a:t>
            </a:r>
            <a:r>
              <a:rPr lang="en-US" altLang="ko-KR"/>
              <a:t>(2/2)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56493-AE66-773D-89ED-E83DAF968848}"/>
              </a:ext>
            </a:extLst>
          </p:cNvPr>
          <p:cNvSpPr txBox="1"/>
          <p:nvPr/>
        </p:nvSpPr>
        <p:spPr>
          <a:xfrm>
            <a:off x="1716542" y="3010723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115A8C-A89F-F570-1BA1-3D408137DDA4}"/>
              </a:ext>
            </a:extLst>
          </p:cNvPr>
          <p:cNvSpPr/>
          <p:nvPr/>
        </p:nvSpPr>
        <p:spPr>
          <a:xfrm>
            <a:off x="2589788" y="2807265"/>
            <a:ext cx="5914043" cy="22377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kumimoji="1" lang="en-US" altLang="ko-KR" sz="800" b="1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736E12-0FEF-65C2-134E-99AFC4E8551D}"/>
              </a:ext>
            </a:extLst>
          </p:cNvPr>
          <p:cNvSpPr/>
          <p:nvPr/>
        </p:nvSpPr>
        <p:spPr>
          <a:xfrm>
            <a:off x="2589789" y="1875107"/>
            <a:ext cx="5914042" cy="14134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1042298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4. 1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차 로직 개선 내용 </a:t>
            </a: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(8/13)</a:t>
            </a:r>
            <a:br>
              <a: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800" kern="0">
                <a:solidFill>
                  <a:prstClr val="black"/>
                </a:solidFill>
                <a:cs typeface="Arial" panose="020B0604020202020204" pitchFamily="34" charset="0"/>
              </a:rPr>
              <a:t>○ 사행 현상 대응 로직 강화</a:t>
            </a:r>
            <a:br>
              <a:rPr kumimoji="1" lang="en-US" altLang="ko-KR" sz="800" kern="0">
                <a:solidFill>
                  <a:prstClr val="black"/>
                </a:solidFill>
                <a:cs typeface="Arial" panose="020B0604020202020204" pitchFamily="34" charset="0"/>
              </a:rPr>
            </a:br>
            <a:r>
              <a:rPr kumimoji="1" lang="en-US" altLang="ko-KR" sz="800" kern="0">
                <a:solidFill>
                  <a:prstClr val="black"/>
                </a:solidFill>
                <a:cs typeface="Arial" panose="020B0604020202020204" pitchFamily="34" charset="0"/>
              </a:rPr>
              <a:t>    1) EPC</a:t>
            </a:r>
            <a:r>
              <a:rPr kumimoji="1" lang="ko-KR" altLang="en-US" sz="800" kern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kumimoji="1" lang="ko-KR" altLang="en-US" sz="800" kern="0" err="1">
                <a:solidFill>
                  <a:prstClr val="black"/>
                </a:solidFill>
                <a:cs typeface="Arial" panose="020B0604020202020204" pitchFamily="34" charset="0"/>
              </a:rPr>
              <a:t>미보정</a:t>
            </a:r>
            <a:r>
              <a:rPr kumimoji="1" lang="ko-KR" altLang="en-US" sz="800" kern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kumimoji="1" lang="en-US" altLang="ko-KR" sz="800" kern="0">
                <a:solidFill>
                  <a:prstClr val="black"/>
                </a:solidFill>
                <a:cs typeface="Arial" panose="020B0604020202020204" pitchFamily="34" charset="0"/>
              </a:rPr>
              <a:t>Case </a:t>
            </a:r>
            <a:r>
              <a:rPr kumimoji="1" lang="ko-KR" altLang="en-US" sz="800" kern="0">
                <a:solidFill>
                  <a:prstClr val="black"/>
                </a:solidFill>
                <a:cs typeface="Arial" panose="020B0604020202020204" pitchFamily="34" charset="0"/>
              </a:rPr>
              <a:t>개선 </a:t>
            </a:r>
            <a:r>
              <a:rPr kumimoji="1" lang="en-US" altLang="ko-KR" sz="800" kern="0">
                <a:solidFill>
                  <a:prstClr val="black"/>
                </a:solidFill>
                <a:cs typeface="Arial" panose="020B0604020202020204" pitchFamily="34" charset="0"/>
              </a:rPr>
              <a:t>:  Data Filtering</a:t>
            </a:r>
            <a:r>
              <a:rPr kumimoji="1" lang="ko-KR" altLang="en-US" sz="800" kern="0">
                <a:solidFill>
                  <a:prstClr val="black"/>
                </a:solidFill>
                <a:cs typeface="Arial" panose="020B0604020202020204" pitchFamily="34" charset="0"/>
              </a:rPr>
              <a:t>으로 </a:t>
            </a:r>
            <a:r>
              <a:rPr kumimoji="1" lang="en-US" altLang="ko-KR" sz="800" kern="0">
                <a:solidFill>
                  <a:prstClr val="black"/>
                </a:solidFill>
                <a:cs typeface="Arial" panose="020B0604020202020204" pitchFamily="34" charset="0"/>
              </a:rPr>
              <a:t>EPC </a:t>
            </a:r>
            <a:r>
              <a:rPr kumimoji="1" lang="ko-KR" altLang="en-US" sz="800" kern="0" err="1">
                <a:solidFill>
                  <a:prstClr val="black"/>
                </a:solidFill>
                <a:cs typeface="Arial" panose="020B0604020202020204" pitchFamily="34" charset="0"/>
              </a:rPr>
              <a:t>미보정되는</a:t>
            </a:r>
            <a:r>
              <a:rPr kumimoji="1" lang="ko-KR" altLang="en-US" sz="800" kern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kumimoji="1" lang="en-US" altLang="ko-KR" sz="800" kern="0">
                <a:solidFill>
                  <a:prstClr val="black"/>
                </a:solidFill>
                <a:cs typeface="Arial" panose="020B0604020202020204" pitchFamily="34" charset="0"/>
              </a:rPr>
              <a:t>Case </a:t>
            </a:r>
            <a:r>
              <a:rPr kumimoji="1" lang="ko-KR" altLang="en-US" sz="800" kern="0">
                <a:solidFill>
                  <a:prstClr val="black"/>
                </a:solidFill>
                <a:cs typeface="Arial" panose="020B0604020202020204" pitchFamily="34" charset="0"/>
              </a:rPr>
              <a:t>개선</a:t>
            </a:r>
            <a:endParaRPr kumimoji="1" lang="en-US" altLang="ko-KR" sz="800" kern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0" marR="0" lvl="1" indent="0" algn="l" defTabSz="1042298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2) EPC </a:t>
            </a:r>
            <a:r>
              <a:rPr kumimoji="1" lang="ko-KR" altLang="en-US" sz="800" kern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보정량</a:t>
            </a:r>
            <a:r>
              <a:rPr kumimoji="1"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부족 </a:t>
            </a:r>
            <a:r>
              <a:rPr kumimoji="1"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Case </a:t>
            </a:r>
            <a:r>
              <a:rPr kumimoji="1"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개선 </a:t>
            </a:r>
            <a:r>
              <a:rPr kumimoji="1"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불량 발생 인접 위치에서 </a:t>
            </a:r>
            <a:r>
              <a:rPr kumimoji="1"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  <a:r>
              <a:rPr kumimoji="1"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회성 큰 보정 </a:t>
            </a:r>
            <a:r>
              <a:rPr kumimoji="1"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(Gain 0.9) </a:t>
            </a:r>
            <a:r>
              <a:rPr kumimoji="1"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적용</a:t>
            </a:r>
            <a:endParaRPr kumimoji="1"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1" indent="0" algn="l" defTabSz="1042298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○ 이음매 통과 이후 합치 위치 급변 대응</a:t>
            </a:r>
            <a:r>
              <a:rPr kumimoji="1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(</a:t>
            </a:r>
            <a:r>
              <a:rPr kumimoji="1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예측 보정</a:t>
            </a:r>
            <a:r>
              <a:rPr kumimoji="1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)</a:t>
            </a:r>
            <a:r>
              <a:rPr kumimoji="1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로직 강화</a:t>
            </a:r>
            <a:br>
              <a:rPr kumimoji="1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</a:br>
            <a:r>
              <a:rPr kumimoji="1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    1) </a:t>
            </a:r>
            <a:r>
              <a:rPr kumimoji="1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U/W </a:t>
            </a:r>
            <a:r>
              <a:rPr kumimoji="1" lang="ko-KR" altLang="en-US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기준 </a:t>
            </a:r>
            <a:r>
              <a:rPr kumimoji="1" lang="ko-KR" altLang="en-US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데이터 </a:t>
            </a:r>
            <a:r>
              <a:rPr kumimoji="1" lang="en-US" altLang="ko-KR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Clustering </a:t>
            </a:r>
            <a:r>
              <a:rPr kumimoji="1" lang="ko-KR" altLang="en-US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추가</a:t>
            </a:r>
            <a:endParaRPr kumimoji="1" lang="en-US" altLang="ko-KR" sz="800" kern="0">
              <a:solidFill>
                <a:prstClr val="black"/>
              </a:solidFill>
              <a:latin typeface="Arial Narrow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 marL="0" marR="0" lvl="1" indent="0" algn="l" defTabSz="1042298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    2) </a:t>
            </a:r>
            <a:r>
              <a:rPr kumimoji="1" lang="ko-KR" altLang="en-US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이음매 전</a:t>
            </a:r>
            <a:r>
              <a:rPr kumimoji="1" lang="en-US" altLang="ko-KR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/</a:t>
            </a:r>
            <a:r>
              <a:rPr kumimoji="1" lang="ko-KR" altLang="en-US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후 및 합치 위치 변화까지 대응하도록 보정 로직 세분화  </a:t>
            </a:r>
            <a:r>
              <a:rPr kumimoji="1" lang="en-US" altLang="ko-KR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: </a:t>
            </a:r>
            <a:r>
              <a:rPr kumimoji="1" lang="ko-KR" altLang="en-US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보정횟수 추가 </a:t>
            </a:r>
            <a:r>
              <a:rPr kumimoji="1" lang="en-US" altLang="ko-KR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(2</a:t>
            </a:r>
            <a:r>
              <a:rPr kumimoji="1" lang="ko-KR" altLang="en-US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회 → </a:t>
            </a:r>
            <a:r>
              <a:rPr kumimoji="1" lang="en-US" altLang="ko-KR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3</a:t>
            </a:r>
            <a:r>
              <a:rPr kumimoji="1" lang="ko-KR" altLang="en-US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회</a:t>
            </a:r>
            <a:r>
              <a:rPr kumimoji="1" lang="en-US" altLang="ko-KR" sz="8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)</a:t>
            </a:r>
          </a:p>
          <a:p>
            <a:pPr marL="0" marR="0" lvl="1" indent="0" algn="l" defTabSz="1042298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0">
                <a:solidFill>
                  <a:prstClr val="black"/>
                </a:solidFill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    </a:t>
            </a:r>
            <a:endParaRPr kumimoji="1" lang="en-US" altLang="ko-KR" sz="9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A8D8D6-8E47-0872-38F1-6EA3C057A91B}"/>
              </a:ext>
            </a:extLst>
          </p:cNvPr>
          <p:cNvSpPr/>
          <p:nvPr/>
        </p:nvSpPr>
        <p:spPr>
          <a:xfrm>
            <a:off x="2589789" y="3119972"/>
            <a:ext cx="5914042" cy="66030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1042298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5. 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잔여 불량 확인 </a:t>
            </a: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(1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차 로직 적용 후 보완 필요 사항</a:t>
            </a: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</a:p>
          <a:p>
            <a:pPr marL="0" lvl="1" defTabSz="1042298" fontAlgn="base">
              <a:lnSpc>
                <a:spcPct val="140000"/>
              </a:lnSpc>
              <a:spcAft>
                <a:spcPct val="0"/>
              </a:spcAft>
              <a:defRPr/>
            </a:pPr>
            <a:r>
              <a:rPr kumimoji="1" lang="en-US" altLang="ko-KR" sz="7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kumimoji="1" lang="en-US" altLang="ko-KR" sz="800" b="1" kern="0">
                <a:latin typeface="Arial Narrow"/>
                <a:ea typeface="LG스마트체 Regular"/>
                <a:cs typeface="Arial" panose="020B0604020202020204" pitchFamily="34" charset="0"/>
              </a:rPr>
              <a:t>1) </a:t>
            </a:r>
            <a:r>
              <a:rPr kumimoji="1" lang="ko-KR" altLang="en-US" sz="800" b="1" kern="0">
                <a:latin typeface="Arial Narrow"/>
                <a:ea typeface="LG스마트체 Regular"/>
                <a:cs typeface="Arial" panose="020B0604020202020204" pitchFamily="34" charset="0"/>
              </a:rPr>
              <a:t>예측하기 어려운 </a:t>
            </a:r>
            <a:r>
              <a:rPr kumimoji="1" lang="en-US" altLang="ko-KR" sz="800" b="1" kern="0">
                <a:latin typeface="Arial Narrow"/>
                <a:ea typeface="LG스마트체 Regular"/>
                <a:cs typeface="Arial" panose="020B0604020202020204" pitchFamily="34" charset="0"/>
              </a:rPr>
              <a:t>Case – </a:t>
            </a:r>
            <a:r>
              <a:rPr kumimoji="1" lang="ko-KR" altLang="en-US" sz="800" b="1" kern="0">
                <a:latin typeface="Arial Narrow"/>
                <a:ea typeface="LG스마트체 Regular"/>
                <a:cs typeface="Arial" panose="020B0604020202020204" pitchFamily="34" charset="0"/>
              </a:rPr>
              <a:t>이음매 이후 합치 위치 불규칙 </a:t>
            </a:r>
            <a:r>
              <a:rPr kumimoji="1" lang="en-US" altLang="ko-KR" sz="800" b="1" kern="0">
                <a:latin typeface="Arial Narrow"/>
                <a:ea typeface="LG스마트체 Regular"/>
                <a:cs typeface="Arial" panose="020B0604020202020204" pitchFamily="34" charset="0"/>
              </a:rPr>
              <a:t>(</a:t>
            </a:r>
            <a:r>
              <a:rPr kumimoji="1" lang="ko-KR" altLang="en-US" sz="800" b="1" kern="0">
                <a:latin typeface="Arial Narrow"/>
                <a:ea typeface="LG스마트체 Regular"/>
                <a:cs typeface="Arial" panose="020B0604020202020204" pitchFamily="34" charset="0"/>
              </a:rPr>
              <a:t>예측 실패</a:t>
            </a:r>
            <a:r>
              <a:rPr kumimoji="1" lang="en-US" altLang="ko-KR" sz="800" b="1" kern="0">
                <a:latin typeface="Arial Narrow"/>
                <a:ea typeface="LG스마트체 Regular"/>
                <a:cs typeface="Arial" panose="020B0604020202020204" pitchFamily="34" charset="0"/>
              </a:rPr>
              <a:t>)</a:t>
            </a:r>
          </a:p>
          <a:p>
            <a:pPr marL="0" lvl="1" defTabSz="1042298" fontAlgn="base">
              <a:lnSpc>
                <a:spcPct val="140000"/>
              </a:lnSpc>
              <a:spcAft>
                <a:spcPct val="0"/>
              </a:spcAft>
              <a:defRPr/>
            </a:pPr>
            <a:r>
              <a:rPr kumimoji="1" lang="en-US" altLang="ko-KR" sz="800" b="1" kern="0">
                <a:latin typeface="Arial Narrow"/>
                <a:ea typeface="LG스마트체 Regular"/>
                <a:cs typeface="Arial" panose="020B0604020202020204" pitchFamily="34" charset="0"/>
              </a:rPr>
              <a:t>   2) </a:t>
            </a:r>
            <a:r>
              <a:rPr kumimoji="1" lang="ko-KR" altLang="en-US" sz="800" b="1" kern="0">
                <a:latin typeface="Arial Narrow"/>
                <a:ea typeface="LG스마트체 Regular"/>
                <a:cs typeface="Arial" panose="020B0604020202020204" pitchFamily="34" charset="0"/>
              </a:rPr>
              <a:t>예측 실패 후 대응 지연 </a:t>
            </a:r>
            <a:r>
              <a:rPr kumimoji="1" lang="en-US" altLang="ko-KR" sz="800" b="1" kern="0">
                <a:cs typeface="Arial" panose="020B0604020202020204" pitchFamily="34" charset="0"/>
              </a:rPr>
              <a:t>– </a:t>
            </a:r>
            <a:r>
              <a:rPr kumimoji="1" lang="ko-KR" altLang="en-US" sz="800" b="1" kern="0">
                <a:cs typeface="Arial" panose="020B0604020202020204" pitchFamily="34" charset="0"/>
              </a:rPr>
              <a:t>예측 보정 결과 확인 후 </a:t>
            </a:r>
            <a:r>
              <a:rPr kumimoji="1" lang="en-US" altLang="ko-KR" sz="800" b="1" kern="0">
                <a:cs typeface="Arial" panose="020B0604020202020204" pitchFamily="34" charset="0"/>
              </a:rPr>
              <a:t>Feedback </a:t>
            </a:r>
            <a:r>
              <a:rPr kumimoji="1" lang="ko-KR" altLang="en-US" sz="800" b="1" kern="0">
                <a:cs typeface="Arial" panose="020B0604020202020204" pitchFamily="34" charset="0"/>
              </a:rPr>
              <a:t>보정 </a:t>
            </a:r>
            <a:r>
              <a:rPr kumimoji="1" lang="en-US" altLang="ko-KR" sz="800" b="1" kern="0">
                <a:cs typeface="Arial" panose="020B0604020202020204" pitchFamily="34" charset="0"/>
              </a:rPr>
              <a:t>(Feedback </a:t>
            </a:r>
            <a:r>
              <a:rPr kumimoji="1" lang="ko-KR" altLang="en-US" sz="800" b="1" kern="0">
                <a:cs typeface="Arial" panose="020B0604020202020204" pitchFamily="34" charset="0"/>
              </a:rPr>
              <a:t>보정 지연</a:t>
            </a:r>
            <a:r>
              <a:rPr kumimoji="1" lang="en-US" altLang="ko-KR" sz="800" b="1" kern="0">
                <a:cs typeface="Arial" panose="020B0604020202020204" pitchFamily="34" charset="0"/>
              </a:rPr>
              <a:t>)</a:t>
            </a:r>
            <a:r>
              <a:rPr kumimoji="1" lang="en-US" altLang="ko-KR" sz="900" kern="0"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    </a:t>
            </a:r>
            <a:endParaRPr kumimoji="1" lang="en-US" altLang="ko-KR" sz="900" kern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19198A-CDB5-FF93-3169-8D8F18829103}"/>
              </a:ext>
            </a:extLst>
          </p:cNvPr>
          <p:cNvSpPr/>
          <p:nvPr/>
        </p:nvSpPr>
        <p:spPr>
          <a:xfrm>
            <a:off x="2589789" y="4733004"/>
            <a:ext cx="5914042" cy="11745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1042298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6. 2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차 로직 개선 내용 </a:t>
            </a: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, 9/4~) – 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위치 불량 높은 </a:t>
            </a: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개 호기 검증 진행 중 </a:t>
            </a: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(#13-1,2,  #21-1,2) </a:t>
            </a:r>
          </a:p>
          <a:p>
            <a:pPr marL="0" marR="0" lvl="1" indent="0" algn="l" defTabSz="1042298" rtl="0" eaLnBrk="1" fontAlgn="base" latinLnBrk="0" hangingPunct="1">
              <a:lnSpc>
                <a:spcPct val="14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1) </a:t>
            </a:r>
            <a:r>
              <a:rPr kumimoji="1" lang="ko-KR" altLang="en-US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예측 보정 </a:t>
            </a:r>
            <a:r>
              <a:rPr kumimoji="1" lang="en-US" altLang="ko-KR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Limit </a:t>
            </a:r>
            <a:r>
              <a:rPr kumimoji="1" lang="ko-KR" altLang="en-US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적용 </a:t>
            </a:r>
            <a:r>
              <a:rPr kumimoji="1" lang="en-US" altLang="ko-KR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800" kern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구재료</a:t>
            </a:r>
            <a:r>
              <a:rPr kumimoji="1" lang="en-US" altLang="ko-KR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800" kern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신재료</a:t>
            </a:r>
            <a:r>
              <a:rPr kumimoji="1" lang="ko-KR" altLang="en-US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800" b="1" kern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보정량</a:t>
            </a:r>
            <a:r>
              <a:rPr kumimoji="1" lang="ko-KR" altLang="en-US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제한 </a:t>
            </a:r>
            <a:r>
              <a:rPr kumimoji="1" lang="en-US" altLang="ko-KR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기존 제한 없음 </a:t>
            </a:r>
            <a:r>
              <a:rPr kumimoji="1" lang="en-US" altLang="ko-KR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1" lang="en-US" altLang="ko-KR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±0.35mm</a:t>
            </a:r>
            <a:r>
              <a:rPr kumimoji="1" lang="en-US" altLang="ko-KR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kumimoji="1" lang="en-US" altLang="ko-KR" sz="800" kern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1" algn="l" defTabSz="1042298" rtl="0" eaLnBrk="1" fontAlgn="base" latinLnBrk="0" hangingPunct="1">
              <a:lnSpc>
                <a:spcPct val="140000"/>
              </a:lnSpc>
              <a:spcAft>
                <a:spcPct val="0"/>
              </a:spcAft>
              <a:buClrTx/>
              <a:buSzTx/>
              <a:tabLst/>
              <a:defRPr/>
            </a:pPr>
            <a:r>
              <a:rPr kumimoji="1" lang="en-US" altLang="ko-KR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                                       </a:t>
            </a:r>
            <a:r>
              <a:rPr kumimoji="1" lang="en-US" altLang="ko-KR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1" lang="ko-KR" altLang="en-US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사행 수준이 크고</a:t>
            </a:r>
            <a:r>
              <a:rPr kumimoji="1" lang="en-US" altLang="ko-KR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1" lang="ko-KR" altLang="en-US" sz="800" kern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비규칙적인</a:t>
            </a:r>
            <a:r>
              <a:rPr kumimoji="1" lang="ko-KR" altLang="en-US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호기에서 </a:t>
            </a:r>
            <a:r>
              <a:rPr kumimoji="1" lang="ko-KR" altLang="en-US" sz="800" kern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과보정</a:t>
            </a:r>
            <a:r>
              <a:rPr kumimoji="1" lang="ko-KR" altLang="en-US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방지</a:t>
            </a:r>
            <a:endParaRPr kumimoji="1" lang="en-US" altLang="ko-KR" sz="800" kern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1" algn="l" defTabSz="1042298" rtl="0" eaLnBrk="1" fontAlgn="base" latinLnBrk="0" hangingPunct="1">
              <a:lnSpc>
                <a:spcPct val="140000"/>
              </a:lnSpc>
              <a:spcAft>
                <a:spcPct val="0"/>
              </a:spcAft>
              <a:buClrTx/>
              <a:buSzTx/>
              <a:tabLst/>
              <a:defRPr/>
            </a:pPr>
            <a:r>
              <a:rPr kumimoji="1" lang="en-US" altLang="ko-KR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  2) </a:t>
            </a:r>
            <a:r>
              <a:rPr kumimoji="1" lang="ko-KR" altLang="en-US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예측 보정 이후 </a:t>
            </a:r>
            <a:r>
              <a:rPr kumimoji="1" lang="en-US" altLang="ko-KR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Feedback </a:t>
            </a:r>
            <a:r>
              <a:rPr kumimoji="1" lang="ko-KR" altLang="en-US" sz="800" b="1" kern="0" err="1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응답성</a:t>
            </a:r>
            <a:r>
              <a:rPr kumimoji="1" lang="ko-KR" altLang="en-US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향상 </a:t>
            </a:r>
            <a:r>
              <a:rPr kumimoji="1" lang="en-US" altLang="ko-KR" sz="8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kumimoji="1" lang="ko-KR" altLang="en-US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합치 비전 기준 이음매 이후 </a:t>
            </a:r>
            <a:r>
              <a:rPr kumimoji="1" lang="ko-KR" altLang="en-US" sz="800" b="1" u="sng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즉각 </a:t>
            </a:r>
            <a:r>
              <a:rPr kumimoji="1" lang="en-US" altLang="ko-KR" sz="800" b="1" u="sng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Feedback </a:t>
            </a:r>
            <a:r>
              <a:rPr kumimoji="1" lang="ko-KR" altLang="en-US" sz="800" b="1" u="sng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로직 동작</a:t>
            </a:r>
            <a:endParaRPr kumimoji="1" lang="en-US" altLang="ko-KR" sz="800" b="1" u="sng" kern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1" algn="l" defTabSz="1042298" rtl="0" eaLnBrk="1" fontAlgn="base" latinLnBrk="0" hangingPunct="1">
              <a:lnSpc>
                <a:spcPct val="140000"/>
              </a:lnSpc>
              <a:spcAft>
                <a:spcPct val="0"/>
              </a:spcAft>
              <a:buClrTx/>
              <a:buSzTx/>
              <a:tabLst/>
              <a:defRPr/>
            </a:pPr>
            <a:r>
              <a:rPr kumimoji="1" lang="en-US" altLang="ko-KR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       </a:t>
            </a:r>
            <a:r>
              <a:rPr kumimoji="1" lang="ko-KR" altLang="en-US" sz="800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예측 보정 적용 실패 이후 불량 최소화 목적</a:t>
            </a:r>
            <a:r>
              <a:rPr kumimoji="1" lang="en-US" altLang="ko-KR" sz="900" kern="0"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  </a:t>
            </a:r>
          </a:p>
          <a:p>
            <a:pPr marL="0" marR="0" lvl="1" algn="l" defTabSz="1042298" rtl="0" eaLnBrk="1" fontAlgn="base" latinLnBrk="0" hangingPunct="1">
              <a:lnSpc>
                <a:spcPct val="140000"/>
              </a:lnSpc>
              <a:spcAft>
                <a:spcPct val="0"/>
              </a:spcAft>
              <a:buClrTx/>
              <a:buSzTx/>
              <a:tabLst/>
              <a:defRPr/>
            </a:pPr>
            <a:r>
              <a:rPr kumimoji="1" lang="en-US" altLang="ko-KR" sz="900" kern="0">
                <a:latin typeface="Arial Narrow"/>
                <a:ea typeface="LG Smart_H Regular" panose="020B0600000101010101" pitchFamily="34" charset="-127"/>
                <a:cs typeface="Arial" panose="020B0604020202020204" pitchFamily="34" charset="0"/>
              </a:rPr>
              <a:t>   </a:t>
            </a:r>
            <a:endParaRPr kumimoji="1" lang="en-US" altLang="ko-KR" sz="900" kern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F59D01-83A1-8EDB-A942-CFCC8A24A16D}"/>
              </a:ext>
            </a:extLst>
          </p:cNvPr>
          <p:cNvSpPr/>
          <p:nvPr/>
        </p:nvSpPr>
        <p:spPr>
          <a:xfrm>
            <a:off x="6019631" y="5065488"/>
            <a:ext cx="1175323" cy="228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Spec </a:t>
            </a:r>
            <a:r>
              <a:rPr lang="ko-KR" altLang="en-US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절반 수준으로 제한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7AE809-E3E3-4B22-D095-AC790C9334D4}"/>
              </a:ext>
            </a:extLst>
          </p:cNvPr>
          <p:cNvSpPr/>
          <p:nvPr/>
        </p:nvSpPr>
        <p:spPr>
          <a:xfrm>
            <a:off x="5617643" y="5438939"/>
            <a:ext cx="2154757" cy="228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이음매 이후 </a:t>
            </a:r>
            <a:r>
              <a:rPr lang="en-US" altLang="ko-KR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</a:t>
            </a:r>
            <a:r>
              <a:rPr lang="ko-KR" altLang="en-US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</a:t>
            </a:r>
            <a:r>
              <a:rPr lang="en-US" altLang="ko-KR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Cell </a:t>
            </a:r>
            <a:r>
              <a:rPr lang="ko-KR" altLang="en-US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기준 </a:t>
            </a:r>
            <a:r>
              <a:rPr lang="en-US" altLang="ko-KR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Feedback </a:t>
            </a:r>
            <a:r>
              <a:rPr lang="ko-KR" altLang="en-US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동작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DE7069B4-A731-7B04-4D52-C3B76F45C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79245"/>
              </p:ext>
            </p:extLst>
          </p:nvPr>
        </p:nvGraphicFramePr>
        <p:xfrm>
          <a:off x="2606860" y="3759039"/>
          <a:ext cx="3293854" cy="866352"/>
        </p:xfrm>
        <a:graphic>
          <a:graphicData uri="http://schemas.openxmlformats.org/drawingml/2006/table">
            <a:tbl>
              <a:tblPr/>
              <a:tblGrid>
                <a:gridCol w="841615">
                  <a:extLst>
                    <a:ext uri="{9D8B030D-6E8A-4147-A177-3AD203B41FA5}">
                      <a16:colId xmlns:a16="http://schemas.microsoft.com/office/drawing/2014/main" val="3379740164"/>
                    </a:ext>
                  </a:extLst>
                </a:gridCol>
                <a:gridCol w="1081340">
                  <a:extLst>
                    <a:ext uri="{9D8B030D-6E8A-4147-A177-3AD203B41FA5}">
                      <a16:colId xmlns:a16="http://schemas.microsoft.com/office/drawing/2014/main" val="3408519158"/>
                    </a:ext>
                  </a:extLst>
                </a:gridCol>
                <a:gridCol w="1370899">
                  <a:extLst>
                    <a:ext uri="{9D8B030D-6E8A-4147-A177-3AD203B41FA5}">
                      <a16:colId xmlns:a16="http://schemas.microsoft.com/office/drawing/2014/main" val="3124584455"/>
                    </a:ext>
                  </a:extLst>
                </a:gridCol>
              </a:tblGrid>
              <a:tr h="25852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결과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필요 사항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02631"/>
                  </a:ext>
                </a:extLst>
              </a:tr>
              <a:tr h="2031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예측 보정 ①</a:t>
                      </a:r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5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이음매 구간 </a:t>
                      </a:r>
                      <a:r>
                        <a:rPr lang="en-US" altLang="ko-KR" sz="75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Hunting </a:t>
                      </a:r>
                      <a:r>
                        <a:rPr lang="ko-KR" altLang="en-US" sz="75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5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75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50584"/>
                  </a:ext>
                </a:extLst>
              </a:tr>
              <a:tr h="2031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예측 보정 ③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예측 실패 </a:t>
                      </a:r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800" b="1" baseline="0" err="1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과보정</a:t>
                      </a:r>
                      <a:endParaRPr lang="en-US" altLang="ko-KR" sz="800" b="1" baseline="0">
                        <a:solidFill>
                          <a:srgbClr val="C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aseline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신재료</a:t>
                      </a:r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합치 위치 치우침</a:t>
                      </a:r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연결 이후 사행에 의한 </a:t>
                      </a:r>
                      <a:endParaRPr lang="en-US" altLang="ko-KR" sz="8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 틀어짐 수준 반영 필요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077900"/>
                  </a:ext>
                </a:extLst>
              </a:tr>
              <a:tr h="16085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Feedback </a:t>
                      </a:r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 ④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baseline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피드백 반응 느림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예측 실패 불량 최소화 필요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479328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:a16="http://schemas.microsoft.com/office/drawing/2014/main" id="{78C394CF-98DA-5D85-3B8A-97C542685FAE}"/>
              </a:ext>
            </a:extLst>
          </p:cNvPr>
          <p:cNvGrpSpPr/>
          <p:nvPr/>
        </p:nvGrpSpPr>
        <p:grpSpPr>
          <a:xfrm>
            <a:off x="5965827" y="3764303"/>
            <a:ext cx="2659198" cy="984392"/>
            <a:chOff x="6174076" y="3679748"/>
            <a:chExt cx="3553860" cy="1310225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339B7453-CD54-394B-7326-0DC4240CD1D4}"/>
                </a:ext>
              </a:extLst>
            </p:cNvPr>
            <p:cNvGrpSpPr/>
            <p:nvPr/>
          </p:nvGrpSpPr>
          <p:grpSpPr>
            <a:xfrm>
              <a:off x="6174076" y="3679748"/>
              <a:ext cx="3553860" cy="1310225"/>
              <a:chOff x="6709146" y="3600054"/>
              <a:chExt cx="3018789" cy="1877793"/>
            </a:xfrm>
          </p:grpSpPr>
          <p:pic>
            <p:nvPicPr>
              <p:cNvPr id="70" name="그림 69">
                <a:extLst>
                  <a:ext uri="{FF2B5EF4-FFF2-40B4-BE49-F238E27FC236}">
                    <a16:creationId xmlns:a16="http://schemas.microsoft.com/office/drawing/2014/main" id="{C4B75423-5702-EC17-C088-2CD6CEAF6B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0080" t="9952" r="42162" b="65091"/>
              <a:stretch/>
            </p:blipFill>
            <p:spPr>
              <a:xfrm>
                <a:off x="6709146" y="3600054"/>
                <a:ext cx="3018789" cy="84937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05AE332A-FE37-25D2-7010-604C54C760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0080" t="63985" r="42162" b="7738"/>
              <a:stretch/>
            </p:blipFill>
            <p:spPr>
              <a:xfrm>
                <a:off x="6709146" y="4515473"/>
                <a:ext cx="3018789" cy="96237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BD303822-6EB9-419E-83BE-964C66E2E49A}"/>
                  </a:ext>
                </a:extLst>
              </p:cNvPr>
              <p:cNvSpPr/>
              <p:nvPr/>
            </p:nvSpPr>
            <p:spPr>
              <a:xfrm>
                <a:off x="7151486" y="4024741"/>
                <a:ext cx="360838" cy="3023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① 예측 보정 </a:t>
                </a:r>
                <a:endParaRPr lang="en-US" altLang="ko-KR" sz="600" b="1">
                  <a:solidFill>
                    <a:srgbClr val="0066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(1st : 0.72mm)</a:t>
                </a:r>
                <a:endParaRPr lang="ko-KR" altLang="en-US" sz="600" b="1">
                  <a:solidFill>
                    <a:srgbClr val="0066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142E390E-963C-22EF-9CB4-9FA22B18E417}"/>
                  </a:ext>
                </a:extLst>
              </p:cNvPr>
              <p:cNvSpPr/>
              <p:nvPr/>
            </p:nvSpPr>
            <p:spPr>
              <a:xfrm>
                <a:off x="7665569" y="3740484"/>
                <a:ext cx="348584" cy="3023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② 예측 보정 </a:t>
                </a:r>
                <a:endParaRPr lang="en-US" altLang="ko-KR" sz="600" b="1">
                  <a:solidFill>
                    <a:srgbClr val="0066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(1st : -0.5mm)</a:t>
                </a:r>
                <a:endParaRPr lang="ko-KR" altLang="en-US" sz="600" b="1">
                  <a:solidFill>
                    <a:srgbClr val="0066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AD63551A-FB47-3C2B-21ED-4004D49A2216}"/>
                  </a:ext>
                </a:extLst>
              </p:cNvPr>
              <p:cNvSpPr/>
              <p:nvPr/>
            </p:nvSpPr>
            <p:spPr>
              <a:xfrm>
                <a:off x="8149549" y="3740484"/>
                <a:ext cx="360838" cy="3023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③ 예측 보정 </a:t>
                </a:r>
                <a:endParaRPr lang="en-US" altLang="ko-KR" sz="600" b="1">
                  <a:solidFill>
                    <a:srgbClr val="0066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(1st : 0.68mm)</a:t>
                </a:r>
                <a:endParaRPr lang="ko-KR" altLang="en-US" sz="600" b="1">
                  <a:solidFill>
                    <a:srgbClr val="0066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00649290-F9B1-FF8F-6D73-4D5BF333F7A5}"/>
                  </a:ext>
                </a:extLst>
              </p:cNvPr>
              <p:cNvSpPr/>
              <p:nvPr/>
            </p:nvSpPr>
            <p:spPr>
              <a:xfrm>
                <a:off x="9297529" y="3805332"/>
                <a:ext cx="340414" cy="3023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④ </a:t>
                </a:r>
                <a:r>
                  <a:rPr lang="en-US" altLang="ko-KR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Feed Back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(-0.1 mm)</a:t>
                </a:r>
                <a:endParaRPr lang="ko-KR" altLang="en-US" sz="600" b="1">
                  <a:solidFill>
                    <a:srgbClr val="0066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76" name="직선 화살표 연결선 75">
                <a:extLst>
                  <a:ext uri="{FF2B5EF4-FFF2-40B4-BE49-F238E27FC236}">
                    <a16:creationId xmlns:a16="http://schemas.microsoft.com/office/drawing/2014/main" id="{85A691AF-5741-BBC1-9927-765E8CDD8D7C}"/>
                  </a:ext>
                </a:extLst>
              </p:cNvPr>
              <p:cNvCxnSpPr/>
              <p:nvPr/>
            </p:nvCxnSpPr>
            <p:spPr>
              <a:xfrm>
                <a:off x="8777037" y="4853126"/>
                <a:ext cx="0" cy="198521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화살표 연결선 76">
                <a:extLst>
                  <a:ext uri="{FF2B5EF4-FFF2-40B4-BE49-F238E27FC236}">
                    <a16:creationId xmlns:a16="http://schemas.microsoft.com/office/drawing/2014/main" id="{05C9AE0A-0A00-8E3C-06B5-E3E36A89B8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3921" y="4738935"/>
                <a:ext cx="0" cy="312712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CC5F053A-C699-2DF4-B647-65C2F6942054}"/>
                  </a:ext>
                </a:extLst>
              </p:cNvPr>
              <p:cNvSpPr/>
              <p:nvPr/>
            </p:nvSpPr>
            <p:spPr>
              <a:xfrm>
                <a:off x="8856459" y="4883334"/>
                <a:ext cx="170206" cy="1435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0.3mm</a:t>
                </a:r>
                <a:endParaRPr lang="ko-KR" altLang="en-US" sz="600" b="1">
                  <a:solidFill>
                    <a:srgbClr val="0066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9604B461-927D-AF6E-F9EC-7B29C4A318FF}"/>
                  </a:ext>
                </a:extLst>
              </p:cNvPr>
              <p:cNvSpPr/>
              <p:nvPr/>
            </p:nvSpPr>
            <p:spPr>
              <a:xfrm>
                <a:off x="9157407" y="4833255"/>
                <a:ext cx="170206" cy="1435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0.5mm</a:t>
                </a:r>
                <a:endParaRPr lang="ko-KR" altLang="en-US" sz="600" b="1">
                  <a:solidFill>
                    <a:srgbClr val="006600"/>
                  </a:solidFill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DBE6DDFF-7B37-7006-9E03-03D67FD62C86}"/>
                  </a:ext>
                </a:extLst>
              </p:cNvPr>
              <p:cNvSpPr/>
              <p:nvPr/>
            </p:nvSpPr>
            <p:spPr>
              <a:xfrm>
                <a:off x="9319429" y="4209319"/>
                <a:ext cx="339051" cy="14639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Gain 0.4 </a:t>
                </a:r>
                <a:r>
                  <a:rPr lang="ko-KR" altLang="en-US" sz="600" b="1">
                    <a:solidFill>
                      <a:srgbClr val="006600"/>
                    </a:solidFill>
                    <a:highlight>
                      <a:srgbClr val="FFFF00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반영</a:t>
                </a:r>
              </a:p>
            </p:txBody>
          </p:sp>
        </p:grp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2931355F-52A4-8533-E367-F73A2B7182C7}"/>
                </a:ext>
              </a:extLst>
            </p:cNvPr>
            <p:cNvSpPr/>
            <p:nvPr/>
          </p:nvSpPr>
          <p:spPr>
            <a:xfrm>
              <a:off x="8534400" y="4388171"/>
              <a:ext cx="712623" cy="52295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7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69" name="연결선: 꺾임 68">
              <a:extLst>
                <a:ext uri="{FF2B5EF4-FFF2-40B4-BE49-F238E27FC236}">
                  <a16:creationId xmlns:a16="http://schemas.microsoft.com/office/drawing/2014/main" id="{D784BC43-33C7-0F11-8787-FADBF7467B67}"/>
                </a:ext>
              </a:extLst>
            </p:cNvPr>
            <p:cNvCxnSpPr>
              <a:cxnSpLocks/>
              <a:stCxn id="68" idx="0"/>
              <a:endCxn id="75" idx="1"/>
            </p:cNvCxnSpPr>
            <p:nvPr/>
          </p:nvCxnSpPr>
          <p:spPr>
            <a:xfrm rot="5400000" flipH="1" flipV="1">
              <a:off x="8826121" y="3993050"/>
              <a:ext cx="459713" cy="330530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2F722E-337B-8C08-B059-BE8A3BD6372B}"/>
              </a:ext>
            </a:extLst>
          </p:cNvPr>
          <p:cNvSpPr/>
          <p:nvPr/>
        </p:nvSpPr>
        <p:spPr>
          <a:xfrm>
            <a:off x="2589789" y="5803888"/>
            <a:ext cx="5914042" cy="6710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1042298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7. </a:t>
            </a:r>
            <a:r>
              <a:rPr kumimoji="1" lang="ko-KR" altLang="en-US" sz="10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수평전개 진행 현황</a:t>
            </a:r>
            <a:endParaRPr kumimoji="1" lang="en-US" altLang="ko-KR" sz="10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1" indent="0" algn="l" defTabSz="1042298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- MEB Line : 2</a:t>
            </a:r>
            <a:r>
              <a:rPr kumimoji="1" lang="ko-KR" altLang="en-US" sz="10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차 로직 개선 결과 법인 공유 완료</a:t>
            </a:r>
            <a:r>
              <a:rPr kumimoji="1" lang="en-US" altLang="ko-KR" sz="10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(9/15) </a:t>
            </a:r>
            <a:r>
              <a:rPr kumimoji="1" lang="ko-KR" altLang="en-US" sz="10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후 수평전개 완료 </a:t>
            </a:r>
            <a:r>
              <a:rPr kumimoji="1" lang="en-US" altLang="ko-KR" sz="1000" b="1" kern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(9/16)</a:t>
            </a:r>
          </a:p>
          <a:p>
            <a:pPr marL="0" marR="0" lvl="1" indent="0" algn="l" defTabSz="1042298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- Normal Line : ESMI </a:t>
            </a:r>
            <a:r>
              <a:rPr kumimoji="1" lang="ko-KR" altLang="en-US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및 </a:t>
            </a:r>
            <a:r>
              <a:rPr kumimoji="1" lang="en-US" altLang="ko-KR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ESWA </a:t>
            </a:r>
            <a:r>
              <a:rPr kumimoji="1" lang="ko-KR" altLang="en-US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진행 중 </a:t>
            </a:r>
            <a:r>
              <a:rPr kumimoji="1" lang="en-US" altLang="ko-KR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(~9/30),  </a:t>
            </a:r>
            <a:r>
              <a:rPr kumimoji="1" lang="ko-KR" altLang="en-US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북미 </a:t>
            </a:r>
            <a:r>
              <a:rPr kumimoji="1" lang="en-US" altLang="ko-KR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Site </a:t>
            </a:r>
            <a:r>
              <a:rPr kumimoji="1" lang="ko-KR" altLang="en-US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수평전개 예정 </a:t>
            </a:r>
            <a:r>
              <a:rPr kumimoji="1" lang="en-US" altLang="ko-KR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(~10</a:t>
            </a:r>
            <a:r>
              <a:rPr kumimoji="1" lang="ko-KR" altLang="en-US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월초</a:t>
            </a:r>
            <a:r>
              <a:rPr kumimoji="1" lang="en-US" altLang="ko-KR" sz="1000" b="1" kern="0">
                <a:solidFill>
                  <a:srgbClr val="1414F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en-US" altLang="ko-KR" sz="900" kern="0">
              <a:solidFill>
                <a:srgbClr val="1414FE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61">
            <a:extLst>
              <a:ext uri="{FF2B5EF4-FFF2-40B4-BE49-F238E27FC236}">
                <a16:creationId xmlns:a16="http://schemas.microsoft.com/office/drawing/2014/main" id="{EF6A0805-A5DD-8C32-39B3-6312F5DCD75E}"/>
              </a:ext>
            </a:extLst>
          </p:cNvPr>
          <p:cNvSpPr txBox="1">
            <a:spLocks/>
          </p:cNvSpPr>
          <p:nvPr/>
        </p:nvSpPr>
        <p:spPr>
          <a:xfrm>
            <a:off x="2306943" y="1174606"/>
            <a:ext cx="6402237" cy="53723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rgbClr val="00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lang="ko-KR" altLang="en-US" sz="840"/>
              <a:t>현재 개선된 재료교체 로직은 </a:t>
            </a:r>
            <a:r>
              <a:rPr lang="en-US" altLang="ko-KR" sz="840"/>
              <a:t>Global </a:t>
            </a:r>
            <a:r>
              <a:rPr lang="ko-KR" altLang="en-US" sz="840"/>
              <a:t>전 </a:t>
            </a:r>
            <a:r>
              <a:rPr lang="en-US" altLang="ko-KR" sz="840"/>
              <a:t>Site </a:t>
            </a:r>
            <a:r>
              <a:rPr lang="ko-KR" altLang="en-US" sz="840"/>
              <a:t>즉 적용 가능합니다</a:t>
            </a:r>
            <a:r>
              <a:rPr lang="en-US" altLang="ko-KR" sz="840"/>
              <a:t>.  </a:t>
            </a:r>
          </a:p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ko-KR" sz="840"/>
              <a:t>ESWA</a:t>
            </a:r>
            <a:r>
              <a:rPr lang="ko-KR" altLang="en-US" sz="840"/>
              <a:t> 대표호기 기준으로 최종 효과 정리 후</a:t>
            </a:r>
            <a:r>
              <a:rPr lang="en-US" altLang="ko-KR" sz="840"/>
              <a:t> Global </a:t>
            </a:r>
            <a:r>
              <a:rPr lang="ko-KR" altLang="en-US" sz="840"/>
              <a:t>수평전개 진행 하겠습니다</a:t>
            </a:r>
            <a:r>
              <a:rPr lang="en-US" altLang="ko-KR" sz="840"/>
              <a:t>. (~’26.10</a:t>
            </a:r>
            <a:r>
              <a:rPr lang="ko-KR" altLang="en-US" sz="840"/>
              <a:t>월초</a:t>
            </a:r>
            <a:r>
              <a:rPr lang="en-US" altLang="ko-KR" sz="84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26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9E4C4BF2-4631-4A60-C7E8-2DFE1CAB12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김형준</a:t>
            </a:r>
            <a:r>
              <a:rPr lang="en-US" altLang="ko-KR"/>
              <a:t>P</a:t>
            </a:r>
            <a:br>
              <a:rPr lang="en-US" altLang="ko-KR"/>
            </a:br>
            <a:r>
              <a:rPr lang="ko-KR" altLang="en-US"/>
              <a:t>나영준</a:t>
            </a:r>
            <a:r>
              <a:rPr lang="en-US" altLang="ko-KR"/>
              <a:t>P</a:t>
            </a:r>
            <a:br>
              <a:rPr lang="en-US" altLang="ko-KR"/>
            </a:br>
            <a:r>
              <a:rPr lang="ko-KR" altLang="en-US"/>
              <a:t>이동규</a:t>
            </a:r>
            <a:r>
              <a:rPr lang="en-US" altLang="ko-KR"/>
              <a:t>A</a:t>
            </a:r>
          </a:p>
          <a:p>
            <a:r>
              <a:rPr lang="ko-KR" altLang="en-US"/>
              <a:t>박신아</a:t>
            </a:r>
            <a:r>
              <a:rPr lang="en-US" altLang="ko-KR"/>
              <a:t>P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FD01129-B01B-A181-10EF-7EABB40A45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‘26.12</a:t>
            </a:r>
            <a:endParaRPr lang="ko-KR" altLang="en-US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7FB5BE53-98AD-94A6-18ED-9AF9217C20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 algn="ctr">
              <a:buNone/>
            </a:pPr>
            <a:r>
              <a:rPr lang="ko-KR" altLang="en-US" sz="900" b="0" i="0" u="none" strike="noStrike" baseline="0" err="1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동시절연다이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ko-KR" altLang="en-US" sz="900" b="0" i="0" u="none" strike="noStrike" baseline="0" err="1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로직개발</a:t>
            </a:r>
            <a:endParaRPr lang="en-US" altLang="ko-KR" sz="900" b="0" i="0" u="none" strike="noStrike" baseline="0">
              <a:solidFill>
                <a:schemeClr val="tx1"/>
              </a:solidFill>
              <a:effectLst/>
              <a:latin typeface="Arial Narrow"/>
              <a:ea typeface="LG스마트체 Regular"/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F1230DE-FE28-F0B3-63DC-CD197664CF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 algn="ctr">
              <a:buNone/>
            </a:pP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EP2 NFF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HD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O</a:t>
            </a: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T</a:t>
            </a:r>
          </a:p>
          <a:p>
            <a:pPr lvl="0" algn="ctr">
              <a:buNone/>
            </a:pP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NB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WA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MI2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9E0C2565-CB7A-1568-FE85-A1F2A9391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박신아 P</a:t>
            </a:r>
            <a:endParaRPr lang="ko-KR" altLang="en-US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FF06F22C-BB34-EAA2-8E9E-F801AEA2E0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51513" y="2231731"/>
            <a:ext cx="6066790" cy="4290077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ko-KR">
                <a:latin typeface="Arial Narrow" panose="020B0606020202030204" pitchFamily="34" charset="0"/>
              </a:rPr>
            </a:br>
            <a:br>
              <a:rPr lang="en-US" altLang="ko-KR">
                <a:latin typeface="Arial Narrow" panose="020B0606020202030204" pitchFamily="34" charset="0"/>
              </a:rPr>
            </a:br>
            <a:br>
              <a:rPr lang="en-US" altLang="ko-KR">
                <a:latin typeface="Arial Narrow" panose="020B0606020202030204" pitchFamily="34" charset="0"/>
              </a:rPr>
            </a:br>
            <a:br>
              <a:rPr lang="en-US" altLang="ko-KR">
                <a:latin typeface="Arial Narrow" panose="020B0606020202030204" pitchFamily="34" charset="0"/>
              </a:rPr>
            </a:b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슬러리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/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절연 코팅공정이 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Die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로 통합되면서 절연 제어 변수는 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RPM 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하나로 단순화 되었으나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,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 </a:t>
            </a:r>
            <a:r>
              <a:rPr lang="ko-KR" altLang="en-US" sz="800" err="1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슬러리와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 절연 </a:t>
            </a:r>
            <a:r>
              <a:rPr lang="ko-KR" altLang="en-US" sz="800" err="1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품질를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 위한 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Die 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제어 과정에서 상호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(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동시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)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 영향이 발생함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endParaRPr lang="en-US" altLang="ko-KR" sz="800">
              <a:latin typeface="Arial Narrow" panose="020B0606020202030204" pitchFamily="34" charset="0"/>
            </a:endParaRPr>
          </a:p>
          <a:p>
            <a:r>
              <a:rPr lang="en-US" altLang="ko-KR" sz="800">
                <a:latin typeface="Arial Narrow" panose="020B0606020202030204" pitchFamily="34" charset="0"/>
              </a:rPr>
              <a:t>[</a:t>
            </a:r>
            <a:r>
              <a:rPr lang="ko-KR" altLang="en-US" sz="800">
                <a:latin typeface="Arial Narrow" panose="020B0606020202030204" pitchFamily="34" charset="0"/>
              </a:rPr>
              <a:t>특이사항</a:t>
            </a:r>
            <a:r>
              <a:rPr lang="en-US" altLang="ko-KR" sz="800">
                <a:latin typeface="Arial Narrow" panose="020B0606020202030204" pitchFamily="34" charset="0"/>
              </a:rPr>
              <a:t>]</a:t>
            </a:r>
          </a:p>
          <a:p>
            <a:pPr>
              <a:spcAft>
                <a:spcPts val="300"/>
              </a:spcAft>
            </a:pP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신규 외관 한도 추가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(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비전 불량 검출 문제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)</a:t>
            </a:r>
            <a:b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</a:br>
            <a:r>
              <a:rPr lang="ko-KR" altLang="en-US" sz="800" err="1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동시절연코팅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 공법 적용 과정에서 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“</a:t>
            </a:r>
            <a:r>
              <a:rPr lang="ko-KR" altLang="en-US" sz="800" err="1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인터믹싱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 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(2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종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)” 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신규 외관 한도가 추가 되었으며</a:t>
            </a:r>
            <a:r>
              <a:rPr lang="en-US" altLang="ko-KR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, </a:t>
            </a:r>
            <a:r>
              <a:rPr lang="ko-KR" altLang="en-US" sz="800"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현재 검출 알고리즘 개발 중입니다</a:t>
            </a:r>
            <a:endParaRPr lang="en-US" altLang="ko-KR" sz="800">
              <a:latin typeface="Arial Narrow" panose="020B0606020202030204" pitchFamily="34" charset="0"/>
              <a:cs typeface="Microsoft GothicNeo"/>
            </a:endParaRPr>
          </a:p>
          <a:p>
            <a:endParaRPr lang="en-US" altLang="ko-KR" sz="800">
              <a:latin typeface="Arial Narrow" panose="020B0606020202030204" pitchFamily="34" charset="0"/>
              <a:cs typeface="Microsoft GothicNeo"/>
            </a:endParaRPr>
          </a:p>
          <a:p>
            <a:endParaRPr lang="en-US" altLang="ko-KR" sz="800">
              <a:latin typeface="Arial Narrow" panose="020B0606020202030204" pitchFamily="34" charset="0"/>
              <a:cs typeface="Microsoft GothicNeo"/>
            </a:endParaRPr>
          </a:p>
          <a:p>
            <a:endParaRPr lang="en-US" altLang="ko-KR" sz="800">
              <a:latin typeface="Arial Narrow" panose="020B0606020202030204" pitchFamily="34" charset="0"/>
              <a:cs typeface="Microsoft GothicNeo"/>
            </a:endParaRPr>
          </a:p>
          <a:p>
            <a:endParaRPr lang="en-US" altLang="ko-KR" sz="800">
              <a:latin typeface="Arial Narrow" panose="020B0606020202030204" pitchFamily="34" charset="0"/>
              <a:cs typeface="Microsoft GothicNeo"/>
            </a:endParaRPr>
          </a:p>
          <a:p>
            <a:r>
              <a:rPr lang="en-US" altLang="ko-KR" sz="800">
                <a:latin typeface="Arial Narrow" panose="020B0606020202030204" pitchFamily="34" charset="0"/>
              </a:rPr>
              <a:t>[</a:t>
            </a:r>
            <a:r>
              <a:rPr lang="ko-KR" altLang="en-US" sz="800" err="1">
                <a:latin typeface="Arial Narrow" panose="020B0606020202030204" pitchFamily="34" charset="0"/>
              </a:rPr>
              <a:t>법인별</a:t>
            </a:r>
            <a:r>
              <a:rPr lang="ko-KR" altLang="en-US" sz="800">
                <a:latin typeface="Arial Narrow" panose="020B0606020202030204" pitchFamily="34" charset="0"/>
              </a:rPr>
              <a:t> 동시절연 운영 현황</a:t>
            </a:r>
            <a:r>
              <a:rPr lang="en-US" altLang="ko-KR" sz="800">
                <a:latin typeface="Arial Narrow" panose="020B0606020202030204" pitchFamily="34" charset="0"/>
              </a:rPr>
              <a:t>]</a:t>
            </a:r>
          </a:p>
          <a:p>
            <a:endParaRPr lang="en-US" altLang="ko-KR" sz="800">
              <a:latin typeface="Arial Narrow" panose="020B0606020202030204" pitchFamily="34" charset="0"/>
            </a:endParaRPr>
          </a:p>
          <a:p>
            <a:endParaRPr lang="en-US" altLang="ko-KR" sz="800">
              <a:latin typeface="Arial Narrow" panose="020B0606020202030204" pitchFamily="34" charset="0"/>
            </a:endParaRPr>
          </a:p>
          <a:p>
            <a:endParaRPr lang="en-US" altLang="ko-KR" sz="800">
              <a:latin typeface="Arial Narrow" panose="020B0606020202030204" pitchFamily="34" charset="0"/>
            </a:endParaRPr>
          </a:p>
          <a:p>
            <a:endParaRPr lang="en-US" altLang="ko-KR" sz="800">
              <a:latin typeface="Arial Narrow" panose="020B0606020202030204" pitchFamily="34" charset="0"/>
            </a:endParaRPr>
          </a:p>
          <a:p>
            <a:endParaRPr lang="en-US" altLang="ko-KR" sz="800">
              <a:latin typeface="Arial Narrow" panose="020B0606020202030204" pitchFamily="34" charset="0"/>
            </a:endParaRPr>
          </a:p>
          <a:p>
            <a:endParaRPr lang="en-US" altLang="ko-KR" sz="800">
              <a:latin typeface="Arial Narrow" panose="020B0606020202030204" pitchFamily="34" charset="0"/>
            </a:endParaRPr>
          </a:p>
          <a:p>
            <a:endParaRPr lang="en-US" altLang="ko-KR" sz="800">
              <a:latin typeface="Arial Narrow" panose="020B0606020202030204" pitchFamily="34" charset="0"/>
            </a:endParaRP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BCF4244C-9BA0-CFFE-C9B7-0D89E024C61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55787" y="210261"/>
            <a:ext cx="3097213" cy="252102"/>
          </a:xfrm>
        </p:spPr>
        <p:txBody>
          <a:bodyPr lIns="0" tIns="0" rIns="0" bIns="0" anchor="ctr"/>
          <a:lstStyle/>
          <a:p>
            <a:r>
              <a:rPr lang="en-US" altLang="ko-KR" sz="1800">
                <a:cs typeface="Malgun Gothic Semilight" panose="020B0502040204020203" pitchFamily="50" charset="-127"/>
              </a:rPr>
              <a:t>MC</a:t>
            </a:r>
            <a:r>
              <a:rPr lang="ko-KR" altLang="en-US" sz="1800">
                <a:cs typeface="Malgun Gothic Semilight" panose="020B0502040204020203" pitchFamily="50" charset="-127"/>
              </a:rPr>
              <a:t>자동보정팀</a:t>
            </a:r>
            <a:endParaRPr lang="ko-KR" altLang="en-US"/>
          </a:p>
        </p:txBody>
      </p:sp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BED19417-0161-5E48-9540-3B2B955B980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7737" y="588518"/>
            <a:ext cx="7554663" cy="272061"/>
          </a:xfrm>
        </p:spPr>
        <p:txBody>
          <a:bodyPr lIns="91440" tIns="45720" rIns="91440" bIns="45720" anchor="t"/>
          <a:lstStyle/>
          <a:p>
            <a:r>
              <a:rPr lang="en-US" altLang="ko-KR">
                <a:latin typeface="Arial Narrow"/>
                <a:ea typeface="LG스마트체 Regular"/>
              </a:rPr>
              <a:t>1</a:t>
            </a:r>
            <a:r>
              <a:rPr lang="ko-KR" altLang="en-US">
                <a:latin typeface="Arial Narrow"/>
                <a:ea typeface="LG스마트체 Regular"/>
              </a:rPr>
              <a:t>. </a:t>
            </a:r>
            <a:r>
              <a:rPr lang="ko-KR" altLang="en-US" sz="1400" b="1">
                <a:latin typeface="Arial Narrow"/>
                <a:ea typeface="LG스마트체 Regular"/>
              </a:rPr>
              <a:t>동시절연다이 자동보정 개발 </a:t>
            </a:r>
            <a:r>
              <a:rPr lang="en-US" altLang="ko-KR" sz="1400" b="1">
                <a:latin typeface="Arial Narrow"/>
                <a:ea typeface="LG스마트체 Regular"/>
              </a:rPr>
              <a:t>(</a:t>
            </a:r>
            <a:r>
              <a:rPr lang="en-US" altLang="ko-KR">
                <a:latin typeface="Arial Narrow"/>
                <a:ea typeface="LG스마트체 Regular"/>
              </a:rPr>
              <a:t>1/4</a:t>
            </a:r>
            <a:r>
              <a:rPr lang="en-US" altLang="ko-KR" sz="1400" b="1">
                <a:latin typeface="Arial Narrow"/>
                <a:ea typeface="LG스마트체 Regular"/>
              </a:rPr>
              <a:t>)</a:t>
            </a:r>
            <a:endParaRPr lang="ko-KR" altLang="en-US">
              <a:latin typeface="Arial Narrow"/>
              <a:ea typeface="LG스마트체 Regular"/>
            </a:endParaRP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82316C5F-CBE3-A95F-7CC8-EF8564695C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43568" y="1143066"/>
            <a:ext cx="6408071" cy="352425"/>
          </a:xfrm>
        </p:spPr>
        <p:txBody>
          <a:bodyPr lIns="91440" tIns="45720" rIns="91440" bIns="45720" anchor="t"/>
          <a:lstStyle/>
          <a:p>
            <a:r>
              <a:rPr lang="en-US" altLang="ko-KR" sz="800">
                <a:solidFill>
                  <a:schemeClr val="tx1"/>
                </a:solidFill>
                <a:latin typeface="Arial Narrow"/>
                <a:ea typeface="LG스마트체 Regular"/>
              </a:rPr>
              <a:t>GM_TN : </a:t>
            </a:r>
            <a:r>
              <a:rPr lang="en-US" altLang="ko-KR" sz="800">
                <a:solidFill>
                  <a:schemeClr val="tx1"/>
                </a:solidFill>
              </a:rPr>
              <a:t>① </a:t>
            </a:r>
            <a:r>
              <a:rPr lang="ko-KR" altLang="en-US" sz="800">
                <a:solidFill>
                  <a:schemeClr val="tx1"/>
                </a:solidFill>
                <a:latin typeface="Arial Narrow"/>
                <a:ea typeface="LG스마트체 Regular"/>
              </a:rPr>
              <a:t>증속 후 온도 변화에 따른 로딩 및 폭 변화에 대응하기 위하여 </a:t>
            </a:r>
            <a:r>
              <a:rPr lang="en-US" altLang="ko-KR" sz="800">
                <a:solidFill>
                  <a:schemeClr val="tx1"/>
                </a:solidFill>
                <a:latin typeface="Arial Narrow"/>
                <a:ea typeface="LG스마트체 Regular"/>
              </a:rPr>
              <a:t>L/R gap </a:t>
            </a:r>
            <a:r>
              <a:rPr lang="ko-KR" altLang="en-US" sz="800">
                <a:solidFill>
                  <a:schemeClr val="tx1"/>
                </a:solidFill>
                <a:latin typeface="Arial Narrow"/>
                <a:ea typeface="LG스마트체 Regular"/>
              </a:rPr>
              <a:t>및 밴드갭 제어 범위 설정이 가능하도록 로직 업데이트를 진행하였습니다</a:t>
            </a:r>
            <a:r>
              <a:rPr lang="en-US" altLang="ko-KR" sz="800">
                <a:solidFill>
                  <a:schemeClr val="tx1"/>
                </a:solidFill>
                <a:latin typeface="Arial Narrow"/>
                <a:ea typeface="LG스마트체 Regular"/>
              </a:rPr>
              <a:t>.</a:t>
            </a:r>
          </a:p>
          <a:p>
            <a:r>
              <a:rPr lang="en-US" altLang="ko-KR" sz="800">
                <a:solidFill>
                  <a:schemeClr val="tx1"/>
                </a:solidFill>
                <a:latin typeface="Arial Narrow"/>
                <a:ea typeface="LG스마트체 Regular"/>
              </a:rPr>
              <a:t>                 (9/9 </a:t>
            </a:r>
            <a:r>
              <a:rPr lang="ko-KR" altLang="en-US" sz="800">
                <a:solidFill>
                  <a:schemeClr val="tx1"/>
                </a:solidFill>
                <a:latin typeface="Arial Narrow"/>
                <a:ea typeface="LG스마트체 Regular"/>
              </a:rPr>
              <a:t>양극</a:t>
            </a:r>
            <a:r>
              <a:rPr lang="en-US" altLang="ko-KR" sz="800">
                <a:solidFill>
                  <a:schemeClr val="tx1"/>
                </a:solidFill>
                <a:latin typeface="Arial Narrow"/>
                <a:ea typeface="LG스마트체 Regular"/>
              </a:rPr>
              <a:t>2</a:t>
            </a:r>
            <a:r>
              <a:rPr lang="ko-KR" altLang="en-US" sz="800">
                <a:solidFill>
                  <a:schemeClr val="tx1"/>
                </a:solidFill>
                <a:latin typeface="Arial Narrow"/>
                <a:ea typeface="LG스마트체 Regular"/>
              </a:rPr>
              <a:t>호기</a:t>
            </a:r>
            <a:r>
              <a:rPr lang="en-US" altLang="ko-KR" sz="800">
                <a:solidFill>
                  <a:schemeClr val="tx1"/>
                </a:solidFill>
                <a:latin typeface="Arial Narrow"/>
                <a:ea typeface="LG스마트체 Regular"/>
              </a:rPr>
              <a:t>, 9/10 </a:t>
            </a:r>
            <a:r>
              <a:rPr lang="ko-KR" altLang="en-US" sz="800">
                <a:solidFill>
                  <a:schemeClr val="tx1"/>
                </a:solidFill>
                <a:latin typeface="Arial Narrow"/>
                <a:ea typeface="LG스마트체 Regular"/>
              </a:rPr>
              <a:t>양극 </a:t>
            </a:r>
            <a:r>
              <a:rPr lang="en-US" altLang="ko-KR" sz="800">
                <a:solidFill>
                  <a:schemeClr val="tx1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800">
                <a:solidFill>
                  <a:schemeClr val="tx1"/>
                </a:solidFill>
                <a:latin typeface="Arial Narrow"/>
                <a:ea typeface="LG스마트체 Regular"/>
              </a:rPr>
              <a:t>호기</a:t>
            </a:r>
            <a:r>
              <a:rPr lang="en-US" altLang="ko-KR" sz="800">
                <a:solidFill>
                  <a:schemeClr val="tx1"/>
                </a:solidFill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 sz="800"/>
              <a:t>              ② L/R gap </a:t>
            </a:r>
            <a:r>
              <a:rPr lang="ko-KR" altLang="en-US" sz="800"/>
              <a:t>및 밴드갭 제어 범위를 초과하는 방향으로 제어값 산출시 자동보정 </a:t>
            </a:r>
            <a:r>
              <a:rPr lang="en-US" altLang="ko-KR" sz="800"/>
              <a:t>off</a:t>
            </a:r>
            <a:r>
              <a:rPr lang="ko-KR" altLang="en-US" sz="800"/>
              <a:t>되도록 로직 수정하여 업데이트 진행 예정입니다</a:t>
            </a:r>
            <a:r>
              <a:rPr lang="en-US" altLang="ko-KR" sz="800"/>
              <a:t>. </a:t>
            </a:r>
          </a:p>
          <a:p>
            <a:r>
              <a:rPr lang="en-US" altLang="ko-KR" sz="800">
                <a:latin typeface="Arial Narrow" panose="020B0606020202030204" pitchFamily="34" charset="0"/>
              </a:rPr>
              <a:t>                      (</a:t>
            </a:r>
            <a:r>
              <a:rPr lang="ko-KR" altLang="en-US" sz="800">
                <a:latin typeface="Arial Narrow" panose="020B0606020202030204" pitchFamily="34" charset="0"/>
              </a:rPr>
              <a:t>양극 </a:t>
            </a:r>
            <a:r>
              <a:rPr lang="en-US" altLang="ko-KR" sz="800">
                <a:latin typeface="Arial Narrow" panose="020B0606020202030204" pitchFamily="34" charset="0"/>
              </a:rPr>
              <a:t>1</a:t>
            </a:r>
            <a:r>
              <a:rPr lang="ko-KR" altLang="en-US" sz="800">
                <a:latin typeface="Arial Narrow" panose="020B0606020202030204" pitchFamily="34" charset="0"/>
              </a:rPr>
              <a:t>호기</a:t>
            </a:r>
            <a:r>
              <a:rPr lang="en-US" altLang="ko-KR" sz="800">
                <a:latin typeface="Arial Narrow" panose="020B0606020202030204" pitchFamily="34" charset="0"/>
              </a:rPr>
              <a:t>, 09/22)</a:t>
            </a:r>
          </a:p>
        </p:txBody>
      </p:sp>
      <p:graphicFrame>
        <p:nvGraphicFramePr>
          <p:cNvPr id="215" name="표 214">
            <a:extLst>
              <a:ext uri="{FF2B5EF4-FFF2-40B4-BE49-F238E27FC236}">
                <a16:creationId xmlns:a16="http://schemas.microsoft.com/office/drawing/2014/main" id="{0A21F4A4-E542-8662-3579-C5EC447DB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609728"/>
              </p:ext>
            </p:extLst>
          </p:nvPr>
        </p:nvGraphicFramePr>
        <p:xfrm>
          <a:off x="2765583" y="2276894"/>
          <a:ext cx="5780376" cy="394335"/>
        </p:xfrm>
        <a:graphic>
          <a:graphicData uri="http://schemas.openxmlformats.org/drawingml/2006/table">
            <a:tbl>
              <a:tblPr/>
              <a:tblGrid>
                <a:gridCol w="825768">
                  <a:extLst>
                    <a:ext uri="{9D8B030D-6E8A-4147-A177-3AD203B41FA5}">
                      <a16:colId xmlns:a16="http://schemas.microsoft.com/office/drawing/2014/main" val="1528983181"/>
                    </a:ext>
                  </a:extLst>
                </a:gridCol>
                <a:gridCol w="825768">
                  <a:extLst>
                    <a:ext uri="{9D8B030D-6E8A-4147-A177-3AD203B41FA5}">
                      <a16:colId xmlns:a16="http://schemas.microsoft.com/office/drawing/2014/main" val="4173945981"/>
                    </a:ext>
                  </a:extLst>
                </a:gridCol>
                <a:gridCol w="825768">
                  <a:extLst>
                    <a:ext uri="{9D8B030D-6E8A-4147-A177-3AD203B41FA5}">
                      <a16:colId xmlns:a16="http://schemas.microsoft.com/office/drawing/2014/main" val="3321164870"/>
                    </a:ext>
                  </a:extLst>
                </a:gridCol>
                <a:gridCol w="825768">
                  <a:extLst>
                    <a:ext uri="{9D8B030D-6E8A-4147-A177-3AD203B41FA5}">
                      <a16:colId xmlns:a16="http://schemas.microsoft.com/office/drawing/2014/main" val="2397883865"/>
                    </a:ext>
                  </a:extLst>
                </a:gridCol>
                <a:gridCol w="825768">
                  <a:extLst>
                    <a:ext uri="{9D8B030D-6E8A-4147-A177-3AD203B41FA5}">
                      <a16:colId xmlns:a16="http://schemas.microsoft.com/office/drawing/2014/main" val="3474725826"/>
                    </a:ext>
                  </a:extLst>
                </a:gridCol>
                <a:gridCol w="702820">
                  <a:extLst>
                    <a:ext uri="{9D8B030D-6E8A-4147-A177-3AD203B41FA5}">
                      <a16:colId xmlns:a16="http://schemas.microsoft.com/office/drawing/2014/main" val="2261928765"/>
                    </a:ext>
                  </a:extLst>
                </a:gridCol>
                <a:gridCol w="948716">
                  <a:extLst>
                    <a:ext uri="{9D8B030D-6E8A-4147-A177-3AD203B41FA5}">
                      <a16:colId xmlns:a16="http://schemas.microsoft.com/office/drawing/2014/main" val="1939774649"/>
                    </a:ext>
                  </a:extLst>
                </a:gridCol>
              </a:tblGrid>
              <a:tr h="89098">
                <a:tc rowSpan="2"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모델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호기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진행 계획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151751"/>
                  </a:ext>
                </a:extLst>
              </a:tr>
              <a:tr h="890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컨셉 검토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데이터 분석</a:t>
                      </a:r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Code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개발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기능 검증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양산 적용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816347"/>
                  </a:ext>
                </a:extLst>
              </a:tr>
              <a:tr h="89098">
                <a:tc>
                  <a:txBody>
                    <a:bodyPr/>
                    <a:lstStyle/>
                    <a:p>
                      <a:pPr algn="ctr" fontAlgn="ctr" latinLnBrk="0"/>
                      <a:r>
                        <a:rPr kumimoji="0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JF2</a:t>
                      </a:r>
                      <a:endParaRPr kumimoji="0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MI_HL </a:t>
                      </a:r>
                      <a:r>
                        <a:rPr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양극</a:t>
                      </a:r>
                      <a:r>
                        <a:rPr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5</a:t>
                      </a:r>
                      <a:r>
                        <a:rPr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호기</a:t>
                      </a:r>
                      <a:endParaRPr kumimoji="0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kumimoji="0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‘25.01</a:t>
                      </a:r>
                      <a:endParaRPr kumimoji="0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kumimoji="0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‘25.03</a:t>
                      </a:r>
                      <a:endParaRPr kumimoji="0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kumimoji="0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‘25.05</a:t>
                      </a:r>
                      <a:endParaRPr kumimoji="0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kumimoji="0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~ ‘26.3</a:t>
                      </a:r>
                      <a:endParaRPr kumimoji="0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kumimoji="0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’26.06 (</a:t>
                      </a:r>
                      <a:r>
                        <a:rPr kumimoji="0" lang="ko-KR" alt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0" lang="en-US" altLang="ko-KR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3656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23E02557-AA46-6C11-15F5-1D0845D56B80}"/>
              </a:ext>
            </a:extLst>
          </p:cNvPr>
          <p:cNvGrpSpPr/>
          <p:nvPr/>
        </p:nvGrpSpPr>
        <p:grpSpPr>
          <a:xfrm>
            <a:off x="5226997" y="2997795"/>
            <a:ext cx="3169672" cy="1325040"/>
            <a:chOff x="557070" y="2671227"/>
            <a:chExt cx="3848657" cy="171451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0F5E856-15A0-94CB-D5B6-8C8FA9710992}"/>
                </a:ext>
              </a:extLst>
            </p:cNvPr>
            <p:cNvSpPr txBox="1"/>
            <p:nvPr/>
          </p:nvSpPr>
          <p:spPr>
            <a:xfrm>
              <a:off x="1878606" y="2743044"/>
              <a:ext cx="216000" cy="108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CTQ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D92620E-ABCF-CDE3-D2F0-99E2B9A8FB44}"/>
                </a:ext>
              </a:extLst>
            </p:cNvPr>
            <p:cNvSpPr txBox="1"/>
            <p:nvPr/>
          </p:nvSpPr>
          <p:spPr>
            <a:xfrm>
              <a:off x="809070" y="2743044"/>
              <a:ext cx="216000" cy="108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CTP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0089EED-870B-D1BB-4BFD-A3C87051564F}"/>
                </a:ext>
              </a:extLst>
            </p:cNvPr>
            <p:cNvSpPr txBox="1"/>
            <p:nvPr/>
          </p:nvSpPr>
          <p:spPr>
            <a:xfrm>
              <a:off x="1233274" y="2671227"/>
              <a:ext cx="500730" cy="983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b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순차 절연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241FFEE-F57D-4335-F952-181508B0ED8F}"/>
                </a:ext>
              </a:extLst>
            </p:cNvPr>
            <p:cNvSpPr/>
            <p:nvPr/>
          </p:nvSpPr>
          <p:spPr>
            <a:xfrm>
              <a:off x="1626606" y="3437059"/>
              <a:ext cx="720000" cy="1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폭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절연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275DF60-D686-0782-7CAD-3FB1321817CD}"/>
                </a:ext>
              </a:extLst>
            </p:cNvPr>
            <p:cNvSpPr/>
            <p:nvPr/>
          </p:nvSpPr>
          <p:spPr>
            <a:xfrm>
              <a:off x="1626605" y="3819597"/>
              <a:ext cx="720000" cy="1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Overlay_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절연</a:t>
              </a: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E9552366-ABFD-5594-B91F-D029165D468A}"/>
                </a:ext>
              </a:extLst>
            </p:cNvPr>
            <p:cNvCxnSpPr>
              <a:cxnSpLocks/>
              <a:stCxn id="9" idx="3"/>
              <a:endCxn id="6" idx="1"/>
            </p:cNvCxnSpPr>
            <p:nvPr/>
          </p:nvCxnSpPr>
          <p:spPr>
            <a:xfrm>
              <a:off x="1277070" y="3518059"/>
              <a:ext cx="349536" cy="0"/>
            </a:xfrm>
            <a:prstGeom prst="straightConnector1">
              <a:avLst/>
            </a:prstGeom>
            <a:ln w="9525" cap="rnd">
              <a:solidFill>
                <a:srgbClr val="00B0F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1CC4820-897D-3E25-AB79-796925FFC0A2}"/>
                </a:ext>
              </a:extLst>
            </p:cNvPr>
            <p:cNvSpPr/>
            <p:nvPr/>
          </p:nvSpPr>
          <p:spPr>
            <a:xfrm>
              <a:off x="557070" y="3437059"/>
              <a:ext cx="720000" cy="162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절연 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Pump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RPM</a:t>
              </a:r>
              <a:endParaRPr lang="ko-KR" altLang="en-US" sz="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B1AD527-B75B-84D5-D231-8F7D43020CB2}"/>
                </a:ext>
              </a:extLst>
            </p:cNvPr>
            <p:cNvSpPr/>
            <p:nvPr/>
          </p:nvSpPr>
          <p:spPr>
            <a:xfrm>
              <a:off x="557070" y="3628328"/>
              <a:ext cx="720000" cy="162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en-US" altLang="ko-KR" sz="600" b="1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Mini Die Gap</a:t>
              </a:r>
              <a:endParaRPr lang="ko-KR" altLang="en-US" sz="6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2718DD-6CB4-9EC9-0EDE-3A7F446C84E5}"/>
                </a:ext>
              </a:extLst>
            </p:cNvPr>
            <p:cNvSpPr/>
            <p:nvPr/>
          </p:nvSpPr>
          <p:spPr>
            <a:xfrm>
              <a:off x="557070" y="3819597"/>
              <a:ext cx="720000" cy="162000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83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en-US" altLang="ko-KR" sz="600" b="1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/>
                </a:rPr>
                <a:t>Mini Die [x axis] </a:t>
              </a:r>
              <a:endParaRPr lang="ko-KR" altLang="en-US" sz="6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/>
              </a:endParaRP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011C0FFD-7D30-96F4-043F-64A2818B6FC1}"/>
                </a:ext>
              </a:extLst>
            </p:cNvPr>
            <p:cNvCxnSpPr>
              <a:cxnSpLocks/>
              <a:stCxn id="10" idx="3"/>
              <a:endCxn id="6" idx="1"/>
            </p:cNvCxnSpPr>
            <p:nvPr/>
          </p:nvCxnSpPr>
          <p:spPr>
            <a:xfrm flipV="1">
              <a:off x="1277070" y="3518059"/>
              <a:ext cx="349536" cy="191269"/>
            </a:xfrm>
            <a:prstGeom prst="straightConnector1">
              <a:avLst/>
            </a:prstGeom>
            <a:ln w="9525" cap="rnd">
              <a:solidFill>
                <a:srgbClr val="00B0F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1F43ADCB-F933-E00F-4E98-CADE14C4EB21}"/>
                </a:ext>
              </a:extLst>
            </p:cNvPr>
            <p:cNvCxnSpPr>
              <a:cxnSpLocks/>
              <a:stCxn id="11" idx="3"/>
              <a:endCxn id="7" idx="1"/>
            </p:cNvCxnSpPr>
            <p:nvPr/>
          </p:nvCxnSpPr>
          <p:spPr>
            <a:xfrm>
              <a:off x="1277070" y="3900597"/>
              <a:ext cx="349535" cy="0"/>
            </a:xfrm>
            <a:prstGeom prst="straightConnector1">
              <a:avLst/>
            </a:prstGeom>
            <a:ln w="9525" cap="rnd">
              <a:solidFill>
                <a:srgbClr val="00B0F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566AD26-041C-8CC4-74F0-F42FF396974F}"/>
                </a:ext>
              </a:extLst>
            </p:cNvPr>
            <p:cNvSpPr/>
            <p:nvPr/>
          </p:nvSpPr>
          <p:spPr>
            <a:xfrm>
              <a:off x="557070" y="2853731"/>
              <a:ext cx="720000" cy="16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 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Pump RPM</a:t>
              </a:r>
              <a:endParaRPr lang="ko-KR" altLang="en-US" sz="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ABE8332-FB87-CD1B-E99A-AFB0F41CC8DB}"/>
                </a:ext>
              </a:extLst>
            </p:cNvPr>
            <p:cNvSpPr/>
            <p:nvPr/>
          </p:nvSpPr>
          <p:spPr>
            <a:xfrm>
              <a:off x="557070" y="3044999"/>
              <a:ext cx="720000" cy="16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Die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Gap(L/R/C)</a:t>
              </a:r>
              <a:endParaRPr lang="ko-KR" altLang="en-US" sz="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F044FF8-3F00-1C3A-83E9-9DBF594A482E}"/>
                </a:ext>
              </a:extLst>
            </p:cNvPr>
            <p:cNvSpPr/>
            <p:nvPr/>
          </p:nvSpPr>
          <p:spPr>
            <a:xfrm>
              <a:off x="557070" y="3236267"/>
              <a:ext cx="720000" cy="16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CPC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Position</a:t>
              </a:r>
              <a:endParaRPr lang="ko-KR" altLang="en-US" sz="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698387B-B047-5C3C-2B2C-3EE84EA69806}"/>
                </a:ext>
              </a:extLst>
            </p:cNvPr>
            <p:cNvSpPr/>
            <p:nvPr/>
          </p:nvSpPr>
          <p:spPr>
            <a:xfrm>
              <a:off x="1626606" y="2853731"/>
              <a:ext cx="720000" cy="16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로딩량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32FDC59-58D0-4973-BB27-056C1AAB33AF}"/>
                </a:ext>
              </a:extLst>
            </p:cNvPr>
            <p:cNvSpPr/>
            <p:nvPr/>
          </p:nvSpPr>
          <p:spPr>
            <a:xfrm>
              <a:off x="1626606" y="3628328"/>
              <a:ext cx="720000" cy="1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두께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절연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D418137-7DFC-0BBF-7333-5BA080A7EB26}"/>
                </a:ext>
              </a:extLst>
            </p:cNvPr>
            <p:cNvSpPr/>
            <p:nvPr/>
          </p:nvSpPr>
          <p:spPr>
            <a:xfrm>
              <a:off x="1626605" y="3044999"/>
              <a:ext cx="720000" cy="16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폭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807AEA0-2D7A-AC9E-20C5-D0B9FA54572F}"/>
                </a:ext>
              </a:extLst>
            </p:cNvPr>
            <p:cNvSpPr/>
            <p:nvPr/>
          </p:nvSpPr>
          <p:spPr>
            <a:xfrm>
              <a:off x="1626605" y="3236267"/>
              <a:ext cx="720000" cy="16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미스매치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</a:t>
              </a: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29BB9171-D135-36C3-D24C-AAA3C1A40C7C}"/>
                </a:ext>
              </a:extLst>
            </p:cNvPr>
            <p:cNvCxnSpPr>
              <a:cxnSpLocks/>
              <a:stCxn id="24" idx="3"/>
              <a:endCxn id="28" idx="1"/>
            </p:cNvCxnSpPr>
            <p:nvPr/>
          </p:nvCxnSpPr>
          <p:spPr>
            <a:xfrm>
              <a:off x="1277070" y="3317267"/>
              <a:ext cx="349535" cy="0"/>
            </a:xfrm>
            <a:prstGeom prst="straightConnector1">
              <a:avLst/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2769C76-3D85-FF41-9927-D31F995C12CC}"/>
                </a:ext>
              </a:extLst>
            </p:cNvPr>
            <p:cNvGrpSpPr/>
            <p:nvPr/>
          </p:nvGrpSpPr>
          <p:grpSpPr>
            <a:xfrm>
              <a:off x="585644" y="4105848"/>
              <a:ext cx="508997" cy="98396"/>
              <a:chOff x="560184" y="4053016"/>
              <a:chExt cx="508997" cy="98396"/>
            </a:xfrm>
          </p:grpSpPr>
          <p:cxnSp>
            <p:nvCxnSpPr>
              <p:cNvPr id="208" name="직선 화살표 연결선 207">
                <a:extLst>
                  <a:ext uri="{FF2B5EF4-FFF2-40B4-BE49-F238E27FC236}">
                    <a16:creationId xmlns:a16="http://schemas.microsoft.com/office/drawing/2014/main" id="{0DE70250-9D47-AFD2-B008-07CE0B795E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184" y="4106877"/>
                <a:ext cx="200756" cy="0"/>
              </a:xfrm>
              <a:prstGeom prst="straightConnector1">
                <a:avLst/>
              </a:prstGeom>
              <a:ln w="9525" cap="rnd">
                <a:solidFill>
                  <a:schemeClr val="tx1">
                    <a:alpha val="70000"/>
                  </a:schemeClr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765166BB-BFEB-E232-7915-23102FFFA028}"/>
                  </a:ext>
                </a:extLst>
              </p:cNvPr>
              <p:cNvSpPr txBox="1"/>
              <p:nvPr/>
            </p:nvSpPr>
            <p:spPr>
              <a:xfrm>
                <a:off x="800033" y="4053016"/>
                <a:ext cx="269148" cy="983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b="1" err="1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주영향</a:t>
                </a:r>
                <a:endParaRPr lang="ko-KR" altLang="en-US" sz="600" b="1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F01124E4-B55F-30CD-6A6E-F0F0CD856C9D}"/>
                </a:ext>
              </a:extLst>
            </p:cNvPr>
            <p:cNvCxnSpPr>
              <a:cxnSpLocks/>
              <a:stCxn id="22" idx="3"/>
              <a:endCxn id="25" idx="1"/>
            </p:cNvCxnSpPr>
            <p:nvPr/>
          </p:nvCxnSpPr>
          <p:spPr>
            <a:xfrm>
              <a:off x="1277070" y="2934731"/>
              <a:ext cx="349536" cy="0"/>
            </a:xfrm>
            <a:prstGeom prst="straightConnector1">
              <a:avLst/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A83BBDF-C35E-12CA-9ADA-D4F4B579E052}"/>
                </a:ext>
              </a:extLst>
            </p:cNvPr>
            <p:cNvSpPr txBox="1"/>
            <p:nvPr/>
          </p:nvSpPr>
          <p:spPr>
            <a:xfrm>
              <a:off x="3925027" y="2743044"/>
              <a:ext cx="216000" cy="928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CTQ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70CCFE3-236F-9348-9FB2-D5A966384A7A}"/>
                </a:ext>
              </a:extLst>
            </p:cNvPr>
            <p:cNvSpPr txBox="1"/>
            <p:nvPr/>
          </p:nvSpPr>
          <p:spPr>
            <a:xfrm>
              <a:off x="2855492" y="2743044"/>
              <a:ext cx="216000" cy="928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algn="r">
                <a:defRPr sz="7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en-US" altLang="ko-KR" sz="600"/>
                <a:t>CTP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2DB441-F278-13BD-880C-D502C8E17D7B}"/>
                </a:ext>
              </a:extLst>
            </p:cNvPr>
            <p:cNvSpPr txBox="1"/>
            <p:nvPr/>
          </p:nvSpPr>
          <p:spPr>
            <a:xfrm>
              <a:off x="3268383" y="2671227"/>
              <a:ext cx="500730" cy="983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b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동시 절연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3EC6809-5A01-D203-C1DF-B0D94211334D}"/>
                </a:ext>
              </a:extLst>
            </p:cNvPr>
            <p:cNvSpPr/>
            <p:nvPr/>
          </p:nvSpPr>
          <p:spPr>
            <a:xfrm>
              <a:off x="3673028" y="3440881"/>
              <a:ext cx="720000" cy="1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폭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절연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1A71C22-C04E-BFC1-F962-6EC08717FD02}"/>
                </a:ext>
              </a:extLst>
            </p:cNvPr>
            <p:cNvSpPr/>
            <p:nvPr/>
          </p:nvSpPr>
          <p:spPr>
            <a:xfrm>
              <a:off x="3673027" y="3832313"/>
              <a:ext cx="720000" cy="1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Overlay_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절연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09F02DB5-3B16-AFF4-19AE-75E95325FF21}"/>
                </a:ext>
              </a:extLst>
            </p:cNvPr>
            <p:cNvCxnSpPr>
              <a:cxnSpLocks/>
              <a:stCxn id="42" idx="3"/>
              <a:endCxn id="39" idx="1"/>
            </p:cNvCxnSpPr>
            <p:nvPr/>
          </p:nvCxnSpPr>
          <p:spPr>
            <a:xfrm>
              <a:off x="3323492" y="3518177"/>
              <a:ext cx="349536" cy="3704"/>
            </a:xfrm>
            <a:prstGeom prst="straightConnector1">
              <a:avLst/>
            </a:prstGeom>
            <a:ln w="9525" cap="rnd">
              <a:solidFill>
                <a:srgbClr val="00B0F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8F62F46-9535-890C-6977-2C67AC3D5FC6}"/>
                </a:ext>
              </a:extLst>
            </p:cNvPr>
            <p:cNvSpPr/>
            <p:nvPr/>
          </p:nvSpPr>
          <p:spPr>
            <a:xfrm>
              <a:off x="2603492" y="3437295"/>
              <a:ext cx="720000" cy="1617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절연 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Pump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RPM</a:t>
              </a:r>
              <a:endParaRPr lang="ko-KR" altLang="en-US" sz="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7F7392DA-DD8C-CF63-7E65-17EFA90400FE}"/>
                </a:ext>
              </a:extLst>
            </p:cNvPr>
            <p:cNvCxnSpPr>
              <a:cxnSpLocks/>
              <a:stCxn id="42" idx="3"/>
              <a:endCxn id="48" idx="1"/>
            </p:cNvCxnSpPr>
            <p:nvPr/>
          </p:nvCxnSpPr>
          <p:spPr>
            <a:xfrm>
              <a:off x="3323492" y="3518177"/>
              <a:ext cx="349536" cy="199421"/>
            </a:xfrm>
            <a:prstGeom prst="straightConnector1">
              <a:avLst/>
            </a:prstGeom>
            <a:ln w="9525" cap="rnd">
              <a:solidFill>
                <a:srgbClr val="00B0F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93B1CBA-AB38-6BB1-8CF7-D33CF5ADB8BE}"/>
                </a:ext>
              </a:extLst>
            </p:cNvPr>
            <p:cNvSpPr/>
            <p:nvPr/>
          </p:nvSpPr>
          <p:spPr>
            <a:xfrm>
              <a:off x="2603492" y="2853731"/>
              <a:ext cx="720000" cy="1617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 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Pump RPM</a:t>
              </a:r>
              <a:endParaRPr lang="ko-KR" altLang="en-US" sz="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D4ADA5D-F544-3100-EBE1-0245A69746FD}"/>
                </a:ext>
              </a:extLst>
            </p:cNvPr>
            <p:cNvSpPr/>
            <p:nvPr/>
          </p:nvSpPr>
          <p:spPr>
            <a:xfrm>
              <a:off x="2603492" y="3045117"/>
              <a:ext cx="720000" cy="1617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Die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Gap(L/R/C)</a:t>
              </a:r>
              <a:endParaRPr lang="ko-KR" altLang="en-US" sz="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312C35C-7960-4F73-7D04-18768B3E3E54}"/>
                </a:ext>
              </a:extLst>
            </p:cNvPr>
            <p:cNvSpPr/>
            <p:nvPr/>
          </p:nvSpPr>
          <p:spPr>
            <a:xfrm>
              <a:off x="2603492" y="3236503"/>
              <a:ext cx="720000" cy="1617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CPC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Position</a:t>
              </a:r>
              <a:endParaRPr lang="ko-KR" altLang="en-US" sz="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E047231-F2CE-80D6-4515-627401CF1902}"/>
                </a:ext>
              </a:extLst>
            </p:cNvPr>
            <p:cNvSpPr/>
            <p:nvPr/>
          </p:nvSpPr>
          <p:spPr>
            <a:xfrm>
              <a:off x="3673028" y="2853731"/>
              <a:ext cx="720000" cy="16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로딩량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38A367C-D84B-9BD6-0E89-332C1F010EAA}"/>
                </a:ext>
              </a:extLst>
            </p:cNvPr>
            <p:cNvSpPr/>
            <p:nvPr/>
          </p:nvSpPr>
          <p:spPr>
            <a:xfrm>
              <a:off x="3673028" y="3636597"/>
              <a:ext cx="720000" cy="1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두께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절연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DA2137A-75C3-AED2-E4CE-F3767FD6F411}"/>
                </a:ext>
              </a:extLst>
            </p:cNvPr>
            <p:cNvSpPr/>
            <p:nvPr/>
          </p:nvSpPr>
          <p:spPr>
            <a:xfrm>
              <a:off x="3673027" y="3049448"/>
              <a:ext cx="720000" cy="16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폭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71389595-22EF-7067-6CA8-B2BEF158E7BF}"/>
                </a:ext>
              </a:extLst>
            </p:cNvPr>
            <p:cNvSpPr/>
            <p:nvPr/>
          </p:nvSpPr>
          <p:spPr>
            <a:xfrm>
              <a:off x="3673027" y="3245164"/>
              <a:ext cx="720000" cy="16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미스매치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</a:t>
              </a: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431E87E5-0F7F-EB02-A66C-027D732ABE24}"/>
                </a:ext>
              </a:extLst>
            </p:cNvPr>
            <p:cNvCxnSpPr>
              <a:cxnSpLocks/>
              <a:stCxn id="46" idx="3"/>
              <a:endCxn id="50" idx="1"/>
            </p:cNvCxnSpPr>
            <p:nvPr/>
          </p:nvCxnSpPr>
          <p:spPr>
            <a:xfrm>
              <a:off x="3323492" y="3317386"/>
              <a:ext cx="349535" cy="8779"/>
            </a:xfrm>
            <a:prstGeom prst="straightConnector1">
              <a:avLst/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7429628A-BB69-7C47-EDE5-241307E314C8}"/>
                </a:ext>
              </a:extLst>
            </p:cNvPr>
            <p:cNvCxnSpPr>
              <a:cxnSpLocks/>
              <a:stCxn id="44" idx="3"/>
              <a:endCxn id="47" idx="1"/>
            </p:cNvCxnSpPr>
            <p:nvPr/>
          </p:nvCxnSpPr>
          <p:spPr>
            <a:xfrm>
              <a:off x="3323492" y="2934613"/>
              <a:ext cx="349536" cy="118"/>
            </a:xfrm>
            <a:prstGeom prst="straightConnector1">
              <a:avLst/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D7E52A92-C478-6AFA-A2D4-96686DDAD1EA}"/>
                </a:ext>
              </a:extLst>
            </p:cNvPr>
            <p:cNvCxnSpPr>
              <a:cxnSpLocks/>
              <a:stCxn id="45" idx="3"/>
              <a:endCxn id="49" idx="1"/>
            </p:cNvCxnSpPr>
            <p:nvPr/>
          </p:nvCxnSpPr>
          <p:spPr>
            <a:xfrm>
              <a:off x="3323492" y="3125999"/>
              <a:ext cx="349535" cy="4449"/>
            </a:xfrm>
            <a:prstGeom prst="straightConnector1">
              <a:avLst/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B97C39E7-1929-9EC1-3628-3C5DF12794BC}"/>
                </a:ext>
              </a:extLst>
            </p:cNvPr>
            <p:cNvCxnSpPr>
              <a:cxnSpLocks/>
              <a:stCxn id="45" idx="3"/>
              <a:endCxn id="39" idx="1"/>
            </p:cNvCxnSpPr>
            <p:nvPr/>
          </p:nvCxnSpPr>
          <p:spPr>
            <a:xfrm>
              <a:off x="3323492" y="3125999"/>
              <a:ext cx="349536" cy="395882"/>
            </a:xfrm>
            <a:prstGeom prst="straightConnector1">
              <a:avLst/>
            </a:prstGeom>
            <a:ln w="9525" cap="rnd">
              <a:solidFill>
                <a:srgbClr val="FF000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C073667-301F-480F-E8D8-FD12DA19AAAA}"/>
                </a:ext>
              </a:extLst>
            </p:cNvPr>
            <p:cNvSpPr/>
            <p:nvPr/>
          </p:nvSpPr>
          <p:spPr>
            <a:xfrm>
              <a:off x="1626604" y="4025000"/>
              <a:ext cx="720000" cy="162000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Gap 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불량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절연</a:t>
              </a: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CA8E4AE5-DD44-FC99-C52A-A2F9242E0C2D}"/>
                </a:ext>
              </a:extLst>
            </p:cNvPr>
            <p:cNvCxnSpPr>
              <a:cxnSpLocks/>
              <a:stCxn id="42" idx="3"/>
              <a:endCxn id="40" idx="1"/>
            </p:cNvCxnSpPr>
            <p:nvPr/>
          </p:nvCxnSpPr>
          <p:spPr>
            <a:xfrm>
              <a:off x="3323492" y="3518177"/>
              <a:ext cx="349535" cy="395137"/>
            </a:xfrm>
            <a:prstGeom prst="straightConnector1">
              <a:avLst/>
            </a:prstGeom>
            <a:ln w="9525" cap="rnd">
              <a:solidFill>
                <a:srgbClr val="00B0F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4DF7F6F4-7371-01AA-6BDF-4C17EF0241F4}"/>
                </a:ext>
              </a:extLst>
            </p:cNvPr>
            <p:cNvCxnSpPr>
              <a:cxnSpLocks/>
              <a:stCxn id="45" idx="3"/>
              <a:endCxn id="47" idx="1"/>
            </p:cNvCxnSpPr>
            <p:nvPr/>
          </p:nvCxnSpPr>
          <p:spPr>
            <a:xfrm flipV="1">
              <a:off x="3323492" y="2934731"/>
              <a:ext cx="349536" cy="191268"/>
            </a:xfrm>
            <a:prstGeom prst="straightConnector1">
              <a:avLst/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2E411A0B-A453-4DF4-5767-46456CAA1BD4}"/>
                </a:ext>
              </a:extLst>
            </p:cNvPr>
            <p:cNvCxnSpPr>
              <a:cxnSpLocks/>
              <a:stCxn id="23" idx="3"/>
              <a:endCxn id="27" idx="1"/>
            </p:cNvCxnSpPr>
            <p:nvPr/>
          </p:nvCxnSpPr>
          <p:spPr>
            <a:xfrm>
              <a:off x="1277070" y="3125999"/>
              <a:ext cx="349535" cy="0"/>
            </a:xfrm>
            <a:prstGeom prst="straightConnector1">
              <a:avLst/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23307498-908F-FAFF-7D8D-4B7D2B180CA5}"/>
                </a:ext>
              </a:extLst>
            </p:cNvPr>
            <p:cNvCxnSpPr>
              <a:cxnSpLocks/>
              <a:stCxn id="23" idx="3"/>
              <a:endCxn id="28" idx="1"/>
            </p:cNvCxnSpPr>
            <p:nvPr/>
          </p:nvCxnSpPr>
          <p:spPr>
            <a:xfrm>
              <a:off x="1277070" y="3125999"/>
              <a:ext cx="349535" cy="191268"/>
            </a:xfrm>
            <a:prstGeom prst="straightConnector1">
              <a:avLst/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80B8FB09-B8C6-23CD-257B-C008F2C8BFBD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1277070" y="2934731"/>
              <a:ext cx="349536" cy="191268"/>
            </a:xfrm>
            <a:prstGeom prst="straightConnector1">
              <a:avLst/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BD9FDBAA-1178-D093-FB16-7A0A4045C58F}"/>
                </a:ext>
              </a:extLst>
            </p:cNvPr>
            <p:cNvSpPr/>
            <p:nvPr/>
          </p:nvSpPr>
          <p:spPr>
            <a:xfrm>
              <a:off x="3673027" y="4028030"/>
              <a:ext cx="720000" cy="162000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>
              <a:noAutofit/>
            </a:bodyPr>
            <a:lstStyle/>
            <a:p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Gap 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불량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_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절연</a:t>
              </a:r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30F783C7-2145-DC44-624A-052ADAA72572}"/>
                </a:ext>
              </a:extLst>
            </p:cNvPr>
            <p:cNvCxnSpPr>
              <a:cxnSpLocks/>
              <a:stCxn id="45" idx="3"/>
              <a:endCxn id="61" idx="1"/>
            </p:cNvCxnSpPr>
            <p:nvPr/>
          </p:nvCxnSpPr>
          <p:spPr>
            <a:xfrm>
              <a:off x="3323492" y="3125999"/>
              <a:ext cx="349535" cy="983031"/>
            </a:xfrm>
            <a:prstGeom prst="straightConnector1">
              <a:avLst/>
            </a:prstGeom>
            <a:ln w="9525" cap="rnd">
              <a:solidFill>
                <a:srgbClr val="FF000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8D50D15A-1E99-034D-5F74-3A45C18762E0}"/>
                </a:ext>
              </a:extLst>
            </p:cNvPr>
            <p:cNvCxnSpPr>
              <a:cxnSpLocks/>
              <a:stCxn id="11" idx="3"/>
              <a:endCxn id="55" idx="1"/>
            </p:cNvCxnSpPr>
            <p:nvPr/>
          </p:nvCxnSpPr>
          <p:spPr>
            <a:xfrm>
              <a:off x="1277070" y="3900597"/>
              <a:ext cx="349534" cy="205403"/>
            </a:xfrm>
            <a:prstGeom prst="straightConnector1">
              <a:avLst/>
            </a:prstGeom>
            <a:ln w="9525" cap="rnd">
              <a:solidFill>
                <a:srgbClr val="FFC00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화살표 연결선 191">
              <a:extLst>
                <a:ext uri="{FF2B5EF4-FFF2-40B4-BE49-F238E27FC236}">
                  <a16:creationId xmlns:a16="http://schemas.microsoft.com/office/drawing/2014/main" id="{225DD041-E8FD-BF09-8CE7-D16C8081FAA3}"/>
                </a:ext>
              </a:extLst>
            </p:cNvPr>
            <p:cNvCxnSpPr>
              <a:cxnSpLocks/>
              <a:stCxn id="42" idx="3"/>
              <a:endCxn id="61" idx="1"/>
            </p:cNvCxnSpPr>
            <p:nvPr/>
          </p:nvCxnSpPr>
          <p:spPr>
            <a:xfrm>
              <a:off x="3323492" y="3518177"/>
              <a:ext cx="349535" cy="590854"/>
            </a:xfrm>
            <a:prstGeom prst="straightConnector1">
              <a:avLst/>
            </a:prstGeom>
            <a:ln w="9525" cap="rnd">
              <a:solidFill>
                <a:srgbClr val="FFC00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그룹 192">
              <a:extLst>
                <a:ext uri="{FF2B5EF4-FFF2-40B4-BE49-F238E27FC236}">
                  <a16:creationId xmlns:a16="http://schemas.microsoft.com/office/drawing/2014/main" id="{AF8A27AE-CED6-179A-42FD-83BB9C452F30}"/>
                </a:ext>
              </a:extLst>
            </p:cNvPr>
            <p:cNvGrpSpPr/>
            <p:nvPr/>
          </p:nvGrpSpPr>
          <p:grpSpPr>
            <a:xfrm>
              <a:off x="2554458" y="4269732"/>
              <a:ext cx="988889" cy="98396"/>
              <a:chOff x="560184" y="4053016"/>
              <a:chExt cx="988889" cy="98396"/>
            </a:xfrm>
          </p:grpSpPr>
          <p:cxnSp>
            <p:nvCxnSpPr>
              <p:cNvPr id="206" name="직선 화살표 연결선 205">
                <a:extLst>
                  <a:ext uri="{FF2B5EF4-FFF2-40B4-BE49-F238E27FC236}">
                    <a16:creationId xmlns:a16="http://schemas.microsoft.com/office/drawing/2014/main" id="{3FB47DDD-D17C-8653-6F7A-0A2EA6E949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184" y="4106877"/>
                <a:ext cx="200756" cy="0"/>
              </a:xfrm>
              <a:prstGeom prst="straightConnector1">
                <a:avLst/>
              </a:prstGeom>
              <a:ln w="9525" cap="rnd">
                <a:solidFill>
                  <a:srgbClr val="FF0000">
                    <a:alpha val="70000"/>
                  </a:srgbClr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0338924E-750D-6741-93BD-792837E8F05C}"/>
                  </a:ext>
                </a:extLst>
              </p:cNvPr>
              <p:cNvSpPr txBox="1"/>
              <p:nvPr/>
            </p:nvSpPr>
            <p:spPr>
              <a:xfrm>
                <a:off x="800033" y="4053016"/>
                <a:ext cx="749040" cy="983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b="1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상호영향</a:t>
                </a:r>
              </a:p>
            </p:txBody>
          </p:sp>
        </p:grpSp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881E303B-9B38-0068-55DA-67A64B7DD4F0}"/>
                </a:ext>
              </a:extLst>
            </p:cNvPr>
            <p:cNvGrpSpPr/>
            <p:nvPr/>
          </p:nvGrpSpPr>
          <p:grpSpPr>
            <a:xfrm>
              <a:off x="2554458" y="4113615"/>
              <a:ext cx="508997" cy="98396"/>
              <a:chOff x="560184" y="4053016"/>
              <a:chExt cx="508997" cy="98396"/>
            </a:xfrm>
          </p:grpSpPr>
          <p:cxnSp>
            <p:nvCxnSpPr>
              <p:cNvPr id="204" name="직선 화살표 연결선 203">
                <a:extLst>
                  <a:ext uri="{FF2B5EF4-FFF2-40B4-BE49-F238E27FC236}">
                    <a16:creationId xmlns:a16="http://schemas.microsoft.com/office/drawing/2014/main" id="{0B3CF0B0-563A-A271-FB06-30B653F751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184" y="4106877"/>
                <a:ext cx="200756" cy="0"/>
              </a:xfrm>
              <a:prstGeom prst="straightConnector1">
                <a:avLst/>
              </a:prstGeom>
              <a:ln w="9525" cap="rnd">
                <a:solidFill>
                  <a:schemeClr val="tx1">
                    <a:alpha val="70000"/>
                  </a:schemeClr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B876C56-8BD0-38D2-F3B7-5890A7A37A4B}"/>
                  </a:ext>
                </a:extLst>
              </p:cNvPr>
              <p:cNvSpPr txBox="1"/>
              <p:nvPr/>
            </p:nvSpPr>
            <p:spPr>
              <a:xfrm>
                <a:off x="800033" y="4053016"/>
                <a:ext cx="269148" cy="983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b="1" err="1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주영향</a:t>
                </a:r>
                <a:endParaRPr lang="ko-KR" altLang="en-US" sz="600" b="1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cxnSp>
          <p:nvCxnSpPr>
            <p:cNvPr id="195" name="직선 화살표 연결선 194">
              <a:extLst>
                <a:ext uri="{FF2B5EF4-FFF2-40B4-BE49-F238E27FC236}">
                  <a16:creationId xmlns:a16="http://schemas.microsoft.com/office/drawing/2014/main" id="{3B9D92F3-70B4-85ED-F6CE-2684BD5C5DF7}"/>
                </a:ext>
              </a:extLst>
            </p:cNvPr>
            <p:cNvCxnSpPr>
              <a:cxnSpLocks/>
              <a:stCxn id="10" idx="3"/>
              <a:endCxn id="26" idx="1"/>
            </p:cNvCxnSpPr>
            <p:nvPr/>
          </p:nvCxnSpPr>
          <p:spPr>
            <a:xfrm>
              <a:off x="1277070" y="3709328"/>
              <a:ext cx="349536" cy="0"/>
            </a:xfrm>
            <a:prstGeom prst="straightConnector1">
              <a:avLst/>
            </a:prstGeom>
            <a:ln w="9525" cap="rnd">
              <a:solidFill>
                <a:srgbClr val="00B0F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화살표 연결선 195">
              <a:extLst>
                <a:ext uri="{FF2B5EF4-FFF2-40B4-BE49-F238E27FC236}">
                  <a16:creationId xmlns:a16="http://schemas.microsoft.com/office/drawing/2014/main" id="{296C96B4-FB19-2D3A-7B2A-C9FA79F17F3D}"/>
                </a:ext>
              </a:extLst>
            </p:cNvPr>
            <p:cNvCxnSpPr>
              <a:cxnSpLocks/>
              <a:stCxn id="9" idx="3"/>
              <a:endCxn id="26" idx="1"/>
            </p:cNvCxnSpPr>
            <p:nvPr/>
          </p:nvCxnSpPr>
          <p:spPr>
            <a:xfrm>
              <a:off x="1277070" y="3518059"/>
              <a:ext cx="349536" cy="191269"/>
            </a:xfrm>
            <a:prstGeom prst="straightConnector1">
              <a:avLst/>
            </a:prstGeom>
            <a:ln w="9525" cap="rnd">
              <a:solidFill>
                <a:srgbClr val="00B0F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168E8761-DB3A-3F75-540A-3F784961C83D}"/>
                </a:ext>
              </a:extLst>
            </p:cNvPr>
            <p:cNvSpPr/>
            <p:nvPr/>
          </p:nvSpPr>
          <p:spPr>
            <a:xfrm>
              <a:off x="3673026" y="4223744"/>
              <a:ext cx="723861" cy="162000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r>
                <a:rPr lang="ko-KR" altLang="en-US" sz="600" b="1" err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인터믹싱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라인</a:t>
              </a:r>
              <a:r>
                <a:rPr lang="en-US" altLang="ko-KR" sz="600" b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), </a:t>
              </a:r>
              <a:r>
                <a:rPr lang="ko-KR" altLang="en-US" sz="600" b="1" err="1">
                  <a:solidFill>
                    <a:prstClr val="black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핀홀</a:t>
              </a:r>
              <a:endParaRPr lang="ko-KR" altLang="en-US" sz="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98" name="직선 화살표 연결선 197">
              <a:extLst>
                <a:ext uri="{FF2B5EF4-FFF2-40B4-BE49-F238E27FC236}">
                  <a16:creationId xmlns:a16="http://schemas.microsoft.com/office/drawing/2014/main" id="{1508EB01-FE57-3382-B515-0F1BD6394669}"/>
                </a:ext>
              </a:extLst>
            </p:cNvPr>
            <p:cNvCxnSpPr>
              <a:cxnSpLocks/>
              <a:stCxn id="45" idx="3"/>
              <a:endCxn id="40" idx="1"/>
            </p:cNvCxnSpPr>
            <p:nvPr/>
          </p:nvCxnSpPr>
          <p:spPr>
            <a:xfrm>
              <a:off x="3323492" y="3125999"/>
              <a:ext cx="349535" cy="787315"/>
            </a:xfrm>
            <a:prstGeom prst="straightConnector1">
              <a:avLst/>
            </a:prstGeom>
            <a:ln w="9525" cap="rnd">
              <a:solidFill>
                <a:srgbClr val="FF000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화살표 연결선 198">
              <a:extLst>
                <a:ext uri="{FF2B5EF4-FFF2-40B4-BE49-F238E27FC236}">
                  <a16:creationId xmlns:a16="http://schemas.microsoft.com/office/drawing/2014/main" id="{9E6999B7-C8B9-CA29-214C-A83F52B3A30A}"/>
                </a:ext>
              </a:extLst>
            </p:cNvPr>
            <p:cNvCxnSpPr>
              <a:cxnSpLocks/>
              <a:stCxn id="45" idx="3"/>
              <a:endCxn id="197" idx="1"/>
            </p:cNvCxnSpPr>
            <p:nvPr/>
          </p:nvCxnSpPr>
          <p:spPr>
            <a:xfrm>
              <a:off x="3323491" y="3125998"/>
              <a:ext cx="349534" cy="1178746"/>
            </a:xfrm>
            <a:prstGeom prst="straightConnector1">
              <a:avLst/>
            </a:prstGeom>
            <a:ln w="9525" cap="rnd">
              <a:solidFill>
                <a:srgbClr val="FF000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화살표 연결선 199">
              <a:extLst>
                <a:ext uri="{FF2B5EF4-FFF2-40B4-BE49-F238E27FC236}">
                  <a16:creationId xmlns:a16="http://schemas.microsoft.com/office/drawing/2014/main" id="{275593C2-5A4A-6736-9B78-86C17ED7AA46}"/>
                </a:ext>
              </a:extLst>
            </p:cNvPr>
            <p:cNvCxnSpPr>
              <a:cxnSpLocks/>
              <a:stCxn id="42" idx="3"/>
              <a:endCxn id="197" idx="1"/>
            </p:cNvCxnSpPr>
            <p:nvPr/>
          </p:nvCxnSpPr>
          <p:spPr>
            <a:xfrm>
              <a:off x="3323491" y="3518177"/>
              <a:ext cx="349534" cy="786568"/>
            </a:xfrm>
            <a:prstGeom prst="straightConnector1">
              <a:avLst/>
            </a:prstGeom>
            <a:ln w="9525" cap="rnd">
              <a:solidFill>
                <a:srgbClr val="FFC000">
                  <a:alpha val="70000"/>
                </a:srgb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직선 화살표 연결선 200">
              <a:extLst>
                <a:ext uri="{FF2B5EF4-FFF2-40B4-BE49-F238E27FC236}">
                  <a16:creationId xmlns:a16="http://schemas.microsoft.com/office/drawing/2014/main" id="{07844D2D-9398-EB1E-0179-1D903EAD7054}"/>
                </a:ext>
              </a:extLst>
            </p:cNvPr>
            <p:cNvCxnSpPr>
              <a:cxnSpLocks/>
              <a:stCxn id="45" idx="3"/>
              <a:endCxn id="50" idx="1"/>
            </p:cNvCxnSpPr>
            <p:nvPr/>
          </p:nvCxnSpPr>
          <p:spPr>
            <a:xfrm>
              <a:off x="3323492" y="3125999"/>
              <a:ext cx="349535" cy="200166"/>
            </a:xfrm>
            <a:prstGeom prst="straightConnector1">
              <a:avLst/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연결선: 구부러짐 201">
              <a:extLst>
                <a:ext uri="{FF2B5EF4-FFF2-40B4-BE49-F238E27FC236}">
                  <a16:creationId xmlns:a16="http://schemas.microsoft.com/office/drawing/2014/main" id="{4933562B-B409-E696-B2EA-75FA90B3A855}"/>
                </a:ext>
              </a:extLst>
            </p:cNvPr>
            <p:cNvCxnSpPr>
              <a:stCxn id="49" idx="3"/>
              <a:endCxn id="61" idx="3"/>
            </p:cNvCxnSpPr>
            <p:nvPr/>
          </p:nvCxnSpPr>
          <p:spPr>
            <a:xfrm>
              <a:off x="4393027" y="3130448"/>
              <a:ext cx="12700" cy="978582"/>
            </a:xfrm>
            <a:prstGeom prst="curvedConnector3">
              <a:avLst>
                <a:gd name="adj1" fmla="val 1350000"/>
              </a:avLst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연결선: 구부러짐 202">
              <a:extLst>
                <a:ext uri="{FF2B5EF4-FFF2-40B4-BE49-F238E27FC236}">
                  <a16:creationId xmlns:a16="http://schemas.microsoft.com/office/drawing/2014/main" id="{D5A8997B-784F-8F1C-847F-A86F647B4C0B}"/>
                </a:ext>
              </a:extLst>
            </p:cNvPr>
            <p:cNvCxnSpPr>
              <a:cxnSpLocks/>
              <a:stCxn id="47" idx="3"/>
              <a:endCxn id="197" idx="3"/>
            </p:cNvCxnSpPr>
            <p:nvPr/>
          </p:nvCxnSpPr>
          <p:spPr>
            <a:xfrm>
              <a:off x="4393028" y="2934732"/>
              <a:ext cx="3859" cy="1370013"/>
            </a:xfrm>
            <a:prstGeom prst="curvedConnector3">
              <a:avLst>
                <a:gd name="adj1" fmla="val 7293203"/>
              </a:avLst>
            </a:prstGeom>
            <a:ln w="9525" cap="rnd">
              <a:solidFill>
                <a:schemeClr val="tx1">
                  <a:alpha val="70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7EA8924A-AE37-F1C9-2336-7B19AC67DC76}"/>
              </a:ext>
            </a:extLst>
          </p:cNvPr>
          <p:cNvGrpSpPr/>
          <p:nvPr/>
        </p:nvGrpSpPr>
        <p:grpSpPr>
          <a:xfrm>
            <a:off x="2605876" y="3190722"/>
            <a:ext cx="2541154" cy="816460"/>
            <a:chOff x="4558208" y="1058554"/>
            <a:chExt cx="3896169" cy="1251852"/>
          </a:xfrm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2A67208E-AF26-8EA9-DCE0-9ECE5BCDAC44}"/>
                </a:ext>
              </a:extLst>
            </p:cNvPr>
            <p:cNvSpPr/>
            <p:nvPr/>
          </p:nvSpPr>
          <p:spPr>
            <a:xfrm>
              <a:off x="4570041" y="1058554"/>
              <a:ext cx="795928" cy="178135"/>
            </a:xfrm>
            <a:prstGeom prst="rect">
              <a:avLst/>
            </a:prstGeom>
            <a:ln w="6350">
              <a:noFill/>
              <a:prstDash val="dash"/>
            </a:ln>
          </p:spPr>
          <p:txBody>
            <a:bodyPr wrap="square" lIns="0" tIns="0" rIns="0" bIns="0" anchor="ctr">
              <a:no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6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순차절연 코팅</a:t>
              </a:r>
              <a:endParaRPr lang="en-US" altLang="ko-KR" sz="6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pic>
          <p:nvPicPr>
            <p:cNvPr id="212" name="그림 211">
              <a:extLst>
                <a:ext uri="{FF2B5EF4-FFF2-40B4-BE49-F238E27FC236}">
                  <a16:creationId xmlns:a16="http://schemas.microsoft.com/office/drawing/2014/main" id="{BA33EB16-E0AA-82CD-97D9-A1658A8CE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4105" y="1416983"/>
              <a:ext cx="1390481" cy="893423"/>
            </a:xfrm>
            <a:prstGeom prst="rect">
              <a:avLst/>
            </a:prstGeom>
          </p:spPr>
        </p:pic>
        <p:sp>
          <p:nvSpPr>
            <p:cNvPr id="213" name="화살표: 오른쪽 212">
              <a:extLst>
                <a:ext uri="{FF2B5EF4-FFF2-40B4-BE49-F238E27FC236}">
                  <a16:creationId xmlns:a16="http://schemas.microsoft.com/office/drawing/2014/main" id="{7636F13F-E5B1-03B3-4631-7F98C6F442D5}"/>
                </a:ext>
              </a:extLst>
            </p:cNvPr>
            <p:cNvSpPr/>
            <p:nvPr/>
          </p:nvSpPr>
          <p:spPr>
            <a:xfrm>
              <a:off x="6359957" y="1578804"/>
              <a:ext cx="304117" cy="289251"/>
            </a:xfrm>
            <a:prstGeom prst="rightArrow">
              <a:avLst/>
            </a:prstGeom>
            <a:gradFill flip="none" rotWithShape="1">
              <a:gsLst>
                <a:gs pos="0">
                  <a:srgbClr val="FFE699"/>
                </a:gs>
                <a:gs pos="100000">
                  <a:srgbClr val="B0C3E6"/>
                </a:gs>
              </a:gsLst>
              <a:lin ang="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6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722CE0D9-8BDC-B7F4-0BE0-431DF2629A8F}"/>
                </a:ext>
              </a:extLst>
            </p:cNvPr>
            <p:cNvSpPr/>
            <p:nvPr/>
          </p:nvSpPr>
          <p:spPr>
            <a:xfrm>
              <a:off x="4558208" y="1268275"/>
              <a:ext cx="631183" cy="115305"/>
            </a:xfrm>
            <a:prstGeom prst="rect">
              <a:avLst/>
            </a:prstGeom>
            <a:ln w="6350">
              <a:noFill/>
              <a:prstDash val="dash"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60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미니다이</a:t>
              </a:r>
              <a:r>
                <a:rPr lang="en-US" altLang="ko-KR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절연</a:t>
              </a:r>
              <a:r>
                <a:rPr lang="en-US" altLang="ko-KR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</p:txBody>
        </p:sp>
        <p:pic>
          <p:nvPicPr>
            <p:cNvPr id="216" name="그림 215">
              <a:extLst>
                <a:ext uri="{FF2B5EF4-FFF2-40B4-BE49-F238E27FC236}">
                  <a16:creationId xmlns:a16="http://schemas.microsoft.com/office/drawing/2014/main" id="{4C820D94-BFF9-C91B-9973-6D40CF759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3029" y="1416984"/>
              <a:ext cx="1383762" cy="832967"/>
            </a:xfrm>
            <a:prstGeom prst="rect">
              <a:avLst/>
            </a:prstGeom>
          </p:spPr>
        </p:pic>
        <p:sp>
          <p:nvSpPr>
            <p:cNvPr id="217" name="화살표: 오른쪽 216">
              <a:extLst>
                <a:ext uri="{FF2B5EF4-FFF2-40B4-BE49-F238E27FC236}">
                  <a16:creationId xmlns:a16="http://schemas.microsoft.com/office/drawing/2014/main" id="{48A0B5EE-983A-FCCF-A104-87C252D0EA67}"/>
                </a:ext>
              </a:extLst>
            </p:cNvPr>
            <p:cNvSpPr/>
            <p:nvPr/>
          </p:nvSpPr>
          <p:spPr>
            <a:xfrm rot="2310865">
              <a:off x="4724042" y="1422628"/>
              <a:ext cx="111368" cy="7534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6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592A636C-6C76-221F-F5B3-7CC96A9A41FE}"/>
                </a:ext>
              </a:extLst>
            </p:cNvPr>
            <p:cNvSpPr/>
            <p:nvPr/>
          </p:nvSpPr>
          <p:spPr>
            <a:xfrm>
              <a:off x="6587491" y="1970765"/>
              <a:ext cx="419695" cy="271876"/>
            </a:xfrm>
            <a:prstGeom prst="rect">
              <a:avLst/>
            </a:prstGeom>
            <a:ln w="6350">
              <a:noFill/>
              <a:prstDash val="dash"/>
            </a:ln>
          </p:spPr>
          <p:txBody>
            <a:bodyPr wrap="square" lIns="0" tIns="0" rIns="0" bIns="0">
              <a:spAutoFit/>
            </a:bodyPr>
            <a:lstStyle/>
            <a:p>
              <a:pPr algn="r">
                <a:spcAft>
                  <a:spcPts val="200"/>
                </a:spcAft>
              </a:pPr>
              <a:r>
                <a:rPr lang="ko-KR" altLang="en-US" sz="6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동시절연</a:t>
              </a:r>
              <a:endParaRPr lang="en-US" altLang="ko-KR" sz="6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r">
                <a:spcAft>
                  <a:spcPts val="200"/>
                </a:spcAft>
              </a:pPr>
              <a:r>
                <a:rPr lang="ko-KR" altLang="en-US" sz="6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다이</a:t>
              </a:r>
              <a:endParaRPr lang="en-US" altLang="ko-KR" sz="6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19" name="화살표: 오른쪽 218">
              <a:extLst>
                <a:ext uri="{FF2B5EF4-FFF2-40B4-BE49-F238E27FC236}">
                  <a16:creationId xmlns:a16="http://schemas.microsoft.com/office/drawing/2014/main" id="{9CA9433C-EA65-6D59-3B7F-0799267401DE}"/>
                </a:ext>
              </a:extLst>
            </p:cNvPr>
            <p:cNvSpPr/>
            <p:nvPr/>
          </p:nvSpPr>
          <p:spPr>
            <a:xfrm rot="19398228">
              <a:off x="7018663" y="1975694"/>
              <a:ext cx="111368" cy="7534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6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20" name="화살표: 왼쪽/오른쪽 219">
              <a:extLst>
                <a:ext uri="{FF2B5EF4-FFF2-40B4-BE49-F238E27FC236}">
                  <a16:creationId xmlns:a16="http://schemas.microsoft.com/office/drawing/2014/main" id="{FBAF3790-9FF7-F876-94C1-0B3358FE2EA2}"/>
                </a:ext>
              </a:extLst>
            </p:cNvPr>
            <p:cNvSpPr/>
            <p:nvPr/>
          </p:nvSpPr>
          <p:spPr>
            <a:xfrm rot="253432">
              <a:off x="5555910" y="1417706"/>
              <a:ext cx="252060" cy="99336"/>
            </a:xfrm>
            <a:prstGeom prst="leftRightArrow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6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B48DFEC5-4E6D-60E7-6620-30E62243846F}"/>
                </a:ext>
              </a:extLst>
            </p:cNvPr>
            <p:cNvSpPr/>
            <p:nvPr/>
          </p:nvSpPr>
          <p:spPr>
            <a:xfrm>
              <a:off x="6870642" y="1058556"/>
              <a:ext cx="866149" cy="178135"/>
            </a:xfrm>
            <a:prstGeom prst="rect">
              <a:avLst/>
            </a:prstGeom>
            <a:ln w="6350">
              <a:noFill/>
              <a:prstDash val="dash"/>
            </a:ln>
          </p:spPr>
          <p:txBody>
            <a:bodyPr wrap="square" lIns="0" tIns="0" rIns="0" bIns="0" anchor="ctr">
              <a:no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6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동시절연 코팅</a:t>
              </a:r>
              <a:endParaRPr lang="en-US" altLang="ko-KR" sz="6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7B2C47E2-B4FC-ED43-A9D6-A9B23BB0A244}"/>
                </a:ext>
              </a:extLst>
            </p:cNvPr>
            <p:cNvSpPr/>
            <p:nvPr/>
          </p:nvSpPr>
          <p:spPr>
            <a:xfrm>
              <a:off x="7823194" y="1148100"/>
              <a:ext cx="631183" cy="230611"/>
            </a:xfrm>
            <a:prstGeom prst="rect">
              <a:avLst/>
            </a:prstGeom>
            <a:ln w="6350">
              <a:noFill/>
              <a:prstDash val="dash"/>
            </a:ln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altLang="ko-KR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Overlay </a:t>
              </a:r>
              <a:r>
                <a:rPr lang="ko-KR" altLang="en-US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폭 제어</a:t>
              </a:r>
              <a:endParaRPr lang="en-US" altLang="ko-KR" sz="6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r"/>
              <a:r>
                <a:rPr lang="ko-KR" altLang="en-US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절연폭 </a:t>
              </a:r>
              <a:r>
                <a:rPr lang="en-US" altLang="ko-KR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RPM</a:t>
              </a:r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2F93EFB9-284A-0153-F12A-B1BB68D9E4DB}"/>
                </a:ext>
              </a:extLst>
            </p:cNvPr>
            <p:cNvSpPr/>
            <p:nvPr/>
          </p:nvSpPr>
          <p:spPr>
            <a:xfrm>
              <a:off x="5318493" y="1148102"/>
              <a:ext cx="1000028" cy="230611"/>
            </a:xfrm>
            <a:prstGeom prst="rect">
              <a:avLst/>
            </a:prstGeom>
            <a:ln w="6350">
              <a:noFill/>
              <a:prstDash val="dash"/>
            </a:ln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altLang="ko-KR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Overlay </a:t>
              </a:r>
              <a:r>
                <a:rPr lang="ko-KR" altLang="en-US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폭 제어</a:t>
              </a:r>
              <a:endParaRPr lang="en-US" altLang="ko-KR" sz="6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r"/>
              <a:r>
                <a:rPr lang="ko-KR" altLang="en-US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절연 위치 </a:t>
              </a:r>
              <a:r>
                <a:rPr lang="en-US" altLang="ko-KR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60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미니다이</a:t>
              </a:r>
              <a:r>
                <a:rPr lang="ko-KR" altLang="en-US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X</a:t>
              </a:r>
              <a:r>
                <a:rPr lang="ko-KR" altLang="en-US" sz="6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축  </a:t>
              </a:r>
              <a:endParaRPr lang="en-US" altLang="ko-KR" sz="6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CFBF2625-D614-E06E-010A-AE44D1444B9D}"/>
                </a:ext>
              </a:extLst>
            </p:cNvPr>
            <p:cNvCxnSpPr/>
            <p:nvPr/>
          </p:nvCxnSpPr>
          <p:spPr>
            <a:xfrm flipV="1">
              <a:off x="7838581" y="1421747"/>
              <a:ext cx="0" cy="201090"/>
            </a:xfrm>
            <a:prstGeom prst="line">
              <a:avLst/>
            </a:prstGeom>
            <a:ln w="12700" cap="rnd">
              <a:solidFill>
                <a:srgbClr val="00B0F0"/>
              </a:solidFill>
              <a:rou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449E0198-AC00-F14E-EFFC-B6C4EF83E8E0}"/>
                </a:ext>
              </a:extLst>
            </p:cNvPr>
            <p:cNvCxnSpPr/>
            <p:nvPr/>
          </p:nvCxnSpPr>
          <p:spPr>
            <a:xfrm flipV="1">
              <a:off x="7881444" y="1423912"/>
              <a:ext cx="0" cy="201090"/>
            </a:xfrm>
            <a:prstGeom prst="line">
              <a:avLst/>
            </a:prstGeom>
            <a:ln w="12700" cap="rnd">
              <a:solidFill>
                <a:srgbClr val="00B0F0"/>
              </a:solidFill>
              <a:rou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화살표 연결선 225">
              <a:extLst>
                <a:ext uri="{FF2B5EF4-FFF2-40B4-BE49-F238E27FC236}">
                  <a16:creationId xmlns:a16="http://schemas.microsoft.com/office/drawing/2014/main" id="{F66DFFE3-4C37-E318-10CD-B781EB3BA762}"/>
                </a:ext>
              </a:extLst>
            </p:cNvPr>
            <p:cNvCxnSpPr>
              <a:cxnSpLocks/>
            </p:cNvCxnSpPr>
            <p:nvPr/>
          </p:nvCxnSpPr>
          <p:spPr>
            <a:xfrm>
              <a:off x="7565671" y="1396160"/>
              <a:ext cx="275286" cy="20836"/>
            </a:xfrm>
            <a:prstGeom prst="straightConnector1">
              <a:avLst/>
            </a:prstGeom>
            <a:ln w="12700" cap="rnd">
              <a:solidFill>
                <a:srgbClr val="00B0F0"/>
              </a:solidFill>
              <a:round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화살표 연결선 226">
              <a:extLst>
                <a:ext uri="{FF2B5EF4-FFF2-40B4-BE49-F238E27FC236}">
                  <a16:creationId xmlns:a16="http://schemas.microsoft.com/office/drawing/2014/main" id="{75FD2D63-DF22-FEA9-BB7C-5690CB97F9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81438" y="1421971"/>
              <a:ext cx="242388" cy="11679"/>
            </a:xfrm>
            <a:prstGeom prst="straightConnector1">
              <a:avLst/>
            </a:prstGeom>
            <a:ln w="12700" cap="rnd">
              <a:solidFill>
                <a:srgbClr val="00B0F0"/>
              </a:solidFill>
              <a:round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9" name="표 228">
            <a:extLst>
              <a:ext uri="{FF2B5EF4-FFF2-40B4-BE49-F238E27FC236}">
                <a16:creationId xmlns:a16="http://schemas.microsoft.com/office/drawing/2014/main" id="{5A9293B8-EFAE-599C-878F-49EF34400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026227"/>
              </p:ext>
            </p:extLst>
          </p:nvPr>
        </p:nvGraphicFramePr>
        <p:xfrm>
          <a:off x="2765585" y="5444742"/>
          <a:ext cx="5780374" cy="975360"/>
        </p:xfrm>
        <a:graphic>
          <a:graphicData uri="http://schemas.openxmlformats.org/drawingml/2006/table">
            <a:tbl>
              <a:tblPr/>
              <a:tblGrid>
                <a:gridCol w="639763">
                  <a:extLst>
                    <a:ext uri="{9D8B030D-6E8A-4147-A177-3AD203B41FA5}">
                      <a16:colId xmlns:a16="http://schemas.microsoft.com/office/drawing/2014/main" val="4114607757"/>
                    </a:ext>
                  </a:extLst>
                </a:gridCol>
                <a:gridCol w="734373">
                  <a:extLst>
                    <a:ext uri="{9D8B030D-6E8A-4147-A177-3AD203B41FA5}">
                      <a16:colId xmlns:a16="http://schemas.microsoft.com/office/drawing/2014/main" val="3461411760"/>
                    </a:ext>
                  </a:extLst>
                </a:gridCol>
                <a:gridCol w="734373">
                  <a:extLst>
                    <a:ext uri="{9D8B030D-6E8A-4147-A177-3AD203B41FA5}">
                      <a16:colId xmlns:a16="http://schemas.microsoft.com/office/drawing/2014/main" val="2145259129"/>
                    </a:ext>
                  </a:extLst>
                </a:gridCol>
                <a:gridCol w="734373">
                  <a:extLst>
                    <a:ext uri="{9D8B030D-6E8A-4147-A177-3AD203B41FA5}">
                      <a16:colId xmlns:a16="http://schemas.microsoft.com/office/drawing/2014/main" val="662321032"/>
                    </a:ext>
                  </a:extLst>
                </a:gridCol>
                <a:gridCol w="734373">
                  <a:extLst>
                    <a:ext uri="{9D8B030D-6E8A-4147-A177-3AD203B41FA5}">
                      <a16:colId xmlns:a16="http://schemas.microsoft.com/office/drawing/2014/main" val="1921288064"/>
                    </a:ext>
                  </a:extLst>
                </a:gridCol>
                <a:gridCol w="734373">
                  <a:extLst>
                    <a:ext uri="{9D8B030D-6E8A-4147-A177-3AD203B41FA5}">
                      <a16:colId xmlns:a16="http://schemas.microsoft.com/office/drawing/2014/main" val="1573701045"/>
                    </a:ext>
                  </a:extLst>
                </a:gridCol>
                <a:gridCol w="734373">
                  <a:extLst>
                    <a:ext uri="{9D8B030D-6E8A-4147-A177-3AD203B41FA5}">
                      <a16:colId xmlns:a16="http://schemas.microsoft.com/office/drawing/2014/main" val="3168831531"/>
                    </a:ext>
                  </a:extLst>
                </a:gridCol>
                <a:gridCol w="734373">
                  <a:extLst>
                    <a:ext uri="{9D8B030D-6E8A-4147-A177-3AD203B41FA5}">
                      <a16:colId xmlns:a16="http://schemas.microsoft.com/office/drawing/2014/main" val="1027950867"/>
                    </a:ext>
                  </a:extLst>
                </a:gridCol>
              </a:tblGrid>
              <a:tr h="100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Site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MI_LS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OC2(NFF)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59147"/>
                  </a:ext>
                </a:extLst>
              </a:tr>
              <a:tr h="10070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LFP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LFP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LFP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LFP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LFP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LFP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NCM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358561"/>
                  </a:ext>
                </a:extLst>
              </a:tr>
              <a:tr h="4119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중점 관리</a:t>
                      </a:r>
                      <a:b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 현황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전극폭 관리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확인필요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확인필요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오버레이 관리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전극폭 관리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오버레이 관리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절연폭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관리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(RPM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인터믹싱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불량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미발생</a:t>
                      </a:r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04205"/>
                  </a:ext>
                </a:extLst>
              </a:tr>
              <a:tr h="10070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 현황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RPM/Gap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사용중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미사용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미사용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미사용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미사용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미사용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사용중</a:t>
                      </a:r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66949"/>
                  </a:ext>
                </a:extLst>
              </a:tr>
              <a:tr h="10070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비전 검증 일정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26.2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TBD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26.1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26.1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해당없음</a:t>
                      </a:r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739289"/>
                  </a:ext>
                </a:extLst>
              </a:tr>
            </a:tbl>
          </a:graphicData>
        </a:graphic>
      </p:graphicFrame>
      <p:graphicFrame>
        <p:nvGraphicFramePr>
          <p:cNvPr id="230" name="표 229">
            <a:extLst>
              <a:ext uri="{FF2B5EF4-FFF2-40B4-BE49-F238E27FC236}">
                <a16:creationId xmlns:a16="http://schemas.microsoft.com/office/drawing/2014/main" id="{AE9F2E0A-B21D-C3FD-1CAF-6FB0DCB7C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614955"/>
              </p:ext>
            </p:extLst>
          </p:nvPr>
        </p:nvGraphicFramePr>
        <p:xfrm>
          <a:off x="2765583" y="4675048"/>
          <a:ext cx="4709004" cy="609600"/>
        </p:xfrm>
        <a:graphic>
          <a:graphicData uri="http://schemas.openxmlformats.org/drawingml/2006/table">
            <a:tbl>
              <a:tblPr/>
              <a:tblGrid>
                <a:gridCol w="1177251">
                  <a:extLst>
                    <a:ext uri="{9D8B030D-6E8A-4147-A177-3AD203B41FA5}">
                      <a16:colId xmlns:a16="http://schemas.microsoft.com/office/drawing/2014/main" val="4277366890"/>
                    </a:ext>
                  </a:extLst>
                </a:gridCol>
                <a:gridCol w="1177251">
                  <a:extLst>
                    <a:ext uri="{9D8B030D-6E8A-4147-A177-3AD203B41FA5}">
                      <a16:colId xmlns:a16="http://schemas.microsoft.com/office/drawing/2014/main" val="856513458"/>
                    </a:ext>
                  </a:extLst>
                </a:gridCol>
                <a:gridCol w="1177251">
                  <a:extLst>
                    <a:ext uri="{9D8B030D-6E8A-4147-A177-3AD203B41FA5}">
                      <a16:colId xmlns:a16="http://schemas.microsoft.com/office/drawing/2014/main" val="398281239"/>
                    </a:ext>
                  </a:extLst>
                </a:gridCol>
                <a:gridCol w="1177251">
                  <a:extLst>
                    <a:ext uri="{9D8B030D-6E8A-4147-A177-3AD203B41FA5}">
                      <a16:colId xmlns:a16="http://schemas.microsoft.com/office/drawing/2014/main" val="3715396940"/>
                    </a:ext>
                  </a:extLst>
                </a:gridCol>
              </a:tblGrid>
              <a:tr h="6334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검사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SW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검출 안정화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검증 완료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대표호기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236873"/>
                  </a:ext>
                </a:extLst>
              </a:tr>
              <a:tr h="633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예정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 중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Set-up 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 중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OO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815992"/>
                  </a:ext>
                </a:extLst>
              </a:tr>
              <a:tr h="633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MI-LS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완료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 중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안정화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527798"/>
                  </a:ext>
                </a:extLst>
              </a:tr>
              <a:tr h="633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완료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 중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안정화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22838"/>
                  </a:ext>
                </a:extLst>
              </a:tr>
              <a:tr h="633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NB, WA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예정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(12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~’26. 1</a:t>
                      </a:r>
                      <a:r>
                        <a:rPr lang="ko-KR" altLang="en-US" sz="8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019721"/>
                  </a:ext>
                </a:extLst>
              </a:tr>
            </a:tbl>
          </a:graphicData>
        </a:graphic>
      </p:graphicFrame>
      <p:sp>
        <p:nvSpPr>
          <p:cNvPr id="236" name="TextBox 235">
            <a:extLst>
              <a:ext uri="{FF2B5EF4-FFF2-40B4-BE49-F238E27FC236}">
                <a16:creationId xmlns:a16="http://schemas.microsoft.com/office/drawing/2014/main" id="{BE5A6A0F-D2F8-B1C2-999E-053B7EC96A24}"/>
              </a:ext>
            </a:extLst>
          </p:cNvPr>
          <p:cNvSpPr txBox="1"/>
          <p:nvPr/>
        </p:nvSpPr>
        <p:spPr>
          <a:xfrm>
            <a:off x="6035459" y="4385440"/>
            <a:ext cx="1532922" cy="92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88900" indent="-88900">
              <a:spcAft>
                <a:spcPts val="200"/>
              </a:spcAft>
            </a:pPr>
            <a:r>
              <a:rPr lang="en-US" altLang="ko-KR" sz="6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(</a:t>
            </a:r>
            <a:r>
              <a:rPr lang="ko-KR" altLang="en-US" sz="60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파우치형전극</a:t>
            </a:r>
            <a:r>
              <a:rPr lang="ko-KR" altLang="en-US" sz="6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 검사기술팀 자료 발췌</a:t>
            </a:r>
            <a:r>
              <a:rPr lang="en-US" altLang="ko-KR" sz="6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, 11</a:t>
            </a:r>
            <a:r>
              <a:rPr lang="ko-KR" altLang="en-US" sz="6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월 기준</a:t>
            </a:r>
            <a:r>
              <a:rPr lang="en-US" altLang="ko-KR" sz="6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Microsoft GothicNeo"/>
              </a:rPr>
              <a:t>)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ACE3F133-1802-AEB7-9544-68AEFFF89811}"/>
              </a:ext>
            </a:extLst>
          </p:cNvPr>
          <p:cNvSpPr txBox="1"/>
          <p:nvPr/>
        </p:nvSpPr>
        <p:spPr>
          <a:xfrm>
            <a:off x="1691661" y="2495456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배경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A6034AA7-8F25-5AE9-5B8C-666D2DFB9F2D}"/>
              </a:ext>
            </a:extLst>
          </p:cNvPr>
          <p:cNvSpPr txBox="1"/>
          <p:nvPr/>
        </p:nvSpPr>
        <p:spPr>
          <a:xfrm>
            <a:off x="1685599" y="1995641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계획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14A95332-0BD4-3A30-42DB-ABE57A5FA2E7}"/>
              </a:ext>
            </a:extLst>
          </p:cNvPr>
          <p:cNvSpPr txBox="1"/>
          <p:nvPr/>
        </p:nvSpPr>
        <p:spPr>
          <a:xfrm>
            <a:off x="1685599" y="3931008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" name="직사각형 30">
            <a:hlinkClick r:id="" action="ppaction://noaction"/>
            <a:extLst>
              <a:ext uri="{FF2B5EF4-FFF2-40B4-BE49-F238E27FC236}">
                <a16:creationId xmlns:a16="http://schemas.microsoft.com/office/drawing/2014/main" id="{E7A6CA48-3AC1-F493-F95C-803F9C582412}"/>
              </a:ext>
            </a:extLst>
          </p:cNvPr>
          <p:cNvSpPr/>
          <p:nvPr/>
        </p:nvSpPr>
        <p:spPr>
          <a:xfrm>
            <a:off x="10157011" y="208680"/>
            <a:ext cx="221876" cy="186512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>
                <a:solidFill>
                  <a:schemeClr val="tx1"/>
                </a:solidFill>
              </a:rPr>
              <a:t>H</a:t>
            </a:r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235" name="텍스트 개체 틀 33">
            <a:extLst>
              <a:ext uri="{FF2B5EF4-FFF2-40B4-BE49-F238E27FC236}">
                <a16:creationId xmlns:a16="http://schemas.microsoft.com/office/drawing/2014/main" id="{F0809C5E-7541-A47D-9EB0-F5C95B7891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58133" y="511175"/>
            <a:ext cx="907921" cy="169863"/>
          </a:xfr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26.09.22 18</a:t>
            </a:r>
            <a:r>
              <a:rPr lang="ko-KR" altLang="en-US">
                <a:ea typeface="LG스마트체 Regular"/>
              </a:rPr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2015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텍스트 개체 틀 36">
            <a:extLst>
              <a:ext uri="{FF2B5EF4-FFF2-40B4-BE49-F238E27FC236}">
                <a16:creationId xmlns:a16="http://schemas.microsoft.com/office/drawing/2014/main" id="{CB024143-680D-B2F1-6800-184E29A8D91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en-US" altLang="ko-KR">
                <a:latin typeface="Arial Narrow"/>
                <a:ea typeface="LG스마트체 Regular"/>
              </a:rPr>
              <a:t>1</a:t>
            </a:r>
            <a:r>
              <a:rPr lang="ko-KR" altLang="en-US">
                <a:latin typeface="Arial Narrow"/>
                <a:ea typeface="LG스마트체 Regular"/>
              </a:rPr>
              <a:t>. </a:t>
            </a:r>
            <a:r>
              <a:rPr lang="ko-KR" altLang="en-US" sz="1400" b="1">
                <a:latin typeface="Arial Narrow"/>
                <a:ea typeface="LG스마트체 Regular"/>
              </a:rPr>
              <a:t>동시절연다이 자동보정 개발</a:t>
            </a:r>
            <a:r>
              <a:rPr lang="ko-KR" altLang="en-US">
                <a:latin typeface="Arial Narrow"/>
                <a:ea typeface="LG스마트체 Regular"/>
              </a:rPr>
              <a:t> (</a:t>
            </a:r>
            <a:r>
              <a:rPr lang="en-US" altLang="ko-KR">
                <a:latin typeface="Arial Narrow"/>
                <a:ea typeface="LG스마트체 Regular"/>
              </a:rPr>
              <a:t>2</a:t>
            </a:r>
            <a:r>
              <a:rPr lang="ko-KR" altLang="en-US">
                <a:latin typeface="Arial Narrow"/>
                <a:ea typeface="LG스마트체 Regular"/>
              </a:rPr>
              <a:t>/4)</a:t>
            </a:r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253F24D9-C2AC-4927-0F89-A8DE82D551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 Smart_H Regular"/>
              </a:rPr>
              <a:t>박신아 </a:t>
            </a:r>
            <a:r>
              <a:rPr lang="ko-KR">
                <a:ea typeface="LG Smart_H Regular"/>
              </a:rPr>
              <a:t>P</a:t>
            </a:r>
          </a:p>
        </p:txBody>
      </p: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2319D1E3-201C-8ED5-D215-0A4CE8424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 algn="ctr">
              <a:buNone/>
            </a:pPr>
            <a:r>
              <a:rPr lang="ko-KR" altLang="en-US" sz="900" b="0" i="0" u="none" strike="noStrike" baseline="0" err="1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동시절연다이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ko-KR" altLang="en-US" sz="900" b="0" i="0" u="none" strike="noStrike" baseline="0" err="1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로직개발</a:t>
            </a:r>
            <a:endParaRPr lang="en-US" altLang="ko-KR" sz="900" b="0" i="0" u="none" strike="noStrike" baseline="0">
              <a:solidFill>
                <a:schemeClr val="tx1"/>
              </a:solidFill>
              <a:effectLst/>
              <a:latin typeface="Arial Narrow"/>
              <a:ea typeface="LG스마트체 Regular"/>
            </a:endParaRPr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9271F537-0C66-2183-97D2-4BBED68DB6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 algn="ctr">
              <a:buNone/>
            </a:pP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EP2 NFF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HD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OT</a:t>
            </a:r>
            <a:endParaRPr lang="en-US" altLang="ko-KR" sz="900" b="0" i="0" u="none" strike="noStrike" baseline="0">
              <a:solidFill>
                <a:schemeClr val="tx1"/>
              </a:solidFill>
              <a:effectLst/>
              <a:latin typeface="Arial Narrow"/>
              <a:ea typeface="LG스마트체 Regular"/>
            </a:endParaRPr>
          </a:p>
          <a:p>
            <a:pPr lvl="0" algn="ctr">
              <a:buNone/>
            </a:pP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NB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WA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MI2</a:t>
            </a:r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491769FB-8F95-9F23-9FD4-56A08DF9C8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310" y="1357162"/>
            <a:ext cx="6021009" cy="5015825"/>
          </a:xfrm>
        </p:spPr>
        <p:txBody>
          <a:bodyPr lIns="91440" tIns="45720" rIns="91440" bIns="45720" anchor="t"/>
          <a:lstStyle/>
          <a:p>
            <a:pPr>
              <a:lnSpc>
                <a:spcPts val="1100"/>
              </a:lnSpc>
            </a:pPr>
            <a:r>
              <a:rPr lang="en-US" altLang="ko-KR" sz="9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9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진행사항</a:t>
            </a:r>
            <a:r>
              <a:rPr lang="en-US" altLang="ko-KR" sz="9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r>
              <a:rPr lang="en-US" altLang="ko-KR" sz="800">
                <a:latin typeface="Arial Narrow" panose="020B0606020202030204" pitchFamily="34" charset="0"/>
              </a:rPr>
              <a:t>[</a:t>
            </a:r>
            <a:r>
              <a:rPr lang="ko-KR" altLang="en-US" sz="800">
                <a:latin typeface="Arial Narrow" panose="020B0606020202030204" pitchFamily="34" charset="0"/>
              </a:rPr>
              <a:t>로직 개발 현황</a:t>
            </a:r>
            <a:r>
              <a:rPr lang="en-US" altLang="ko-KR" sz="800">
                <a:latin typeface="Arial Narrow" panose="020B0606020202030204" pitchFamily="34" charset="0"/>
              </a:rPr>
              <a:t>]</a:t>
            </a:r>
          </a:p>
          <a:p>
            <a:pPr>
              <a:spcAft>
                <a:spcPts val="200"/>
              </a:spcAft>
            </a:pPr>
            <a:r>
              <a:rPr lang="en-US" altLang="ko-KR" sz="800">
                <a:latin typeface="Arial Narrow"/>
                <a:ea typeface="LG스마트체 Regular"/>
                <a:cs typeface="Microsoft GothicNeo"/>
              </a:rPr>
              <a:t>1) </a:t>
            </a:r>
            <a:r>
              <a:rPr lang="ko-KR" altLang="en-US" sz="800">
                <a:latin typeface="Arial Narrow"/>
                <a:ea typeface="LG스마트체 Regular"/>
                <a:cs typeface="Microsoft GothicNeo"/>
              </a:rPr>
              <a:t>개발 현황</a:t>
            </a:r>
            <a:br>
              <a:rPr lang="en-US" altLang="ko-KR" sz="800">
                <a:latin typeface="Arial Narrow" panose="020B0606020202030204" pitchFamily="34" charset="0"/>
                <a:cs typeface="Microsoft GothicNeo"/>
              </a:rPr>
            </a:br>
            <a:r>
              <a:rPr lang="ko-KR" altLang="en-US" sz="800">
                <a:latin typeface="Arial Narrow"/>
                <a:ea typeface="LG스마트체 Regular"/>
                <a:cs typeface="Microsoft GothicNeo"/>
              </a:rPr>
              <a:t>개발 방향에 따라 자동보정 로직을 구현 및 기능검증 중이고</a:t>
            </a:r>
            <a:r>
              <a:rPr lang="en-US" altLang="ko-KR" sz="800">
                <a:latin typeface="Arial Narrow"/>
                <a:ea typeface="LG스마트체 Regular"/>
                <a:cs typeface="Microsoft GothicNeo"/>
              </a:rPr>
              <a:t>, </a:t>
            </a:r>
            <a:r>
              <a:rPr lang="ko-KR" altLang="en-US" sz="800">
                <a:latin typeface="Arial Narrow"/>
                <a:ea typeface="LG스마트체 Regular"/>
                <a:cs typeface="Microsoft GothicNeo"/>
              </a:rPr>
              <a:t>신규 불량에 대한 기능에 대한 추가 검증이 필요합니다</a:t>
            </a:r>
            <a:r>
              <a:rPr lang="en-US" altLang="ko-KR" sz="800">
                <a:latin typeface="Arial Narrow"/>
                <a:ea typeface="LG스마트체 Regular"/>
                <a:cs typeface="Microsoft GothicNeo"/>
              </a:rPr>
              <a:t>.</a:t>
            </a:r>
          </a:p>
          <a:p>
            <a:pPr>
              <a:spcAft>
                <a:spcPts val="200"/>
              </a:spcAft>
            </a:pPr>
            <a:endParaRPr lang="en-US" altLang="ko-KR" sz="800">
              <a:latin typeface="Arial Narrow" panose="020B0606020202030204" pitchFamily="34" charset="0"/>
              <a:ea typeface="LG스마트체 Regular" panose="020B0600000101010101" pitchFamily="50" charset="-127"/>
              <a:cs typeface="Microsoft GothicNeo"/>
            </a:endParaRPr>
          </a:p>
          <a:p>
            <a:pPr>
              <a:spcAft>
                <a:spcPts val="200"/>
              </a:spcAft>
            </a:pPr>
            <a:endParaRPr lang="en-US" altLang="ko-KR" sz="800">
              <a:latin typeface="Arial Narrow" panose="020B0606020202030204" pitchFamily="34" charset="0"/>
              <a:cs typeface="Microsoft GothicNeo"/>
            </a:endParaRPr>
          </a:p>
          <a:p>
            <a:pPr>
              <a:spcAft>
                <a:spcPts val="200"/>
              </a:spcAft>
            </a:pPr>
            <a:endParaRPr lang="en-US" altLang="ko-KR" sz="800">
              <a:latin typeface="Arial Narrow" panose="020B0606020202030204" pitchFamily="34" charset="0"/>
              <a:ea typeface="LG스마트체 Regular" panose="020B0600000101010101" pitchFamily="50" charset="-127"/>
              <a:cs typeface="Microsoft GothicNeo"/>
            </a:endParaRPr>
          </a:p>
          <a:p>
            <a:pPr>
              <a:spcAft>
                <a:spcPts val="200"/>
              </a:spcAft>
            </a:pPr>
            <a:endParaRPr lang="en-US" altLang="ko-KR" sz="800">
              <a:latin typeface="Arial Narrow" panose="020B0606020202030204" pitchFamily="34" charset="0"/>
              <a:cs typeface="Microsoft GothicNeo"/>
            </a:endParaRPr>
          </a:p>
          <a:p>
            <a:pPr>
              <a:spcAft>
                <a:spcPts val="200"/>
              </a:spcAft>
            </a:pPr>
            <a:endParaRPr lang="en-US" altLang="ko-KR" sz="800">
              <a:latin typeface="Arial Narrow" panose="020B0606020202030204" pitchFamily="34" charset="0"/>
              <a:ea typeface="LG스마트체 Regular" panose="020B0600000101010101" pitchFamily="50" charset="-127"/>
              <a:cs typeface="Microsoft GothicNeo"/>
            </a:endParaRPr>
          </a:p>
          <a:p>
            <a:pPr>
              <a:spcAft>
                <a:spcPts val="200"/>
              </a:spcAft>
            </a:pPr>
            <a:endParaRPr lang="en-US" altLang="ko-KR" sz="800">
              <a:latin typeface="Arial Narrow" panose="020B0606020202030204" pitchFamily="34" charset="0"/>
              <a:ea typeface="LG스마트체 Regular" panose="020B0600000101010101" pitchFamily="50" charset="-127"/>
              <a:cs typeface="Microsoft GothicNeo"/>
            </a:endParaRPr>
          </a:p>
          <a:p>
            <a:pPr>
              <a:spcAft>
                <a:spcPts val="200"/>
              </a:spcAft>
            </a:pPr>
            <a:br>
              <a:rPr lang="en-US" altLang="ko-KR" sz="800">
                <a:latin typeface="Arial Narrow" panose="020B0606020202030204" pitchFamily="34" charset="0"/>
              </a:rPr>
            </a:br>
            <a:endParaRPr lang="en-US" altLang="ko-KR" sz="800">
              <a:latin typeface="Arial Narrow" panose="020B0606020202030204" pitchFamily="34" charset="0"/>
            </a:endParaRPr>
          </a:p>
          <a:p>
            <a:pPr lvl="0">
              <a:buNone/>
            </a:pPr>
            <a:endParaRPr lang="en-US" altLang="ko-KR" sz="800">
              <a:latin typeface="Arial Narrow" panose="020B0606020202030204" pitchFamily="34" charset="0"/>
            </a:endParaRPr>
          </a:p>
          <a:p>
            <a:pPr lvl="0">
              <a:buNone/>
            </a:pPr>
            <a:endParaRPr lang="en-US" altLang="ko-KR" sz="800">
              <a:latin typeface="Arial Narrow" panose="020B0606020202030204" pitchFamily="34" charset="0"/>
            </a:endParaRPr>
          </a:p>
          <a:p>
            <a:pPr lvl="0">
              <a:buNone/>
            </a:pPr>
            <a:endParaRPr lang="en-US" altLang="ko-KR" sz="800">
              <a:latin typeface="Arial Narrow" panose="020B0606020202030204" pitchFamily="34" charset="0"/>
            </a:endParaRPr>
          </a:p>
          <a:p>
            <a:pPr lvl="0">
              <a:buNone/>
            </a:pPr>
            <a:endParaRPr lang="en-US" altLang="ko-KR" sz="800">
              <a:latin typeface="Arial Narrow" panose="020B0606020202030204" pitchFamily="34" charset="0"/>
            </a:endParaRPr>
          </a:p>
          <a:p>
            <a:pPr lvl="0">
              <a:buNone/>
            </a:pPr>
            <a:r>
              <a:rPr lang="en-US" altLang="ko-KR" sz="800">
                <a:latin typeface="Arial Narrow"/>
                <a:ea typeface="LG스마트체 Regular"/>
              </a:rPr>
              <a:t>[</a:t>
            </a:r>
            <a:r>
              <a:rPr lang="ko-KR" altLang="en-US" sz="800" err="1">
                <a:latin typeface="Arial Narrow"/>
                <a:ea typeface="LG스마트체 Regular"/>
              </a:rPr>
              <a:t>법인별</a:t>
            </a:r>
            <a:r>
              <a:rPr lang="ko-KR" altLang="en-US" sz="800">
                <a:latin typeface="Arial Narrow"/>
                <a:ea typeface="LG스마트체 Regular"/>
              </a:rPr>
              <a:t> 적용</a:t>
            </a:r>
            <a:r>
              <a:rPr lang="en-US" altLang="ko-KR" sz="800">
                <a:latin typeface="Arial Narrow"/>
                <a:ea typeface="LG스마트체 Regular"/>
              </a:rPr>
              <a:t>] </a:t>
            </a:r>
          </a:p>
          <a:p>
            <a:r>
              <a:rPr lang="en-US" altLang="ko-KR" sz="800">
                <a:ea typeface="LG스마트체 Regular"/>
              </a:rPr>
              <a:t>  - MI_HL: </a:t>
            </a:r>
            <a:r>
              <a:rPr lang="ko-KR" altLang="en-US" sz="800">
                <a:ea typeface="LG스마트체 Regular"/>
              </a:rPr>
              <a:t>동시절연 적용 대상호기 양극 </a:t>
            </a:r>
            <a:r>
              <a:rPr lang="en-US" altLang="ko-KR" sz="800">
                <a:ea typeface="LG스마트체 Regular"/>
              </a:rPr>
              <a:t>5</a:t>
            </a:r>
            <a:r>
              <a:rPr lang="ko-KR" altLang="en-US" sz="800">
                <a:ea typeface="LG스마트체 Regular"/>
              </a:rPr>
              <a:t>호기 </a:t>
            </a:r>
            <a:r>
              <a:rPr lang="en-US" altLang="ko-KR" sz="800">
                <a:ea typeface="LG스마트체 Regular"/>
              </a:rPr>
              <a:t>(SOP: 4/10, </a:t>
            </a:r>
            <a:r>
              <a:rPr lang="ko-KR" altLang="en-US" sz="800">
                <a:ea typeface="LG스마트체 Regular"/>
              </a:rPr>
              <a:t>설비 이슈로 </a:t>
            </a:r>
            <a:r>
              <a:rPr lang="en-US" altLang="ko-KR" sz="800">
                <a:ea typeface="LG스마트체 Regular"/>
              </a:rPr>
              <a:t>4/12~4/19 </a:t>
            </a:r>
            <a:r>
              <a:rPr lang="ko-KR" altLang="en-US" sz="800">
                <a:ea typeface="LG스마트체 Regular"/>
              </a:rPr>
              <a:t>부동</a:t>
            </a:r>
            <a:r>
              <a:rPr lang="en-US" altLang="ko-KR" sz="800">
                <a:ea typeface="LG스마트체 Regular"/>
              </a:rPr>
              <a:t>) )</a:t>
            </a:r>
            <a:br>
              <a:rPr lang="en-US" altLang="ko-KR" sz="800"/>
            </a:br>
            <a:r>
              <a:rPr lang="ko-KR" altLang="en-US" sz="800">
                <a:solidFill>
                  <a:srgbClr val="0000FF"/>
                </a:solidFill>
                <a:ea typeface="LG스마트체 Regular"/>
              </a:rPr>
              <a:t>                </a:t>
            </a:r>
            <a:r>
              <a:rPr lang="ko-KR" altLang="en-US" sz="800">
                <a:ea typeface="LG스마트체 Regular"/>
              </a:rPr>
              <a:t> ① </a:t>
            </a:r>
            <a:r>
              <a:rPr lang="en-US" altLang="ko-KR" sz="800">
                <a:ea typeface="LG스마트체 Regular"/>
              </a:rPr>
              <a:t>APC </a:t>
            </a:r>
            <a:r>
              <a:rPr lang="ko-KR" altLang="en-US" sz="800">
                <a:ea typeface="LG스마트체 Regular"/>
              </a:rPr>
              <a:t>셋업 완료 </a:t>
            </a:r>
            <a:r>
              <a:rPr lang="en-US" altLang="ko-KR" sz="800">
                <a:latin typeface="Arial Narrow"/>
                <a:ea typeface="LG Smart_H Regular"/>
              </a:rPr>
              <a:t>(4/10), </a:t>
            </a:r>
            <a:r>
              <a:rPr lang="ko-KR" altLang="en-US" sz="800">
                <a:latin typeface="Arial Narrow"/>
                <a:ea typeface="LG Smart_H Regular"/>
              </a:rPr>
              <a:t>② </a:t>
            </a:r>
            <a:r>
              <a:rPr lang="ko-KR" altLang="en-US" sz="800">
                <a:latin typeface="Arial Narrow"/>
                <a:ea typeface="LG스마트체 Regular"/>
              </a:rPr>
              <a:t>비전 검출 현황</a:t>
            </a:r>
            <a:r>
              <a:rPr lang="en-US" altLang="ko-KR" sz="800">
                <a:latin typeface="Arial Narrow"/>
                <a:ea typeface="LG스마트체 Regular"/>
              </a:rPr>
              <a:t>:</a:t>
            </a:r>
            <a:r>
              <a:rPr lang="ko-KR" altLang="en-US" sz="800">
                <a:latin typeface="Arial Narrow"/>
                <a:ea typeface="LG스마트체 Regular"/>
              </a:rPr>
              <a:t> 인터믹싱 불량 검출 완료 </a:t>
            </a:r>
            <a:r>
              <a:rPr lang="en-US" altLang="ko-KR" sz="800">
                <a:latin typeface="Arial Narrow"/>
                <a:ea typeface="LG스마트체 Regular"/>
              </a:rPr>
              <a:t>(4/8~4/10, </a:t>
            </a:r>
            <a:r>
              <a:rPr lang="ko-KR" altLang="en-US" sz="800">
                <a:latin typeface="Arial Narrow"/>
                <a:ea typeface="LG스마트체 Regular"/>
              </a:rPr>
              <a:t>시운전</a:t>
            </a:r>
            <a:r>
              <a:rPr lang="en-US" altLang="ko-KR" sz="800">
                <a:latin typeface="Arial Narrow"/>
                <a:ea typeface="LG스마트체 Regular"/>
              </a:rPr>
              <a:t>, </a:t>
            </a:r>
            <a:r>
              <a:rPr lang="ko-KR" altLang="en-US" sz="800" err="1">
                <a:latin typeface="Arial Narrow"/>
                <a:ea typeface="LG스마트체 Regular"/>
              </a:rPr>
              <a:t>과검</a:t>
            </a:r>
            <a:r>
              <a:rPr lang="ko-KR" altLang="en-US" sz="800">
                <a:latin typeface="Arial Narrow"/>
                <a:ea typeface="LG스마트체 Regular"/>
              </a:rPr>
              <a:t> </a:t>
            </a:r>
            <a:r>
              <a:rPr lang="en-US" altLang="ko-KR" sz="800">
                <a:latin typeface="Arial Narrow"/>
                <a:ea typeface="LG스마트체 Regular"/>
              </a:rPr>
              <a:t>0.05% </a:t>
            </a:r>
            <a:r>
              <a:rPr lang="ko-KR" altLang="en-US" sz="800">
                <a:latin typeface="Arial Narrow"/>
                <a:ea typeface="LG스마트체 Regular"/>
              </a:rPr>
              <a:t>수준</a:t>
            </a:r>
            <a:r>
              <a:rPr lang="en-US" altLang="ko-KR" sz="800">
                <a:latin typeface="Arial Narrow"/>
                <a:ea typeface="LG스마트체 Regular"/>
              </a:rPr>
              <a:t>),</a:t>
            </a:r>
            <a:r>
              <a:rPr lang="ko-KR" altLang="en-US" sz="800">
                <a:latin typeface="Arial Narrow"/>
                <a:ea typeface="LG스마트체 Regular"/>
              </a:rPr>
              <a:t> 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           </a:t>
            </a:r>
            <a:r>
              <a:rPr lang="ko-KR" altLang="en-US" sz="800">
                <a:latin typeface="Arial Narrow"/>
                <a:ea typeface="LG스마트체 Regular"/>
              </a:rPr>
              <a:t>③</a:t>
            </a:r>
            <a:r>
              <a:rPr lang="ko-KR" altLang="en-US" sz="800">
                <a:ea typeface="LG스마트체 Regular"/>
              </a:rPr>
              <a:t> 비전</a:t>
            </a:r>
            <a:r>
              <a:rPr lang="en-US" altLang="ko-KR" sz="800">
                <a:ea typeface="LG스마트체 Regular"/>
              </a:rPr>
              <a:t> SPC </a:t>
            </a:r>
            <a:r>
              <a:rPr lang="ko-KR" altLang="en-US" sz="800">
                <a:ea typeface="LG스마트체 Regular"/>
              </a:rPr>
              <a:t>연동 완료 </a:t>
            </a:r>
            <a:r>
              <a:rPr lang="en-US" altLang="ko-KR" sz="800">
                <a:ea typeface="LG스마트체 Regular"/>
              </a:rPr>
              <a:t>(3/24) </a:t>
            </a:r>
            <a:br>
              <a:rPr lang="en-US" altLang="ko-KR" sz="800"/>
            </a:br>
            <a:r>
              <a:rPr lang="en-US" altLang="ko-KR" sz="800">
                <a:solidFill>
                  <a:srgbClr val="0000FF"/>
                </a:solidFill>
                <a:ea typeface="LG스마트체 Regular"/>
              </a:rPr>
              <a:t>                </a:t>
            </a:r>
            <a:r>
              <a:rPr lang="en-US" altLang="ko-KR" sz="800">
                <a:solidFill>
                  <a:srgbClr val="0000FF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800">
                <a:latin typeface="Arial Narrow"/>
                <a:ea typeface="LG스마트체 Regular"/>
              </a:rPr>
              <a:t>④ 비전 </a:t>
            </a:r>
            <a:r>
              <a:rPr lang="en-US" altLang="ko-KR" sz="800">
                <a:latin typeface="Arial Narrow"/>
                <a:ea typeface="LG스마트체 Regular"/>
              </a:rPr>
              <a:t>APC </a:t>
            </a:r>
            <a:r>
              <a:rPr lang="ko-KR" altLang="en-US" sz="800">
                <a:latin typeface="Arial Narrow"/>
                <a:ea typeface="LG스마트체 Regular"/>
              </a:rPr>
              <a:t>연동 </a:t>
            </a:r>
            <a:r>
              <a:rPr lang="en-US" altLang="ko-KR" sz="800">
                <a:latin typeface="Arial Narrow"/>
                <a:ea typeface="LG스마트체 Regular"/>
              </a:rPr>
              <a:t>(</a:t>
            </a:r>
            <a:r>
              <a:rPr lang="ko-KR" altLang="en-US" sz="800">
                <a:latin typeface="Arial Narrow"/>
                <a:ea typeface="LG스마트체 Regular"/>
              </a:rPr>
              <a:t>진행중</a:t>
            </a:r>
            <a:r>
              <a:rPr lang="en-US" altLang="ko-KR" sz="800">
                <a:latin typeface="Arial Narrow"/>
                <a:ea typeface="LG스마트체 Regular"/>
              </a:rPr>
              <a:t>): APC </a:t>
            </a:r>
            <a:r>
              <a:rPr lang="ko-KR" altLang="en-US" sz="800">
                <a:latin typeface="Arial Narrow"/>
                <a:ea typeface="LG스마트체 Regular"/>
              </a:rPr>
              <a:t>수집 요청하였습니다</a:t>
            </a:r>
            <a:r>
              <a:rPr lang="en-US" altLang="ko-KR" sz="800">
                <a:latin typeface="Arial Narrow"/>
                <a:ea typeface="LG스마트체 Regular"/>
              </a:rPr>
              <a:t>.</a:t>
            </a:r>
            <a:r>
              <a:rPr lang="ko-KR" altLang="en-US" sz="800">
                <a:latin typeface="Arial Narrow"/>
                <a:ea typeface="LG스마트체 Regular"/>
              </a:rPr>
              <a:t> </a:t>
            </a:r>
            <a:r>
              <a:rPr lang="en-US" altLang="ko-KR" sz="800">
                <a:latin typeface="Arial Narrow"/>
                <a:ea typeface="LG스마트체 Regular"/>
              </a:rPr>
              <a:t>(~3/27 </a:t>
            </a:r>
            <a:r>
              <a:rPr lang="ko-KR" altLang="en-US" sz="800">
                <a:latin typeface="Arial Narrow"/>
                <a:ea typeface="LG스마트체 Regular"/>
              </a:rPr>
              <a:t>목표</a:t>
            </a:r>
            <a:r>
              <a:rPr lang="en-US" altLang="ko-KR" sz="800">
                <a:latin typeface="Arial Narrow"/>
                <a:ea typeface="LG스마트체 Regular"/>
              </a:rPr>
              <a:t>) APC </a:t>
            </a:r>
            <a:r>
              <a:rPr lang="ko-KR" altLang="en-US" sz="800">
                <a:latin typeface="Arial Narrow"/>
                <a:ea typeface="LG스마트체 Regular"/>
              </a:rPr>
              <a:t>비전 연동 일정 확인하였습니다</a:t>
            </a:r>
            <a:r>
              <a:rPr lang="en-US" altLang="ko-KR" sz="800">
                <a:latin typeface="Arial Narrow"/>
                <a:ea typeface="LG스마트체 Regular"/>
              </a:rPr>
              <a:t>. 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               (4</a:t>
            </a:r>
            <a:r>
              <a:rPr lang="ko-KR" altLang="en-US" sz="800">
                <a:latin typeface="Arial Narrow"/>
                <a:ea typeface="LG스마트체 Regular"/>
              </a:rPr>
              <a:t>월말</a:t>
            </a:r>
            <a:r>
              <a:rPr lang="en-US" altLang="ko-KR" sz="800">
                <a:latin typeface="Arial Narrow"/>
                <a:ea typeface="LG스마트체 Regular"/>
              </a:rPr>
              <a:t>, </a:t>
            </a:r>
            <a:r>
              <a:rPr lang="ko-KR" altLang="en-US" sz="800">
                <a:latin typeface="Arial Narrow"/>
                <a:ea typeface="LG스마트체 Regular"/>
              </a:rPr>
              <a:t>공정제어 </a:t>
            </a:r>
            <a:r>
              <a:rPr lang="en-US" altLang="ko-KR" sz="800">
                <a:latin typeface="Arial Narrow"/>
                <a:ea typeface="LG스마트체 Regular"/>
              </a:rPr>
              <a:t>DX) </a:t>
            </a:r>
            <a:r>
              <a:rPr lang="ko-KR" altLang="en-US" sz="800">
                <a:latin typeface="Arial Narrow"/>
                <a:ea typeface="LG스마트체 Regular"/>
              </a:rPr>
              <a:t>개발 및 테스트 </a:t>
            </a:r>
            <a:r>
              <a:rPr lang="en-US" altLang="ko-KR" sz="800">
                <a:latin typeface="Arial Narrow"/>
                <a:ea typeface="LG스마트체 Regular"/>
              </a:rPr>
              <a:t>(~4/17) </a:t>
            </a:r>
            <a:r>
              <a:rPr lang="ko-KR" altLang="en-US" sz="800">
                <a:latin typeface="Arial Narrow"/>
                <a:ea typeface="LG스마트체 Regular"/>
              </a:rPr>
              <a:t>패치 적용 </a:t>
            </a:r>
            <a:r>
              <a:rPr lang="en-US" altLang="ko-KR" sz="800">
                <a:latin typeface="Arial Narrow"/>
                <a:ea typeface="LG스마트체 Regular"/>
              </a:rPr>
              <a:t>(4/22)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                23</a:t>
            </a:r>
            <a:r>
              <a:rPr lang="ko-KR" altLang="en-US" sz="800">
                <a:latin typeface="Arial Narrow"/>
                <a:ea typeface="LG스마트체 Regular"/>
              </a:rPr>
              <a:t>일 부터 양산 재개 하였고</a:t>
            </a:r>
            <a:r>
              <a:rPr lang="en-US" altLang="ko-KR" sz="800">
                <a:latin typeface="Arial Narrow"/>
                <a:ea typeface="LG스마트체 Regular"/>
              </a:rPr>
              <a:t>, </a:t>
            </a:r>
            <a:r>
              <a:rPr lang="ko-KR" altLang="en-US" sz="800">
                <a:latin typeface="Arial Narrow"/>
                <a:ea typeface="LG스마트체 Regular"/>
              </a:rPr>
              <a:t>실 불량은 발생하지 않았습니다</a:t>
            </a:r>
            <a:r>
              <a:rPr lang="en-US" altLang="ko-KR" sz="800">
                <a:latin typeface="Arial Narrow"/>
                <a:ea typeface="LG스마트체 Regular"/>
              </a:rPr>
              <a:t>. </a:t>
            </a:r>
            <a:r>
              <a:rPr lang="ko-KR" altLang="en-US" sz="800">
                <a:latin typeface="Arial Narrow"/>
                <a:ea typeface="LG스마트체 Regular"/>
              </a:rPr>
              <a:t>데이터 정상 수집 확인을 위해 임의로 </a:t>
            </a:r>
            <a:r>
              <a:rPr lang="ko-KR" altLang="en-US" sz="800" err="1">
                <a:latin typeface="Arial Narrow"/>
                <a:ea typeface="LG스마트체 Regular"/>
              </a:rPr>
              <a:t>과검하여</a:t>
            </a:r>
            <a:r>
              <a:rPr lang="ko-KR" altLang="en-US" sz="800">
                <a:latin typeface="Arial Narrow"/>
                <a:ea typeface="LG스마트체 Regular"/>
              </a:rPr>
              <a:t> 불량 데이터 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                </a:t>
            </a:r>
            <a:r>
              <a:rPr lang="ko-KR" altLang="en-US" sz="800">
                <a:latin typeface="Arial Narrow"/>
                <a:ea typeface="LG스마트체 Regular"/>
              </a:rPr>
              <a:t>발생시켰으나</a:t>
            </a:r>
            <a:r>
              <a:rPr lang="en-US" altLang="ko-KR" sz="800">
                <a:latin typeface="Arial Narrow"/>
                <a:ea typeface="LG스마트체 Regular"/>
              </a:rPr>
              <a:t>, (4/24) APC</a:t>
            </a:r>
            <a:r>
              <a:rPr lang="ko-KR" altLang="en-US" sz="800">
                <a:latin typeface="Arial Narrow"/>
                <a:ea typeface="LG스마트체 Regular"/>
              </a:rPr>
              <a:t>데이터 수집되지 않았고</a:t>
            </a:r>
            <a:r>
              <a:rPr lang="en-US" altLang="ko-KR" sz="800">
                <a:latin typeface="Arial Narrow"/>
                <a:ea typeface="LG스마트체 Regular"/>
              </a:rPr>
              <a:t>, </a:t>
            </a:r>
            <a:r>
              <a:rPr lang="ko-KR" altLang="en-US" sz="800">
                <a:latin typeface="Arial Narrow"/>
                <a:ea typeface="LG스마트체 Regular"/>
              </a:rPr>
              <a:t>수정사항 반영</a:t>
            </a:r>
            <a:r>
              <a:rPr lang="en-US" altLang="ko-KR" sz="800">
                <a:latin typeface="Arial Narrow"/>
                <a:ea typeface="LG스마트체 Regular"/>
              </a:rPr>
              <a:t>(</a:t>
            </a:r>
            <a:r>
              <a:rPr lang="ko-KR" altLang="en-US" sz="800">
                <a:latin typeface="Arial Narrow"/>
                <a:ea typeface="LG스마트체 Regular"/>
              </a:rPr>
              <a:t>공정제어</a:t>
            </a:r>
            <a:r>
              <a:rPr lang="en-US" altLang="ko-KR" sz="800">
                <a:latin typeface="Arial Narrow"/>
                <a:ea typeface="LG스마트체 Regular"/>
              </a:rPr>
              <a:t>DX) </a:t>
            </a:r>
            <a:r>
              <a:rPr lang="ko-KR" altLang="en-US" sz="800">
                <a:latin typeface="Arial Narrow"/>
                <a:ea typeface="LG스마트체 Regular"/>
              </a:rPr>
              <a:t>필요합니다</a:t>
            </a:r>
            <a:r>
              <a:rPr lang="en-US" altLang="ko-KR" sz="800">
                <a:latin typeface="Arial Narrow"/>
                <a:ea typeface="LG스마트체 Regular"/>
              </a:rPr>
              <a:t>. (</a:t>
            </a:r>
            <a:r>
              <a:rPr lang="ko-KR" altLang="en-US" sz="800">
                <a:latin typeface="Arial Narrow"/>
                <a:ea typeface="LG스마트체 Regular"/>
              </a:rPr>
              <a:t>패치 필요 </a:t>
            </a:r>
            <a:r>
              <a:rPr lang="en-US" altLang="ko-KR" sz="800">
                <a:latin typeface="Arial Narrow"/>
                <a:ea typeface="LG스마트체 Regular"/>
              </a:rPr>
              <a:t>5</a:t>
            </a:r>
            <a:r>
              <a:rPr lang="ko-KR" altLang="en-US" sz="800">
                <a:latin typeface="Arial Narrow"/>
                <a:ea typeface="LG스마트체 Regular"/>
              </a:rPr>
              <a:t>월 둘째 주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ko-KR" altLang="en-US" sz="800">
                <a:latin typeface="Arial Narrow"/>
                <a:ea typeface="LG스마트체 Regular"/>
              </a:rPr>
              <a:t>예정</a:t>
            </a:r>
            <a:r>
              <a:rPr lang="en-US" altLang="ko-KR" sz="800">
                <a:latin typeface="Arial Narrow"/>
                <a:ea typeface="LG스마트체 Regular"/>
              </a:rPr>
              <a:t>)        </a:t>
            </a:r>
          </a:p>
          <a:p>
            <a:r>
              <a:rPr lang="en-US" altLang="ko-KR" sz="800">
                <a:latin typeface="Arial Narrow"/>
                <a:ea typeface="LG스마트체 Regular"/>
              </a:rPr>
              <a:t>                    ⑤</a:t>
            </a:r>
            <a:r>
              <a:rPr lang="en-US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절연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표면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불량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데이터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수집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요건</a:t>
            </a:r>
            <a:r>
              <a:rPr lang="ko-KR" altLang="en-US" sz="800">
                <a:latin typeface="Arial Narrow"/>
                <a:ea typeface="LG스마트체 Regular"/>
              </a:rPr>
              <a:t>에 대해 </a:t>
            </a:r>
            <a:r>
              <a:rPr lang="en-US" sz="800" err="1">
                <a:latin typeface="Arial Narrow"/>
                <a:ea typeface="LG스마트체 Regular"/>
              </a:rPr>
              <a:t>공정제어DX팀</a:t>
            </a:r>
            <a:r>
              <a:rPr lang="en-US" sz="800">
                <a:latin typeface="Arial Narrow"/>
                <a:ea typeface="LG스마트체 Regular"/>
              </a:rPr>
              <a:t> </a:t>
            </a:r>
            <a:r>
              <a:rPr lang="en-US" sz="800" err="1">
                <a:latin typeface="Arial Narrow"/>
                <a:ea typeface="LG스마트체 Regular"/>
              </a:rPr>
              <a:t>담당자와</a:t>
            </a:r>
            <a:r>
              <a:rPr lang="en-US" sz="800">
                <a:latin typeface="Arial Narrow"/>
                <a:ea typeface="LG스마트체 Regular"/>
              </a:rPr>
              <a:t> </a:t>
            </a:r>
            <a:r>
              <a:rPr lang="en-US" sz="800" err="1">
                <a:latin typeface="Arial Narrow"/>
                <a:ea typeface="LG스마트체 Regular"/>
              </a:rPr>
              <a:t>사양</a:t>
            </a:r>
            <a:r>
              <a:rPr lang="en-US" sz="800">
                <a:latin typeface="Arial Narrow"/>
                <a:ea typeface="LG스마트체 Regular"/>
              </a:rPr>
              <a:t> </a:t>
            </a:r>
            <a:r>
              <a:rPr lang="ko-KR" altLang="en-US" sz="800">
                <a:latin typeface="Arial Narrow"/>
                <a:ea typeface="LG스마트체 Regular"/>
              </a:rPr>
              <a:t>협의 및  </a:t>
            </a:r>
            <a:r>
              <a:rPr lang="en-US" altLang="ko-KR" sz="800" err="1">
                <a:latin typeface="Arial Narrow"/>
                <a:ea typeface="LG스마트체 Regular"/>
              </a:rPr>
              <a:t>요건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정의서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작성</a:t>
            </a:r>
            <a:r>
              <a:rPr lang="ko-KR" altLang="en-US" sz="800">
                <a:latin typeface="Arial Narrow"/>
                <a:ea typeface="LG스마트체 Regular"/>
              </a:rPr>
              <a:t>하였</a:t>
            </a:r>
            <a:r>
              <a:rPr lang="en-US" sz="800" err="1">
                <a:latin typeface="Arial Narrow"/>
                <a:ea typeface="LG스마트체 Regular"/>
              </a:rPr>
              <a:t>습니다</a:t>
            </a:r>
            <a:r>
              <a:rPr lang="en-US" sz="800">
                <a:latin typeface="Arial Narrow"/>
                <a:ea typeface="LG스마트체 Regular"/>
              </a:rPr>
              <a:t>.(5/11)</a:t>
            </a:r>
          </a:p>
          <a:p>
            <a:r>
              <a:rPr lang="en-US" sz="800">
                <a:solidFill>
                  <a:srgbClr val="0000FF"/>
                </a:solidFill>
                <a:latin typeface="Arial Narrow"/>
                <a:ea typeface="LG스마트체 Regular"/>
              </a:rPr>
              <a:t> </a:t>
            </a:r>
            <a:r>
              <a:rPr lang="en-US" sz="800">
                <a:latin typeface="Arial Narrow"/>
                <a:ea typeface="LG스마트체 Regular"/>
              </a:rPr>
              <a:t>                   ⑥ </a:t>
            </a:r>
            <a:r>
              <a:rPr lang="ko-KR" altLang="en-US" sz="800">
                <a:latin typeface="Arial Narrow"/>
                <a:ea typeface="LG스마트체 Regular"/>
              </a:rPr>
              <a:t>절연</a:t>
            </a:r>
            <a:r>
              <a:rPr lang="en-US" sz="800">
                <a:latin typeface="Arial Narrow"/>
                <a:ea typeface="LG스마트체 Regular"/>
              </a:rPr>
              <a:t> </a:t>
            </a:r>
            <a:r>
              <a:rPr lang="en-US" sz="800" err="1">
                <a:latin typeface="Arial Narrow"/>
                <a:ea typeface="LG스마트체 Regular"/>
              </a:rPr>
              <a:t>표면</a:t>
            </a:r>
            <a:r>
              <a:rPr lang="en-US" sz="800">
                <a:latin typeface="Arial Narrow"/>
                <a:ea typeface="LG스마트체 Regular"/>
              </a:rPr>
              <a:t> </a:t>
            </a:r>
            <a:r>
              <a:rPr lang="ko-KR" altLang="en-US" sz="800">
                <a:latin typeface="Arial Narrow"/>
                <a:ea typeface="LG스마트체 Regular"/>
              </a:rPr>
              <a:t>불량</a:t>
            </a:r>
            <a:r>
              <a:rPr lang="en-US" sz="800">
                <a:latin typeface="Arial Narrow"/>
                <a:ea typeface="LG스마트체 Regular"/>
              </a:rPr>
              <a:t> </a:t>
            </a:r>
            <a:r>
              <a:rPr lang="en-US" sz="800" err="1">
                <a:latin typeface="Arial Narrow"/>
                <a:ea typeface="LG스마트체 Regular"/>
              </a:rPr>
              <a:t>데이터</a:t>
            </a:r>
            <a:r>
              <a:rPr lang="en-US" sz="800">
                <a:latin typeface="Arial Narrow"/>
                <a:ea typeface="LG스마트체 Regular"/>
              </a:rPr>
              <a:t> </a:t>
            </a:r>
            <a:r>
              <a:rPr lang="ko-KR" altLang="en-US" sz="800">
                <a:latin typeface="Arial Narrow"/>
                <a:ea typeface="LG스마트체 Regular"/>
              </a:rPr>
              <a:t>수집을</a:t>
            </a:r>
            <a:r>
              <a:rPr lang="en-US" sz="800">
                <a:latin typeface="Arial Narrow"/>
                <a:ea typeface="LG스마트체 Regular"/>
              </a:rPr>
              <a:t> </a:t>
            </a:r>
            <a:r>
              <a:rPr lang="ko-KR" altLang="en-US" sz="800">
                <a:latin typeface="Arial Narrow"/>
                <a:ea typeface="LG스마트체 Regular"/>
              </a:rPr>
              <a:t>위한</a:t>
            </a:r>
            <a:r>
              <a:rPr lang="en-US" sz="800">
                <a:latin typeface="Arial Narrow"/>
                <a:ea typeface="LG스마트체 Regular"/>
              </a:rPr>
              <a:t> APC </a:t>
            </a:r>
            <a:r>
              <a:rPr lang="ko-KR" altLang="en-US" sz="800">
                <a:latin typeface="Arial Narrow"/>
                <a:ea typeface="LG스마트체 Regular"/>
              </a:rPr>
              <a:t>서버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ko-KR" altLang="en-US" sz="800">
                <a:latin typeface="Arial Narrow"/>
                <a:ea typeface="LG스마트체 Regular"/>
              </a:rPr>
              <a:t>패치</a:t>
            </a:r>
            <a:r>
              <a:rPr lang="en-US" sz="800">
                <a:latin typeface="Arial Narrow"/>
                <a:ea typeface="LG스마트체 Regular"/>
              </a:rPr>
              <a:t> </a:t>
            </a:r>
            <a:r>
              <a:rPr lang="ko-KR" altLang="en-US" sz="800">
                <a:latin typeface="Arial Narrow"/>
                <a:ea typeface="LG스마트체 Regular"/>
              </a:rPr>
              <a:t>예정입니다.</a:t>
            </a:r>
            <a:r>
              <a:rPr lang="en-US" altLang="ko-KR" sz="800">
                <a:latin typeface="Arial Narrow"/>
                <a:ea typeface="LG스마트체 Regular"/>
              </a:rPr>
              <a:t>(5/11) </a:t>
            </a:r>
            <a:r>
              <a:rPr lang="en-US" altLang="ko-KR" sz="800" err="1">
                <a:latin typeface="Arial Narrow"/>
                <a:ea typeface="LG스마트체 Regular"/>
              </a:rPr>
              <a:t>패치</a:t>
            </a:r>
            <a:r>
              <a:rPr lang="en-US" altLang="ko-KR" sz="800">
                <a:latin typeface="Arial Narrow"/>
                <a:ea typeface="LG스마트체 Regular"/>
              </a:rPr>
              <a:t> 후 </a:t>
            </a:r>
            <a:r>
              <a:rPr lang="en-US" altLang="ko-KR" sz="800" err="1">
                <a:latin typeface="Arial Narrow"/>
                <a:ea typeface="LG스마트체 Regular"/>
              </a:rPr>
              <a:t>데이터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정상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수집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 err="1">
                <a:latin typeface="Arial Narrow"/>
                <a:ea typeface="LG스마트체 Regular"/>
              </a:rPr>
              <a:t>검증하겠습니다</a:t>
            </a:r>
            <a:r>
              <a:rPr lang="en-US" altLang="ko-KR" sz="800">
                <a:latin typeface="Arial Narrow"/>
                <a:ea typeface="LG스마트체 Regular"/>
              </a:rPr>
              <a:t>.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en-US" altLang="ko-KR" sz="800">
                <a:solidFill>
                  <a:srgbClr val="0000FF"/>
                </a:solidFill>
                <a:latin typeface="Arial Narrow"/>
                <a:ea typeface="LG스마트체 Regular"/>
              </a:rPr>
              <a:t>                   </a:t>
            </a:r>
            <a:r>
              <a:rPr lang="ko-KR" altLang="en-US" sz="800">
                <a:latin typeface="Arial Narrow"/>
                <a:ea typeface="LG스마트체 Regular"/>
              </a:rPr>
              <a:t>⑦ 표면 불량 데이터</a:t>
            </a:r>
            <a:r>
              <a:rPr lang="en-US" altLang="ko-KR" sz="800">
                <a:latin typeface="Arial Narrow"/>
                <a:ea typeface="LG스마트체 Regular"/>
              </a:rPr>
              <a:t>(</a:t>
            </a:r>
            <a:r>
              <a:rPr lang="ko-KR" altLang="en-US" sz="800">
                <a:latin typeface="Arial Narrow"/>
                <a:ea typeface="LG스마트체 Regular"/>
              </a:rPr>
              <a:t>인터믹싱</a:t>
            </a:r>
            <a:r>
              <a:rPr lang="en-US" altLang="ko-KR" sz="800">
                <a:latin typeface="Arial Narrow"/>
                <a:ea typeface="LG스마트체 Regular"/>
              </a:rPr>
              <a:t>) </a:t>
            </a:r>
            <a:r>
              <a:rPr lang="ko-KR" altLang="en-US" sz="800" err="1">
                <a:latin typeface="Arial Narrow"/>
                <a:ea typeface="LG스마트체 Regular"/>
              </a:rPr>
              <a:t>과검</a:t>
            </a:r>
            <a:r>
              <a:rPr lang="ko-KR" altLang="en-US" sz="800">
                <a:latin typeface="Arial Narrow"/>
                <a:ea typeface="LG스마트체 Regular"/>
              </a:rPr>
              <a:t> 확인되어 법인 검사팀에 의한 개선 조치 시행되었습니다</a:t>
            </a:r>
            <a:r>
              <a:rPr lang="en-US" altLang="ko-KR" sz="800">
                <a:latin typeface="Arial Narrow"/>
                <a:ea typeface="LG스마트체 Regular"/>
              </a:rPr>
              <a:t>.(6/1) 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               </a:t>
            </a:r>
            <a:r>
              <a:rPr lang="ko-KR" altLang="en-US" sz="800">
                <a:latin typeface="Arial Narrow"/>
                <a:ea typeface="LG스마트체 Regular"/>
              </a:rPr>
              <a:t>동시절연 자동보정 양산 운영 안정화를 위한 법인 출장 대응 예정입니다</a:t>
            </a:r>
            <a:r>
              <a:rPr lang="en-US" altLang="ko-KR" sz="800">
                <a:latin typeface="Arial Narrow"/>
                <a:ea typeface="LG스마트체 Regular"/>
              </a:rPr>
              <a:t>.(6/3~15, </a:t>
            </a:r>
            <a:r>
              <a:rPr lang="ko-KR" altLang="en-US" sz="800">
                <a:latin typeface="Arial Narrow"/>
                <a:ea typeface="LG스마트체 Regular"/>
              </a:rPr>
              <a:t>김형준</a:t>
            </a:r>
            <a:r>
              <a:rPr lang="en-US" altLang="ko-KR" sz="800">
                <a:latin typeface="Arial Narrow"/>
                <a:ea typeface="LG스마트체 Regular"/>
              </a:rPr>
              <a:t>P)</a:t>
            </a:r>
          </a:p>
          <a:p>
            <a:endParaRPr lang="ko-KR" altLang="en-US" sz="800">
              <a:solidFill>
                <a:srgbClr val="0000FF"/>
              </a:solidFill>
              <a:latin typeface="Arial Narrow"/>
              <a:ea typeface="LG스마트체 Regular"/>
            </a:endParaRPr>
          </a:p>
          <a:p>
            <a:r>
              <a:rPr lang="en-US" altLang="ko-KR" sz="800">
                <a:latin typeface="Arial Narrow"/>
                <a:ea typeface="LG스마트체 Regular"/>
              </a:rPr>
              <a:t>  - WA: </a:t>
            </a:r>
            <a:r>
              <a:rPr lang="ko-KR" altLang="en-US" sz="800">
                <a:latin typeface="Arial Narrow"/>
                <a:ea typeface="LG스마트체 Regular"/>
              </a:rPr>
              <a:t>동시절연 적용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  </a:t>
            </a:r>
            <a:r>
              <a:rPr lang="ko-KR" altLang="en-US" sz="800">
                <a:latin typeface="Arial Narrow"/>
                <a:ea typeface="LG스마트체 Regular"/>
              </a:rPr>
              <a:t>① 요건 협의</a:t>
            </a:r>
            <a:r>
              <a:rPr lang="en-US" altLang="ko-KR" sz="800">
                <a:latin typeface="Arial Narrow"/>
                <a:ea typeface="LG스마트체 Regular"/>
              </a:rPr>
              <a:t>(4/21): </a:t>
            </a:r>
            <a:r>
              <a:rPr lang="ko-KR" altLang="en-US" sz="800">
                <a:latin typeface="Arial Narrow"/>
                <a:ea typeface="LG스마트체 Regular"/>
              </a:rPr>
              <a:t>절연 </a:t>
            </a:r>
            <a:r>
              <a:rPr lang="en-US" altLang="ko-KR" sz="800">
                <a:latin typeface="Arial Narrow"/>
                <a:ea typeface="LG스마트체 Regular"/>
              </a:rPr>
              <a:t>RPM </a:t>
            </a:r>
            <a:r>
              <a:rPr lang="ko-KR" altLang="en-US" sz="800">
                <a:latin typeface="Arial Narrow"/>
                <a:ea typeface="LG스마트체 Regular"/>
              </a:rPr>
              <a:t>제어 </a:t>
            </a:r>
            <a:r>
              <a:rPr lang="en-US" altLang="ko-KR" sz="800">
                <a:latin typeface="Arial Narrow"/>
                <a:ea typeface="LG스마트체 Regular"/>
              </a:rPr>
              <a:t>– </a:t>
            </a:r>
            <a:r>
              <a:rPr lang="ko-KR" altLang="en-US" sz="800">
                <a:latin typeface="Arial Narrow"/>
                <a:ea typeface="LG스마트체 Regular"/>
              </a:rPr>
              <a:t>절연 </a:t>
            </a:r>
            <a:r>
              <a:rPr lang="en-US" altLang="ko-KR" sz="800">
                <a:latin typeface="Arial Narrow"/>
                <a:ea typeface="LG스마트체 Regular"/>
              </a:rPr>
              <a:t>Gap </a:t>
            </a:r>
            <a:r>
              <a:rPr lang="ko-KR" altLang="en-US" sz="800">
                <a:latin typeface="Arial Narrow"/>
                <a:ea typeface="LG스마트체 Regular"/>
              </a:rPr>
              <a:t>불량 보정 기능만 활성화 하여 적용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  </a:t>
            </a:r>
            <a:r>
              <a:rPr lang="ko-KR" altLang="en-US" sz="800">
                <a:latin typeface="Arial Narrow"/>
                <a:ea typeface="LG스마트체 Regular"/>
              </a:rPr>
              <a:t>② 로직 준비</a:t>
            </a:r>
            <a:r>
              <a:rPr lang="en-US" altLang="ko-KR" sz="800">
                <a:latin typeface="Arial Narrow"/>
                <a:ea typeface="LG스마트체 Regular"/>
              </a:rPr>
              <a:t>: APC </a:t>
            </a:r>
            <a:r>
              <a:rPr lang="ko-KR" altLang="en-US" sz="800">
                <a:latin typeface="Arial Narrow"/>
                <a:ea typeface="LG스마트체 Regular"/>
              </a:rPr>
              <a:t>통합 코드에 동시절연 코드 통합 작업을 완료했습니다</a:t>
            </a:r>
            <a:r>
              <a:rPr lang="en-US" altLang="ko-KR" sz="800">
                <a:latin typeface="Arial Narrow"/>
                <a:ea typeface="LG스마트체 Regular"/>
              </a:rPr>
              <a:t>. (4/24)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solidFill>
                  <a:srgbClr val="0000FF"/>
                </a:solidFill>
                <a:latin typeface="Arial Narrow"/>
                <a:ea typeface="LG스마트체 Regular"/>
              </a:rPr>
              <a:t>            </a:t>
            </a:r>
            <a:r>
              <a:rPr lang="en-US" altLang="ko-KR" sz="800">
                <a:effectLst/>
                <a:ea typeface="LG스마트체 Regular"/>
              </a:rPr>
              <a:t>③ </a:t>
            </a:r>
            <a:r>
              <a:rPr lang="ko-KR" altLang="en-US" sz="800">
                <a:effectLst/>
                <a:ea typeface="LG스마트체 Regular"/>
              </a:rPr>
              <a:t>양극 </a:t>
            </a:r>
            <a:r>
              <a:rPr lang="en-US" altLang="ko-KR" sz="800">
                <a:effectLst/>
                <a:ea typeface="LG스마트체 Regular"/>
              </a:rPr>
              <a:t>7</a:t>
            </a:r>
            <a:r>
              <a:rPr lang="ko-KR" altLang="en-US" sz="800">
                <a:effectLst/>
                <a:ea typeface="LG스마트체 Regular"/>
              </a:rPr>
              <a:t>호기 알고리즘 셋업 완료하였습니다</a:t>
            </a:r>
            <a:r>
              <a:rPr lang="en-US" altLang="ko-KR" sz="800">
                <a:effectLst/>
                <a:ea typeface="LG스마트체 Regular"/>
              </a:rPr>
              <a:t>.(5/11)</a:t>
            </a:r>
            <a:r>
              <a:rPr lang="en-US" altLang="ko-KR" sz="800">
                <a:solidFill>
                  <a:srgbClr val="0000FF"/>
                </a:solidFill>
                <a:effectLst/>
                <a:ea typeface="LG스마트체 Regular"/>
              </a:rPr>
              <a:t> </a:t>
            </a:r>
            <a:br>
              <a:rPr lang="en-US" altLang="ko-KR" sz="800">
                <a:effectLst/>
              </a:rPr>
            </a:br>
            <a:r>
              <a:rPr lang="en-US" altLang="ko-KR" sz="800">
                <a:solidFill>
                  <a:srgbClr val="0000FF"/>
                </a:solidFill>
                <a:effectLst/>
                <a:ea typeface="LG스마트체 Regular"/>
              </a:rPr>
              <a:t>              </a:t>
            </a:r>
            <a:r>
              <a:rPr lang="en-US" altLang="ko-KR" sz="800">
                <a:ea typeface="LG스마트체 Regular"/>
              </a:rPr>
              <a:t>양극 7호기 </a:t>
            </a:r>
            <a:r>
              <a:rPr lang="en-US" altLang="ko-KR" sz="800" err="1">
                <a:ea typeface="LG스마트체 Regular"/>
              </a:rPr>
              <a:t>대상</a:t>
            </a:r>
            <a:r>
              <a:rPr lang="en-US" altLang="ko-KR" sz="800">
                <a:ea typeface="LG스마트체 Regular"/>
              </a:rPr>
              <a:t> GAP </a:t>
            </a:r>
            <a:r>
              <a:rPr lang="en-US" altLang="ko-KR" sz="800" err="1">
                <a:ea typeface="LG스마트체 Regular"/>
              </a:rPr>
              <a:t>발생</a:t>
            </a:r>
            <a:r>
              <a:rPr lang="en-US" altLang="ko-KR" sz="800">
                <a:ea typeface="LG스마트체 Regular"/>
              </a:rPr>
              <a:t> 시 RPM 제어 기능 검증 후 </a:t>
            </a:r>
            <a:r>
              <a:rPr lang="en-US" altLang="ko-KR" sz="800" err="1">
                <a:ea typeface="LG스마트체 Regular"/>
              </a:rPr>
              <a:t>법인</a:t>
            </a:r>
            <a:r>
              <a:rPr lang="en-US" altLang="ko-KR" sz="800">
                <a:ea typeface="LG스마트체 Regular"/>
              </a:rPr>
              <a:t> </a:t>
            </a:r>
            <a:r>
              <a:rPr lang="en-US" altLang="ko-KR" sz="800" err="1">
                <a:ea typeface="LG스마트체 Regular"/>
              </a:rPr>
              <a:t>담당자에게</a:t>
            </a:r>
            <a:r>
              <a:rPr lang="en-US" altLang="ko-KR" sz="800">
                <a:ea typeface="LG스마트체 Regular"/>
              </a:rPr>
              <a:t> </a:t>
            </a:r>
            <a:r>
              <a:rPr lang="en-US" altLang="ko-KR" sz="800" err="1">
                <a:ea typeface="LG스마트체 Regular"/>
              </a:rPr>
              <a:t>내용</a:t>
            </a:r>
            <a:r>
              <a:rPr lang="en-US" altLang="ko-KR" sz="800">
                <a:ea typeface="LG스마트체 Regular"/>
              </a:rPr>
              <a:t> </a:t>
            </a:r>
            <a:r>
              <a:rPr lang="en-US" altLang="ko-KR" sz="800" err="1">
                <a:ea typeface="LG스마트체 Regular"/>
              </a:rPr>
              <a:t>전달하였습니다</a:t>
            </a:r>
            <a:r>
              <a:rPr lang="en-US" altLang="ko-KR" sz="800">
                <a:ea typeface="LG스마트체 Regular"/>
              </a:rPr>
              <a:t>.(5/26)</a:t>
            </a:r>
            <a:br>
              <a:rPr lang="en-US" altLang="ko-KR" sz="800">
                <a:solidFill>
                  <a:srgbClr val="0000FF"/>
                </a:solidFill>
                <a:ea typeface="LG스마트체 Regular"/>
              </a:rPr>
            </a:br>
            <a:r>
              <a:rPr lang="en-US" altLang="ko-KR" sz="800">
                <a:solidFill>
                  <a:srgbClr val="0000FF"/>
                </a:solidFill>
                <a:ea typeface="LG스마트체 Regular"/>
              </a:rPr>
              <a:t>          </a:t>
            </a:r>
            <a:r>
              <a:rPr lang="ko-KR" altLang="en-US" sz="800">
                <a:latin typeface="Arial Narrow"/>
                <a:ea typeface="LG스마트체 Regular"/>
              </a:rPr>
              <a:t>④ 양극</a:t>
            </a:r>
            <a:r>
              <a:rPr lang="en-US" altLang="ko-KR" sz="800">
                <a:latin typeface="Arial Narrow"/>
                <a:ea typeface="LG스마트체 Regular"/>
              </a:rPr>
              <a:t> 5</a:t>
            </a:r>
            <a:r>
              <a:rPr lang="ko-KR" altLang="en-US" sz="800">
                <a:latin typeface="Arial Narrow"/>
                <a:ea typeface="LG스마트체 Regular"/>
              </a:rPr>
              <a:t>호기 대상 적용 예정 </a:t>
            </a:r>
            <a:r>
              <a:rPr lang="en-US" altLang="ko-KR" sz="800">
                <a:latin typeface="Arial Narrow"/>
                <a:ea typeface="LG스마트체 Regular"/>
              </a:rPr>
              <a:t>(E90B, </a:t>
            </a:r>
            <a:r>
              <a:rPr lang="ko-KR" altLang="en-US" sz="800">
                <a:latin typeface="Arial Narrow"/>
                <a:ea typeface="LG스마트체 Regular"/>
              </a:rPr>
              <a:t>절연 갭 불량 발생이 많은 모델</a:t>
            </a:r>
            <a:r>
              <a:rPr lang="en-US" altLang="ko-KR" sz="800">
                <a:latin typeface="Arial Narrow"/>
                <a:ea typeface="LG스마트체 Regular"/>
              </a:rPr>
              <a:t>) </a:t>
            </a:r>
            <a:r>
              <a:rPr lang="ko-KR" altLang="en-US" sz="800">
                <a:latin typeface="Arial Narrow"/>
                <a:ea typeface="LG스마트체 Regular"/>
              </a:rPr>
              <a:t>입니다</a:t>
            </a:r>
            <a:r>
              <a:rPr lang="en-US" altLang="ko-KR" sz="800">
                <a:latin typeface="Arial Narrow"/>
                <a:ea typeface="LG스마트체 Regular"/>
              </a:rPr>
              <a:t>. (6/30)</a:t>
            </a:r>
            <a:endParaRPr lang="en-US" altLang="ko-KR" sz="800">
              <a:ea typeface="LG스마트체 Regular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7ADEA35-DE2D-105E-61B7-100D0A0543BB}"/>
              </a:ext>
            </a:extLst>
          </p:cNvPr>
          <p:cNvSpPr txBox="1"/>
          <p:nvPr/>
        </p:nvSpPr>
        <p:spPr>
          <a:xfrm>
            <a:off x="1760264" y="1476504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2" name="텍스트 개체 틀 11">
            <a:extLst>
              <a:ext uri="{FF2B5EF4-FFF2-40B4-BE49-F238E27FC236}">
                <a16:creationId xmlns:a16="http://schemas.microsoft.com/office/drawing/2014/main" id="{2465C708-67E7-01DB-2576-36AEC6CA9A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88270" y="1259307"/>
            <a:ext cx="482523" cy="586745"/>
          </a:xfrm>
        </p:spPr>
        <p:txBody>
          <a:bodyPr/>
          <a:lstStyle/>
          <a:p>
            <a:r>
              <a:rPr lang="ko-KR" altLang="en-US"/>
              <a:t>김형준</a:t>
            </a:r>
            <a:r>
              <a:rPr lang="en-US" altLang="ko-KR"/>
              <a:t>P</a:t>
            </a:r>
            <a:br>
              <a:rPr lang="en-US" altLang="ko-KR"/>
            </a:br>
            <a:r>
              <a:rPr lang="ko-KR" altLang="en-US"/>
              <a:t>나영준</a:t>
            </a:r>
            <a:r>
              <a:rPr lang="en-US" altLang="ko-KR"/>
              <a:t>P</a:t>
            </a:r>
            <a:br>
              <a:rPr lang="en-US" altLang="ko-KR"/>
            </a:br>
            <a:r>
              <a:rPr lang="ko-KR" altLang="en-US"/>
              <a:t>이동규</a:t>
            </a:r>
            <a:r>
              <a:rPr lang="en-US" altLang="ko-KR"/>
              <a:t>A</a:t>
            </a:r>
          </a:p>
          <a:p>
            <a:r>
              <a:rPr lang="ko-KR" altLang="en-US"/>
              <a:t>박신아</a:t>
            </a:r>
            <a:r>
              <a:rPr lang="en-US" altLang="ko-KR"/>
              <a:t>P</a:t>
            </a:r>
          </a:p>
        </p:txBody>
      </p:sp>
      <p:sp>
        <p:nvSpPr>
          <p:cNvPr id="123" name="텍스트 개체 틀 12">
            <a:extLst>
              <a:ext uri="{FF2B5EF4-FFF2-40B4-BE49-F238E27FC236}">
                <a16:creationId xmlns:a16="http://schemas.microsoft.com/office/drawing/2014/main" id="{9A4A8075-940D-D09F-E21E-501CC87C02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18303" y="1259307"/>
            <a:ext cx="482523" cy="586745"/>
          </a:xfrm>
        </p:spPr>
        <p:txBody>
          <a:bodyPr/>
          <a:lstStyle/>
          <a:p>
            <a:r>
              <a:rPr lang="en-US" altLang="ko-KR"/>
              <a:t>‘26.12</a:t>
            </a:r>
            <a:endParaRPr lang="ko-KR" altLang="en-US"/>
          </a:p>
        </p:txBody>
      </p:sp>
      <p:sp>
        <p:nvSpPr>
          <p:cNvPr id="2" name="직사각형 1">
            <a:hlinkClick r:id="" action="ppaction://noaction"/>
            <a:extLst>
              <a:ext uri="{FF2B5EF4-FFF2-40B4-BE49-F238E27FC236}">
                <a16:creationId xmlns:a16="http://schemas.microsoft.com/office/drawing/2014/main" id="{1BF47698-EB2C-3474-CA3A-D3BF7896E762}"/>
              </a:ext>
            </a:extLst>
          </p:cNvPr>
          <p:cNvSpPr/>
          <p:nvPr/>
        </p:nvSpPr>
        <p:spPr>
          <a:xfrm>
            <a:off x="10157011" y="208680"/>
            <a:ext cx="221876" cy="186512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>
                <a:solidFill>
                  <a:schemeClr val="tx1"/>
                </a:solidFill>
              </a:rPr>
              <a:t>H</a:t>
            </a:r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0C72AC6E-072E-BFCE-80F1-0B3B5FD259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55787" y="210261"/>
            <a:ext cx="3097213" cy="252102"/>
          </a:xfrm>
        </p:spPr>
        <p:txBody>
          <a:bodyPr lIns="0" tIns="0" rIns="0" bIns="0" anchor="ctr"/>
          <a:lstStyle/>
          <a:p>
            <a:r>
              <a:rPr lang="en-US" altLang="ko-KR" sz="1800">
                <a:cs typeface="Malgun Gothic Semilight" panose="020B0502040204020203" pitchFamily="50" charset="-127"/>
              </a:rPr>
              <a:t>MC</a:t>
            </a:r>
            <a:r>
              <a:rPr lang="ko-KR" altLang="en-US" sz="1800">
                <a:cs typeface="Malgun Gothic Semilight" panose="020B0502040204020203" pitchFamily="50" charset="-127"/>
              </a:rPr>
              <a:t>자동보정팀</a:t>
            </a:r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DED4EB1-0C4C-27EB-5083-C689908B6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70072"/>
              </p:ext>
            </p:extLst>
          </p:nvPr>
        </p:nvGraphicFramePr>
        <p:xfrm>
          <a:off x="2717041" y="2047899"/>
          <a:ext cx="5850504" cy="178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020">
                  <a:extLst>
                    <a:ext uri="{9D8B030D-6E8A-4147-A177-3AD203B41FA5}">
                      <a16:colId xmlns:a16="http://schemas.microsoft.com/office/drawing/2014/main" val="56701852"/>
                    </a:ext>
                  </a:extLst>
                </a:gridCol>
                <a:gridCol w="313699">
                  <a:extLst>
                    <a:ext uri="{9D8B030D-6E8A-4147-A177-3AD203B41FA5}">
                      <a16:colId xmlns:a16="http://schemas.microsoft.com/office/drawing/2014/main" val="3616561784"/>
                    </a:ext>
                  </a:extLst>
                </a:gridCol>
                <a:gridCol w="460537">
                  <a:extLst>
                    <a:ext uri="{9D8B030D-6E8A-4147-A177-3AD203B41FA5}">
                      <a16:colId xmlns:a16="http://schemas.microsoft.com/office/drawing/2014/main" val="1562438668"/>
                    </a:ext>
                  </a:extLst>
                </a:gridCol>
                <a:gridCol w="707492">
                  <a:extLst>
                    <a:ext uri="{9D8B030D-6E8A-4147-A177-3AD203B41FA5}">
                      <a16:colId xmlns:a16="http://schemas.microsoft.com/office/drawing/2014/main" val="1790795874"/>
                    </a:ext>
                  </a:extLst>
                </a:gridCol>
                <a:gridCol w="694143">
                  <a:extLst>
                    <a:ext uri="{9D8B030D-6E8A-4147-A177-3AD203B41FA5}">
                      <a16:colId xmlns:a16="http://schemas.microsoft.com/office/drawing/2014/main" val="3636821692"/>
                    </a:ext>
                  </a:extLst>
                </a:gridCol>
                <a:gridCol w="574002">
                  <a:extLst>
                    <a:ext uri="{9D8B030D-6E8A-4147-A177-3AD203B41FA5}">
                      <a16:colId xmlns:a16="http://schemas.microsoft.com/office/drawing/2014/main" val="1593784922"/>
                    </a:ext>
                  </a:extLst>
                </a:gridCol>
                <a:gridCol w="627398">
                  <a:extLst>
                    <a:ext uri="{9D8B030D-6E8A-4147-A177-3AD203B41FA5}">
                      <a16:colId xmlns:a16="http://schemas.microsoft.com/office/drawing/2014/main" val="3319513834"/>
                    </a:ext>
                  </a:extLst>
                </a:gridCol>
                <a:gridCol w="273653">
                  <a:extLst>
                    <a:ext uri="{9D8B030D-6E8A-4147-A177-3AD203B41FA5}">
                      <a16:colId xmlns:a16="http://schemas.microsoft.com/office/drawing/2014/main" val="509489546"/>
                    </a:ext>
                  </a:extLst>
                </a:gridCol>
                <a:gridCol w="222951">
                  <a:extLst>
                    <a:ext uri="{9D8B030D-6E8A-4147-A177-3AD203B41FA5}">
                      <a16:colId xmlns:a16="http://schemas.microsoft.com/office/drawing/2014/main" val="2403956718"/>
                    </a:ext>
                  </a:extLst>
                </a:gridCol>
                <a:gridCol w="222951">
                  <a:extLst>
                    <a:ext uri="{9D8B030D-6E8A-4147-A177-3AD203B41FA5}">
                      <a16:colId xmlns:a16="http://schemas.microsoft.com/office/drawing/2014/main" val="2421042115"/>
                    </a:ext>
                  </a:extLst>
                </a:gridCol>
                <a:gridCol w="222951">
                  <a:extLst>
                    <a:ext uri="{9D8B030D-6E8A-4147-A177-3AD203B41FA5}">
                      <a16:colId xmlns:a16="http://schemas.microsoft.com/office/drawing/2014/main" val="1604754611"/>
                    </a:ext>
                  </a:extLst>
                </a:gridCol>
                <a:gridCol w="222951">
                  <a:extLst>
                    <a:ext uri="{9D8B030D-6E8A-4147-A177-3AD203B41FA5}">
                      <a16:colId xmlns:a16="http://schemas.microsoft.com/office/drawing/2014/main" val="2568320623"/>
                    </a:ext>
                  </a:extLst>
                </a:gridCol>
                <a:gridCol w="222952">
                  <a:extLst>
                    <a:ext uri="{9D8B030D-6E8A-4147-A177-3AD203B41FA5}">
                      <a16:colId xmlns:a16="http://schemas.microsoft.com/office/drawing/2014/main" val="95325368"/>
                    </a:ext>
                  </a:extLst>
                </a:gridCol>
                <a:gridCol w="222951">
                  <a:extLst>
                    <a:ext uri="{9D8B030D-6E8A-4147-A177-3AD203B41FA5}">
                      <a16:colId xmlns:a16="http://schemas.microsoft.com/office/drawing/2014/main" val="3647959987"/>
                    </a:ext>
                  </a:extLst>
                </a:gridCol>
                <a:gridCol w="222951">
                  <a:extLst>
                    <a:ext uri="{9D8B030D-6E8A-4147-A177-3AD203B41FA5}">
                      <a16:colId xmlns:a16="http://schemas.microsoft.com/office/drawing/2014/main" val="1290353308"/>
                    </a:ext>
                  </a:extLst>
                </a:gridCol>
                <a:gridCol w="222951">
                  <a:extLst>
                    <a:ext uri="{9D8B030D-6E8A-4147-A177-3AD203B41FA5}">
                      <a16:colId xmlns:a16="http://schemas.microsoft.com/office/drawing/2014/main" val="2536533451"/>
                    </a:ext>
                  </a:extLst>
                </a:gridCol>
                <a:gridCol w="222951">
                  <a:extLst>
                    <a:ext uri="{9D8B030D-6E8A-4147-A177-3AD203B41FA5}">
                      <a16:colId xmlns:a16="http://schemas.microsoft.com/office/drawing/2014/main" val="1993849517"/>
                    </a:ext>
                  </a:extLst>
                </a:gridCol>
              </a:tblGrid>
              <a:tr h="14787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  <a:endParaRPr lang="ko-KR" altLang="en-US" sz="800" b="1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8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 항목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 항목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8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개발항목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 현황</a:t>
                      </a:r>
                      <a:r>
                        <a:rPr lang="en-US" altLang="ko-KR" sz="8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完</a:t>
                      </a:r>
                      <a:r>
                        <a:rPr lang="en-US" altLang="ko-KR" sz="8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1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b="1" baseline="0">
                          <a:latin typeface="Arial Narrow"/>
                          <a:ea typeface="LG스마트체 Regular"/>
                        </a:rPr>
                        <a:t>검사</a:t>
                      </a:r>
                      <a:endParaRPr lang="en-US" altLang="ko-KR" sz="800" b="1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HL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LS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GM_TN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EP2</a:t>
                      </a:r>
                      <a:b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(NFF)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136499"/>
                  </a:ext>
                </a:extLst>
              </a:tr>
              <a:tr h="91099">
                <a:tc rowSpan="4"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icrosoft GothicNeo"/>
                        </a:rPr>
                        <a:t>⑴</a:t>
                      </a:r>
                      <a:endParaRPr lang="en-US" altLang="ko-KR" sz="8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절연치수보정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단일변수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36000" marR="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RPM</a:t>
                      </a:r>
                      <a:endParaRPr lang="en-US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절연폭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보정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Target Mode</a:t>
                      </a:r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기능검증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854393"/>
                  </a:ext>
                </a:extLst>
              </a:tr>
              <a:tr h="910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Hold Mode</a:t>
                      </a:r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724769"/>
                  </a:ext>
                </a:extLst>
              </a:tr>
              <a:tr h="91099">
                <a:tc vMerge="1"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l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오버레이 보정</a:t>
                      </a:r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Target Mode</a:t>
                      </a:r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기능검증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764461"/>
                  </a:ext>
                </a:extLst>
              </a:tr>
              <a:tr h="910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Hold Mode</a:t>
                      </a:r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209640"/>
                  </a:ext>
                </a:extLst>
              </a:tr>
              <a:tr h="91099">
                <a:tc rowSpan="6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icrosoft GothicNeo"/>
                        </a:rPr>
                        <a:t>⑵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 불량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Gap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RPM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Gap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(RPM)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기능검증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206789"/>
                  </a:ext>
                </a:extLst>
              </a:tr>
              <a:tr h="91099">
                <a:tc vMerge="1">
                  <a:txBody>
                    <a:bodyPr/>
                    <a:lstStyle/>
                    <a:p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Coating Gap(L/R)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Gap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(Gap L/R)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○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462205"/>
                  </a:ext>
                </a:extLst>
              </a:tr>
              <a:tr h="910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인터믹싱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RPM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인터믹싱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보정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(RPM)</a:t>
                      </a:r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△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20812"/>
                  </a:ext>
                </a:extLst>
              </a:tr>
              <a:tr h="910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Coating Gap(L/R)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인터믹싱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보정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(Gap L/R)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525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△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013646"/>
                  </a:ext>
                </a:extLst>
              </a:tr>
              <a:tr h="910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Small Gap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RPM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Small Gap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(RPM)</a:t>
                      </a:r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525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950298"/>
                  </a:ext>
                </a:extLst>
              </a:tr>
              <a:tr h="91099">
                <a:tc vMerge="1"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kern="1200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Coating Gap(L/R)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Small Gap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(Gap L/R)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254501"/>
                  </a:ext>
                </a:extLst>
              </a:tr>
              <a:tr h="17559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(3)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절연상호작용 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RPM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절연 상호작용 예측 보정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기능검증</a:t>
                      </a: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66418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1D8DF26-2FA9-691E-A522-727BB34DB49E}"/>
              </a:ext>
            </a:extLst>
          </p:cNvPr>
          <p:cNvSpPr/>
          <p:nvPr/>
        </p:nvSpPr>
        <p:spPr>
          <a:xfrm>
            <a:off x="7795265" y="1884101"/>
            <a:ext cx="206908" cy="116330"/>
          </a:xfrm>
          <a:prstGeom prst="rect">
            <a:avLst/>
          </a:prstGeom>
          <a:solidFill>
            <a:srgbClr val="C0E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9" name="텍스트 개체 틀 33">
            <a:extLst>
              <a:ext uri="{FF2B5EF4-FFF2-40B4-BE49-F238E27FC236}">
                <a16:creationId xmlns:a16="http://schemas.microsoft.com/office/drawing/2014/main" id="{69745AF5-9050-BA98-22EA-7FC50BACB48A}"/>
              </a:ext>
            </a:extLst>
          </p:cNvPr>
          <p:cNvSpPr txBox="1">
            <a:spLocks/>
          </p:cNvSpPr>
          <p:nvPr/>
        </p:nvSpPr>
        <p:spPr>
          <a:xfrm>
            <a:off x="8041298" y="1884101"/>
            <a:ext cx="526247" cy="116330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/>
              <a:t>기능 활성화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B09F28-9318-4B8C-0B1D-2D8432B4A810}"/>
              </a:ext>
            </a:extLst>
          </p:cNvPr>
          <p:cNvSpPr/>
          <p:nvPr/>
        </p:nvSpPr>
        <p:spPr>
          <a:xfrm>
            <a:off x="6986338" y="2280600"/>
            <a:ext cx="877169" cy="1504844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협의 필요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6956D8-CD30-20F2-A88D-38E16C3D1A71}"/>
              </a:ext>
            </a:extLst>
          </p:cNvPr>
          <p:cNvSpPr/>
          <p:nvPr/>
        </p:nvSpPr>
        <p:spPr>
          <a:xfrm>
            <a:off x="8129063" y="2267252"/>
            <a:ext cx="207328" cy="1561822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12" name="텍스트 개체 틀 33">
            <a:extLst>
              <a:ext uri="{FF2B5EF4-FFF2-40B4-BE49-F238E27FC236}">
                <a16:creationId xmlns:a16="http://schemas.microsoft.com/office/drawing/2014/main" id="{59A7692E-132F-84DE-65A9-565713D24F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58133" y="511175"/>
            <a:ext cx="907921" cy="169863"/>
          </a:xfr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26.09.22 18</a:t>
            </a:r>
            <a:r>
              <a:rPr lang="ko-KR" altLang="en-US">
                <a:ea typeface="LG스마트체 Regular"/>
              </a:rPr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93990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텍스트 개체 틀 36">
            <a:extLst>
              <a:ext uri="{FF2B5EF4-FFF2-40B4-BE49-F238E27FC236}">
                <a16:creationId xmlns:a16="http://schemas.microsoft.com/office/drawing/2014/main" id="{CB024143-680D-B2F1-6800-184E29A8D91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en-US" altLang="ko-KR">
                <a:latin typeface="Arial Narrow"/>
                <a:ea typeface="LG스마트체 Regular"/>
              </a:rPr>
              <a:t>1</a:t>
            </a:r>
            <a:r>
              <a:rPr lang="ko-KR" altLang="en-US">
                <a:latin typeface="Arial Narrow"/>
                <a:ea typeface="LG스마트체 Regular"/>
              </a:rPr>
              <a:t>. </a:t>
            </a:r>
            <a:r>
              <a:rPr lang="ko-KR" altLang="en-US" sz="1400" b="1">
                <a:latin typeface="Arial Narrow"/>
                <a:ea typeface="LG스마트체 Regular"/>
              </a:rPr>
              <a:t>동시절연다이 자동보정 개발</a:t>
            </a:r>
            <a:r>
              <a:rPr lang="ko-KR" altLang="en-US">
                <a:latin typeface="Arial Narrow"/>
                <a:ea typeface="LG스마트체 Regular"/>
              </a:rPr>
              <a:t> (3/4)</a:t>
            </a:r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253F24D9-C2AC-4927-0F89-A8DE82D551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 Smart_H Regular"/>
              </a:rPr>
              <a:t>박신아 </a:t>
            </a:r>
            <a:r>
              <a:rPr lang="ko-KR">
                <a:ea typeface="LG Smart_H Regular"/>
              </a:rPr>
              <a:t>P</a:t>
            </a:r>
          </a:p>
        </p:txBody>
      </p: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2319D1E3-201C-8ED5-D215-0A4CE8424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 algn="ctr">
              <a:buNone/>
            </a:pPr>
            <a:r>
              <a:rPr lang="ko-KR" altLang="en-US" sz="900" b="0" i="0" u="none" strike="noStrike" baseline="0" err="1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동시절연다이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ko-KR" altLang="en-US" sz="900" b="0" i="0" u="none" strike="noStrike" baseline="0" err="1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로직개발</a:t>
            </a:r>
            <a:endParaRPr lang="en-US" altLang="ko-KR" sz="900" b="0" i="0" u="none" strike="noStrike" baseline="0">
              <a:solidFill>
                <a:schemeClr val="tx1"/>
              </a:solidFill>
              <a:effectLst/>
              <a:latin typeface="Arial Narrow"/>
              <a:ea typeface="LG스마트체 Regular"/>
            </a:endParaRPr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9271F537-0C66-2183-97D2-4BBED68DB6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 algn="ctr">
              <a:buNone/>
            </a:pP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EP2 NFF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HD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OT</a:t>
            </a:r>
            <a:endParaRPr lang="en-US" altLang="ko-KR" sz="900" b="0" i="0" u="none" strike="noStrike" baseline="0">
              <a:solidFill>
                <a:schemeClr val="tx1"/>
              </a:solidFill>
              <a:effectLst/>
              <a:latin typeface="Arial Narrow"/>
              <a:ea typeface="LG스마트체 Regular"/>
            </a:endParaRPr>
          </a:p>
          <a:p>
            <a:pPr lvl="0" algn="ctr">
              <a:buNone/>
            </a:pP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NB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WA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MI2</a:t>
            </a:r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491769FB-8F95-9F23-9FD4-56A08DF9C8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310" y="1357162"/>
            <a:ext cx="6021009" cy="5015825"/>
          </a:xfrm>
        </p:spPr>
        <p:txBody>
          <a:bodyPr lIns="91440" tIns="45720" rIns="91440" bIns="45720" anchor="t"/>
          <a:lstStyle/>
          <a:p>
            <a:pPr>
              <a:lnSpc>
                <a:spcPts val="1100"/>
              </a:lnSpc>
            </a:pPr>
            <a:r>
              <a:rPr lang="en-US" altLang="ko-KR" sz="9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9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진행사항</a:t>
            </a:r>
            <a:r>
              <a:rPr lang="en-US" altLang="ko-KR" sz="9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lang="ko-KR" altLang="en-US" sz="900">
                <a:solidFill>
                  <a:srgbClr val="3737FF"/>
                </a:solidFill>
                <a:latin typeface="Arial Narrow"/>
                <a:ea typeface="LG스마트체 Regular"/>
              </a:rPr>
              <a:t> </a:t>
            </a:r>
            <a:endParaRPr lang="en-US" altLang="ko-KR" sz="900" b="1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>
              <a:buNone/>
            </a:pPr>
            <a:r>
              <a:rPr lang="en-US" altLang="ko-KR" sz="800">
                <a:latin typeface="Arial Narrow"/>
                <a:ea typeface="LG스마트체 Regular"/>
              </a:rPr>
              <a:t>[</a:t>
            </a:r>
            <a:r>
              <a:rPr lang="ko-KR" altLang="en-US" sz="800" err="1">
                <a:latin typeface="Arial Narrow"/>
                <a:ea typeface="LG스마트체 Regular"/>
              </a:rPr>
              <a:t>법인별</a:t>
            </a:r>
            <a:r>
              <a:rPr lang="ko-KR" altLang="en-US" sz="800">
                <a:latin typeface="Arial Narrow"/>
                <a:ea typeface="LG스마트체 Regular"/>
              </a:rPr>
              <a:t> 적용</a:t>
            </a:r>
            <a:r>
              <a:rPr lang="en-US" altLang="ko-KR" sz="800">
                <a:latin typeface="Arial Narrow"/>
                <a:ea typeface="LG스마트체 Regular"/>
              </a:rPr>
              <a:t>] </a:t>
            </a:r>
          </a:p>
          <a:p>
            <a:pPr lvl="0">
              <a:buNone/>
            </a:pPr>
            <a:r>
              <a:rPr lang="en-US" altLang="ko-KR" sz="800">
                <a:latin typeface="Arial Narrow" panose="020B0606020202030204" pitchFamily="34" charset="0"/>
              </a:rPr>
              <a:t>- </a:t>
            </a:r>
            <a:r>
              <a:rPr lang="en-US" altLang="ko-KR" sz="800" b="1">
                <a:latin typeface="Arial Narrow" panose="020B0606020202030204" pitchFamily="34" charset="0"/>
              </a:rPr>
              <a:t>MI_HL</a:t>
            </a:r>
            <a:r>
              <a:rPr lang="en-US" altLang="ko-KR" sz="800">
                <a:latin typeface="Arial Narrow" panose="020B0606020202030204" pitchFamily="34" charset="0"/>
              </a:rPr>
              <a:t>: </a:t>
            </a:r>
            <a:r>
              <a:rPr lang="ko-KR" altLang="en-US" sz="800">
                <a:latin typeface="Arial Narrow" panose="020B0606020202030204" pitchFamily="34" charset="0"/>
              </a:rPr>
              <a:t>대표호기 </a:t>
            </a:r>
            <a:r>
              <a:rPr lang="en-US" altLang="ko-KR" sz="800">
                <a:latin typeface="Arial Narrow" panose="020B0606020202030204" pitchFamily="34" charset="0"/>
              </a:rPr>
              <a:t>5</a:t>
            </a:r>
            <a:r>
              <a:rPr lang="ko-KR" altLang="en-US" sz="800">
                <a:latin typeface="Arial Narrow" panose="020B0606020202030204" pitchFamily="34" charset="0"/>
              </a:rPr>
              <a:t>호기 적용 완료</a:t>
            </a:r>
            <a:endParaRPr lang="en-US" altLang="ko-KR" sz="800">
              <a:latin typeface="Arial Narrow" panose="020B0606020202030204" pitchFamily="34" charset="0"/>
            </a:endParaRPr>
          </a:p>
          <a:p>
            <a:pPr lvl="0">
              <a:buNone/>
            </a:pPr>
            <a:r>
              <a:rPr lang="en-US" altLang="ko-KR" sz="800" b="1">
                <a:latin typeface="Arial Narrow"/>
                <a:ea typeface="LG스마트체 Regular"/>
              </a:rPr>
              <a:t>          </a:t>
            </a:r>
            <a:r>
              <a:rPr lang="en-US" altLang="ko-KR" sz="800">
                <a:latin typeface="Arial Narrow"/>
                <a:ea typeface="LG스마트체 Regular"/>
              </a:rPr>
              <a:t>-. C#03 : </a:t>
            </a:r>
            <a:r>
              <a:rPr lang="ko-KR" altLang="en-US" sz="800">
                <a:latin typeface="Arial Narrow"/>
                <a:ea typeface="LG스마트체 Regular"/>
              </a:rPr>
              <a:t>① 검사기 현황 및 일정</a:t>
            </a:r>
            <a:r>
              <a:rPr lang="en-US" altLang="ko-KR" sz="800">
                <a:latin typeface="Arial Narrow"/>
                <a:ea typeface="LG스마트체 Regular"/>
              </a:rPr>
              <a:t>: </a:t>
            </a:r>
            <a:r>
              <a:rPr lang="ko-KR" altLang="en-US" sz="800">
                <a:latin typeface="Arial Narrow"/>
                <a:ea typeface="LG스마트체 Regular"/>
              </a:rPr>
              <a:t>믹서 오버홀로 인한 계획 정지 기간에 </a:t>
            </a:r>
            <a:r>
              <a:rPr lang="en-US" altLang="ko-KR" sz="800">
                <a:latin typeface="Arial Narrow"/>
                <a:ea typeface="LG스마트체 Regular"/>
              </a:rPr>
              <a:t>(7/22~7/28) </a:t>
            </a:r>
            <a:r>
              <a:rPr lang="ko-KR" altLang="en-US" sz="800">
                <a:latin typeface="Arial Narrow"/>
                <a:ea typeface="LG스마트체 Regular"/>
              </a:rPr>
              <a:t>비전 </a:t>
            </a:r>
            <a:r>
              <a:rPr lang="en-US" altLang="ko-KR" sz="800">
                <a:latin typeface="Arial Narrow"/>
                <a:ea typeface="LG스마트체 Regular"/>
              </a:rPr>
              <a:t>SW </a:t>
            </a:r>
            <a:r>
              <a:rPr lang="ko-KR" altLang="en-US" sz="800">
                <a:latin typeface="Arial Narrow"/>
                <a:ea typeface="LG스마트체 Regular"/>
              </a:rPr>
              <a:t>업데이트</a:t>
            </a:r>
            <a:r>
              <a:rPr lang="en-US" altLang="ko-KR" sz="800">
                <a:latin typeface="Arial Narrow"/>
                <a:ea typeface="LG스마트체 Regular"/>
              </a:rPr>
              <a:t>(TNS</a:t>
            </a:r>
            <a:r>
              <a:rPr lang="ko-KR" altLang="en-US" sz="800">
                <a:latin typeface="Arial Narrow"/>
                <a:ea typeface="LG스마트체 Regular"/>
              </a:rPr>
              <a:t>→</a:t>
            </a:r>
            <a:r>
              <a:rPr lang="en-US" altLang="ko-KR" sz="800" err="1">
                <a:latin typeface="Arial Narrow"/>
                <a:ea typeface="LG스마트체 Regular"/>
              </a:rPr>
              <a:t>Nsys</a:t>
            </a:r>
            <a:r>
              <a:rPr lang="en-US" altLang="ko-KR" sz="800">
                <a:latin typeface="Arial Narrow"/>
                <a:ea typeface="LG스마트체 Regular"/>
              </a:rPr>
              <a:t>)</a:t>
            </a:r>
            <a:r>
              <a:rPr lang="ko-KR" altLang="en-US" sz="800">
                <a:latin typeface="Arial Narrow"/>
                <a:ea typeface="LG스마트체 Regular"/>
              </a:rPr>
              <a:t> 완료하였으며 </a:t>
            </a:r>
            <a:r>
              <a:rPr lang="en-US" altLang="ko-KR" sz="800">
                <a:latin typeface="Arial Narrow"/>
                <a:ea typeface="LG스마트체 Regular"/>
              </a:rPr>
              <a:t>(7/28), </a:t>
            </a:r>
          </a:p>
          <a:p>
            <a:pPr lvl="0">
              <a:buNone/>
            </a:pPr>
            <a:r>
              <a:rPr lang="en-US" altLang="ko-KR" sz="800">
                <a:latin typeface="Arial Narrow"/>
                <a:ea typeface="LG스마트체 Regular"/>
              </a:rPr>
              <a:t>                             </a:t>
            </a:r>
            <a:r>
              <a:rPr lang="ko-KR" altLang="en-US" sz="800" err="1">
                <a:latin typeface="Arial Narrow"/>
                <a:ea typeface="LG스마트체 Regular"/>
              </a:rPr>
              <a:t>롤맵</a:t>
            </a:r>
            <a:r>
              <a:rPr lang="ko-KR" altLang="en-US" sz="800">
                <a:latin typeface="Arial Narrow"/>
                <a:ea typeface="LG스마트체 Regular"/>
              </a:rPr>
              <a:t> 검증 예정입니다</a:t>
            </a:r>
            <a:r>
              <a:rPr lang="en-US" altLang="ko-KR" sz="800">
                <a:latin typeface="Arial Narrow"/>
                <a:ea typeface="LG스마트체 Regular"/>
              </a:rPr>
              <a:t> (7/29).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              </a:t>
            </a:r>
            <a:r>
              <a:rPr lang="ko-KR" altLang="en-US" sz="800">
                <a:latin typeface="Arial Narrow"/>
                <a:ea typeface="LG스마트체 Regular"/>
              </a:rPr>
              <a:t>② 자동보정 적용</a:t>
            </a:r>
            <a:r>
              <a:rPr lang="en-US" altLang="ko-KR" sz="800">
                <a:latin typeface="Arial Narrow"/>
                <a:ea typeface="LG스마트체 Regular"/>
              </a:rPr>
              <a:t>: </a:t>
            </a:r>
            <a:r>
              <a:rPr lang="ko-KR" altLang="en-US" sz="800">
                <a:latin typeface="Arial Narrow"/>
                <a:ea typeface="LG스마트체 Regular"/>
              </a:rPr>
              <a:t>동시절연 자동보정 </a:t>
            </a:r>
            <a:r>
              <a:rPr lang="en-US" altLang="ko-KR" sz="800">
                <a:latin typeface="Arial Narrow"/>
                <a:ea typeface="LG스마트체 Regular"/>
              </a:rPr>
              <a:t>(</a:t>
            </a:r>
            <a:r>
              <a:rPr lang="ko-KR" altLang="en-US" sz="800">
                <a:latin typeface="Arial Narrow"/>
                <a:ea typeface="LG스마트체 Regular"/>
              </a:rPr>
              <a:t>절연 불량 자동보정</a:t>
            </a:r>
            <a:r>
              <a:rPr lang="en-US" altLang="ko-KR" sz="800">
                <a:latin typeface="Arial Narrow"/>
                <a:ea typeface="LG스마트체 Regular"/>
              </a:rPr>
              <a:t>) </a:t>
            </a:r>
            <a:r>
              <a:rPr lang="ko-KR" altLang="en-US" sz="800">
                <a:latin typeface="Arial Narrow"/>
                <a:ea typeface="LG스마트체 Regular"/>
              </a:rPr>
              <a:t>적용 중입니다</a:t>
            </a:r>
            <a:r>
              <a:rPr lang="en-US" altLang="ko-KR" sz="800">
                <a:latin typeface="Arial Narrow"/>
                <a:ea typeface="LG스마트체 Regular"/>
              </a:rPr>
              <a:t>. (8/1~) </a:t>
            </a:r>
          </a:p>
          <a:p>
            <a:pPr lvl="0">
              <a:buNone/>
            </a:pPr>
            <a:r>
              <a:rPr lang="en-US" altLang="ko-KR" sz="800">
                <a:latin typeface="Arial Narrow"/>
                <a:ea typeface="LG스마트체 Regular"/>
              </a:rPr>
              <a:t>         -. </a:t>
            </a:r>
            <a:r>
              <a:rPr lang="ko-KR" altLang="en-US" sz="800">
                <a:latin typeface="Arial Narrow"/>
                <a:ea typeface="LG스마트체 Regular"/>
              </a:rPr>
              <a:t>얼라인 비전 검사기 및 오버레이 검사기에서 모두 절연 표면 불량 검출 및 분류 가능함을 확인하였습니다</a:t>
            </a:r>
            <a:r>
              <a:rPr lang="en-US" altLang="ko-KR" sz="800">
                <a:latin typeface="Arial Narrow"/>
                <a:ea typeface="LG스마트체 Regular"/>
              </a:rPr>
              <a:t>. </a:t>
            </a:r>
            <a:r>
              <a:rPr lang="ko-KR" altLang="en-US" sz="800">
                <a:latin typeface="Arial Narrow"/>
                <a:ea typeface="LG스마트체 Regular"/>
              </a:rPr>
              <a:t>바타입 검사기에서 절연 두께꺼짐과 오버레이를 구분하여 검출할 수 있는지 법인에서 검토 중입니다</a:t>
            </a:r>
            <a:r>
              <a:rPr lang="en-US" altLang="ko-KR" sz="800">
                <a:latin typeface="Arial Narrow"/>
                <a:ea typeface="LG스마트체 Regular"/>
              </a:rPr>
              <a:t>. (9/8)</a:t>
            </a:r>
          </a:p>
          <a:p>
            <a:r>
              <a:rPr lang="en-US" altLang="ko-KR" sz="800">
                <a:latin typeface="Arial Narrow"/>
                <a:ea typeface="LG스마트체 Regular"/>
              </a:rPr>
              <a:t>- </a:t>
            </a:r>
            <a:r>
              <a:rPr lang="en-US" altLang="ko-KR" sz="800" b="1">
                <a:latin typeface="Arial Narrow"/>
                <a:ea typeface="LG스마트체 Regular"/>
              </a:rPr>
              <a:t>HD</a:t>
            </a:r>
            <a:r>
              <a:rPr lang="en-US" altLang="ko-KR" sz="800">
                <a:latin typeface="Arial Narrow"/>
                <a:ea typeface="LG스마트체 Regular"/>
              </a:rPr>
              <a:t>:</a:t>
            </a:r>
            <a:r>
              <a:rPr lang="ko-KR" altLang="en-US" sz="800">
                <a:latin typeface="Arial Narrow"/>
                <a:ea typeface="LG스마트체 Regular"/>
              </a:rPr>
              <a:t> 동시절연 적용 대상호기 </a:t>
            </a:r>
            <a:r>
              <a:rPr lang="en-US" altLang="ko-KR" sz="800">
                <a:latin typeface="Arial Narrow"/>
                <a:ea typeface="LG스마트체 Regular"/>
              </a:rPr>
              <a:t>(</a:t>
            </a:r>
            <a:r>
              <a:rPr lang="ko-KR" altLang="en-US" sz="800">
                <a:latin typeface="Arial Narrow"/>
                <a:ea typeface="LG스마트체 Regular"/>
              </a:rPr>
              <a:t>양극 </a:t>
            </a:r>
            <a:r>
              <a:rPr lang="en-US" altLang="ko-KR" sz="800">
                <a:latin typeface="Arial Narrow"/>
                <a:ea typeface="LG스마트체 Regular"/>
              </a:rPr>
              <a:t>1, 2</a:t>
            </a:r>
            <a:r>
              <a:rPr lang="ko-KR" altLang="en-US" sz="800">
                <a:latin typeface="Arial Narrow"/>
                <a:ea typeface="LG스마트체 Regular"/>
              </a:rPr>
              <a:t>호기</a:t>
            </a:r>
            <a:r>
              <a:rPr lang="en-US" altLang="ko-KR" sz="800">
                <a:latin typeface="Arial Narrow"/>
                <a:ea typeface="LG스마트체 Regular"/>
              </a:rPr>
              <a:t>, </a:t>
            </a:r>
            <a:r>
              <a:rPr lang="ko-KR" altLang="en-US" sz="800">
                <a:latin typeface="Arial Narrow"/>
                <a:ea typeface="LG스마트체 Regular"/>
              </a:rPr>
              <a:t>음극 </a:t>
            </a:r>
            <a:r>
              <a:rPr lang="en-US" altLang="ko-KR" sz="800">
                <a:latin typeface="Arial Narrow"/>
                <a:ea typeface="LG스마트체 Regular"/>
              </a:rPr>
              <a:t>1,2</a:t>
            </a:r>
            <a:r>
              <a:rPr lang="ko-KR" altLang="en-US" sz="800">
                <a:latin typeface="Arial Narrow"/>
                <a:ea typeface="LG스마트체 Regular"/>
              </a:rPr>
              <a:t>호기</a:t>
            </a:r>
            <a:r>
              <a:rPr lang="en-US" altLang="ko-KR" sz="800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 sz="800">
                <a:latin typeface="Arial Narrow"/>
                <a:ea typeface="LG스마트체 Regular"/>
              </a:rPr>
              <a:t>          </a:t>
            </a:r>
            <a:r>
              <a:rPr lang="ko-KR" altLang="en-US" sz="800">
                <a:latin typeface="Arial Narrow"/>
                <a:ea typeface="LG스마트체 Regular"/>
              </a:rPr>
              <a:t>① 비전 검출 현황</a:t>
            </a:r>
            <a:r>
              <a:rPr lang="en-US" altLang="ko-KR" sz="800">
                <a:latin typeface="Arial Narrow"/>
                <a:ea typeface="LG스마트체 Regular"/>
              </a:rPr>
              <a:t>: </a:t>
            </a:r>
            <a:r>
              <a:rPr lang="ko-KR" altLang="en-US" sz="800" err="1">
                <a:latin typeface="Arial Narrow"/>
                <a:ea typeface="LG스마트체 Regular"/>
              </a:rPr>
              <a:t>인터믹싱</a:t>
            </a:r>
            <a:r>
              <a:rPr lang="ko-KR" altLang="en-US" sz="800">
                <a:latin typeface="Arial Narrow"/>
                <a:ea typeface="LG스마트체 Regular"/>
              </a:rPr>
              <a:t> 검출 정확도</a:t>
            </a:r>
            <a:r>
              <a:rPr lang="en-US" altLang="ko-KR" sz="800">
                <a:latin typeface="Arial Narrow"/>
                <a:ea typeface="LG스마트체 Regular"/>
              </a:rPr>
              <a:t>(99.97% from </a:t>
            </a:r>
            <a:r>
              <a:rPr lang="ko-KR" altLang="en-US" sz="800">
                <a:latin typeface="Arial Narrow"/>
                <a:ea typeface="LG스마트체 Regular"/>
              </a:rPr>
              <a:t>법인 검사기술팀</a:t>
            </a:r>
            <a:r>
              <a:rPr lang="en-US" altLang="ko-KR" sz="800">
                <a:latin typeface="Arial Narrow"/>
                <a:ea typeface="LG스마트체 Regular"/>
              </a:rPr>
              <a:t>) </a:t>
            </a:r>
            <a:r>
              <a:rPr lang="ko-KR" altLang="en-US" sz="800">
                <a:latin typeface="Arial Narrow"/>
                <a:ea typeface="LG스마트체 Regular"/>
              </a:rPr>
              <a:t>로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ko-KR" altLang="en-US" sz="800">
                <a:latin typeface="Arial Narrow"/>
                <a:ea typeface="LG스마트체 Regular"/>
              </a:rPr>
              <a:t>공유 받았습니다 </a:t>
            </a:r>
            <a:r>
              <a:rPr lang="en-US" altLang="ko-KR" sz="800">
                <a:latin typeface="Arial Narrow"/>
                <a:ea typeface="LG스마트체 Regular"/>
              </a:rPr>
              <a:t>(7/12)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</a:t>
            </a:r>
            <a:r>
              <a:rPr lang="ko-KR" altLang="en-US" sz="800">
                <a:latin typeface="Arial Narrow"/>
                <a:ea typeface="LG스마트체 Regular"/>
              </a:rPr>
              <a:t>② 자동보정 적용 계획 </a:t>
            </a:r>
            <a:r>
              <a:rPr lang="en-US" altLang="ko-KR" sz="800">
                <a:latin typeface="Arial Narrow"/>
                <a:ea typeface="LG스마트체 Regular"/>
              </a:rPr>
              <a:t>: HD</a:t>
            </a:r>
            <a:r>
              <a:rPr lang="ko-KR" altLang="en-US" sz="800">
                <a:latin typeface="Arial Narrow"/>
                <a:ea typeface="LG스마트체 Regular"/>
              </a:rPr>
              <a:t>는 본사검사기술에서 개발한 비전이 적용되어 있어 </a:t>
            </a:r>
            <a:r>
              <a:rPr lang="en-US" altLang="ko-KR" sz="800">
                <a:latin typeface="Arial Narrow"/>
                <a:ea typeface="LG스마트체 Regular"/>
              </a:rPr>
              <a:t>HL </a:t>
            </a:r>
            <a:r>
              <a:rPr lang="ko-KR" altLang="en-US" sz="800">
                <a:latin typeface="Arial Narrow"/>
                <a:ea typeface="LG스마트체 Regular"/>
              </a:rPr>
              <a:t>적용 현황 공유 및 적용 논의 예정입니다</a:t>
            </a:r>
            <a:r>
              <a:rPr lang="en-US" altLang="ko-KR" sz="800">
                <a:latin typeface="Arial Narrow"/>
                <a:ea typeface="LG스마트체 Regular"/>
              </a:rPr>
              <a:t>. (7/16)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</a:t>
            </a:r>
            <a:r>
              <a:rPr lang="en-US" altLang="ko-KR" sz="8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  <a:r>
              <a:rPr lang="ko-KR" altLang="en-US" sz="800">
                <a:latin typeface="Arial Narrow"/>
                <a:ea typeface="LG스마트체 Regular"/>
              </a:rPr>
              <a:t> 적용 협의 </a:t>
            </a:r>
            <a:r>
              <a:rPr lang="en-US" altLang="ko-KR" sz="800">
                <a:latin typeface="Arial Narrow"/>
                <a:ea typeface="LG스마트체 Regular"/>
              </a:rPr>
              <a:t>(7/16):</a:t>
            </a:r>
            <a:r>
              <a:rPr lang="ko-KR" altLang="en-US" sz="800">
                <a:latin typeface="Arial Narrow"/>
                <a:ea typeface="LG스마트체 Regular"/>
              </a:rPr>
              <a:t> 절연 불량 자동보정 적용 </a:t>
            </a:r>
            <a:r>
              <a:rPr lang="en-US" altLang="ko-KR" sz="800">
                <a:latin typeface="Arial Narrow"/>
                <a:ea typeface="LG스마트체 Regular"/>
              </a:rPr>
              <a:t>, Gap</a:t>
            </a:r>
            <a:r>
              <a:rPr lang="ko-KR" altLang="en-US" sz="800">
                <a:latin typeface="Arial Narrow"/>
                <a:ea typeface="LG스마트체 Regular"/>
              </a:rPr>
              <a:t> 제어 범위 제한 기능 적용 </a:t>
            </a:r>
            <a:r>
              <a:rPr lang="en-US" altLang="ko-KR" sz="800">
                <a:latin typeface="Arial Narrow"/>
                <a:ea typeface="LG스마트체 Regular"/>
              </a:rPr>
              <a:t>(HL</a:t>
            </a:r>
            <a:r>
              <a:rPr lang="ko-KR" altLang="en-US" sz="800">
                <a:latin typeface="Arial Narrow"/>
                <a:ea typeface="LG스마트체 Regular"/>
              </a:rPr>
              <a:t>과 동일한 기준으로 적용 예정이며</a:t>
            </a:r>
            <a:r>
              <a:rPr lang="en-US" altLang="ko-KR" sz="800">
                <a:latin typeface="Arial Narrow"/>
                <a:ea typeface="LG스마트체 Regular"/>
              </a:rPr>
              <a:t>, 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     </a:t>
            </a:r>
            <a:r>
              <a:rPr lang="ko-KR" altLang="en-US" sz="800">
                <a:latin typeface="Arial Narrow"/>
                <a:ea typeface="LG스마트체 Regular"/>
              </a:rPr>
              <a:t>모니터링 후 변경 필요시 </a:t>
            </a:r>
            <a:r>
              <a:rPr lang="en-US" altLang="ko-KR" sz="800">
                <a:latin typeface="Arial Narrow"/>
                <a:ea typeface="LG스마트체 Regular"/>
              </a:rPr>
              <a:t>HD</a:t>
            </a:r>
            <a:r>
              <a:rPr lang="ko-KR" altLang="en-US" sz="800">
                <a:latin typeface="Arial Narrow"/>
                <a:ea typeface="LG스마트체 Regular"/>
              </a:rPr>
              <a:t>에 맞게 최적화 예정입니다</a:t>
            </a:r>
            <a:r>
              <a:rPr lang="en-US" altLang="ko-KR" sz="800">
                <a:latin typeface="Arial Narrow"/>
                <a:ea typeface="LG스마트체 Regular"/>
              </a:rPr>
              <a:t>.)</a:t>
            </a:r>
            <a:r>
              <a:rPr lang="ko-KR" altLang="en-US" sz="800">
                <a:latin typeface="Arial Narrow"/>
                <a:ea typeface="LG스마트체 Regular"/>
              </a:rPr>
              <a:t> 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</a:t>
            </a:r>
            <a:r>
              <a:rPr lang="en-US" altLang="ko-KR" sz="8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④ </a:t>
            </a:r>
            <a:r>
              <a:rPr lang="ko-KR" altLang="en-US" sz="8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양산 </a:t>
            </a:r>
            <a:r>
              <a:rPr lang="ko-KR" altLang="en-US" sz="800">
                <a:latin typeface="Arial Narrow"/>
                <a:ea typeface="LG스마트체 Regular"/>
              </a:rPr>
              <a:t>적용 </a:t>
            </a:r>
            <a:r>
              <a:rPr lang="en-US" altLang="ko-KR" sz="800">
                <a:latin typeface="Arial Narrow"/>
                <a:ea typeface="LG스마트체 Regular"/>
              </a:rPr>
              <a:t>(7/21): </a:t>
            </a:r>
            <a:r>
              <a:rPr lang="ko-KR" altLang="en-US" sz="800">
                <a:latin typeface="Arial Narrow"/>
                <a:ea typeface="LG스마트체 Regular"/>
              </a:rPr>
              <a:t>프로그램 업데이트 </a:t>
            </a:r>
            <a:r>
              <a:rPr lang="en-US" altLang="ko-KR" sz="800">
                <a:latin typeface="Arial Narrow"/>
                <a:ea typeface="LG스마트체 Regular"/>
              </a:rPr>
              <a:t>(7/17, </a:t>
            </a:r>
            <a:r>
              <a:rPr lang="ko-KR" altLang="en-US" sz="800">
                <a:latin typeface="Arial Narrow"/>
                <a:ea typeface="LG스마트체 Regular"/>
              </a:rPr>
              <a:t>최신프로그램 업데이트</a:t>
            </a:r>
            <a:r>
              <a:rPr lang="en-US" altLang="ko-KR" sz="800">
                <a:latin typeface="Arial Narrow"/>
                <a:ea typeface="LG스마트체 Regular"/>
              </a:rPr>
              <a:t>), </a:t>
            </a:r>
            <a:r>
              <a:rPr lang="ko-KR" altLang="en-US" sz="800">
                <a:latin typeface="Arial Narrow"/>
                <a:ea typeface="LG스마트체 Regular"/>
              </a:rPr>
              <a:t>검증서버 검증 </a:t>
            </a:r>
            <a:r>
              <a:rPr lang="en-US" altLang="ko-KR" sz="800">
                <a:latin typeface="Arial Narrow"/>
                <a:ea typeface="LG스마트체 Regular"/>
              </a:rPr>
              <a:t>(7/18~19), </a:t>
            </a:r>
            <a:r>
              <a:rPr lang="ko-KR" altLang="en-US" sz="800">
                <a:latin typeface="Arial Narrow"/>
                <a:ea typeface="LG스마트체 Regular"/>
              </a:rPr>
              <a:t>양산 적용 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     (7/21, </a:t>
            </a:r>
            <a:r>
              <a:rPr lang="ko-KR" altLang="en-US" sz="800">
                <a:latin typeface="Arial Narrow"/>
                <a:ea typeface="LG스마트체 Regular"/>
              </a:rPr>
              <a:t>파단으로 인한 라인 부동</a:t>
            </a:r>
            <a:r>
              <a:rPr lang="en-US" altLang="ko-KR" sz="800">
                <a:latin typeface="Arial Narrow"/>
                <a:ea typeface="LG스마트체 Regular"/>
              </a:rPr>
              <a:t> 7/20) </a:t>
            </a:r>
            <a:r>
              <a:rPr lang="ko-KR" altLang="en-US" sz="800">
                <a:latin typeface="Arial Narrow"/>
                <a:ea typeface="LG스마트체 Regular"/>
              </a:rPr>
              <a:t>하였습니다</a:t>
            </a:r>
            <a:r>
              <a:rPr lang="en-US" altLang="ko-KR" sz="800">
                <a:latin typeface="Arial Narrow"/>
                <a:ea typeface="LG스마트체 Regular"/>
              </a:rPr>
              <a:t>. </a:t>
            </a:r>
            <a:br>
              <a:rPr lang="en-US" altLang="ko-KR" sz="800">
                <a:latin typeface="Arial Narrow"/>
                <a:ea typeface="LG스마트체 Regular"/>
              </a:rPr>
            </a:br>
            <a:r>
              <a:rPr lang="en-US" altLang="ko-KR" sz="800">
                <a:latin typeface="Arial Narrow"/>
                <a:ea typeface="LG스마트체 Regular"/>
              </a:rPr>
              <a:t>          </a:t>
            </a:r>
            <a:r>
              <a:rPr lang="ko-KR" altLang="en-US" sz="800">
                <a:latin typeface="Arial Narrow"/>
                <a:ea typeface="LG스마트체 Regular"/>
              </a:rPr>
              <a:t>⑤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ko-KR" altLang="en-US" sz="800">
                <a:latin typeface="Arial Narrow"/>
                <a:ea typeface="LG스마트체 Regular"/>
              </a:rPr>
              <a:t>적용 결과 </a:t>
            </a:r>
            <a:r>
              <a:rPr lang="en-US" altLang="ko-KR" sz="800">
                <a:latin typeface="Arial Narrow"/>
                <a:ea typeface="LG스마트체 Regular"/>
              </a:rPr>
              <a:t>(7/22): </a:t>
            </a:r>
            <a:r>
              <a:rPr lang="ko-KR" altLang="en-US" sz="800">
                <a:latin typeface="Arial Narrow"/>
                <a:ea typeface="LG스마트체 Regular"/>
              </a:rPr>
              <a:t>절연 불량은 발생하지 않아 지속 모니터링 중이며</a:t>
            </a:r>
            <a:r>
              <a:rPr lang="en-US" altLang="ko-KR" sz="800">
                <a:latin typeface="Arial Narrow"/>
                <a:ea typeface="LG스마트체 Regular"/>
              </a:rPr>
              <a:t>, Gap</a:t>
            </a:r>
            <a:r>
              <a:rPr lang="ko-KR" altLang="en-US" sz="800">
                <a:latin typeface="Arial Narrow"/>
                <a:ea typeface="LG스마트체 Regular"/>
              </a:rPr>
              <a:t> 제어 범위 제한 기능은 정상 작동함을 확인하였습니다</a:t>
            </a:r>
            <a:r>
              <a:rPr lang="en-US" altLang="ko-KR" sz="800">
                <a:latin typeface="Arial Narrow"/>
                <a:ea typeface="LG스마트체 Regular"/>
              </a:rPr>
              <a:t>.</a:t>
            </a:r>
          </a:p>
          <a:p>
            <a:r>
              <a:rPr lang="ko-KR" altLang="en-US" sz="800">
                <a:solidFill>
                  <a:srgbClr val="0000FF"/>
                </a:solidFill>
                <a:latin typeface="Arial Narrow"/>
                <a:ea typeface="LG스마트체 Regular"/>
              </a:rPr>
              <a:t>          </a:t>
            </a:r>
            <a:r>
              <a:rPr lang="ko-KR" altLang="en-US" sz="800"/>
              <a:t>⑥</a:t>
            </a:r>
            <a:r>
              <a:rPr lang="ko-KR" altLang="en-US" sz="800">
                <a:latin typeface="Arial Narrow"/>
                <a:ea typeface="LG스마트체 Regular"/>
              </a:rPr>
              <a:t>  절연 불량 및 품질 인자에 대한 매뉴얼 작성 중입니다 </a:t>
            </a:r>
            <a:r>
              <a:rPr lang="en-US" altLang="ko-KR" sz="800">
                <a:latin typeface="Arial Narrow"/>
                <a:ea typeface="LG스마트체 Regular"/>
              </a:rPr>
              <a:t>(~8/8). </a:t>
            </a:r>
          </a:p>
          <a:p>
            <a:r>
              <a:rPr lang="en-US" altLang="ko-KR" sz="800">
                <a:latin typeface="Arial Narrow"/>
                <a:ea typeface="LG스마트체 Regular"/>
              </a:rPr>
              <a:t>          </a:t>
            </a:r>
            <a:r>
              <a:rPr lang="ko-KR" altLang="ko-KR" sz="800">
                <a:latin typeface="LG Smart_H2.0 R"/>
                <a:ea typeface="LG스마트체 Regular"/>
              </a:rPr>
              <a:t>⑦</a:t>
            </a:r>
            <a:r>
              <a:rPr lang="ko-KR" altLang="en-US" sz="800">
                <a:latin typeface="LG Smart_H2.0 R"/>
                <a:ea typeface="LG스마트체 Regular"/>
              </a:rPr>
              <a:t> 검증서버 이력 확인 </a:t>
            </a:r>
            <a:r>
              <a:rPr lang="en-US" altLang="ko-KR" sz="800">
                <a:latin typeface="LG Smart_H2.0 R"/>
                <a:ea typeface="LG스마트체 Regular"/>
              </a:rPr>
              <a:t>: </a:t>
            </a:r>
            <a:r>
              <a:rPr lang="ko-KR" altLang="en-US" sz="800" err="1">
                <a:latin typeface="LG Smart_H2.0 R"/>
                <a:ea typeface="LG스마트체 Regular"/>
              </a:rPr>
              <a:t>절연폭</a:t>
            </a:r>
            <a:r>
              <a:rPr lang="en-US" altLang="ko-KR" sz="800">
                <a:latin typeface="LG Smart_H2.0 R"/>
                <a:ea typeface="LG스마트체 Regular"/>
              </a:rPr>
              <a:t>/</a:t>
            </a:r>
            <a:r>
              <a:rPr lang="ko-KR" altLang="en-US" sz="800">
                <a:latin typeface="LG Smart_H2.0 R"/>
                <a:ea typeface="LG스마트체 Regular"/>
              </a:rPr>
              <a:t>오버레이 변동 폭을 참고하여 관리 범위를 조절하였습니다 </a:t>
            </a:r>
            <a:r>
              <a:rPr lang="en-US" altLang="ko-KR" sz="800">
                <a:latin typeface="LG Smart_H2.0 R"/>
                <a:ea typeface="LG스마트체 Regular"/>
              </a:rPr>
              <a:t>(</a:t>
            </a:r>
            <a:r>
              <a:rPr lang="en-US" altLang="ko-KR" sz="800">
                <a:latin typeface="+mj-lt"/>
                <a:ea typeface="LG스마트체 Regular"/>
              </a:rPr>
              <a:t>7/24</a:t>
            </a:r>
            <a:r>
              <a:rPr lang="en-US" altLang="ko-KR" sz="800">
                <a:latin typeface="LG Smart_H2.0 R"/>
                <a:ea typeface="LG스마트체 Regular"/>
              </a:rPr>
              <a:t>).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</a:p>
          <a:p>
            <a:r>
              <a:rPr lang="en-US" altLang="ko-KR" sz="800">
                <a:latin typeface="Arial Narrow"/>
                <a:ea typeface="LG스마트체 Regular"/>
              </a:rPr>
              <a:t>          </a:t>
            </a:r>
            <a:r>
              <a:rPr lang="en-US" altLang="ko-KR" sz="800">
                <a:latin typeface="Arial Narrow"/>
                <a:ea typeface="LG Smart_H Regular"/>
              </a:rPr>
              <a:t>⑧</a:t>
            </a:r>
            <a:r>
              <a:rPr lang="en-US" altLang="ko-KR" sz="800">
                <a:latin typeface="Arial Narrow"/>
                <a:ea typeface="LG스마트체 Regular"/>
              </a:rPr>
              <a:t> </a:t>
            </a:r>
            <a:r>
              <a:rPr lang="ko-KR" altLang="en-US" sz="800" err="1">
                <a:latin typeface="Arial Narrow"/>
                <a:ea typeface="LG스마트체 Regular"/>
              </a:rPr>
              <a:t>절연갭</a:t>
            </a:r>
            <a:r>
              <a:rPr lang="ko-KR" altLang="en-US" sz="800">
                <a:latin typeface="Arial Narrow"/>
                <a:ea typeface="LG스마트체 Regular"/>
              </a:rPr>
              <a:t> 불량 발생시 자동보정 </a:t>
            </a:r>
            <a:r>
              <a:rPr lang="ko-KR" altLang="en-US" sz="800" err="1">
                <a:latin typeface="Arial Narrow"/>
                <a:ea typeface="LG스마트체 Regular"/>
              </a:rPr>
              <a:t>미동작</a:t>
            </a:r>
            <a:r>
              <a:rPr lang="ko-KR" altLang="en-US" sz="800">
                <a:latin typeface="Arial Narrow"/>
                <a:ea typeface="LG스마트체 Regular"/>
              </a:rPr>
              <a:t> 및 데이터 연계 이슈 확인 </a:t>
            </a:r>
            <a:r>
              <a:rPr lang="en-US" altLang="ko-KR" sz="800">
                <a:latin typeface="Arial Narrow"/>
                <a:ea typeface="LG스마트체 Regular"/>
              </a:rPr>
              <a:t>: dry </a:t>
            </a:r>
            <a:r>
              <a:rPr lang="ko-KR" altLang="en-US" sz="800" err="1">
                <a:latin typeface="Arial Narrow"/>
                <a:ea typeface="LG스마트체 Regular"/>
              </a:rPr>
              <a:t>절연갭</a:t>
            </a:r>
            <a:r>
              <a:rPr lang="ko-KR" altLang="en-US" sz="800">
                <a:latin typeface="Arial Narrow"/>
                <a:ea typeface="LG스마트체 Regular"/>
              </a:rPr>
              <a:t> 데이터 수집이 되지 않는 것을 발견하여 법인에 확인을 요청</a:t>
            </a:r>
            <a:endParaRPr lang="en-US" altLang="ko-KR" sz="800">
              <a:latin typeface="Arial Narrow"/>
              <a:ea typeface="LG스마트체 Regular"/>
            </a:endParaRPr>
          </a:p>
          <a:p>
            <a:r>
              <a:rPr lang="en-US" altLang="ko-KR" sz="800">
                <a:latin typeface="Arial Narrow"/>
                <a:ea typeface="LG스마트체 Regular"/>
              </a:rPr>
              <a:t>              </a:t>
            </a:r>
            <a:r>
              <a:rPr lang="ko-KR" altLang="en-US" sz="800">
                <a:latin typeface="Arial Narrow"/>
                <a:ea typeface="LG스마트체 Regular"/>
              </a:rPr>
              <a:t>하였습니다 </a:t>
            </a:r>
            <a:r>
              <a:rPr lang="en-US" altLang="ko-KR" sz="800">
                <a:latin typeface="Arial Narrow"/>
                <a:ea typeface="LG스마트체 Regular"/>
              </a:rPr>
              <a:t>(7/25). </a:t>
            </a:r>
            <a:r>
              <a:rPr lang="ko-KR" altLang="en-US" sz="800">
                <a:latin typeface="Arial Narrow"/>
                <a:ea typeface="LG스마트체 Regular"/>
              </a:rPr>
              <a:t>비전 검사 프로그램 수정이 필요하여 </a:t>
            </a:r>
            <a:r>
              <a:rPr lang="ko-KR" altLang="en-US" sz="800" err="1">
                <a:latin typeface="Arial Narrow"/>
                <a:ea typeface="LG스마트체 Regular"/>
              </a:rPr>
              <a:t>부동시</a:t>
            </a:r>
            <a:r>
              <a:rPr lang="ko-KR" altLang="en-US" sz="800">
                <a:latin typeface="Arial Narrow"/>
                <a:ea typeface="LG스마트체 Regular"/>
              </a:rPr>
              <a:t> 진행할 예정입니다</a:t>
            </a:r>
            <a:r>
              <a:rPr lang="en-US" altLang="ko-KR" sz="800">
                <a:latin typeface="Arial Narrow"/>
                <a:ea typeface="LG스마트체 Regular"/>
              </a:rPr>
              <a:t>. </a:t>
            </a:r>
          </a:p>
          <a:p>
            <a:r>
              <a:rPr lang="en-US" altLang="ko-KR" sz="800">
                <a:latin typeface="Arial Narrow"/>
                <a:ea typeface="LG스마트체 Regular"/>
              </a:rPr>
              <a:t>          </a:t>
            </a:r>
            <a:r>
              <a:rPr lang="en-US" altLang="ko-KR" sz="800"/>
              <a:t>⑨ </a:t>
            </a:r>
            <a:r>
              <a:rPr lang="ko-KR" altLang="en-US" sz="800"/>
              <a:t>절연 비전검사기와 절연 펌프 매칭 이슈 확인 </a:t>
            </a:r>
            <a:r>
              <a:rPr lang="en-US" altLang="ko-KR" sz="800"/>
              <a:t>: </a:t>
            </a:r>
            <a:r>
              <a:rPr lang="ko-KR" altLang="en-US" sz="800" err="1"/>
              <a:t>절연갭</a:t>
            </a:r>
            <a:r>
              <a:rPr lang="en-US" altLang="ko-KR" sz="800"/>
              <a:t> </a:t>
            </a:r>
            <a:r>
              <a:rPr lang="ko-KR" altLang="en-US" sz="800"/>
              <a:t>데이터 확인 과정에서 절연 비전검사기와 절연 펌프간 넘버링이 상이한 것을</a:t>
            </a:r>
            <a:endParaRPr lang="en-US" altLang="ko-KR" sz="800"/>
          </a:p>
          <a:p>
            <a:r>
              <a:rPr lang="en-US" altLang="ko-KR" sz="800"/>
              <a:t>            </a:t>
            </a:r>
            <a:r>
              <a:rPr lang="ko-KR" altLang="en-US" sz="800"/>
              <a:t>확인하여 법인에 점검을 요청하였습니다 </a:t>
            </a:r>
            <a:r>
              <a:rPr lang="en-US" altLang="ko-KR" sz="800"/>
              <a:t>(</a:t>
            </a:r>
            <a:r>
              <a:rPr lang="en-US" altLang="ko-KR" sz="800">
                <a:latin typeface="+mj-lt"/>
              </a:rPr>
              <a:t>7/25</a:t>
            </a:r>
            <a:r>
              <a:rPr lang="en-US" altLang="ko-KR" sz="800"/>
              <a:t>). </a:t>
            </a:r>
            <a:r>
              <a:rPr lang="ko-KR" altLang="en-US" sz="800"/>
              <a:t>비전 검사기와 펌프설비간 넘버링이 반대인 것을 확인하여 로직에서 매칭되도록 </a:t>
            </a:r>
            <a:endParaRPr lang="en-US" altLang="ko-KR" sz="800"/>
          </a:p>
          <a:p>
            <a:r>
              <a:rPr lang="en-US" altLang="ko-KR" sz="800"/>
              <a:t>            </a:t>
            </a:r>
            <a:r>
              <a:rPr lang="ko-KR" altLang="en-US" sz="800"/>
              <a:t>수정하고 적용하였습니다</a:t>
            </a:r>
            <a:r>
              <a:rPr lang="en-US" altLang="ko-KR" sz="800"/>
              <a:t>. (</a:t>
            </a:r>
            <a:r>
              <a:rPr lang="en-US" altLang="ko-KR" sz="800">
                <a:latin typeface="+mj-lt"/>
              </a:rPr>
              <a:t>7/27</a:t>
            </a:r>
            <a:r>
              <a:rPr lang="en-US" altLang="ko-KR" sz="800"/>
              <a:t>) </a:t>
            </a:r>
          </a:p>
          <a:p>
            <a:r>
              <a:rPr lang="en-US" altLang="ko-KR" sz="800"/>
              <a:t>         ⑩ </a:t>
            </a:r>
            <a:r>
              <a:rPr lang="ko-KR" altLang="en-US" sz="800"/>
              <a:t>코팅 재시작시 </a:t>
            </a:r>
            <a:r>
              <a:rPr lang="en-US" altLang="ko-KR" sz="800"/>
              <a:t>dry </a:t>
            </a:r>
            <a:r>
              <a:rPr lang="ko-KR" altLang="en-US" sz="800"/>
              <a:t>대기 시간동안 자동보정 제어가 동작하지 않도록 로직을 추가하였습니다 </a:t>
            </a:r>
            <a:r>
              <a:rPr lang="en-US" altLang="ko-KR" sz="800"/>
              <a:t>(</a:t>
            </a:r>
            <a:r>
              <a:rPr lang="en-US" altLang="ko-KR" sz="800">
                <a:latin typeface="+mj-lt"/>
              </a:rPr>
              <a:t>7/26</a:t>
            </a:r>
            <a:r>
              <a:rPr lang="en-US" altLang="ko-KR" sz="800"/>
              <a:t>).</a:t>
            </a:r>
          </a:p>
          <a:p>
            <a:r>
              <a:rPr lang="en-US" altLang="ko-KR" sz="800"/>
              <a:t>         ⑪ </a:t>
            </a:r>
            <a:r>
              <a:rPr lang="ko-KR" altLang="en-US" sz="800"/>
              <a:t>동시절연 매뉴얼 작성하였으며</a:t>
            </a:r>
            <a:r>
              <a:rPr lang="en-US" altLang="ko-KR" sz="800"/>
              <a:t>, </a:t>
            </a:r>
            <a:r>
              <a:rPr lang="ko-KR" altLang="en-US" sz="800"/>
              <a:t>법인 공유를 위한 미팅을 진행하였습니다</a:t>
            </a:r>
            <a:r>
              <a:rPr lang="en-US" altLang="ko-KR" sz="800">
                <a:latin typeface="+mj-lt"/>
              </a:rPr>
              <a:t>. (8/14)</a:t>
            </a:r>
          </a:p>
          <a:p>
            <a:r>
              <a:rPr lang="en-US" altLang="ko-KR" sz="800">
                <a:latin typeface="Arial Narrow"/>
                <a:ea typeface="LG스마트체 Regular"/>
              </a:rPr>
              <a:t>           ⑫ </a:t>
            </a:r>
            <a:r>
              <a:rPr lang="ko-KR" altLang="en-US" sz="800">
                <a:latin typeface="Arial Narrow"/>
                <a:ea typeface="LG스마트체 Regular"/>
              </a:rPr>
              <a:t>양극 </a:t>
            </a:r>
            <a:r>
              <a:rPr lang="en-US" altLang="ko-KR" sz="800">
                <a:latin typeface="Arial Narrow"/>
                <a:ea typeface="LG스마트체 Regular"/>
              </a:rPr>
              <a:t>2</a:t>
            </a:r>
            <a:r>
              <a:rPr lang="ko-KR" altLang="en-US" sz="800">
                <a:latin typeface="Arial Narrow"/>
                <a:ea typeface="LG스마트체 Regular"/>
              </a:rPr>
              <a:t>호기 로직 및 </a:t>
            </a:r>
            <a:r>
              <a:rPr lang="en-US" altLang="ko-KR" sz="800">
                <a:latin typeface="Arial Narrow"/>
                <a:ea typeface="LG스마트체 Regular"/>
              </a:rPr>
              <a:t>config</a:t>
            </a:r>
            <a:r>
              <a:rPr lang="ko-KR" altLang="en-US" sz="800">
                <a:latin typeface="Arial Narrow"/>
                <a:ea typeface="LG스마트체 Regular"/>
              </a:rPr>
              <a:t>를 최신 버전으로 업데이트하여 데이터 정상 수집 확인하였습니다</a:t>
            </a:r>
            <a:r>
              <a:rPr lang="en-US" altLang="ko-KR" sz="800">
                <a:latin typeface="Arial Narrow"/>
                <a:ea typeface="LG스마트체 Regular"/>
              </a:rPr>
              <a:t>. (8/21)</a:t>
            </a:r>
          </a:p>
          <a:p>
            <a:r>
              <a:rPr lang="en-US" altLang="ko-KR" sz="800">
                <a:latin typeface="Arial Narrow"/>
                <a:ea typeface="LG스마트체 Regular"/>
              </a:rPr>
              <a:t>           ⑬ </a:t>
            </a:r>
            <a:r>
              <a:rPr lang="ko-KR" altLang="en-US" sz="800">
                <a:latin typeface="Arial Narrow"/>
                <a:ea typeface="LG스마트체 Regular"/>
              </a:rPr>
              <a:t>양극 </a:t>
            </a:r>
            <a:r>
              <a:rPr lang="en-US" altLang="ko-KR" sz="800">
                <a:latin typeface="Arial Narrow"/>
                <a:ea typeface="LG스마트체 Regular"/>
              </a:rPr>
              <a:t>1,2</a:t>
            </a:r>
            <a:r>
              <a:rPr lang="ko-KR" altLang="en-US" sz="800">
                <a:latin typeface="Arial Narrow"/>
                <a:ea typeface="LG스마트체 Regular"/>
              </a:rPr>
              <a:t>호기에서 절연 불량 발생 시 보정 후 자동보정이 </a:t>
            </a:r>
            <a:r>
              <a:rPr lang="en-US" altLang="ko-KR" sz="800">
                <a:latin typeface="Arial Narrow"/>
                <a:ea typeface="LG스마트체 Regular"/>
              </a:rPr>
              <a:t>off </a:t>
            </a:r>
            <a:r>
              <a:rPr lang="ko-KR" altLang="en-US" sz="800">
                <a:latin typeface="Arial Narrow"/>
                <a:ea typeface="LG스마트체 Regular"/>
              </a:rPr>
              <a:t>되도록 로직 및 </a:t>
            </a:r>
            <a:r>
              <a:rPr lang="en-US" altLang="ko-KR" sz="800">
                <a:latin typeface="Arial Narrow"/>
                <a:ea typeface="LG스마트체 Regular"/>
              </a:rPr>
              <a:t>config </a:t>
            </a:r>
            <a:r>
              <a:rPr lang="ko-KR" altLang="en-US" sz="800">
                <a:latin typeface="Arial Narrow"/>
                <a:ea typeface="LG스마트체 Regular"/>
              </a:rPr>
              <a:t>수정하여 업데이트하였습니다</a:t>
            </a:r>
            <a:r>
              <a:rPr lang="en-US" altLang="ko-KR" sz="800">
                <a:latin typeface="Arial Narrow"/>
                <a:ea typeface="LG스마트체 Regular"/>
              </a:rPr>
              <a:t>. (9/1)</a:t>
            </a:r>
          </a:p>
          <a:p>
            <a:r>
              <a:rPr lang="en-US" altLang="ko-KR" sz="800">
                <a:solidFill>
                  <a:srgbClr val="0000FF"/>
                </a:solidFill>
                <a:latin typeface="Arial Narrow"/>
                <a:ea typeface="LG스마트체 Regular"/>
              </a:rPr>
              <a:t>           </a:t>
            </a:r>
            <a:r>
              <a:rPr lang="en-US" altLang="ko-KR" sz="800">
                <a:latin typeface="Arial Narrow"/>
                <a:ea typeface="LG스마트체 Regular"/>
              </a:rPr>
              <a:t>⑭ </a:t>
            </a:r>
            <a:r>
              <a:rPr lang="ko-KR" altLang="en-US" sz="800">
                <a:latin typeface="Arial Narrow"/>
                <a:ea typeface="LG스마트체 Regular"/>
              </a:rPr>
              <a:t>증속 후 자동보정 운영 방안을 법인에 전달하였습니다</a:t>
            </a:r>
            <a:r>
              <a:rPr lang="en-US" altLang="ko-KR" sz="800">
                <a:latin typeface="Arial Narrow"/>
                <a:ea typeface="LG스마트체 Regular"/>
              </a:rPr>
              <a:t>. (9/14)</a:t>
            </a:r>
          </a:p>
          <a:p>
            <a:r>
              <a:rPr lang="en-US" altLang="ko-KR" sz="800">
                <a:solidFill>
                  <a:srgbClr val="1500FF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800">
                <a:latin typeface="Arial Narrow"/>
                <a:ea typeface="LG스마트체 Regular"/>
              </a:rPr>
              <a:t>- </a:t>
            </a:r>
            <a:r>
              <a:rPr lang="en-US" altLang="ko-KR" sz="800" b="1">
                <a:latin typeface="Arial Narrow"/>
                <a:ea typeface="LG스마트체 Regular"/>
              </a:rPr>
              <a:t>GM_TN</a:t>
            </a:r>
            <a:r>
              <a:rPr lang="en-US" altLang="ko-KR" sz="800">
                <a:latin typeface="Arial Narrow"/>
                <a:ea typeface="LG스마트체 Regular"/>
              </a:rPr>
              <a:t> : </a:t>
            </a:r>
            <a:r>
              <a:rPr lang="ko-KR" altLang="en-US" sz="800">
                <a:latin typeface="Arial Narrow"/>
                <a:ea typeface="LG스마트체 Regular"/>
              </a:rPr>
              <a:t>동시절연 적용 대상 호기 </a:t>
            </a:r>
            <a:r>
              <a:rPr lang="en-US" altLang="ko-KR" sz="800">
                <a:latin typeface="Arial Narrow"/>
                <a:ea typeface="LG스마트체 Regular"/>
              </a:rPr>
              <a:t>(</a:t>
            </a:r>
            <a:r>
              <a:rPr lang="ko-KR" altLang="en-US" sz="800">
                <a:latin typeface="Arial Narrow"/>
                <a:ea typeface="LG스마트체 Regular"/>
              </a:rPr>
              <a:t>양극 </a:t>
            </a:r>
            <a:r>
              <a:rPr lang="en-US" altLang="ko-KR" sz="800">
                <a:latin typeface="Arial Narrow"/>
                <a:ea typeface="LG스마트체 Regular"/>
              </a:rPr>
              <a:t>1,2</a:t>
            </a:r>
            <a:r>
              <a:rPr lang="ko-KR" altLang="en-US" sz="800">
                <a:latin typeface="Arial Narrow"/>
                <a:ea typeface="LG스마트체 Regular"/>
              </a:rPr>
              <a:t>호기</a:t>
            </a:r>
            <a:r>
              <a:rPr lang="en-US" altLang="ko-KR" sz="800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 sz="800">
                <a:solidFill>
                  <a:srgbClr val="0000FF"/>
                </a:solidFill>
                <a:latin typeface="Arial Narrow"/>
                <a:ea typeface="LG스마트체 Regular"/>
              </a:rPr>
              <a:t>            </a:t>
            </a:r>
            <a:r>
              <a:rPr lang="en-US" altLang="ko-KR" sz="800">
                <a:latin typeface="Arial Narrow"/>
                <a:ea typeface="LG스마트체 Regular"/>
              </a:rPr>
              <a:t>① 75m/min </a:t>
            </a:r>
            <a:r>
              <a:rPr lang="ko-KR" altLang="en-US" sz="800">
                <a:latin typeface="Arial Narrow"/>
                <a:ea typeface="LG스마트체 Regular"/>
              </a:rPr>
              <a:t>증속 후 폭이 변동되면 절연 불량이 발생한다는 현황을 공유받았습니다</a:t>
            </a:r>
            <a:r>
              <a:rPr lang="en-US" altLang="ko-KR" sz="800">
                <a:latin typeface="Arial Narrow"/>
                <a:ea typeface="LG스마트체 Regular"/>
              </a:rPr>
              <a:t>. </a:t>
            </a:r>
            <a:r>
              <a:rPr lang="ko-KR" altLang="en-US" sz="800">
                <a:latin typeface="Arial Narrow"/>
                <a:ea typeface="LG스마트체 Regular"/>
              </a:rPr>
              <a:t>품질 유지를 위해 갭 범위를 조절할 수 있도록 자동보정</a:t>
            </a:r>
            <a:endParaRPr lang="en-US" altLang="ko-KR" sz="800">
              <a:latin typeface="Arial Narrow"/>
              <a:ea typeface="LG스마트체 Regular"/>
            </a:endParaRPr>
          </a:p>
          <a:p>
            <a:r>
              <a:rPr lang="ko-KR" altLang="en-US" sz="800">
                <a:latin typeface="Arial Narrow"/>
                <a:ea typeface="LG스마트체 Regular"/>
              </a:rPr>
              <a:t>                 로직을 적용해달라는 법인 요청이 있습니다</a:t>
            </a:r>
            <a:r>
              <a:rPr lang="en-US" altLang="ko-KR" sz="800">
                <a:latin typeface="Arial Narrow"/>
                <a:ea typeface="LG스마트체 Regular"/>
              </a:rPr>
              <a:t>. (9/9)</a:t>
            </a:r>
          </a:p>
          <a:p>
            <a:r>
              <a:rPr lang="en-US" altLang="ko-KR" sz="800">
                <a:solidFill>
                  <a:srgbClr val="0000FF"/>
                </a:solidFill>
              </a:rPr>
              <a:t>          ② 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증속 후 온도 변화에 따른 로딩 및 폭 변화에 대응하기 위하여 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L/R gap 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및 밴드갭 제어 범위 설정이 가능하도록 로직 업데이트를 진행</a:t>
            </a:r>
            <a:endParaRPr lang="en-US" altLang="ko-KR" sz="800">
              <a:solidFill>
                <a:srgbClr val="1414FE"/>
              </a:solidFill>
              <a:latin typeface="Arial Narrow"/>
              <a:ea typeface="LG스마트체 Regular"/>
            </a:endParaRPr>
          </a:p>
          <a:p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                 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하였습니다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.(9/9 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양극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2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호기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, 9/10 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양극 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호기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) 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생산팀에서 갭 범위를 조정하며 테스트 진행 중입니다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.</a:t>
            </a:r>
          </a:p>
          <a:p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            ③ L/R gap 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및 밴드갭 제어 범위를 초과하는 방향으로 제어값 산출시 자동보정 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off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되도록 로직 수정하여 업데이트 진행 예정입니다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. </a:t>
            </a:r>
          </a:p>
          <a:p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                (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양극 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800">
                <a:solidFill>
                  <a:srgbClr val="1414FE"/>
                </a:solidFill>
                <a:latin typeface="Arial Narrow"/>
                <a:ea typeface="LG스마트체 Regular"/>
              </a:rPr>
              <a:t>호기</a:t>
            </a:r>
            <a:r>
              <a:rPr lang="en-US" altLang="ko-KR" sz="800">
                <a:solidFill>
                  <a:srgbClr val="1414FE"/>
                </a:solidFill>
                <a:latin typeface="Arial Narrow"/>
                <a:ea typeface="LG스마트체 Regular"/>
              </a:rPr>
              <a:t>, 09/22)</a:t>
            </a:r>
            <a:endParaRPr lang="en-US" altLang="ko-KR" sz="800">
              <a:solidFill>
                <a:srgbClr val="0000FF"/>
              </a:solidFill>
              <a:latin typeface="Arial Narrow"/>
              <a:ea typeface="LG Smart_H Regular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7ADEA35-DE2D-105E-61B7-100D0A0543BB}"/>
              </a:ext>
            </a:extLst>
          </p:cNvPr>
          <p:cNvSpPr txBox="1"/>
          <p:nvPr/>
        </p:nvSpPr>
        <p:spPr>
          <a:xfrm>
            <a:off x="1760264" y="1476504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2" name="텍스트 개체 틀 11">
            <a:extLst>
              <a:ext uri="{FF2B5EF4-FFF2-40B4-BE49-F238E27FC236}">
                <a16:creationId xmlns:a16="http://schemas.microsoft.com/office/drawing/2014/main" id="{2465C708-67E7-01DB-2576-36AEC6CA9A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88270" y="1259307"/>
            <a:ext cx="482523" cy="586745"/>
          </a:xfrm>
        </p:spPr>
        <p:txBody>
          <a:bodyPr/>
          <a:lstStyle/>
          <a:p>
            <a:r>
              <a:rPr lang="ko-KR" altLang="en-US"/>
              <a:t>김형준</a:t>
            </a:r>
            <a:r>
              <a:rPr lang="en-US" altLang="ko-KR"/>
              <a:t>P</a:t>
            </a:r>
            <a:br>
              <a:rPr lang="en-US" altLang="ko-KR"/>
            </a:br>
            <a:r>
              <a:rPr lang="ko-KR" altLang="en-US"/>
              <a:t>나영준</a:t>
            </a:r>
            <a:r>
              <a:rPr lang="en-US" altLang="ko-KR"/>
              <a:t>P</a:t>
            </a:r>
            <a:br>
              <a:rPr lang="en-US" altLang="ko-KR"/>
            </a:br>
            <a:r>
              <a:rPr lang="ko-KR" altLang="en-US"/>
              <a:t>이동규</a:t>
            </a:r>
            <a:r>
              <a:rPr lang="en-US" altLang="ko-KR"/>
              <a:t>A</a:t>
            </a:r>
          </a:p>
          <a:p>
            <a:r>
              <a:rPr lang="ko-KR" altLang="en-US"/>
              <a:t>박신아</a:t>
            </a:r>
            <a:r>
              <a:rPr lang="en-US" altLang="ko-KR"/>
              <a:t>P</a:t>
            </a:r>
          </a:p>
        </p:txBody>
      </p:sp>
      <p:sp>
        <p:nvSpPr>
          <p:cNvPr id="123" name="텍스트 개체 틀 12">
            <a:extLst>
              <a:ext uri="{FF2B5EF4-FFF2-40B4-BE49-F238E27FC236}">
                <a16:creationId xmlns:a16="http://schemas.microsoft.com/office/drawing/2014/main" id="{9A4A8075-940D-D09F-E21E-501CC87C02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18303" y="1259307"/>
            <a:ext cx="482523" cy="586745"/>
          </a:xfrm>
        </p:spPr>
        <p:txBody>
          <a:bodyPr/>
          <a:lstStyle/>
          <a:p>
            <a:r>
              <a:rPr lang="en-US" altLang="ko-KR"/>
              <a:t>‘26.12</a:t>
            </a:r>
            <a:endParaRPr lang="ko-KR" altLang="en-US"/>
          </a:p>
        </p:txBody>
      </p:sp>
      <p:sp>
        <p:nvSpPr>
          <p:cNvPr id="2" name="직사각형 1">
            <a:hlinkClick r:id="" action="ppaction://noaction"/>
            <a:extLst>
              <a:ext uri="{FF2B5EF4-FFF2-40B4-BE49-F238E27FC236}">
                <a16:creationId xmlns:a16="http://schemas.microsoft.com/office/drawing/2014/main" id="{1BF47698-EB2C-3474-CA3A-D3BF7896E762}"/>
              </a:ext>
            </a:extLst>
          </p:cNvPr>
          <p:cNvSpPr/>
          <p:nvPr/>
        </p:nvSpPr>
        <p:spPr>
          <a:xfrm>
            <a:off x="10157011" y="208680"/>
            <a:ext cx="221876" cy="186512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>
                <a:solidFill>
                  <a:schemeClr val="tx1"/>
                </a:solidFill>
              </a:rPr>
              <a:t>H</a:t>
            </a:r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0C72AC6E-072E-BFCE-80F1-0B3B5FD259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55787" y="210261"/>
            <a:ext cx="3097213" cy="252102"/>
          </a:xfrm>
        </p:spPr>
        <p:txBody>
          <a:bodyPr lIns="0" tIns="0" rIns="0" bIns="0" anchor="ctr"/>
          <a:lstStyle/>
          <a:p>
            <a:r>
              <a:rPr lang="en-US" altLang="ko-KR" sz="1800">
                <a:cs typeface="Malgun Gothic Semilight" panose="020B0502040204020203" pitchFamily="50" charset="-127"/>
              </a:rPr>
              <a:t>MC</a:t>
            </a:r>
            <a:r>
              <a:rPr lang="ko-KR" altLang="en-US" sz="1800">
                <a:cs typeface="Malgun Gothic Semilight" panose="020B0502040204020203" pitchFamily="50" charset="-127"/>
              </a:rPr>
              <a:t>자동보정팀</a:t>
            </a:r>
            <a:endParaRPr lang="ko-KR" altLang="en-US"/>
          </a:p>
        </p:txBody>
      </p:sp>
      <p:sp>
        <p:nvSpPr>
          <p:cNvPr id="12" name="텍스트 개체 틀 33">
            <a:extLst>
              <a:ext uri="{FF2B5EF4-FFF2-40B4-BE49-F238E27FC236}">
                <a16:creationId xmlns:a16="http://schemas.microsoft.com/office/drawing/2014/main" id="{59A7692E-132F-84DE-65A9-565713D24F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58133" y="511175"/>
            <a:ext cx="907921" cy="169863"/>
          </a:xfr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26.09.22 18</a:t>
            </a:r>
            <a:r>
              <a:rPr lang="ko-KR" altLang="en-US">
                <a:ea typeface="LG스마트체 Regular"/>
              </a:rPr>
              <a:t>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0F3A8C3-FF98-9F10-DDF7-EBF981A50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680635"/>
              </p:ext>
            </p:extLst>
          </p:nvPr>
        </p:nvGraphicFramePr>
        <p:xfrm>
          <a:off x="10157011" y="4887144"/>
          <a:ext cx="1831224" cy="1579754"/>
        </p:xfrm>
        <a:graphic>
          <a:graphicData uri="http://schemas.openxmlformats.org/drawingml/2006/table">
            <a:tbl>
              <a:tblPr/>
              <a:tblGrid>
                <a:gridCol w="459996">
                  <a:extLst>
                    <a:ext uri="{9D8B030D-6E8A-4147-A177-3AD203B41FA5}">
                      <a16:colId xmlns:a16="http://schemas.microsoft.com/office/drawing/2014/main" val="1558565118"/>
                    </a:ext>
                  </a:extLst>
                </a:gridCol>
                <a:gridCol w="210554">
                  <a:extLst>
                    <a:ext uri="{9D8B030D-6E8A-4147-A177-3AD203B41FA5}">
                      <a16:colId xmlns:a16="http://schemas.microsoft.com/office/drawing/2014/main" val="1740805576"/>
                    </a:ext>
                  </a:extLst>
                </a:gridCol>
                <a:gridCol w="260562">
                  <a:extLst>
                    <a:ext uri="{9D8B030D-6E8A-4147-A177-3AD203B41FA5}">
                      <a16:colId xmlns:a16="http://schemas.microsoft.com/office/drawing/2014/main" val="198709572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404715179"/>
                    </a:ext>
                  </a:extLst>
                </a:gridCol>
              </a:tblGrid>
              <a:tr h="1433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9525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호기</a:t>
                      </a:r>
                      <a:endParaRPr lang="ko-KR" altLang="en-US" sz="800" b="1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SOP</a:t>
                      </a:r>
                      <a:endParaRPr lang="ko-KR" altLang="en-US" sz="800" b="1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생산속도 </a:t>
                      </a:r>
                      <a:r>
                        <a:rPr lang="en-US" altLang="ko-KR" sz="8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(MPM)</a:t>
                      </a:r>
                      <a:endParaRPr lang="ko-KR" altLang="en-US" sz="800" b="1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096606"/>
                  </a:ext>
                </a:extLst>
              </a:tr>
              <a:tr h="7729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MI_HL</a:t>
                      </a:r>
                    </a:p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대표법인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25.05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60(25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72(26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696966"/>
                  </a:ext>
                </a:extLst>
              </a:tr>
              <a:tr h="71692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25.05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60(25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72(26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923721"/>
                  </a:ext>
                </a:extLst>
              </a:tr>
              <a:tr h="77293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22396"/>
                  </a:ext>
                </a:extLst>
              </a:tr>
              <a:tr h="77293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 호기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(#3~5)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567999"/>
                  </a:ext>
                </a:extLst>
              </a:tr>
              <a:tr h="772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949508"/>
                  </a:ext>
                </a:extLst>
              </a:tr>
              <a:tr h="772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25.11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139837"/>
                  </a:ext>
                </a:extLst>
              </a:tr>
              <a:tr h="77293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 (sample)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67100"/>
                  </a:ext>
                </a:extLst>
              </a:tr>
              <a:tr h="772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270555"/>
                  </a:ext>
                </a:extLst>
              </a:tr>
              <a:tr h="77293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 (sample)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535131"/>
                  </a:ext>
                </a:extLst>
              </a:tr>
              <a:tr h="772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GM_TN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033439"/>
                  </a:ext>
                </a:extLst>
              </a:tr>
              <a:tr h="77293"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#2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26.08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8124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6CD2461-A2B2-BB05-1424-77C3583EDC61}"/>
              </a:ext>
            </a:extLst>
          </p:cNvPr>
          <p:cNvSpPr txBox="1"/>
          <p:nvPr/>
        </p:nvSpPr>
        <p:spPr>
          <a:xfrm>
            <a:off x="10069906" y="4656312"/>
            <a:ext cx="1761876" cy="230832"/>
          </a:xfrm>
          <a:prstGeom prst="rect">
            <a:avLst/>
          </a:prstGeom>
          <a:noFill/>
        </p:spPr>
        <p:txBody>
          <a:bodyPr wrap="square" lIns="46800" rIns="468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※ ESS 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생산 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5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개 법인 생산속도 현황</a:t>
            </a:r>
            <a:endParaRPr lang="en-US" altLang="ko-KR" sz="900">
              <a:latin typeface="Arial Narrow" panose="020B0606020202030204" pitchFamily="34" charset="0"/>
              <a:ea typeface="LG스마트체 Regular" panose="020B0600000101010101" pitchFamily="50" charset="-127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6170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텍스트 개체 틀 36">
            <a:extLst>
              <a:ext uri="{FF2B5EF4-FFF2-40B4-BE49-F238E27FC236}">
                <a16:creationId xmlns:a16="http://schemas.microsoft.com/office/drawing/2014/main" id="{CB024143-680D-B2F1-6800-184E29A8D91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en-US" altLang="ko-KR">
                <a:latin typeface="Arial Narrow"/>
                <a:ea typeface="LG스마트체 Regular"/>
              </a:rPr>
              <a:t>1</a:t>
            </a:r>
            <a:r>
              <a:rPr lang="ko-KR" altLang="en-US">
                <a:latin typeface="Arial Narrow"/>
                <a:ea typeface="LG스마트체 Regular"/>
              </a:rPr>
              <a:t>. </a:t>
            </a:r>
            <a:r>
              <a:rPr lang="ko-KR" altLang="en-US" sz="1400" b="1">
                <a:latin typeface="Arial Narrow"/>
                <a:ea typeface="LG스마트체 Regular"/>
              </a:rPr>
              <a:t>동시절연다이 자동보정 개발</a:t>
            </a:r>
            <a:r>
              <a:rPr lang="ko-KR" altLang="en-US">
                <a:latin typeface="Arial Narrow"/>
                <a:ea typeface="LG스마트체 Regular"/>
              </a:rPr>
              <a:t> (4/4)</a:t>
            </a:r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253F24D9-C2AC-4927-0F89-A8DE82D551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 Smart_H Regular"/>
              </a:rPr>
              <a:t>박신아 </a:t>
            </a:r>
            <a:r>
              <a:rPr lang="ko-KR" err="1">
                <a:ea typeface="LG Smart_H Regular"/>
              </a:rPr>
              <a:t>P</a:t>
            </a:r>
            <a:endParaRPr lang="ko-KR">
              <a:ea typeface="LG Smart_H Regular"/>
            </a:endParaRPr>
          </a:p>
        </p:txBody>
      </p: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2319D1E3-201C-8ED5-D215-0A4CE8424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 algn="ctr">
              <a:buNone/>
            </a:pPr>
            <a:r>
              <a:rPr lang="ko-KR" altLang="en-US" sz="900" b="0" i="0" u="none" strike="noStrike" baseline="0" err="1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동시절연다이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ko-KR" altLang="en-US" sz="900" b="0" i="0" u="none" strike="noStrike" baseline="0" err="1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로직개발</a:t>
            </a:r>
            <a:endParaRPr lang="en-US" altLang="ko-KR" sz="900" b="0" i="0" u="none" strike="noStrike" baseline="0">
              <a:solidFill>
                <a:schemeClr val="tx1"/>
              </a:solidFill>
              <a:effectLst/>
              <a:latin typeface="Arial Narrow"/>
              <a:ea typeface="LG스마트체 Regular"/>
            </a:endParaRPr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9271F537-0C66-2183-97D2-4BBED68DB6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 algn="ctr">
              <a:buNone/>
            </a:pP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EP2 NFF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HD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OT</a:t>
            </a:r>
            <a:endParaRPr lang="en-US" altLang="ko-KR" sz="900" b="0" i="0" u="none" strike="noStrike" baseline="0">
              <a:solidFill>
                <a:schemeClr val="tx1"/>
              </a:solidFill>
              <a:effectLst/>
              <a:latin typeface="Arial Narrow"/>
              <a:ea typeface="LG스마트체 Regular"/>
            </a:endParaRPr>
          </a:p>
          <a:p>
            <a:pPr lvl="0" algn="ctr">
              <a:buNone/>
            </a:pP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NB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WA</a:t>
            </a:r>
            <a:br>
              <a:rPr lang="en-US" altLang="ko-KR" sz="900" b="0" i="0" u="none" strike="noStrike" baseline="0">
                <a:solidFill>
                  <a:srgbClr val="000000"/>
                </a:solidFill>
                <a:effectLst/>
                <a:latin typeface="Arial Narrow"/>
                <a:ea typeface="LG스마트체 Regular"/>
              </a:rPr>
            </a:br>
            <a:r>
              <a:rPr lang="en-US" altLang="ko-KR" sz="900" b="0" i="0" u="none" strike="noStrike" baseline="0">
                <a:solidFill>
                  <a:schemeClr val="tx1"/>
                </a:solidFill>
                <a:effectLst/>
                <a:latin typeface="Arial Narrow"/>
                <a:ea typeface="LG스마트체 Regular"/>
              </a:rPr>
              <a:t>MI2</a:t>
            </a:r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491769FB-8F95-9F23-9FD4-56A08DF9C8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91588" y="1361182"/>
            <a:ext cx="6082993" cy="5015825"/>
          </a:xfrm>
        </p:spPr>
        <p:txBody>
          <a:bodyPr lIns="91440" tIns="45720" rIns="91440" bIns="45720" anchor="t"/>
          <a:lstStyle/>
          <a:p>
            <a:r>
              <a:rPr lang="en-US" altLang="ko-KR" sz="9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9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진행사항</a:t>
            </a:r>
            <a:r>
              <a:rPr lang="en-US" altLang="ko-KR" sz="9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  <a:p>
            <a:r>
              <a:rPr lang="ko-KR" altLang="en-US" sz="900" b="1" u="sng">
                <a:latin typeface="Arial Narrow" panose="020B0606020202030204" pitchFamily="34" charset="0"/>
                <a:ea typeface="LG스마트체 Regular" panose="020B0600000101010101" pitchFamily="50" charset="-127"/>
              </a:rPr>
              <a:t>동시절연 자동보정 적용 </a:t>
            </a:r>
            <a:r>
              <a:rPr lang="en-US" altLang="ko-KR" sz="900" b="1" u="sng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 b="1" u="sng">
                <a:latin typeface="Arial Narrow" panose="020B0606020202030204" pitchFamily="34" charset="0"/>
                <a:ea typeface="LG스마트체 Regular" panose="020B0600000101010101" pitchFamily="50" charset="-127"/>
              </a:rPr>
              <a:t>대상호기</a:t>
            </a:r>
            <a:r>
              <a:rPr lang="en-US" altLang="ko-KR" sz="900" b="1" u="sng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00" b="1" u="sng"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 </a:t>
            </a:r>
            <a:r>
              <a:rPr lang="en-US" altLang="ko-KR" sz="900" b="1" u="sng"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900" b="1" u="sng">
                <a:latin typeface="Arial Narrow" panose="020B0606020202030204" pitchFamily="34" charset="0"/>
                <a:ea typeface="LG스마트체 Regular" panose="020B0600000101010101" pitchFamily="50" charset="-127"/>
              </a:rPr>
              <a:t>호기</a:t>
            </a:r>
            <a:r>
              <a:rPr lang="en-US" altLang="ko-KR" sz="900" b="1" u="sng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en-US" altLang="ko-KR" sz="9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>
                <a:latin typeface="Arial Narrow"/>
                <a:ea typeface="LG스마트체 Regular"/>
              </a:rPr>
              <a:t>양극 </a:t>
            </a:r>
            <a:r>
              <a:rPr lang="en-US" altLang="ko-KR">
                <a:latin typeface="Arial Narrow"/>
                <a:ea typeface="LG스마트체 Regular"/>
              </a:rPr>
              <a:t>5</a:t>
            </a:r>
            <a:r>
              <a:rPr lang="ko-KR" altLang="en-US">
                <a:latin typeface="Arial Narrow"/>
                <a:ea typeface="LG스마트체 Regular"/>
              </a:rPr>
              <a:t>호기 적용 완료 및 출장 업무 </a:t>
            </a:r>
            <a:r>
              <a:rPr lang="en-US" altLang="ko-KR">
                <a:latin typeface="Arial Narrow"/>
                <a:ea typeface="LG스마트체 Regular"/>
              </a:rPr>
              <a:t>6</a:t>
            </a:r>
            <a:r>
              <a:rPr lang="ko-KR" altLang="en-US">
                <a:latin typeface="Arial Narrow"/>
                <a:ea typeface="LG스마트체 Regular"/>
              </a:rPr>
              <a:t>월 </a:t>
            </a:r>
            <a:r>
              <a:rPr lang="en-US" altLang="ko-KR">
                <a:latin typeface="Arial Narrow"/>
                <a:ea typeface="LG스마트체 Regular"/>
              </a:rPr>
              <a:t>15</a:t>
            </a:r>
            <a:r>
              <a:rPr lang="ko-KR" altLang="en-US">
                <a:latin typeface="Arial Narrow"/>
                <a:ea typeface="LG스마트체 Regular"/>
              </a:rPr>
              <a:t>일 종료 하였고 금주 업데이트 내용 포함하여 전체적으로 정리 하였습니다</a:t>
            </a:r>
            <a:r>
              <a:rPr lang="en-US" altLang="ko-KR">
                <a:latin typeface="Arial Narrow"/>
                <a:ea typeface="LG스마트체 Regular"/>
              </a:rPr>
              <a:t>. </a:t>
            </a:r>
          </a:p>
          <a:p>
            <a:r>
              <a:rPr lang="ko-KR" altLang="en-US">
                <a:latin typeface="Arial Narrow"/>
                <a:ea typeface="LG스마트체 Regular"/>
              </a:rPr>
              <a:t>출장 업무를 통해 증속으로 인한 공정 마진 축소 환경에서 비전</a:t>
            </a:r>
            <a:r>
              <a:rPr lang="en-US" altLang="ko-KR">
                <a:latin typeface="Arial Narrow"/>
                <a:ea typeface="LG스마트체 Regular"/>
              </a:rPr>
              <a:t> </a:t>
            </a:r>
            <a:r>
              <a:rPr lang="ko-KR" altLang="en-US">
                <a:latin typeface="Arial Narrow"/>
                <a:ea typeface="LG스마트체 Regular"/>
              </a:rPr>
              <a:t>및 자동보정 로직 개선을 완료하고</a:t>
            </a:r>
            <a:r>
              <a:rPr lang="en-US" altLang="ko-KR">
                <a:latin typeface="Arial Narrow"/>
                <a:ea typeface="LG스마트체 Regular"/>
              </a:rPr>
              <a:t>, </a:t>
            </a:r>
            <a:br>
              <a:rPr lang="en-US" altLang="ko-KR">
                <a:latin typeface="Arial Narrow"/>
                <a:ea typeface="LG스마트체 Regular"/>
              </a:rPr>
            </a:br>
            <a:r>
              <a:rPr lang="en-US" altLang="ko-KR">
                <a:latin typeface="Arial Narrow"/>
                <a:ea typeface="LG스마트체 Regular"/>
              </a:rPr>
              <a:t>5</a:t>
            </a:r>
            <a:r>
              <a:rPr lang="ko-KR" altLang="en-US">
                <a:latin typeface="Arial Narrow"/>
                <a:ea typeface="LG스마트체 Regular"/>
              </a:rPr>
              <a:t>호기 검증을 통해 적용 가능성을 확보하여 </a:t>
            </a:r>
            <a:r>
              <a:rPr lang="ko-KR" altLang="en-US" err="1">
                <a:latin typeface="Arial Narrow"/>
                <a:ea typeface="LG스마트체 Regular"/>
              </a:rPr>
              <a:t>전호기</a:t>
            </a:r>
            <a:r>
              <a:rPr lang="ko-KR" altLang="en-US">
                <a:latin typeface="Arial Narrow"/>
                <a:ea typeface="LG스마트체 Regular"/>
              </a:rPr>
              <a:t> 확산을 진행 중입니다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br>
              <a:rPr lang="en-US" altLang="ko-KR">
                <a:latin typeface="Arial Narrow"/>
                <a:ea typeface="LG스마트체 Regular"/>
              </a:rPr>
            </a:br>
            <a:endParaRPr lang="en-US" altLang="ko-KR">
              <a:latin typeface="Arial Narrow"/>
              <a:ea typeface="LG스마트체 Regular"/>
            </a:endParaRPr>
          </a:p>
          <a:p>
            <a:r>
              <a:rPr lang="en-US" altLang="ko-KR">
                <a:latin typeface="Arial Narrow"/>
                <a:ea typeface="LG스마트체 Regular"/>
              </a:rPr>
              <a:t>1. </a:t>
            </a:r>
            <a:r>
              <a:rPr lang="ko-KR" altLang="en-US">
                <a:latin typeface="Arial Narrow"/>
                <a:ea typeface="LG스마트체 Regular"/>
              </a:rPr>
              <a:t>비전 및 검출 성능 개선 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완료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 err="1">
                <a:latin typeface="Arial Narrow"/>
                <a:ea typeface="LG스마트체 Regular"/>
              </a:rPr>
              <a:t>증속</a:t>
            </a:r>
            <a:r>
              <a:rPr lang="ko-KR" altLang="en-US">
                <a:latin typeface="Arial Narrow"/>
                <a:ea typeface="LG스마트체 Regular"/>
              </a:rPr>
              <a:t> 시 발생한 </a:t>
            </a:r>
            <a:r>
              <a:rPr lang="ko-KR" altLang="en-US" err="1">
                <a:latin typeface="Arial Narrow"/>
                <a:ea typeface="LG스마트체 Regular"/>
              </a:rPr>
              <a:t>절연두께꺼짐</a:t>
            </a:r>
            <a:r>
              <a:rPr lang="ko-KR" altLang="en-US">
                <a:latin typeface="Arial Narrow"/>
                <a:ea typeface="LG스마트체 Regular"/>
              </a:rPr>
              <a:t> 형상 변화로 </a:t>
            </a:r>
            <a:r>
              <a:rPr lang="ko-KR" altLang="en-US" err="1">
                <a:latin typeface="Arial Narrow"/>
                <a:ea typeface="LG스마트체 Regular"/>
              </a:rPr>
              <a:t>인터믹싱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ko-KR" altLang="en-US" err="1">
                <a:latin typeface="Arial Narrow"/>
                <a:ea typeface="LG스마트체 Regular"/>
              </a:rPr>
              <a:t>과검</a:t>
            </a:r>
            <a:r>
              <a:rPr lang="ko-KR" altLang="en-US">
                <a:latin typeface="Arial Narrow"/>
                <a:ea typeface="LG스마트체 Regular"/>
              </a:rPr>
              <a:t> 문제 발생 → 알고리즘 개선안 적용 완료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Edge </a:t>
            </a:r>
            <a:r>
              <a:rPr lang="ko-KR" altLang="en-US">
                <a:latin typeface="Arial Narrow"/>
                <a:ea typeface="LG스마트체 Regular"/>
              </a:rPr>
              <a:t>검출 로직 변경 및 </a:t>
            </a:r>
            <a:r>
              <a:rPr lang="en-US" altLang="ko-KR">
                <a:latin typeface="Arial Narrow"/>
                <a:ea typeface="LG스마트체 Regular"/>
              </a:rPr>
              <a:t>ROI </a:t>
            </a:r>
            <a:r>
              <a:rPr lang="ko-KR" altLang="en-US">
                <a:latin typeface="Arial Narrow"/>
                <a:ea typeface="LG스마트체 Regular"/>
              </a:rPr>
              <a:t>재정의 통해 검출 정확도 개선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정상 수준 복귀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>
                <a:latin typeface="Arial Narrow"/>
                <a:ea typeface="LG스마트체 Regular"/>
              </a:rPr>
              <a:t>신규 비전 알고리즘 적용 후 **양극 </a:t>
            </a:r>
            <a:r>
              <a:rPr lang="en-US" altLang="ko-KR">
                <a:latin typeface="Arial Narrow"/>
                <a:ea typeface="LG스마트체 Regular"/>
              </a:rPr>
              <a:t>5</a:t>
            </a:r>
            <a:r>
              <a:rPr lang="ko-KR" altLang="en-US">
                <a:latin typeface="Arial Narrow"/>
                <a:ea typeface="LG스마트체 Regular"/>
              </a:rPr>
              <a:t>호기 기준 검증 완료 및 안정화 진행 중**</a:t>
            </a:r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/>
              <a:ea typeface="LG스마트체 Regular"/>
            </a:endParaRPr>
          </a:p>
          <a:p>
            <a:r>
              <a:rPr lang="en-US" altLang="ko-KR">
                <a:latin typeface="Arial Narrow"/>
                <a:ea typeface="LG스마트체 Regular"/>
              </a:rPr>
              <a:t>2. </a:t>
            </a:r>
            <a:r>
              <a:rPr lang="ko-KR" altLang="en-US">
                <a:latin typeface="Arial Narrow"/>
                <a:ea typeface="LG스마트체 Regular"/>
              </a:rPr>
              <a:t>자동보정 로직 고도화 적용 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진행</a:t>
            </a:r>
            <a:r>
              <a:rPr lang="en-US" altLang="ko-KR">
                <a:latin typeface="Arial Narrow"/>
                <a:ea typeface="LG스마트체 Regular"/>
              </a:rPr>
              <a:t>/</a:t>
            </a:r>
            <a:r>
              <a:rPr lang="ko-KR" altLang="en-US">
                <a:latin typeface="Arial Narrow"/>
                <a:ea typeface="LG스마트체 Regular"/>
              </a:rPr>
              <a:t>반영 완료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>
                <a:latin typeface="Arial Narrow"/>
                <a:ea typeface="LG스마트체 Regular"/>
              </a:rPr>
              <a:t>공정 마진 축소 대응 </a:t>
            </a:r>
            <a:r>
              <a:rPr lang="en-US" altLang="ko-KR">
                <a:latin typeface="Arial Narrow"/>
                <a:ea typeface="LG스마트체 Regular"/>
              </a:rPr>
              <a:t>: L/R Gap 1</a:t>
            </a:r>
            <a:r>
              <a:rPr lang="ko-KR" altLang="en-US">
                <a:latin typeface="Arial Narrow"/>
                <a:ea typeface="LG스마트체 Regular"/>
              </a:rPr>
              <a:t>회 </a:t>
            </a:r>
            <a:r>
              <a:rPr lang="ko-KR" altLang="en-US" err="1">
                <a:latin typeface="Arial Narrow"/>
                <a:ea typeface="LG스마트체 Regular"/>
              </a:rPr>
              <a:t>제어량</a:t>
            </a:r>
            <a:r>
              <a:rPr lang="ko-KR" altLang="en-US">
                <a:latin typeface="Arial Narrow"/>
                <a:ea typeface="LG스마트체 Regular"/>
              </a:rPr>
              <a:t> 제한 등 보수적 제어 적용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>
                <a:latin typeface="Arial Narrow"/>
                <a:ea typeface="LG스마트체 Regular"/>
              </a:rPr>
              <a:t>불량 상호 영향 대응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r>
              <a:rPr lang="ko-KR" altLang="en-US" err="1">
                <a:latin typeface="Arial Narrow"/>
                <a:ea typeface="LG스마트체 Regular"/>
              </a:rPr>
              <a:t>인터믹싱</a:t>
            </a:r>
            <a:r>
              <a:rPr lang="ko-KR" altLang="en-US">
                <a:latin typeface="Arial Narrow"/>
                <a:ea typeface="LG스마트체 Regular"/>
              </a:rPr>
              <a:t> </a:t>
            </a:r>
            <a:r>
              <a:rPr lang="en-US" altLang="ko-KR">
                <a:latin typeface="Arial Narrow"/>
                <a:ea typeface="LG스마트체 Regular"/>
              </a:rPr>
              <a:t>/ Gap </a:t>
            </a:r>
            <a:r>
              <a:rPr lang="ko-KR" altLang="en-US">
                <a:latin typeface="Arial Narrow"/>
                <a:ea typeface="LG스마트체 Regular"/>
              </a:rPr>
              <a:t>등 **불량 유형별 보정 로직 분리 적용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>
                <a:latin typeface="Arial Narrow"/>
                <a:ea typeface="LG스마트체 Regular"/>
              </a:rPr>
              <a:t>운영 안정성 확보 </a:t>
            </a:r>
            <a:r>
              <a:rPr lang="en-US" altLang="ko-KR">
                <a:latin typeface="Arial Narrow"/>
                <a:ea typeface="LG스마트체 Regular"/>
              </a:rPr>
              <a:t>: Auto-Off / Auto-On / </a:t>
            </a:r>
            <a:r>
              <a:rPr lang="ko-KR" altLang="en-US" err="1">
                <a:latin typeface="Arial Narrow"/>
                <a:ea typeface="LG스마트체 Regular"/>
              </a:rPr>
              <a:t>인터락</a:t>
            </a:r>
            <a:r>
              <a:rPr lang="ko-KR" altLang="en-US">
                <a:latin typeface="Arial Narrow"/>
                <a:ea typeface="LG스마트체 Regular"/>
              </a:rPr>
              <a:t> 기능 적용으로 </a:t>
            </a:r>
            <a:r>
              <a:rPr lang="ko-KR" altLang="en-US" err="1">
                <a:latin typeface="Arial Narrow"/>
                <a:ea typeface="LG스마트체 Regular"/>
              </a:rPr>
              <a:t>오보정</a:t>
            </a:r>
            <a:r>
              <a:rPr lang="ko-KR" altLang="en-US">
                <a:latin typeface="Arial Narrow"/>
                <a:ea typeface="LG스마트체 Regular"/>
              </a:rPr>
              <a:t> 방지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>
                <a:latin typeface="Arial Narrow"/>
                <a:ea typeface="LG스마트체 Regular"/>
              </a:rPr>
              <a:t>비전 신뢰도 고려 </a:t>
            </a:r>
            <a:r>
              <a:rPr lang="en-US" altLang="ko-KR">
                <a:latin typeface="Arial Narrow"/>
                <a:ea typeface="LG스마트체 Regular"/>
              </a:rPr>
              <a:t>“ 1</a:t>
            </a:r>
            <a:r>
              <a:rPr lang="ko-KR" altLang="en-US">
                <a:latin typeface="Arial Narrow"/>
                <a:ea typeface="LG스마트체 Regular"/>
              </a:rPr>
              <a:t>회 보정 후 알람 및 작업자 확인 방식 적용</a:t>
            </a:r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/>
              <a:ea typeface="LG스마트체 Regular"/>
            </a:endParaRPr>
          </a:p>
          <a:p>
            <a:r>
              <a:rPr lang="en-US" altLang="ko-KR">
                <a:latin typeface="Arial Narrow"/>
                <a:ea typeface="LG스마트체 Regular"/>
              </a:rPr>
              <a:t>3. </a:t>
            </a:r>
            <a:r>
              <a:rPr lang="ko-KR" altLang="en-US">
                <a:latin typeface="Arial Narrow"/>
                <a:ea typeface="LG스마트체 Regular"/>
              </a:rPr>
              <a:t>핵심 성과 및 개선 효과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 err="1">
                <a:latin typeface="Arial Narrow"/>
                <a:ea typeface="LG스마트체 Regular"/>
              </a:rPr>
              <a:t>인터믹싱</a:t>
            </a:r>
            <a:r>
              <a:rPr lang="ko-KR" altLang="en-US">
                <a:latin typeface="Arial Narrow"/>
                <a:ea typeface="LG스마트체 Regular"/>
              </a:rPr>
              <a:t> 자동보정 </a:t>
            </a:r>
            <a:r>
              <a:rPr lang="en-US" altLang="ko-KR">
                <a:latin typeface="Arial Narrow"/>
                <a:ea typeface="LG스마트체 Regular"/>
              </a:rPr>
              <a:t>: Coating Gap </a:t>
            </a:r>
            <a:r>
              <a:rPr lang="ko-KR" altLang="en-US">
                <a:latin typeface="Arial Narrow"/>
                <a:ea typeface="LG스마트체 Regular"/>
              </a:rPr>
              <a:t>기반 자동보정 정상 동작 확인 </a:t>
            </a:r>
            <a:r>
              <a:rPr lang="en-US" altLang="ko-KR">
                <a:latin typeface="Arial Narrow"/>
                <a:ea typeface="LG스마트체 Regular"/>
              </a:rPr>
              <a:t>(5</a:t>
            </a:r>
            <a:r>
              <a:rPr lang="ko-KR" altLang="en-US">
                <a:latin typeface="Arial Narrow"/>
                <a:ea typeface="LG스마트체 Regular"/>
              </a:rPr>
              <a:t>호기 검증 완료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>
                <a:latin typeface="Arial Narrow"/>
                <a:ea typeface="LG스마트체 Regular"/>
              </a:rPr>
              <a:t>미스매치 고도화 </a:t>
            </a:r>
            <a:r>
              <a:rPr lang="en-US" altLang="ko-KR">
                <a:latin typeface="Arial Narrow"/>
                <a:ea typeface="LG스마트체 Regular"/>
              </a:rPr>
              <a:t>: </a:t>
            </a:r>
            <a:r>
              <a:rPr lang="ko-KR" altLang="en-US">
                <a:latin typeface="Arial Narrow"/>
                <a:ea typeface="LG스마트체 Regular"/>
              </a:rPr>
              <a:t>전 호기 적용 완료 및 성능 개선 </a:t>
            </a:r>
            <a:r>
              <a:rPr lang="en-US" altLang="ko-KR" err="1">
                <a:latin typeface="Arial Narrow"/>
                <a:ea typeface="LG스마트체 Regular"/>
              </a:rPr>
              <a:t>Cpk</a:t>
            </a:r>
            <a:r>
              <a:rPr lang="en-US" altLang="ko-KR">
                <a:latin typeface="Arial Narrow"/>
                <a:ea typeface="LG스마트체 Regular"/>
              </a:rPr>
              <a:t> 1.84 → 2.09 </a:t>
            </a:r>
            <a:r>
              <a:rPr lang="ko-KR" altLang="en-US">
                <a:latin typeface="Arial Narrow"/>
                <a:ea typeface="LG스마트체 Regular"/>
              </a:rPr>
              <a:t>개선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 err="1">
                <a:latin typeface="Arial Narrow"/>
                <a:ea typeface="LG스마트체 Regular"/>
              </a:rPr>
              <a:t>증속</a:t>
            </a:r>
            <a:r>
              <a:rPr lang="ko-KR" altLang="en-US">
                <a:latin typeface="Arial Narrow"/>
                <a:ea typeface="LG스마트체 Regular"/>
              </a:rPr>
              <a:t> 환경 대응 가능한 자동보정 기반 확보</a:t>
            </a:r>
            <a:endParaRPr lang="en-US" altLang="ko-KR">
              <a:latin typeface="Arial Narrow"/>
              <a:ea typeface="LG스마트체 Regular"/>
            </a:endParaRPr>
          </a:p>
          <a:p>
            <a:endParaRPr lang="en-US" altLang="ko-KR">
              <a:latin typeface="Arial Narrow"/>
              <a:ea typeface="LG스마트체 Regular"/>
            </a:endParaRPr>
          </a:p>
          <a:p>
            <a:r>
              <a:rPr lang="en-US" altLang="ko-KR">
                <a:latin typeface="Arial Narrow"/>
                <a:ea typeface="LG스마트체 Regular"/>
              </a:rPr>
              <a:t>4. </a:t>
            </a:r>
            <a:r>
              <a:rPr lang="ko-KR" altLang="en-US">
                <a:latin typeface="Arial Narrow"/>
                <a:ea typeface="LG스마트체 Regular"/>
              </a:rPr>
              <a:t>설비 및 적용 범위 이슈 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대응 진행 중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3</a:t>
            </a:r>
            <a:r>
              <a:rPr lang="ko-KR" altLang="en-US">
                <a:latin typeface="Arial Narrow"/>
                <a:ea typeface="LG스마트체 Regular"/>
              </a:rPr>
              <a:t>호기 </a:t>
            </a:r>
            <a:r>
              <a:rPr lang="ko-KR" altLang="en-US" err="1">
                <a:latin typeface="Arial Narrow"/>
                <a:ea typeface="LG스마트체 Regular"/>
              </a:rPr>
              <a:t>타크미나</a:t>
            </a:r>
            <a:r>
              <a:rPr lang="ko-KR" altLang="en-US">
                <a:latin typeface="Arial Narrow"/>
                <a:ea typeface="LG스마트체 Regular"/>
              </a:rPr>
              <a:t> 펌프 헌팅으로 인해 해당 조건 </a:t>
            </a:r>
            <a:r>
              <a:rPr lang="en-US" altLang="ko-KR">
                <a:latin typeface="Arial Narrow"/>
                <a:ea typeface="LG스마트체 Regular"/>
              </a:rPr>
              <a:t>RPM </a:t>
            </a:r>
            <a:r>
              <a:rPr lang="ko-KR" altLang="en-US">
                <a:latin typeface="Arial Narrow"/>
                <a:ea typeface="LG스마트체 Regular"/>
              </a:rPr>
              <a:t>제어 제외 적용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>
                <a:latin typeface="Arial Narrow"/>
                <a:ea typeface="LG스마트체 Regular"/>
              </a:rPr>
              <a:t>비전 업체 변경</a:t>
            </a:r>
            <a:r>
              <a:rPr lang="en-US" altLang="ko-KR">
                <a:latin typeface="Arial Narrow"/>
                <a:ea typeface="LG스마트체 Regular"/>
              </a:rPr>
              <a:t>(TNS → N-sys)</a:t>
            </a:r>
            <a:r>
              <a:rPr lang="ko-KR" altLang="en-US">
                <a:latin typeface="Arial Narrow"/>
                <a:ea typeface="LG스마트체 Regular"/>
              </a:rPr>
              <a:t>으로 비전 업데이트 시 설비 부동 필요</a:t>
            </a:r>
          </a:p>
          <a:p>
            <a:r>
              <a:rPr lang="ko-KR" altLang="en-US">
                <a:latin typeface="Arial Narrow"/>
                <a:ea typeface="LG스마트체 Regular"/>
              </a:rPr>
              <a:t>   </a:t>
            </a:r>
            <a:r>
              <a:rPr lang="en-US" altLang="ko-KR">
                <a:latin typeface="Arial Narrow"/>
                <a:ea typeface="LG스마트체 Regular"/>
              </a:rPr>
              <a:t>3~4</a:t>
            </a:r>
            <a:r>
              <a:rPr lang="ko-KR" altLang="en-US">
                <a:latin typeface="Arial Narrow"/>
                <a:ea typeface="LG스마트체 Regular"/>
              </a:rPr>
              <a:t>호기 부동 일정 확보 어려움 → 부분 적용 </a:t>
            </a:r>
            <a:r>
              <a:rPr lang="en-US" altLang="ko-KR">
                <a:latin typeface="Arial Narrow"/>
                <a:ea typeface="LG스마트체 Regular"/>
              </a:rPr>
              <a:t>+ </a:t>
            </a:r>
            <a:r>
              <a:rPr lang="ko-KR" altLang="en-US">
                <a:latin typeface="Arial Narrow"/>
                <a:ea typeface="LG스마트체 Regular"/>
              </a:rPr>
              <a:t>일정 단축 협의 예정이었으나 비전 업데이트 시 </a:t>
            </a:r>
            <a:r>
              <a:rPr lang="ko-KR" altLang="en-US" err="1">
                <a:latin typeface="Arial Narrow"/>
                <a:ea typeface="LG스마트체 Regular"/>
              </a:rPr>
              <a:t>롤맵등</a:t>
            </a:r>
            <a:r>
              <a:rPr lang="ko-KR" altLang="en-US">
                <a:latin typeface="Arial Narrow"/>
                <a:ea typeface="LG스마트체 Regular"/>
              </a:rPr>
              <a:t> 연동시스템 검증에 시간 필요</a:t>
            </a:r>
          </a:p>
          <a:p>
            <a:endParaRPr lang="en-US" altLang="ko-KR">
              <a:latin typeface="Arial Narrow"/>
              <a:ea typeface="LG스마트체 Regular"/>
            </a:endParaRPr>
          </a:p>
          <a:p>
            <a:r>
              <a:rPr lang="en-US" altLang="ko-KR">
                <a:latin typeface="Arial Narrow"/>
                <a:ea typeface="LG스마트체 Regular"/>
              </a:rPr>
              <a:t> 6. </a:t>
            </a:r>
            <a:r>
              <a:rPr lang="ko-KR" altLang="en-US">
                <a:latin typeface="Arial Narrow"/>
                <a:ea typeface="LG스마트체 Regular"/>
              </a:rPr>
              <a:t>향후 계획 </a:t>
            </a:r>
            <a:endParaRPr lang="en-US" altLang="ko-KR">
              <a:latin typeface="Arial Narrow"/>
              <a:ea typeface="LG스마트체 Regular"/>
            </a:endParaRP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>
                <a:latin typeface="Arial Narrow"/>
                <a:ea typeface="LG스마트체 Regular"/>
              </a:rPr>
              <a:t>전 호기 수평 전개 </a:t>
            </a:r>
            <a:r>
              <a:rPr lang="en-US" altLang="ko-KR">
                <a:latin typeface="Arial Narrow"/>
                <a:ea typeface="LG스마트체 Regular"/>
              </a:rPr>
              <a:t>(</a:t>
            </a:r>
            <a:r>
              <a:rPr lang="ko-KR" altLang="en-US">
                <a:latin typeface="Arial Narrow"/>
                <a:ea typeface="LG스마트체 Regular"/>
              </a:rPr>
              <a:t>검사기</a:t>
            </a:r>
            <a:r>
              <a:rPr lang="en-US" altLang="ko-KR">
                <a:latin typeface="Arial Narrow"/>
                <a:ea typeface="LG스마트체 Regular"/>
              </a:rPr>
              <a:t>/</a:t>
            </a:r>
            <a:r>
              <a:rPr lang="ko-KR" altLang="en-US">
                <a:latin typeface="Arial Narrow"/>
                <a:ea typeface="LG스마트체 Regular"/>
              </a:rPr>
              <a:t>비전 일정 연동</a:t>
            </a:r>
            <a:r>
              <a:rPr lang="en-US" altLang="ko-KR">
                <a:latin typeface="Arial Narrow"/>
                <a:ea typeface="LG스마트체 Regular"/>
              </a:rPr>
              <a:t>)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</a:t>
            </a:r>
            <a:r>
              <a:rPr lang="ko-KR" altLang="en-US">
                <a:latin typeface="Arial Narrow"/>
                <a:ea typeface="LG스마트체 Regular"/>
              </a:rPr>
              <a:t>설비 마모</a:t>
            </a:r>
            <a:r>
              <a:rPr lang="en-US" altLang="ko-KR">
                <a:latin typeface="Arial Narrow"/>
                <a:ea typeface="LG스마트체 Regular"/>
              </a:rPr>
              <a:t>(Die/Shim) </a:t>
            </a:r>
            <a:r>
              <a:rPr lang="ko-KR" altLang="en-US">
                <a:latin typeface="Arial Narrow"/>
                <a:ea typeface="LG스마트체 Regular"/>
              </a:rPr>
              <a:t>반영  예측제어</a:t>
            </a:r>
            <a:r>
              <a:rPr lang="en-US" altLang="ko-KR">
                <a:latin typeface="Arial Narrow"/>
                <a:ea typeface="LG스마트체 Regular"/>
              </a:rPr>
              <a:t>(Predictive Control) </a:t>
            </a:r>
            <a:r>
              <a:rPr lang="ko-KR" altLang="en-US">
                <a:latin typeface="Arial Narrow"/>
                <a:ea typeface="LG스마트체 Regular"/>
              </a:rPr>
              <a:t>검토</a:t>
            </a:r>
          </a:p>
          <a:p>
            <a:r>
              <a:rPr lang="en-US" altLang="ko-KR">
                <a:latin typeface="Arial Narrow"/>
                <a:ea typeface="LG스마트체 Regular"/>
              </a:rPr>
              <a:t>• Gap–RPM </a:t>
            </a:r>
            <a:r>
              <a:rPr lang="ko-KR" altLang="en-US">
                <a:latin typeface="Arial Narrow"/>
                <a:ea typeface="LG스마트체 Regular"/>
              </a:rPr>
              <a:t>등 **</a:t>
            </a:r>
            <a:r>
              <a:rPr lang="ko-KR" altLang="en-US" err="1">
                <a:latin typeface="Arial Narrow"/>
                <a:ea typeface="LG스마트체 Regular"/>
              </a:rPr>
              <a:t>다변수</a:t>
            </a:r>
            <a:r>
              <a:rPr lang="ko-KR" altLang="en-US">
                <a:latin typeface="Arial Narrow"/>
                <a:ea typeface="LG스마트체 Regular"/>
              </a:rPr>
              <a:t> 최적 제어 로직 고도화 추진</a:t>
            </a:r>
            <a:endParaRPr lang="en-US" altLang="ko-KR">
              <a:latin typeface="Arial Narrow"/>
              <a:ea typeface="LG스마트체 Regular"/>
            </a:endParaRPr>
          </a:p>
          <a:p>
            <a:endParaRPr lang="en-US" altLang="ko-KR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7ADEA35-DE2D-105E-61B7-100D0A0543BB}"/>
              </a:ext>
            </a:extLst>
          </p:cNvPr>
          <p:cNvSpPr txBox="1"/>
          <p:nvPr/>
        </p:nvSpPr>
        <p:spPr>
          <a:xfrm>
            <a:off x="1760264" y="1476504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2" name="텍스트 개체 틀 11">
            <a:extLst>
              <a:ext uri="{FF2B5EF4-FFF2-40B4-BE49-F238E27FC236}">
                <a16:creationId xmlns:a16="http://schemas.microsoft.com/office/drawing/2014/main" id="{2465C708-67E7-01DB-2576-36AEC6CA9A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88270" y="1259307"/>
            <a:ext cx="482523" cy="586745"/>
          </a:xfrm>
        </p:spPr>
        <p:txBody>
          <a:bodyPr/>
          <a:lstStyle/>
          <a:p>
            <a:r>
              <a:rPr lang="ko-KR" altLang="en-US"/>
              <a:t>김형준</a:t>
            </a:r>
            <a:r>
              <a:rPr lang="en-US" altLang="ko-KR"/>
              <a:t>P</a:t>
            </a:r>
            <a:br>
              <a:rPr lang="en-US" altLang="ko-KR"/>
            </a:br>
            <a:r>
              <a:rPr lang="ko-KR" altLang="en-US"/>
              <a:t>나영준</a:t>
            </a:r>
            <a:r>
              <a:rPr lang="en-US" altLang="ko-KR"/>
              <a:t>P</a:t>
            </a:r>
            <a:br>
              <a:rPr lang="en-US" altLang="ko-KR"/>
            </a:br>
            <a:r>
              <a:rPr lang="ko-KR" altLang="en-US"/>
              <a:t>이동규</a:t>
            </a:r>
            <a:r>
              <a:rPr lang="en-US" altLang="ko-KR"/>
              <a:t>A</a:t>
            </a:r>
          </a:p>
          <a:p>
            <a:r>
              <a:rPr lang="ko-KR" altLang="en-US"/>
              <a:t>박신아</a:t>
            </a:r>
            <a:r>
              <a:rPr lang="en-US" altLang="ko-KR"/>
              <a:t>P</a:t>
            </a:r>
          </a:p>
        </p:txBody>
      </p:sp>
      <p:sp>
        <p:nvSpPr>
          <p:cNvPr id="123" name="텍스트 개체 틀 12">
            <a:extLst>
              <a:ext uri="{FF2B5EF4-FFF2-40B4-BE49-F238E27FC236}">
                <a16:creationId xmlns:a16="http://schemas.microsoft.com/office/drawing/2014/main" id="{9A4A8075-940D-D09F-E21E-501CC87C02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18303" y="1259307"/>
            <a:ext cx="482523" cy="586745"/>
          </a:xfrm>
        </p:spPr>
        <p:txBody>
          <a:bodyPr/>
          <a:lstStyle/>
          <a:p>
            <a:r>
              <a:rPr lang="en-US" altLang="ko-KR"/>
              <a:t>‘26.12</a:t>
            </a:r>
            <a:endParaRPr lang="ko-KR" altLang="en-US"/>
          </a:p>
        </p:txBody>
      </p:sp>
      <p:sp>
        <p:nvSpPr>
          <p:cNvPr id="2" name="직사각형 1">
            <a:hlinkClick r:id="" action="ppaction://noaction"/>
            <a:extLst>
              <a:ext uri="{FF2B5EF4-FFF2-40B4-BE49-F238E27FC236}">
                <a16:creationId xmlns:a16="http://schemas.microsoft.com/office/drawing/2014/main" id="{1BF47698-EB2C-3474-CA3A-D3BF7896E762}"/>
              </a:ext>
            </a:extLst>
          </p:cNvPr>
          <p:cNvSpPr/>
          <p:nvPr/>
        </p:nvSpPr>
        <p:spPr>
          <a:xfrm>
            <a:off x="10157011" y="208680"/>
            <a:ext cx="221876" cy="186512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>
                <a:solidFill>
                  <a:schemeClr val="tx1"/>
                </a:solidFill>
              </a:rPr>
              <a:t>H</a:t>
            </a:r>
            <a:endParaRPr lang="ko-KR" altLang="en-US" sz="500">
              <a:solidFill>
                <a:schemeClr val="tx1"/>
              </a:solidFill>
            </a:endParaRPr>
          </a:p>
        </p:txBody>
      </p:sp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0C72AC6E-072E-BFCE-80F1-0B3B5FD259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55787" y="210261"/>
            <a:ext cx="3097213" cy="252102"/>
          </a:xfrm>
        </p:spPr>
        <p:txBody>
          <a:bodyPr lIns="0" tIns="0" rIns="0" bIns="0" anchor="ctr"/>
          <a:lstStyle/>
          <a:p>
            <a:r>
              <a:rPr lang="en-US" altLang="ko-KR" sz="1800">
                <a:cs typeface="Malgun Gothic Semilight" panose="020B0502040204020203" pitchFamily="50" charset="-127"/>
              </a:rPr>
              <a:t>MC</a:t>
            </a:r>
            <a:r>
              <a:rPr lang="ko-KR" altLang="en-US" sz="1800">
                <a:cs typeface="Malgun Gothic Semilight" panose="020B0502040204020203" pitchFamily="50" charset="-127"/>
              </a:rPr>
              <a:t>자동보정팀</a:t>
            </a:r>
            <a:endParaRPr lang="ko-KR" altLang="en-US"/>
          </a:p>
        </p:txBody>
      </p:sp>
      <p:sp>
        <p:nvSpPr>
          <p:cNvPr id="12" name="텍스트 개체 틀 33">
            <a:extLst>
              <a:ext uri="{FF2B5EF4-FFF2-40B4-BE49-F238E27FC236}">
                <a16:creationId xmlns:a16="http://schemas.microsoft.com/office/drawing/2014/main" id="{EB0232BC-C8FE-7E7A-B0D6-CBAC468025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58133" y="511175"/>
            <a:ext cx="907921" cy="169863"/>
          </a:xfr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26.09.16 20</a:t>
            </a:r>
            <a:r>
              <a:rPr lang="ko-KR" altLang="en-US">
                <a:ea typeface="LG스마트체 Regular"/>
              </a:rPr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3040185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1403-C9FD-C1E6-EDD3-BFA2F1A2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E4C90C9-A019-5679-6ED0-4DA8526529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91440" tIns="45720" rIns="91440" bIns="45720" anchor="t"/>
          <a:lstStyle/>
          <a:p>
            <a:r>
              <a:rPr lang="en-US" altLang="ko-KR" sz="1000" b="1">
                <a:ea typeface="LG스마트체 Regular"/>
              </a:rPr>
              <a:t>[</a:t>
            </a:r>
            <a:r>
              <a:rPr lang="ko-KR" altLang="en-US" sz="1000" b="1">
                <a:ea typeface="LG스마트체 Regular"/>
              </a:rPr>
              <a:t>전사 </a:t>
            </a:r>
            <a:r>
              <a:rPr lang="en-US" altLang="ko-KR" sz="1000" b="1">
                <a:ea typeface="LG스마트체 Regular"/>
              </a:rPr>
              <a:t>PD Loss</a:t>
            </a:r>
            <a:r>
              <a:rPr lang="ko-KR" altLang="en-US" sz="1000" b="1">
                <a:ea typeface="LG스마트체 Regular"/>
              </a:rPr>
              <a:t>]</a:t>
            </a:r>
            <a:endParaRPr lang="en-US" altLang="ko-KR" sz="1000" b="1">
              <a:ea typeface="LG스마트체 Regular"/>
            </a:endParaRPr>
          </a:p>
          <a:p>
            <a:r>
              <a:rPr lang="en-US" altLang="ko-KR">
                <a:solidFill>
                  <a:srgbClr val="0000FF"/>
                </a:solidFill>
                <a:ea typeface="LG스마트체 Regular"/>
              </a:rPr>
              <a:t>- WA, OT, MI_HL 3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개 법인 대상 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Tension 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편차 자동보정 적용했으며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, 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적용 전 대비 평균 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PD Loss 36.71% 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감소했습니다</a:t>
            </a:r>
            <a:r>
              <a:rPr lang="en-US" altLang="ko-KR">
                <a:ea typeface="LG스마트체 Regular"/>
              </a:rPr>
              <a:t>. </a:t>
            </a:r>
          </a:p>
          <a:p>
            <a:pPr marL="171450" indent="-171450">
              <a:buFontTx/>
              <a:buChar char="-"/>
            </a:pPr>
            <a:endParaRPr lang="en-US" altLang="ko-KR" b="1">
              <a:ea typeface="LG스마트체 Regular"/>
            </a:endParaRPr>
          </a:p>
          <a:p>
            <a:endParaRPr lang="en-US" altLang="ko-KR" sz="800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r>
              <a:rPr lang="en-US" altLang="ko-KR" sz="1000" b="1">
                <a:ea typeface="LG스마트체 Regular"/>
              </a:rPr>
              <a:t>[</a:t>
            </a:r>
            <a:r>
              <a:rPr kumimoji="1" lang="ko-KR" altLang="en-US" sz="1000" b="1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자동보정 적용 전</a:t>
            </a:r>
            <a:r>
              <a:rPr kumimoji="1" lang="en-US" altLang="ko-KR" sz="1000" b="1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/</a:t>
            </a:r>
            <a:r>
              <a:rPr kumimoji="1" lang="ko-KR" altLang="en-US" sz="1000" b="1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후 생산가동률</a:t>
            </a:r>
            <a:r>
              <a:rPr kumimoji="1" lang="en-US" altLang="ko-KR" sz="1000" b="1">
                <a:solidFill>
                  <a:prstClr val="black"/>
                </a:solidFill>
                <a:latin typeface="Arial Narrow"/>
                <a:ea typeface="LG스마트체 Regular"/>
                <a:sym typeface="Wingdings" panose="05000000000000000000" pitchFamily="2" charset="2"/>
              </a:rPr>
              <a:t>]</a:t>
            </a:r>
            <a:endParaRPr lang="en-US" altLang="ko-KR" sz="1000" b="1"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endParaRPr lang="en-US" altLang="ko-KR">
              <a:latin typeface="LG 스마트체"/>
              <a:ea typeface="LG스마트체 Regular"/>
            </a:endParaRPr>
          </a:p>
          <a:p>
            <a:r>
              <a:rPr lang="en-US" altLang="ko-KR" sz="1000" b="1">
                <a:latin typeface="+mn-ea"/>
                <a:ea typeface="+mn-ea"/>
              </a:rPr>
              <a:t>[Tension </a:t>
            </a:r>
            <a:r>
              <a:rPr lang="ko-KR" altLang="en-US" sz="1000" b="1">
                <a:latin typeface="+mn-ea"/>
                <a:ea typeface="+mn-ea"/>
              </a:rPr>
              <a:t>편차 자동보정 적용 및 전개 계획</a:t>
            </a:r>
            <a:r>
              <a:rPr lang="en-US" altLang="ko-KR" sz="1000" b="1">
                <a:latin typeface="+mn-ea"/>
                <a:ea typeface="+mn-ea"/>
              </a:rPr>
              <a:t>]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A8BBFC4-4E47-5602-DBE3-CDCAD0AB00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정대영</a:t>
            </a:r>
          </a:p>
          <a:p>
            <a:r>
              <a:rPr lang="ko-KR" altLang="en-US">
                <a:ea typeface="LG스마트체 Regular"/>
              </a:rPr>
              <a:t>박상하</a:t>
            </a:r>
            <a:endParaRPr lang="en-US" altLang="ko-KR">
              <a:ea typeface="LG스마트체 Regular"/>
            </a:endParaRPr>
          </a:p>
          <a:p>
            <a:r>
              <a:rPr lang="ko-KR" altLang="en-US" err="1">
                <a:ea typeface="LG스마트체 Regular"/>
              </a:rPr>
              <a:t>김치완</a:t>
            </a:r>
            <a:endParaRPr lang="ko-KR" altLang="en-US">
              <a:ea typeface="LG스마트체 Regular"/>
            </a:endParaRPr>
          </a:p>
          <a:p>
            <a:r>
              <a:rPr lang="ko-KR" altLang="en-US">
                <a:ea typeface="LG스마트체 Regular"/>
              </a:rPr>
              <a:t>이상용</a:t>
            </a:r>
            <a:endParaRPr lang="ko-KR" altLang="en-US"/>
          </a:p>
          <a:p>
            <a:r>
              <a:rPr lang="ko-KR" altLang="en-US">
                <a:ea typeface="LG스마트체 Regular"/>
              </a:rPr>
              <a:t>박홍준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EB159-5080-27C8-7CE4-22FCCCC89F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'2</a:t>
            </a:r>
            <a:r>
              <a:rPr lang="en-US" altLang="ko-KR">
                <a:ea typeface="LG스마트체 Regular"/>
              </a:rPr>
              <a:t>6</a:t>
            </a:r>
            <a:r>
              <a:rPr lang="ko-KR" altLang="en-US">
                <a:ea typeface="LG스마트체 Regular"/>
              </a:rPr>
              <a:t>.12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FFC43B-FC38-3C51-EA7B-E19354E06B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AX 실행 가속화를 통한 제조 운영</a:t>
            </a:r>
            <a:br>
              <a:rPr lang="en-US" altLang="ko-KR">
                <a:ea typeface="LG스마트체 Regular"/>
              </a:rPr>
            </a:br>
            <a:r>
              <a:rPr lang="ko-KR" altLang="en-US">
                <a:ea typeface="LG스마트체 Regular"/>
              </a:rPr>
              <a:t>개선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6C029C-8797-2345-71D0-842D1206D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WA</a:t>
            </a:r>
            <a:endParaRPr lang="ko-KR" altLang="en-US"/>
          </a:p>
          <a:p>
            <a:r>
              <a:rPr lang="en-US" altLang="ko-KR">
                <a:ea typeface="LG스마트체 Regular"/>
              </a:rPr>
              <a:t>O</a:t>
            </a:r>
            <a:r>
              <a:rPr lang="ko-KR" altLang="en-US" err="1">
                <a:ea typeface="LG스마트체 Regular"/>
              </a:rPr>
              <a:t>T</a:t>
            </a:r>
            <a:endParaRPr lang="en-US" altLang="ko-KR">
              <a:ea typeface="LG스마트체 Regular"/>
            </a:endParaRPr>
          </a:p>
          <a:p>
            <a:r>
              <a:rPr lang="en-US" altLang="ko-KR">
                <a:ea typeface="LG스마트체 Regular"/>
              </a:rPr>
              <a:t>MI_HL</a:t>
            </a:r>
          </a:p>
          <a:p>
            <a:r>
              <a:rPr lang="en-US" altLang="ko-KR">
                <a:ea typeface="LG스마트체 Regular"/>
              </a:rPr>
              <a:t>MILS</a:t>
            </a:r>
          </a:p>
          <a:p>
            <a:r>
              <a:rPr lang="en-US" altLang="ko-KR">
                <a:ea typeface="LG스마트체 Regular"/>
              </a:rPr>
              <a:t>HD</a:t>
            </a:r>
          </a:p>
          <a:p>
            <a:r>
              <a:rPr lang="en-US" altLang="ko-KR">
                <a:ea typeface="LG스마트체 Regular"/>
              </a:rPr>
              <a:t>EP2</a:t>
            </a:r>
            <a:endParaRPr lang="ko-KR" altLang="en-US">
              <a:ea typeface="LG스마트체 Regular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52A656E-9DC5-02EE-331F-E1062DD79B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이상용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F6DCF5A-C812-C79A-3E4D-3B5DB39B72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26.09.22 11</a:t>
            </a:r>
            <a:r>
              <a:rPr lang="ko-KR" altLang="en-US">
                <a:ea typeface="LG스마트체 Regular"/>
              </a:rPr>
              <a:t>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3E959A6-AC49-7B01-D064-E45E529F28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lIns="91440" tIns="45720" rIns="91440" bIns="45720" anchor="t"/>
          <a:lstStyle/>
          <a:p>
            <a:r>
              <a:rPr lang="ko-KR" err="1"/>
              <a:t>RSND자동보정팀</a:t>
            </a:r>
            <a:endParaRPr lang="ko-KR" b="0"/>
          </a:p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B7BCF75-42DD-3CCE-5107-95AC25957E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ko-KR" altLang="en-US" dirty="0">
                <a:latin typeface="LG스마트체2.0 Regular"/>
                <a:ea typeface="LG스마트체2.0 Regular"/>
              </a:rPr>
              <a:t>AX 실행 가속화를 통한 제조운영 개선(PD </a:t>
            </a:r>
            <a:r>
              <a:rPr lang="ko-KR" altLang="en-US" dirty="0" err="1">
                <a:latin typeface="LG스마트체2.0 Regular"/>
                <a:ea typeface="LG스마트체2.0 Regular"/>
              </a:rPr>
              <a:t>Loss</a:t>
            </a:r>
            <a:r>
              <a:rPr lang="ko-KR" altLang="en-US" dirty="0">
                <a:latin typeface="LG스마트체2.0 Regular"/>
                <a:ea typeface="LG스마트체2.0 Regular"/>
              </a:rPr>
              <a:t> 개선) </a:t>
            </a:r>
            <a:r>
              <a:rPr lang="en-US" altLang="ko-KR" dirty="0">
                <a:latin typeface="LG스마트체2.0 Regular"/>
                <a:ea typeface="LG스마트체2.0 Regular"/>
              </a:rPr>
              <a:t>(Summary)</a:t>
            </a:r>
            <a:endParaRPr lang="ko-KR" altLang="en-US" dirty="0">
              <a:latin typeface="LG스마트체2.0 Regular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DAB89A0-783A-622B-2C7A-981A15B770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22787" y="1201138"/>
            <a:ext cx="6408071" cy="352425"/>
          </a:xfrm>
        </p:spPr>
        <p:txBody>
          <a:bodyPr lIns="91440" tIns="45720" rIns="91440" bIns="45720" anchor="t"/>
          <a:lstStyle/>
          <a:p>
            <a:pPr>
              <a:spcBef>
                <a:spcPts val="20"/>
              </a:spcBef>
            </a:pPr>
            <a:r>
              <a:rPr lang="ko-KR" altLang="en-US">
                <a:latin typeface="Arial Narrow"/>
              </a:rPr>
              <a:t>특이사항 없습니다</a:t>
            </a:r>
            <a:r>
              <a:rPr lang="en-US" altLang="ko-KR">
                <a:latin typeface="Arial Narrow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EC5D07-BC62-3D53-2969-A18DAD0B4719}"/>
              </a:ext>
            </a:extLst>
          </p:cNvPr>
          <p:cNvSpPr txBox="1"/>
          <p:nvPr/>
        </p:nvSpPr>
        <p:spPr>
          <a:xfrm>
            <a:off x="1691661" y="1989852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결과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84D69B-02D1-B918-28E3-192E3102DC58}"/>
              </a:ext>
            </a:extLst>
          </p:cNvPr>
          <p:cNvSpPr txBox="1"/>
          <p:nvPr/>
        </p:nvSpPr>
        <p:spPr>
          <a:xfrm>
            <a:off x="1681387" y="5503869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향후 계획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A3965720-947D-6AD4-C171-83FF7874A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737408"/>
              </p:ext>
            </p:extLst>
          </p:nvPr>
        </p:nvGraphicFramePr>
        <p:xfrm>
          <a:off x="2764549" y="2247379"/>
          <a:ext cx="5845194" cy="1314704"/>
        </p:xfrm>
        <a:graphic>
          <a:graphicData uri="http://schemas.openxmlformats.org/drawingml/2006/table">
            <a:tbl>
              <a:tblPr/>
              <a:tblGrid>
                <a:gridCol w="567954">
                  <a:extLst>
                    <a:ext uri="{9D8B030D-6E8A-4147-A177-3AD203B41FA5}">
                      <a16:colId xmlns:a16="http://schemas.microsoft.com/office/drawing/2014/main" val="3744729115"/>
                    </a:ext>
                  </a:extLst>
                </a:gridCol>
                <a:gridCol w="567954">
                  <a:extLst>
                    <a:ext uri="{9D8B030D-6E8A-4147-A177-3AD203B41FA5}">
                      <a16:colId xmlns:a16="http://schemas.microsoft.com/office/drawing/2014/main" val="1425951642"/>
                    </a:ext>
                  </a:extLst>
                </a:gridCol>
                <a:gridCol w="567954">
                  <a:extLst>
                    <a:ext uri="{9D8B030D-6E8A-4147-A177-3AD203B41FA5}">
                      <a16:colId xmlns:a16="http://schemas.microsoft.com/office/drawing/2014/main" val="853844464"/>
                    </a:ext>
                  </a:extLst>
                </a:gridCol>
                <a:gridCol w="1380444">
                  <a:extLst>
                    <a:ext uri="{9D8B030D-6E8A-4147-A177-3AD203B41FA5}">
                      <a16:colId xmlns:a16="http://schemas.microsoft.com/office/drawing/2014/main" val="145166069"/>
                    </a:ext>
                  </a:extLst>
                </a:gridCol>
                <a:gridCol w="1380444">
                  <a:extLst>
                    <a:ext uri="{9D8B030D-6E8A-4147-A177-3AD203B41FA5}">
                      <a16:colId xmlns:a16="http://schemas.microsoft.com/office/drawing/2014/main" val="2418334221"/>
                    </a:ext>
                  </a:extLst>
                </a:gridCol>
                <a:gridCol w="1380444">
                  <a:extLst>
                    <a:ext uri="{9D8B030D-6E8A-4147-A177-3AD203B41FA5}">
                      <a16:colId xmlns:a16="http://schemas.microsoft.com/office/drawing/2014/main" val="1145330708"/>
                    </a:ext>
                  </a:extLst>
                </a:gridCol>
              </a:tblGrid>
              <a:tr h="16433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전설비 기준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양극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자동보정 적용 후 </a:t>
                      </a:r>
                      <a:r>
                        <a:rPr lang="ko-KR" altLang="en-US" sz="900" b="1" i="0" u="none" strike="noStrike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개선율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355945"/>
                  </a:ext>
                </a:extLst>
              </a:tr>
              <a:tr h="1643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기준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 후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~ 7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437732"/>
                  </a:ext>
                </a:extLst>
              </a:tr>
              <a:tr h="16433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6.94%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4.66%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32.85%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304473"/>
                  </a:ext>
                </a:extLst>
              </a:tr>
              <a:tr h="1643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10.72%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14.30%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-33.40%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763720"/>
                  </a:ext>
                </a:extLst>
              </a:tr>
              <a:tr h="1643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12.50%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8.68%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30.56%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747701"/>
                  </a:ext>
                </a:extLst>
              </a:tr>
              <a:tr h="1643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13.90%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11.26%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18.99%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981230"/>
                  </a:ext>
                </a:extLst>
              </a:tr>
              <a:tr h="164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89.51%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283963"/>
                  </a:ext>
                </a:extLst>
              </a:tr>
              <a:tr h="164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MI_HL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23.13%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4.23%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81.71%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730057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95D5C0-B290-70D6-FF19-ED00FEF1E92B}"/>
              </a:ext>
            </a:extLst>
          </p:cNvPr>
          <p:cNvSpPr/>
          <p:nvPr/>
        </p:nvSpPr>
        <p:spPr>
          <a:xfrm>
            <a:off x="2786321" y="5564518"/>
            <a:ext cx="5823422" cy="8972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EBE8A72-C7E5-52A6-2402-A23BB6213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959352"/>
              </p:ext>
            </p:extLst>
          </p:nvPr>
        </p:nvGraphicFramePr>
        <p:xfrm>
          <a:off x="2764635" y="3901140"/>
          <a:ext cx="5866311" cy="1371600"/>
        </p:xfrm>
        <a:graphic>
          <a:graphicData uri="http://schemas.openxmlformats.org/drawingml/2006/table">
            <a:tbl>
              <a:tblPr/>
              <a:tblGrid>
                <a:gridCol w="570006">
                  <a:extLst>
                    <a:ext uri="{9D8B030D-6E8A-4147-A177-3AD203B41FA5}">
                      <a16:colId xmlns:a16="http://schemas.microsoft.com/office/drawing/2014/main" val="3184546687"/>
                    </a:ext>
                  </a:extLst>
                </a:gridCol>
                <a:gridCol w="570006">
                  <a:extLst>
                    <a:ext uri="{9D8B030D-6E8A-4147-A177-3AD203B41FA5}">
                      <a16:colId xmlns:a16="http://schemas.microsoft.com/office/drawing/2014/main" val="3958827"/>
                    </a:ext>
                  </a:extLst>
                </a:gridCol>
                <a:gridCol w="570006">
                  <a:extLst>
                    <a:ext uri="{9D8B030D-6E8A-4147-A177-3AD203B41FA5}">
                      <a16:colId xmlns:a16="http://schemas.microsoft.com/office/drawing/2014/main" val="2713050889"/>
                    </a:ext>
                  </a:extLst>
                </a:gridCol>
                <a:gridCol w="1385431">
                  <a:extLst>
                    <a:ext uri="{9D8B030D-6E8A-4147-A177-3AD203B41FA5}">
                      <a16:colId xmlns:a16="http://schemas.microsoft.com/office/drawing/2014/main" val="3976792658"/>
                    </a:ext>
                  </a:extLst>
                </a:gridCol>
                <a:gridCol w="1385431">
                  <a:extLst>
                    <a:ext uri="{9D8B030D-6E8A-4147-A177-3AD203B41FA5}">
                      <a16:colId xmlns:a16="http://schemas.microsoft.com/office/drawing/2014/main" val="495012542"/>
                    </a:ext>
                  </a:extLst>
                </a:gridCol>
                <a:gridCol w="1385431">
                  <a:extLst>
                    <a:ext uri="{9D8B030D-6E8A-4147-A177-3AD203B41FA5}">
                      <a16:colId xmlns:a16="http://schemas.microsoft.com/office/drawing/2014/main" val="1423597486"/>
                    </a:ext>
                  </a:extLst>
                </a:gridCol>
              </a:tblGrid>
              <a:tr h="709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전설비 기준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양극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후 차 △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982334"/>
                  </a:ext>
                </a:extLst>
              </a:tr>
              <a:tr h="709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기준 생산가동률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~6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333607"/>
                  </a:ext>
                </a:extLst>
              </a:tr>
              <a:tr h="7096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44.07%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47.53%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3.46%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545470"/>
                  </a:ext>
                </a:extLst>
              </a:tr>
              <a:tr h="709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45.64%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45.73%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621937"/>
                  </a:ext>
                </a:extLst>
              </a:tr>
              <a:tr h="709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26.92%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38.86%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11.94%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8019337"/>
                  </a:ext>
                </a:extLst>
              </a:tr>
              <a:tr h="709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16.04%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26.81%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10.77%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741905"/>
                  </a:ext>
                </a:extLst>
              </a:tr>
              <a:tr h="709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27.16%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50.94%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65446"/>
                  </a:ext>
                </a:extLst>
              </a:tr>
              <a:tr h="709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35.48%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73.33%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37.85%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962050"/>
                  </a:ext>
                </a:extLst>
              </a:tr>
              <a:tr h="709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MI_HL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53.14%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61.22%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013074"/>
                  </a:ext>
                </a:extLst>
              </a:tr>
              <a:tr h="709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35.74%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63.56%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27.82%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990144"/>
                  </a:ext>
                </a:extLst>
              </a:tr>
            </a:tbl>
          </a:graphicData>
        </a:graphic>
      </p:graphicFrame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032F752-2A70-7321-80D2-77EED30C9E4D}"/>
              </a:ext>
            </a:extLst>
          </p:cNvPr>
          <p:cNvCxnSpPr>
            <a:cxnSpLocks/>
          </p:cNvCxnSpPr>
          <p:nvPr/>
        </p:nvCxnSpPr>
        <p:spPr>
          <a:xfrm>
            <a:off x="3372090" y="5708065"/>
            <a:ext cx="510516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4FF801C3-1935-3093-7051-DA5AE87E055B}"/>
              </a:ext>
            </a:extLst>
          </p:cNvPr>
          <p:cNvSpPr/>
          <p:nvPr/>
        </p:nvSpPr>
        <p:spPr>
          <a:xfrm>
            <a:off x="3697601" y="5650103"/>
            <a:ext cx="112485" cy="119509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269C73-C9A0-8167-3E8A-8F832B9BB9A5}"/>
              </a:ext>
            </a:extLst>
          </p:cNvPr>
          <p:cNvSpPr txBox="1"/>
          <p:nvPr/>
        </p:nvSpPr>
        <p:spPr>
          <a:xfrm>
            <a:off x="3629420" y="5797711"/>
            <a:ext cx="248724" cy="34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(2/10)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WA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10C2C7D-0C0C-EA73-E8FD-B039DE8C90EE}"/>
              </a:ext>
            </a:extLst>
          </p:cNvPr>
          <p:cNvSpPr/>
          <p:nvPr/>
        </p:nvSpPr>
        <p:spPr>
          <a:xfrm>
            <a:off x="3970322" y="5650103"/>
            <a:ext cx="112485" cy="1195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BC1EB6-00EC-340F-D263-DA556811C29F}"/>
              </a:ext>
            </a:extLst>
          </p:cNvPr>
          <p:cNvSpPr txBox="1"/>
          <p:nvPr/>
        </p:nvSpPr>
        <p:spPr>
          <a:xfrm>
            <a:off x="3863134" y="5797687"/>
            <a:ext cx="339941" cy="343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(~2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31039D-5811-FA2E-F35B-712B8C93C702}"/>
              </a:ext>
            </a:extLst>
          </p:cNvPr>
          <p:cNvSpPr txBox="1"/>
          <p:nvPr/>
        </p:nvSpPr>
        <p:spPr>
          <a:xfrm>
            <a:off x="5348420" y="6197737"/>
            <a:ext cx="97839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(~5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MI_HL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B8AB78F-06E5-98FA-9537-041EDDE5EC68}"/>
              </a:ext>
            </a:extLst>
          </p:cNvPr>
          <p:cNvSpPr/>
          <p:nvPr/>
        </p:nvSpPr>
        <p:spPr>
          <a:xfrm>
            <a:off x="4716171" y="5650103"/>
            <a:ext cx="112485" cy="1195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1019A8-7733-B792-15A2-E3B9559C5208}"/>
              </a:ext>
            </a:extLst>
          </p:cNvPr>
          <p:cNvSpPr txBox="1"/>
          <p:nvPr/>
        </p:nvSpPr>
        <p:spPr>
          <a:xfrm>
            <a:off x="4085431" y="5808200"/>
            <a:ext cx="1362865" cy="2456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(~3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Global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확산 준비 완료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(SW/A2D)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1A965FA-18CD-1595-0031-C521E626FBEA}"/>
              </a:ext>
            </a:extLst>
          </p:cNvPr>
          <p:cNvCxnSpPr>
            <a:cxnSpLocks/>
          </p:cNvCxnSpPr>
          <p:nvPr/>
        </p:nvCxnSpPr>
        <p:spPr>
          <a:xfrm>
            <a:off x="3372090" y="6105648"/>
            <a:ext cx="510516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C60FE1B9-D735-9062-9DE8-1D3D6BE3A718}"/>
              </a:ext>
            </a:extLst>
          </p:cNvPr>
          <p:cNvSpPr/>
          <p:nvPr/>
        </p:nvSpPr>
        <p:spPr>
          <a:xfrm>
            <a:off x="5498367" y="6045339"/>
            <a:ext cx="112485" cy="119509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65C085-9DE8-0664-B932-46C9C227C92D}"/>
              </a:ext>
            </a:extLst>
          </p:cNvPr>
          <p:cNvSpPr txBox="1"/>
          <p:nvPr/>
        </p:nvSpPr>
        <p:spPr>
          <a:xfrm>
            <a:off x="5385146" y="6197030"/>
            <a:ext cx="33157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(5/14)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WA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45331A7-26DA-718F-55A9-2FE93A2E196B}"/>
              </a:ext>
            </a:extLst>
          </p:cNvPr>
          <p:cNvSpPr/>
          <p:nvPr/>
        </p:nvSpPr>
        <p:spPr>
          <a:xfrm>
            <a:off x="7220273" y="6045339"/>
            <a:ext cx="112485" cy="119509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CDB870-80B4-4C77-37D7-5A80840D6F46}"/>
              </a:ext>
            </a:extLst>
          </p:cNvPr>
          <p:cNvSpPr txBox="1"/>
          <p:nvPr/>
        </p:nvSpPr>
        <p:spPr>
          <a:xfrm>
            <a:off x="6844908" y="5798496"/>
            <a:ext cx="97026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(~8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HD, AZ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수평전개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A98BF0E-1F0A-7305-6740-28E41712D423}"/>
              </a:ext>
            </a:extLst>
          </p:cNvPr>
          <p:cNvSpPr/>
          <p:nvPr/>
        </p:nvSpPr>
        <p:spPr>
          <a:xfrm>
            <a:off x="6550781" y="6045339"/>
            <a:ext cx="112485" cy="119509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E6D78E-1F96-EC80-9470-16EB2BB84EC5}"/>
              </a:ext>
            </a:extLst>
          </p:cNvPr>
          <p:cNvSpPr txBox="1"/>
          <p:nvPr/>
        </p:nvSpPr>
        <p:spPr>
          <a:xfrm>
            <a:off x="6057942" y="5798496"/>
            <a:ext cx="97026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(~7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MI_LS, EP2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수평전개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39360F-C2C7-F463-8C42-A31E9EE1DF1E}"/>
              </a:ext>
            </a:extLst>
          </p:cNvPr>
          <p:cNvSpPr txBox="1"/>
          <p:nvPr/>
        </p:nvSpPr>
        <p:spPr>
          <a:xfrm>
            <a:off x="6969261" y="6194386"/>
            <a:ext cx="970265" cy="343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북미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ESS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 완료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D84D383-489B-B527-98BF-D17D2A46747A}"/>
              </a:ext>
            </a:extLst>
          </p:cNvPr>
          <p:cNvCxnSpPr>
            <a:cxnSpLocks/>
          </p:cNvCxnSpPr>
          <p:nvPr/>
        </p:nvCxnSpPr>
        <p:spPr>
          <a:xfrm>
            <a:off x="7665870" y="5661081"/>
            <a:ext cx="0" cy="72963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235D2685-B630-A46F-CD02-754AD7BE290B}"/>
              </a:ext>
            </a:extLst>
          </p:cNvPr>
          <p:cNvSpPr/>
          <p:nvPr/>
        </p:nvSpPr>
        <p:spPr>
          <a:xfrm>
            <a:off x="5014708" y="6050153"/>
            <a:ext cx="112485" cy="1195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2E4F49-0124-5845-D67E-BFCA86B8A7F5}"/>
              </a:ext>
            </a:extLst>
          </p:cNvPr>
          <p:cNvSpPr txBox="1"/>
          <p:nvPr/>
        </p:nvSpPr>
        <p:spPr>
          <a:xfrm>
            <a:off x="4580100" y="6197737"/>
            <a:ext cx="97839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(~4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OT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891F924-D279-92AB-B2D4-917A34F10560}"/>
              </a:ext>
            </a:extLst>
          </p:cNvPr>
          <p:cNvSpPr/>
          <p:nvPr/>
        </p:nvSpPr>
        <p:spPr>
          <a:xfrm>
            <a:off x="7965409" y="5650103"/>
            <a:ext cx="112485" cy="1195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ED5800-3149-2061-0A9B-8FD3D3D67D89}"/>
              </a:ext>
            </a:extLst>
          </p:cNvPr>
          <p:cNvSpPr txBox="1"/>
          <p:nvPr/>
        </p:nvSpPr>
        <p:spPr>
          <a:xfrm>
            <a:off x="7705724" y="5808200"/>
            <a:ext cx="63549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HG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수평전개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A19819-70AB-C590-E2C3-269279ABA501}"/>
              </a:ext>
            </a:extLst>
          </p:cNvPr>
          <p:cNvSpPr txBox="1"/>
          <p:nvPr/>
        </p:nvSpPr>
        <p:spPr>
          <a:xfrm>
            <a:off x="2809799" y="5667837"/>
            <a:ext cx="480901" cy="110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ko-KR" altLang="en-US" sz="800" b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자동차 라인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4E6757-6C49-60DB-7B7F-3628350C8872}"/>
              </a:ext>
            </a:extLst>
          </p:cNvPr>
          <p:cNvSpPr txBox="1"/>
          <p:nvPr/>
        </p:nvSpPr>
        <p:spPr>
          <a:xfrm>
            <a:off x="2809799" y="6061832"/>
            <a:ext cx="581891" cy="110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800" b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ESS/</a:t>
            </a:r>
            <a:r>
              <a:rPr lang="ko-KR" altLang="en-US" sz="800" b="1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소형 라인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83B4189-1382-B209-FA11-A04D8E23B32D}"/>
              </a:ext>
            </a:extLst>
          </p:cNvPr>
          <p:cNvSpPr/>
          <p:nvPr/>
        </p:nvSpPr>
        <p:spPr>
          <a:xfrm>
            <a:off x="5783028" y="6050153"/>
            <a:ext cx="112485" cy="1195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297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1403-C9FD-C1E6-EDD3-BFA2F1A2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A8BBFC4-4E47-5602-DBE3-CDCAD0AB00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정대영</a:t>
            </a:r>
          </a:p>
          <a:p>
            <a:r>
              <a:rPr lang="ko-KR" altLang="en-US">
                <a:ea typeface="LG스마트체 Regular"/>
              </a:rPr>
              <a:t>박상하</a:t>
            </a:r>
            <a:endParaRPr lang="en-US" altLang="ko-KR">
              <a:ea typeface="LG스마트체 Regular"/>
            </a:endParaRPr>
          </a:p>
          <a:p>
            <a:r>
              <a:rPr lang="ko-KR" altLang="en-US" err="1">
                <a:ea typeface="LG스마트체 Regular"/>
              </a:rPr>
              <a:t>김치완</a:t>
            </a:r>
            <a:endParaRPr lang="ko-KR" altLang="en-US">
              <a:ea typeface="LG스마트체 Regular"/>
            </a:endParaRPr>
          </a:p>
          <a:p>
            <a:r>
              <a:rPr lang="ko-KR" altLang="en-US">
                <a:ea typeface="LG스마트체 Regular"/>
              </a:rPr>
              <a:t>이상용</a:t>
            </a:r>
            <a:endParaRPr lang="ko-KR" altLang="en-US"/>
          </a:p>
          <a:p>
            <a:r>
              <a:rPr lang="ko-KR" altLang="en-US">
                <a:ea typeface="LG스마트체 Regular"/>
              </a:rPr>
              <a:t>박홍준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EB159-5080-27C8-7CE4-22FCCCC89F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'2</a:t>
            </a:r>
            <a:r>
              <a:rPr lang="en-US" altLang="ko-KR">
                <a:ea typeface="LG스마트체 Regular"/>
              </a:rPr>
              <a:t>6</a:t>
            </a:r>
            <a:r>
              <a:rPr lang="ko-KR" altLang="en-US">
                <a:ea typeface="LG스마트체 Regular"/>
              </a:rPr>
              <a:t>.12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FFC43B-FC38-3C51-EA7B-E19354E06B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AX 실행 가속화를 통한 제조 운영</a:t>
            </a:r>
            <a:br>
              <a:rPr lang="en-US" altLang="ko-KR">
                <a:ea typeface="LG스마트체 Regular"/>
              </a:rPr>
            </a:br>
            <a:r>
              <a:rPr lang="ko-KR" altLang="en-US">
                <a:ea typeface="LG스마트체 Regular"/>
              </a:rPr>
              <a:t>개선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6C029C-8797-2345-71D0-842D1206D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WA</a:t>
            </a:r>
            <a:endParaRPr lang="ko-KR" altLang="en-US"/>
          </a:p>
          <a:p>
            <a:r>
              <a:rPr lang="en-US" altLang="ko-KR">
                <a:ea typeface="LG스마트체 Regular"/>
              </a:rPr>
              <a:t>O</a:t>
            </a:r>
            <a:r>
              <a:rPr lang="ko-KR" altLang="en-US" err="1">
                <a:ea typeface="LG스마트체 Regular"/>
              </a:rPr>
              <a:t>T</a:t>
            </a:r>
            <a:endParaRPr lang="en-US" altLang="ko-KR">
              <a:ea typeface="LG스마트체 Regular"/>
            </a:endParaRPr>
          </a:p>
          <a:p>
            <a:r>
              <a:rPr lang="en-US" altLang="ko-KR">
                <a:ea typeface="LG스마트체 Regular"/>
              </a:rPr>
              <a:t>MI</a:t>
            </a:r>
            <a:endParaRPr lang="ko-KR" altLang="en-US">
              <a:ea typeface="LG스마트체 Regular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52A656E-9DC5-02EE-331F-E1062DD79B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정대영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F6DCF5A-C812-C79A-3E4D-3B5DB39B72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55616" y="511301"/>
            <a:ext cx="954857" cy="169965"/>
          </a:xfr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26.09.22 11</a:t>
            </a:r>
            <a:r>
              <a:rPr lang="ko-KR" altLang="en-US">
                <a:ea typeface="LG스마트체 Regular"/>
              </a:rPr>
              <a:t>시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E4C90C9-A019-5679-6ED0-4DA8526529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91440" tIns="45720" rIns="91440" bIns="45720" anchor="t"/>
          <a:lstStyle/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배경]</a:t>
            </a:r>
            <a:endParaRPr lang="en-US" altLang="ko-KR">
              <a:ea typeface="LG스마트체 Regular"/>
            </a:endParaRPr>
          </a:p>
          <a:p>
            <a:r>
              <a:rPr lang="ko-KR" altLang="en-US">
                <a:ea typeface="LG스마트체 Regular"/>
              </a:rPr>
              <a:t>전극</a:t>
            </a:r>
            <a:r>
              <a:rPr lang="en-US" altLang="ko-KR">
                <a:ea typeface="LG스마트체 Regular"/>
              </a:rPr>
              <a:t>FDC</a:t>
            </a:r>
            <a:r>
              <a:rPr lang="ko-KR" altLang="en-US">
                <a:ea typeface="LG스마트체 Regular"/>
              </a:rPr>
              <a:t>팀과 </a:t>
            </a:r>
            <a:r>
              <a:rPr lang="en-US" altLang="ko-KR">
                <a:ea typeface="LG스마트체 Regular"/>
              </a:rPr>
              <a:t>WA</a:t>
            </a:r>
            <a:r>
              <a:rPr lang="ko-KR" altLang="en-US">
                <a:ea typeface="LG스마트체 Regular"/>
              </a:rPr>
              <a:t>기술팀이 </a:t>
            </a:r>
            <a:r>
              <a:rPr lang="en-US" altLang="ko-KR">
                <a:ea typeface="LG스마트체 Regular"/>
              </a:rPr>
              <a:t>Roll Press OS / DS Tension </a:t>
            </a:r>
            <a:r>
              <a:rPr lang="ko-KR" altLang="en-US">
                <a:ea typeface="LG스마트체 Regular"/>
              </a:rPr>
              <a:t>차이가 크게 날 때 단선 확률이 급격하게 올라가는 것을 분석하여 </a:t>
            </a:r>
            <a:r>
              <a:rPr lang="ko-KR" altLang="en-US" err="1">
                <a:ea typeface="LG스마트체 Regular"/>
              </a:rPr>
              <a:t>공유받았습니다</a:t>
            </a:r>
            <a:r>
              <a:rPr lang="en-US" altLang="ko-KR">
                <a:ea typeface="LG스마트체 Regular"/>
              </a:rPr>
              <a:t>.​ </a:t>
            </a:r>
            <a:r>
              <a:rPr lang="ko-KR" altLang="en-US">
                <a:ea typeface="LG스마트체 Regular"/>
              </a:rPr>
              <a:t>현재 </a:t>
            </a:r>
            <a:r>
              <a:rPr lang="en-US" altLang="ko-KR">
                <a:ea typeface="LG스마트체 Regular"/>
              </a:rPr>
              <a:t>OS / DS Tension </a:t>
            </a:r>
            <a:r>
              <a:rPr lang="ko-KR" altLang="en-US">
                <a:ea typeface="LG스마트체 Regular"/>
              </a:rPr>
              <a:t>차이가 </a:t>
            </a:r>
            <a:r>
              <a:rPr lang="en-US" altLang="ko-KR">
                <a:ea typeface="LG스마트체 Regular"/>
              </a:rPr>
              <a:t>20N</a:t>
            </a:r>
            <a:r>
              <a:rPr lang="ko-KR" altLang="en-US">
                <a:ea typeface="LG스마트체 Regular"/>
              </a:rPr>
              <a:t>이 나면 알람을 발생시켜 작업자를 통해 수동으로 </a:t>
            </a:r>
            <a:r>
              <a:rPr lang="en-US" altLang="ko-KR">
                <a:ea typeface="LG스마트체 Regular"/>
              </a:rPr>
              <a:t>Gap</a:t>
            </a:r>
            <a:r>
              <a:rPr lang="ko-KR" altLang="en-US">
                <a:ea typeface="LG스마트체 Regular"/>
              </a:rPr>
              <a:t>을 낮추는 제어를 진행하고 있습니다</a:t>
            </a:r>
            <a:r>
              <a:rPr lang="en-US" altLang="ko-KR">
                <a:ea typeface="LG스마트체 Regular"/>
              </a:rPr>
              <a:t>.</a:t>
            </a:r>
          </a:p>
          <a:p>
            <a:endParaRPr lang="en-US" altLang="ko-KR">
              <a:ea typeface="LG스마트체 Regular"/>
            </a:endParaRPr>
          </a:p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목표</a:t>
            </a:r>
            <a:r>
              <a:rPr lang="en-US" altLang="ko-KR">
                <a:ea typeface="LG스마트체 Regular"/>
              </a:rPr>
              <a:t>] PD Loss 20% </a:t>
            </a:r>
            <a:r>
              <a:rPr lang="ko-KR" altLang="en-US">
                <a:ea typeface="LG스마트체 Regular"/>
              </a:rPr>
              <a:t>개선 기여</a:t>
            </a:r>
          </a:p>
          <a:p>
            <a:endParaRPr lang="en-US" altLang="ko-KR">
              <a:ea typeface="LG스마트체 Regular"/>
            </a:endParaRPr>
          </a:p>
          <a:p>
            <a:r>
              <a:rPr lang="ko-KR" altLang="en-US">
                <a:ea typeface="LG스마트체 Regular"/>
              </a:rPr>
              <a:t>[현황]</a:t>
            </a:r>
          </a:p>
          <a:p>
            <a:endParaRPr lang="en-US" altLang="ko-KR">
              <a:solidFill>
                <a:srgbClr val="000000"/>
              </a:solidFill>
              <a:latin typeface="LG 스마트체"/>
              <a:ea typeface="LG스마트체 Regular"/>
            </a:endParaRPr>
          </a:p>
          <a:p>
            <a:endParaRPr lang="en-US" altLang="ko-KR">
              <a:solidFill>
                <a:srgbClr val="000000"/>
              </a:solidFill>
              <a:latin typeface="LG 스마트체"/>
              <a:ea typeface="LG스마트체 Regular"/>
            </a:endParaRPr>
          </a:p>
          <a:p>
            <a:endParaRPr lang="en-US" altLang="ko-KR">
              <a:solidFill>
                <a:srgbClr val="000000"/>
              </a:solidFill>
              <a:latin typeface="LG 스마트체"/>
              <a:ea typeface="LG스마트체 Regular"/>
            </a:endParaRPr>
          </a:p>
          <a:p>
            <a:endParaRPr lang="en-US" altLang="ko-KR">
              <a:solidFill>
                <a:srgbClr val="000000"/>
              </a:solidFill>
              <a:latin typeface="LG 스마트체"/>
              <a:ea typeface="LG스마트체 Regular"/>
            </a:endParaRPr>
          </a:p>
          <a:p>
            <a:endParaRPr lang="en-US" altLang="ko-KR">
              <a:solidFill>
                <a:srgbClr val="000000"/>
              </a:solidFill>
              <a:latin typeface="LG 스마트체"/>
              <a:ea typeface="LG스마트체 Regular"/>
            </a:endParaRPr>
          </a:p>
          <a:p>
            <a:endParaRPr lang="en-US" altLang="ko-KR">
              <a:solidFill>
                <a:srgbClr val="000000"/>
              </a:solidFill>
              <a:latin typeface="LG 스마트체"/>
              <a:ea typeface="LG스마트체 Regular"/>
            </a:endParaRPr>
          </a:p>
          <a:p>
            <a:endParaRPr lang="en-US" altLang="ko-KR">
              <a:solidFill>
                <a:srgbClr val="000000"/>
              </a:solidFill>
              <a:latin typeface="LG 스마트체"/>
              <a:ea typeface="LG스마트체 Regular"/>
            </a:endParaRPr>
          </a:p>
          <a:p>
            <a:endParaRPr lang="en-US" altLang="ko-KR">
              <a:solidFill>
                <a:srgbClr val="000000"/>
              </a:solidFill>
              <a:latin typeface="LG 스마트체"/>
              <a:ea typeface="LG스마트체 Regular"/>
            </a:endParaRPr>
          </a:p>
          <a:p>
            <a:pPr>
              <a:spcBef>
                <a:spcPts val="0"/>
              </a:spcBef>
            </a:pPr>
            <a:endParaRPr lang="ko-KR" altLang="en-US">
              <a:latin typeface="LG 스마트체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3E959A6-AC49-7B01-D064-E45E529F28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lIns="91440" tIns="45720" rIns="91440" bIns="45720" anchor="t"/>
          <a:lstStyle/>
          <a:p>
            <a:r>
              <a:rPr lang="ko-KR" err="1"/>
              <a:t>RSND자동보정팀</a:t>
            </a:r>
            <a:endParaRPr lang="ko-KR" b="0"/>
          </a:p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B7BCF75-42DD-3CCE-5107-95AC25957E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ko-KR" altLang="en-US" dirty="0">
                <a:latin typeface="LG스마트체2.0 Regular"/>
                <a:ea typeface="LG스마트체2.0 Regular"/>
              </a:rPr>
              <a:t> AX 실행 가속화를 통한 제조운영 개선(PD </a:t>
            </a:r>
            <a:r>
              <a:rPr lang="ko-KR" altLang="en-US" dirty="0" err="1">
                <a:latin typeface="LG스마트체2.0 Regular"/>
                <a:ea typeface="LG스마트체2.0 Regular"/>
              </a:rPr>
              <a:t>Loss</a:t>
            </a:r>
            <a:r>
              <a:rPr lang="ko-KR" altLang="en-US" dirty="0">
                <a:latin typeface="LG스마트체2.0 Regular"/>
                <a:ea typeface="LG스마트체2.0 Regular"/>
              </a:rPr>
              <a:t> 개선) </a:t>
            </a:r>
            <a:r>
              <a:rPr lang="en-US" altLang="ko-KR" dirty="0">
                <a:latin typeface="LG스마트체2.0 Regular"/>
                <a:ea typeface="LG스마트체2.0 Regular"/>
              </a:rPr>
              <a:t>(1/7)</a:t>
            </a:r>
            <a:endParaRPr lang="ko-KR" altLang="en-US" dirty="0">
              <a:latin typeface="LG스마트체2.0 Regular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DAB89A0-783A-622B-2C7A-981A15B770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lIns="91440" tIns="45720" rIns="91440" bIns="45720" anchor="t"/>
          <a:lstStyle/>
          <a:p>
            <a:pPr>
              <a:spcBef>
                <a:spcPts val="20"/>
              </a:spcBef>
            </a:pPr>
            <a:r>
              <a:rPr lang="ko-KR" altLang="en-US">
                <a:latin typeface="Arial Narrow"/>
                <a:ea typeface="LG스마트체 Regular"/>
              </a:rPr>
              <a:t>특이사항 없습니다</a:t>
            </a:r>
            <a:r>
              <a:rPr lang="en-US" altLang="ko-KR">
                <a:latin typeface="Arial Narrow"/>
                <a:ea typeface="LG스마트체 Regular"/>
              </a:rPr>
              <a:t>.</a:t>
            </a:r>
            <a:endParaRPr lang="en-US" altLang="ko-KR">
              <a:latin typeface="Arial Narrow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EC5D07-BC62-3D53-2969-A18DAD0B4719}"/>
              </a:ext>
            </a:extLst>
          </p:cNvPr>
          <p:cNvSpPr txBox="1"/>
          <p:nvPr/>
        </p:nvSpPr>
        <p:spPr>
          <a:xfrm>
            <a:off x="1691661" y="1989852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배경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C8096-864E-6E22-3105-755A81EC6EC3}"/>
              </a:ext>
            </a:extLst>
          </p:cNvPr>
          <p:cNvSpPr txBox="1"/>
          <p:nvPr/>
        </p:nvSpPr>
        <p:spPr>
          <a:xfrm>
            <a:off x="1693683" y="2843479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계획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84D69B-02D1-B918-28E3-192E3102DC58}"/>
              </a:ext>
            </a:extLst>
          </p:cNvPr>
          <p:cNvSpPr txBox="1"/>
          <p:nvPr/>
        </p:nvSpPr>
        <p:spPr>
          <a:xfrm>
            <a:off x="1756742" y="4331521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C0B11C-B166-9A04-13DD-D59F36AD10EB}"/>
              </a:ext>
            </a:extLst>
          </p:cNvPr>
          <p:cNvSpPr txBox="1"/>
          <p:nvPr/>
        </p:nvSpPr>
        <p:spPr>
          <a:xfrm>
            <a:off x="1192388" y="5052602"/>
            <a:ext cx="612000" cy="12311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02/18~02/27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3B9416-4749-0D4A-90C7-437F7D095E91}"/>
              </a:ext>
            </a:extLst>
          </p:cNvPr>
          <p:cNvSpPr txBox="1"/>
          <p:nvPr/>
        </p:nvSpPr>
        <p:spPr>
          <a:xfrm>
            <a:off x="1922066" y="5052602"/>
            <a:ext cx="612000" cy="12311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02/28~03/05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8CE5E8C-4244-43CC-53A9-23F04F180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600" y="3196818"/>
            <a:ext cx="4564755" cy="158540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DC1B6DA-9DF9-E482-A91B-CDF0FAC11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710" y="4874156"/>
            <a:ext cx="4877671" cy="15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09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1403-C9FD-C1E6-EDD3-BFA2F1A2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A8BBFC4-4E47-5602-DBE3-CDCAD0AB00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박상하</a:t>
            </a:r>
            <a:endParaRPr lang="en-US" altLang="ko-KR">
              <a:ea typeface="LG스마트체 Regular"/>
            </a:endParaRPr>
          </a:p>
          <a:p>
            <a:r>
              <a:rPr lang="ko-KR" altLang="en-US" err="1">
                <a:ea typeface="LG스마트체 Regular"/>
              </a:rPr>
              <a:t>김치완</a:t>
            </a:r>
            <a:endParaRPr lang="en-US" altLang="ko-KR">
              <a:ea typeface="LG스마트체 Regular"/>
            </a:endParaRPr>
          </a:p>
          <a:p>
            <a:r>
              <a:rPr lang="ko-KR" altLang="en-US">
                <a:ea typeface="LG스마트체 Regular"/>
              </a:rPr>
              <a:t>박홍준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EB159-5080-27C8-7CE4-22FCCCC89F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'2</a:t>
            </a:r>
            <a:r>
              <a:rPr lang="en-US" altLang="ko-KR">
                <a:ea typeface="LG스마트체 Regular"/>
              </a:rPr>
              <a:t>6</a:t>
            </a:r>
            <a:r>
              <a:rPr lang="ko-KR" altLang="en-US">
                <a:ea typeface="LG스마트체 Regular"/>
              </a:rPr>
              <a:t>.12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6C029C-8797-2345-71D0-842D1206D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MI_LS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HD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OC(NFF)</a:t>
            </a:r>
            <a:endParaRPr lang="ko-KR" altLang="en-US">
              <a:ea typeface="LG스마트체 Regular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52A656E-9DC5-02EE-331F-E1062DD79B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박홍준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F6DCF5A-C812-C79A-3E4D-3B5DB39B72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7161" y="511301"/>
            <a:ext cx="917665" cy="169965"/>
          </a:xfr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26.09.22 11</a:t>
            </a:r>
            <a:r>
              <a:rPr lang="ko-KR" altLang="en-US">
                <a:ea typeface="LG스마트체 Regular"/>
              </a:rPr>
              <a:t>시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E4C90C9-A019-5679-6ED0-4DA8526529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91440" tIns="45720" rIns="91440" bIns="45720" anchor="t"/>
          <a:lstStyle/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배경</a:t>
            </a:r>
            <a:r>
              <a:rPr lang="en-US" altLang="ko-KR">
                <a:ea typeface="LG스마트체 Regular"/>
              </a:rPr>
              <a:t>]</a:t>
            </a:r>
          </a:p>
          <a:p>
            <a:r>
              <a:rPr lang="en-US" altLang="ko-KR">
                <a:ea typeface="LG스마트체 Regular"/>
              </a:rPr>
              <a:t>OC(NFF), MI_LS, HD</a:t>
            </a:r>
            <a:r>
              <a:rPr lang="ko-KR" altLang="en-US">
                <a:ea typeface="LG스마트체 Regular"/>
              </a:rPr>
              <a:t>법인 </a:t>
            </a:r>
            <a:r>
              <a:rPr lang="en-US" altLang="ko-KR">
                <a:ea typeface="LG스마트체 Regular"/>
              </a:rPr>
              <a:t>Tension </a:t>
            </a:r>
            <a:r>
              <a:rPr lang="ko-KR" altLang="en-US">
                <a:ea typeface="LG스마트체 Regular"/>
              </a:rPr>
              <a:t>자동보정 적용을 통한 </a:t>
            </a:r>
            <a:r>
              <a:rPr lang="en-US" altLang="ko-KR">
                <a:ea typeface="LG스마트체 Regular"/>
              </a:rPr>
              <a:t>PD Loss </a:t>
            </a:r>
            <a:r>
              <a:rPr lang="ko-KR" altLang="en-US">
                <a:ea typeface="LG스마트체 Regular"/>
              </a:rPr>
              <a:t>개선</a:t>
            </a:r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목표</a:t>
            </a:r>
            <a:r>
              <a:rPr lang="en-US" altLang="ko-KR">
                <a:ea typeface="LG스마트체 Regular"/>
              </a:rPr>
              <a:t>]</a:t>
            </a:r>
          </a:p>
          <a:p>
            <a:r>
              <a:rPr lang="en-US" altLang="ko-KR">
                <a:ea typeface="LG스마트체 Regular"/>
              </a:rPr>
              <a:t> PD Loss 20% </a:t>
            </a:r>
            <a:r>
              <a:rPr lang="ko-KR" altLang="en-US">
                <a:ea typeface="LG스마트체 Regular"/>
              </a:rPr>
              <a:t>개선 기여</a:t>
            </a:r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진행사항</a:t>
            </a:r>
            <a:r>
              <a:rPr lang="en-US" altLang="ko-KR">
                <a:ea typeface="LG스마트체 Regular"/>
              </a:rPr>
              <a:t>]</a:t>
            </a:r>
            <a:endParaRPr lang="en-US" altLang="ko-KR">
              <a:solidFill>
                <a:srgbClr val="0000FF"/>
              </a:solidFill>
              <a:ea typeface="LG스마트체 Regular"/>
            </a:endParaRPr>
          </a:p>
          <a:p>
            <a:endParaRPr lang="en-US" altLang="ko-KR">
              <a:solidFill>
                <a:srgbClr val="0000FF"/>
              </a:solidFill>
              <a:ea typeface="LG스마트체 Regular"/>
            </a:endParaRPr>
          </a:p>
          <a:p>
            <a:endParaRPr lang="en-US" altLang="ko-KR">
              <a:solidFill>
                <a:srgbClr val="0000FF"/>
              </a:solidFill>
              <a:ea typeface="LG스마트체 Regular"/>
            </a:endParaRPr>
          </a:p>
          <a:p>
            <a:endParaRPr lang="en-US" altLang="ko-KR">
              <a:solidFill>
                <a:srgbClr val="0000FF"/>
              </a:solidFill>
              <a:ea typeface="LG스마트체 Regular"/>
            </a:endParaRPr>
          </a:p>
          <a:p>
            <a:br>
              <a:rPr lang="en-US" altLang="ko-KR"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- HD </a:t>
            </a:r>
            <a:r>
              <a:rPr lang="ko-KR" altLang="en-US">
                <a:ea typeface="LG스마트체 Regular"/>
              </a:rPr>
              <a:t>자동조치 모드 기능 검증 완료했습니다</a:t>
            </a:r>
            <a:r>
              <a:rPr lang="en-US" altLang="ko-KR">
                <a:ea typeface="LG스마트체 Regular"/>
              </a:rPr>
              <a:t>.(9/1)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 : </a:t>
            </a:r>
            <a:r>
              <a:rPr lang="ko-KR" altLang="en-US">
                <a:ea typeface="LG스마트체 Regular"/>
              </a:rPr>
              <a:t>양극 </a:t>
            </a:r>
            <a:r>
              <a:rPr lang="ko-KR" altLang="en-US" err="1">
                <a:ea typeface="LG스마트체 Regular"/>
              </a:rPr>
              <a:t>텐덤</a:t>
            </a:r>
            <a:r>
              <a:rPr lang="ko-KR" altLang="en-US">
                <a:ea typeface="LG스마트체 Regular"/>
              </a:rPr>
              <a:t> 설비 롤 </a:t>
            </a:r>
            <a:r>
              <a:rPr lang="en-US" altLang="ko-KR">
                <a:ea typeface="LG스마트체 Regular"/>
              </a:rPr>
              <a:t>1</a:t>
            </a:r>
            <a:r>
              <a:rPr lang="ko-KR" altLang="en-US">
                <a:ea typeface="LG스마트체 Regular"/>
              </a:rPr>
              <a:t>개만 사용하는 경우에 대해 동작 여부</a:t>
            </a:r>
            <a:r>
              <a:rPr lang="en-US" altLang="ko-KR">
                <a:ea typeface="LG스마트체 Regular"/>
              </a:rPr>
              <a:t> </a:t>
            </a:r>
            <a:r>
              <a:rPr lang="ko-KR" altLang="en-US">
                <a:ea typeface="LG스마트체 Regular"/>
              </a:rPr>
              <a:t>확인 완료했습니다</a:t>
            </a:r>
            <a:r>
              <a:rPr lang="en-US" altLang="ko-KR">
                <a:ea typeface="LG스마트체 Regular"/>
              </a:rPr>
              <a:t>.(9/1)</a:t>
            </a:r>
          </a:p>
          <a:p>
            <a:r>
              <a:rPr lang="en-US" altLang="ko-KR">
                <a:ea typeface="LG스마트체 Regular"/>
              </a:rPr>
              <a:t> : 9/7 </a:t>
            </a:r>
            <a:r>
              <a:rPr lang="ko-KR" altLang="en-US">
                <a:ea typeface="LG스마트체 Regular"/>
              </a:rPr>
              <a:t>이후로 자동조치 모드 사용 중으로 확인했습니다</a:t>
            </a:r>
            <a:r>
              <a:rPr lang="en-US" altLang="ko-KR">
                <a:ea typeface="LG스마트체 Regular"/>
              </a:rPr>
              <a:t>.</a:t>
            </a:r>
          </a:p>
          <a:p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- Tension </a:t>
            </a:r>
            <a:r>
              <a:rPr lang="ko-KR" altLang="en-US">
                <a:ea typeface="LG스마트체 Regular"/>
              </a:rPr>
              <a:t>자동보정 관련 데이터를 </a:t>
            </a:r>
            <a:r>
              <a:rPr lang="en-US" altLang="ko-KR">
                <a:ea typeface="LG스마트체 Regular"/>
              </a:rPr>
              <a:t>FDC</a:t>
            </a:r>
            <a:r>
              <a:rPr lang="ko-KR" altLang="en-US">
                <a:ea typeface="LG스마트체 Regular"/>
              </a:rPr>
              <a:t>로 수집을 위해 </a:t>
            </a:r>
            <a:r>
              <a:rPr lang="en-US" altLang="ko-KR">
                <a:ea typeface="LG스마트체 Regular"/>
              </a:rPr>
              <a:t>APC </a:t>
            </a:r>
            <a:r>
              <a:rPr lang="ko-KR" altLang="en-US">
                <a:ea typeface="LG스마트체 Regular"/>
              </a:rPr>
              <a:t>알고리즘 수정 및 적용 완료했습니다</a:t>
            </a:r>
            <a:r>
              <a:rPr lang="en-US" altLang="ko-KR">
                <a:ea typeface="LG스마트체 Regular"/>
              </a:rPr>
              <a:t>.(</a:t>
            </a:r>
            <a:r>
              <a:rPr lang="ko-KR" altLang="en-US">
                <a:ea typeface="LG스마트체 Regular"/>
              </a:rPr>
              <a:t>전극</a:t>
            </a:r>
            <a:r>
              <a:rPr lang="en-US" altLang="ko-KR">
                <a:ea typeface="LG스마트체 Regular"/>
              </a:rPr>
              <a:t>FDC</a:t>
            </a:r>
            <a:r>
              <a:rPr lang="ko-KR" altLang="en-US">
                <a:ea typeface="LG스마트체 Regular"/>
              </a:rPr>
              <a:t>팀</a:t>
            </a:r>
            <a:r>
              <a:rPr lang="en-US" altLang="ko-KR">
                <a:ea typeface="LG스마트체 Regular"/>
              </a:rPr>
              <a:t> </a:t>
            </a:r>
            <a:r>
              <a:rPr lang="ko-KR" altLang="en-US">
                <a:ea typeface="LG스마트체 Regular"/>
              </a:rPr>
              <a:t>요청</a:t>
            </a:r>
            <a:r>
              <a:rPr lang="en-US" altLang="ko-KR">
                <a:ea typeface="LG스마트체 Regular"/>
              </a:rPr>
              <a:t>)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  : MI_HL, MI_LS, HD, OT </a:t>
            </a:r>
            <a:r>
              <a:rPr lang="ko-KR" altLang="en-US">
                <a:ea typeface="LG스마트체 Regular"/>
              </a:rPr>
              <a:t>진행 완료</a:t>
            </a:r>
            <a:r>
              <a:rPr lang="en-US" altLang="ko-KR">
                <a:ea typeface="LG스마트체 Regular"/>
              </a:rPr>
              <a:t>(8/4)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  : ESOC_NFF APC </a:t>
            </a:r>
            <a:r>
              <a:rPr lang="ko-KR" altLang="en-US">
                <a:ea typeface="LG스마트체 Regular"/>
              </a:rPr>
              <a:t>알고리즘 수정</a:t>
            </a:r>
            <a:r>
              <a:rPr lang="en-US" altLang="ko-KR">
                <a:ea typeface="LG스마트체 Regular"/>
              </a:rPr>
              <a:t>/</a:t>
            </a:r>
            <a:r>
              <a:rPr lang="ko-KR" altLang="en-US">
                <a:ea typeface="LG스마트체 Regular"/>
              </a:rPr>
              <a:t>적용 완료했습니다</a:t>
            </a:r>
            <a:r>
              <a:rPr lang="en-US" altLang="ko-KR">
                <a:ea typeface="LG스마트체 Regular"/>
              </a:rPr>
              <a:t>.(8/31)</a:t>
            </a:r>
          </a:p>
          <a:p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- MI_LS </a:t>
            </a:r>
            <a:r>
              <a:rPr lang="ko-KR" altLang="en-US">
                <a:ea typeface="LG스마트체 Regular"/>
              </a:rPr>
              <a:t>자동조치 모드 적용 검토 진행 중입니다</a:t>
            </a:r>
            <a:r>
              <a:rPr lang="en-US" altLang="ko-KR">
                <a:ea typeface="LG스마트체 Regular"/>
              </a:rPr>
              <a:t>.(~9/18)</a:t>
            </a:r>
            <a:br>
              <a:rPr lang="en-US" altLang="ko-KR">
                <a:ea typeface="LG스마트체 Regular"/>
              </a:rPr>
            </a:br>
            <a:br>
              <a:rPr lang="en-US" altLang="ko-KR">
                <a:solidFill>
                  <a:srgbClr val="0000FF"/>
                </a:solidFill>
                <a:ea typeface="LG스마트체 Regular"/>
              </a:rPr>
            </a:br>
            <a:endParaRPr lang="en-US" altLang="ko-KR">
              <a:solidFill>
                <a:srgbClr val="0000FF"/>
              </a:solidFill>
              <a:ea typeface="LG스마트체 Regular"/>
            </a:endParaRPr>
          </a:p>
          <a:p>
            <a:br>
              <a:rPr lang="en-US" altLang="ko-KR"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br>
              <a:rPr lang="en-US" altLang="ko-KR">
                <a:solidFill>
                  <a:srgbClr val="0000FF"/>
                </a:solidFill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endParaRPr lang="en-US" altLang="ko-KR">
              <a:ea typeface="LG스마트체 Regular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3E959A6-AC49-7B01-D064-E45E529F28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lIns="91440" tIns="45720" rIns="91440" bIns="45720" anchor="t"/>
          <a:lstStyle/>
          <a:p>
            <a:r>
              <a:rPr lang="ko-KR" err="1"/>
              <a:t>RSND자동보정팀</a:t>
            </a:r>
            <a:endParaRPr lang="ko-KR" b="0"/>
          </a:p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B7BCF75-42DD-3CCE-5107-95AC25957E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ko-KR" altLang="en-US" dirty="0">
                <a:ea typeface="LG스마트체2.0 Regular"/>
              </a:rPr>
              <a:t>AX 실행 가속화를 통한 제조운영 개선(PD </a:t>
            </a:r>
            <a:r>
              <a:rPr lang="ko-KR" altLang="en-US" dirty="0" err="1">
                <a:ea typeface="LG스마트체2.0 Regular"/>
              </a:rPr>
              <a:t>Loss</a:t>
            </a:r>
            <a:r>
              <a:rPr lang="ko-KR" altLang="en-US" dirty="0">
                <a:ea typeface="LG스마트체2.0 Regular"/>
              </a:rPr>
              <a:t> 개선)</a:t>
            </a:r>
            <a:r>
              <a:rPr lang="ko-KR" altLang="en-US" dirty="0">
                <a:latin typeface="LG스마트체2.0 Regular"/>
                <a:ea typeface="LG스마트체2.0 Regular"/>
              </a:rPr>
              <a:t> </a:t>
            </a:r>
            <a:r>
              <a:rPr lang="en-US" altLang="ko-KR" dirty="0">
                <a:latin typeface="LG스마트체2.0 Regular"/>
                <a:ea typeface="LG스마트체2.0 Regular"/>
              </a:rPr>
              <a:t>(2/7)</a:t>
            </a:r>
            <a:r>
              <a:rPr lang="ko-KR" altLang="en-US" dirty="0">
                <a:ea typeface="LG스마트체2.0 Regular"/>
              </a:rPr>
              <a:t>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FFC43B-FC38-3C51-EA7B-E19354E06B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AX 실행 가속화를 통한 제조 운영</a:t>
            </a:r>
            <a:br>
              <a:rPr lang="en-US" altLang="ko-KR">
                <a:ea typeface="LG스마트체 Regular"/>
              </a:rPr>
            </a:br>
            <a:r>
              <a:rPr lang="ko-KR" altLang="en-US">
                <a:ea typeface="LG스마트체 Regular"/>
              </a:rPr>
              <a:t>개선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DAB89A0-783A-622B-2C7A-981A15B770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22788" y="1201138"/>
            <a:ext cx="6504652" cy="352425"/>
          </a:xfrm>
        </p:spPr>
        <p:txBody>
          <a:bodyPr lIns="91440" tIns="45720" rIns="91440" bIns="45720" anchor="t"/>
          <a:lstStyle/>
          <a:p>
            <a:r>
              <a:rPr lang="ko-KR" altLang="en-US"/>
              <a:t>특이사항 없습니다</a:t>
            </a:r>
            <a:r>
              <a:rPr lang="en-US" altLang="ko-KR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C8096-864E-6E22-3105-755A81EC6EC3}"/>
              </a:ext>
            </a:extLst>
          </p:cNvPr>
          <p:cNvSpPr txBox="1"/>
          <p:nvPr/>
        </p:nvSpPr>
        <p:spPr>
          <a:xfrm>
            <a:off x="1693683" y="189213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배경 목표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84D69B-02D1-B918-28E3-192E3102DC58}"/>
              </a:ext>
            </a:extLst>
          </p:cNvPr>
          <p:cNvSpPr txBox="1"/>
          <p:nvPr/>
        </p:nvSpPr>
        <p:spPr>
          <a:xfrm>
            <a:off x="1684158" y="289532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B633D397-CD17-FE5A-A98E-056768B84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535326"/>
              </p:ext>
            </p:extLst>
          </p:nvPr>
        </p:nvGraphicFramePr>
        <p:xfrm>
          <a:off x="5895785" y="2258513"/>
          <a:ext cx="2671763" cy="516255"/>
        </p:xfrm>
        <a:graphic>
          <a:graphicData uri="http://schemas.openxmlformats.org/drawingml/2006/table">
            <a:tbl>
              <a:tblPr/>
              <a:tblGrid>
                <a:gridCol w="349250">
                  <a:extLst>
                    <a:ext uri="{9D8B030D-6E8A-4147-A177-3AD203B41FA5}">
                      <a16:colId xmlns:a16="http://schemas.microsoft.com/office/drawing/2014/main" val="3704628961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3846429627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99594669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9387386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06669249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3065609893"/>
                    </a:ext>
                  </a:extLst>
                </a:gridCol>
              </a:tblGrid>
              <a:tr h="9114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전설비 기준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양극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082753"/>
                  </a:ext>
                </a:extLst>
              </a:tr>
              <a:tr h="1756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 전 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(6/2~8)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 후 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PD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(6/10~16)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07817281"/>
                  </a:ext>
                </a:extLst>
              </a:tr>
              <a:tr h="1088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MI_LS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6.07%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4.84%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20.26%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14421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5E4D682-1E4B-1F02-708C-542F31ED7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24824"/>
              </p:ext>
            </p:extLst>
          </p:nvPr>
        </p:nvGraphicFramePr>
        <p:xfrm>
          <a:off x="2737320" y="3065282"/>
          <a:ext cx="2998574" cy="788670"/>
        </p:xfrm>
        <a:graphic>
          <a:graphicData uri="http://schemas.openxmlformats.org/drawingml/2006/table">
            <a:tbl>
              <a:tblPr/>
              <a:tblGrid>
                <a:gridCol w="376749">
                  <a:extLst>
                    <a:ext uri="{9D8B030D-6E8A-4147-A177-3AD203B41FA5}">
                      <a16:colId xmlns:a16="http://schemas.microsoft.com/office/drawing/2014/main" val="1277834290"/>
                    </a:ext>
                  </a:extLst>
                </a:gridCol>
                <a:gridCol w="565640">
                  <a:extLst>
                    <a:ext uri="{9D8B030D-6E8A-4147-A177-3AD203B41FA5}">
                      <a16:colId xmlns:a16="http://schemas.microsoft.com/office/drawing/2014/main" val="725931788"/>
                    </a:ext>
                  </a:extLst>
                </a:gridCol>
                <a:gridCol w="565640">
                  <a:extLst>
                    <a:ext uri="{9D8B030D-6E8A-4147-A177-3AD203B41FA5}">
                      <a16:colId xmlns:a16="http://schemas.microsoft.com/office/drawing/2014/main" val="858644515"/>
                    </a:ext>
                  </a:extLst>
                </a:gridCol>
                <a:gridCol w="670618">
                  <a:extLst>
                    <a:ext uri="{9D8B030D-6E8A-4147-A177-3AD203B41FA5}">
                      <a16:colId xmlns:a16="http://schemas.microsoft.com/office/drawing/2014/main" val="3792843676"/>
                    </a:ext>
                  </a:extLst>
                </a:gridCol>
                <a:gridCol w="819927">
                  <a:extLst>
                    <a:ext uri="{9D8B030D-6E8A-4147-A177-3AD203B41FA5}">
                      <a16:colId xmlns:a16="http://schemas.microsoft.com/office/drawing/2014/main" val="5521171"/>
                    </a:ext>
                  </a:extLst>
                </a:gridCol>
              </a:tblGrid>
              <a:tr h="11365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MI_LS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두께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Cpk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Tension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편차 표준편차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785783"/>
                  </a:ext>
                </a:extLst>
              </a:tr>
              <a:tr h="113651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전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후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전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후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249412"/>
                  </a:ext>
                </a:extLst>
              </a:tr>
              <a:tr h="1136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C#1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5.57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2.8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0.77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(73% </a:t>
                      </a: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개선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81858"/>
                  </a:ext>
                </a:extLst>
              </a:tr>
              <a:tr h="1136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C#2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6.65</a:t>
                      </a:r>
                      <a:endParaRPr lang="en-US" altLang="ko-KR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1.26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0.72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(43% </a:t>
                      </a: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개선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859712"/>
                  </a:ext>
                </a:extLst>
              </a:tr>
              <a:tr h="1136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C#3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7.08</a:t>
                      </a:r>
                      <a:endParaRPr lang="en-US" altLang="ko-KR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2.06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0.69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(65% </a:t>
                      </a: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개선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00691"/>
                  </a:ext>
                </a:extLst>
              </a:tr>
              <a:tr h="1136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C#4,5,6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생산 없음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159241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4F91F20-6DD1-76F4-4C71-F549231B3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84394"/>
              </p:ext>
            </p:extLst>
          </p:nvPr>
        </p:nvGraphicFramePr>
        <p:xfrm>
          <a:off x="2737321" y="3938372"/>
          <a:ext cx="2998574" cy="920115"/>
        </p:xfrm>
        <a:graphic>
          <a:graphicData uri="http://schemas.openxmlformats.org/drawingml/2006/table">
            <a:tbl>
              <a:tblPr/>
              <a:tblGrid>
                <a:gridCol w="472394">
                  <a:extLst>
                    <a:ext uri="{9D8B030D-6E8A-4147-A177-3AD203B41FA5}">
                      <a16:colId xmlns:a16="http://schemas.microsoft.com/office/drawing/2014/main" val="1277834290"/>
                    </a:ext>
                  </a:extLst>
                </a:gridCol>
                <a:gridCol w="521776">
                  <a:extLst>
                    <a:ext uri="{9D8B030D-6E8A-4147-A177-3AD203B41FA5}">
                      <a16:colId xmlns:a16="http://schemas.microsoft.com/office/drawing/2014/main" val="725931788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858644515"/>
                    </a:ext>
                  </a:extLst>
                </a:gridCol>
                <a:gridCol w="591127">
                  <a:extLst>
                    <a:ext uri="{9D8B030D-6E8A-4147-A177-3AD203B41FA5}">
                      <a16:colId xmlns:a16="http://schemas.microsoft.com/office/drawing/2014/main" val="3792843676"/>
                    </a:ext>
                  </a:extLst>
                </a:gridCol>
                <a:gridCol w="831386">
                  <a:extLst>
                    <a:ext uri="{9D8B030D-6E8A-4147-A177-3AD203B41FA5}">
                      <a16:colId xmlns:a16="http://schemas.microsoft.com/office/drawing/2014/main" val="5521171"/>
                    </a:ext>
                  </a:extLst>
                </a:gridCol>
              </a:tblGrid>
              <a:tr h="8787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HD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두께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Cpk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Tension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편차 표준편차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785783"/>
                  </a:ext>
                </a:extLst>
              </a:tr>
              <a:tr h="87879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전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후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전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후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249412"/>
                  </a:ext>
                </a:extLst>
              </a:tr>
              <a:tr h="878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C#1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7.38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1.36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0.7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(49% </a:t>
                      </a: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개선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81858"/>
                  </a:ext>
                </a:extLst>
              </a:tr>
              <a:tr h="878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C#2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7.12</a:t>
                      </a:r>
                      <a:endParaRPr lang="en-US" altLang="ko-KR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2.36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0.86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(64% </a:t>
                      </a: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개선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859712"/>
                  </a:ext>
                </a:extLst>
              </a:tr>
              <a:tr h="878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C#3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8.75</a:t>
                      </a:r>
                      <a:endParaRPr lang="en-US" altLang="ko-KR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1.7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0.8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(53% </a:t>
                      </a: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개선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00691"/>
                  </a:ext>
                </a:extLst>
              </a:tr>
              <a:tr h="878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C#4</a:t>
                      </a:r>
                      <a:endParaRPr lang="ko-KR" altLang="en-US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7.59</a:t>
                      </a:r>
                      <a:endParaRPr lang="en-US" altLang="ko-KR" sz="800" b="1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1.2</a:t>
                      </a:r>
                      <a:endParaRPr lang="ko-KR" altLang="en-US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0.98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(18% </a:t>
                      </a: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개선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670022"/>
                  </a:ext>
                </a:extLst>
              </a:tr>
              <a:tr h="878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C#5,6,7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생산 없음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159241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8E1E760-ECA1-588C-BABD-6CCD1CECD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141517"/>
              </p:ext>
            </p:extLst>
          </p:nvPr>
        </p:nvGraphicFramePr>
        <p:xfrm>
          <a:off x="5812564" y="3065282"/>
          <a:ext cx="2671765" cy="657225"/>
        </p:xfrm>
        <a:graphic>
          <a:graphicData uri="http://schemas.openxmlformats.org/drawingml/2006/table">
            <a:tbl>
              <a:tblPr/>
              <a:tblGrid>
                <a:gridCol w="329524">
                  <a:extLst>
                    <a:ext uri="{9D8B030D-6E8A-4147-A177-3AD203B41FA5}">
                      <a16:colId xmlns:a16="http://schemas.microsoft.com/office/drawing/2014/main" val="12778342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72593178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13381641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533169546"/>
                    </a:ext>
                  </a:extLst>
                </a:gridCol>
                <a:gridCol w="716640">
                  <a:extLst>
                    <a:ext uri="{9D8B030D-6E8A-4147-A177-3AD203B41FA5}">
                      <a16:colId xmlns:a16="http://schemas.microsoft.com/office/drawing/2014/main" val="4282448179"/>
                    </a:ext>
                  </a:extLst>
                </a:gridCol>
              </a:tblGrid>
              <a:tr h="9235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OC9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두께 </a:t>
                      </a:r>
                      <a:r>
                        <a:rPr lang="en-US" alt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Cpk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Tension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편차 표준편차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785783"/>
                  </a:ext>
                </a:extLst>
              </a:tr>
              <a:tr h="105401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전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후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전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적용 후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249412"/>
                  </a:ext>
                </a:extLst>
              </a:tr>
              <a:tr h="105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C#1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11.08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10.44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0.9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0.69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(23% </a:t>
                      </a: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개선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81858"/>
                  </a:ext>
                </a:extLst>
              </a:tr>
              <a:tr h="105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C#2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err="1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생산없음</a:t>
                      </a:r>
                      <a:endParaRPr lang="ko-KR" altLang="en-US" sz="800" b="0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859712"/>
                  </a:ext>
                </a:extLst>
              </a:tr>
              <a:tr h="105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C#3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9.51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0.95</a:t>
                      </a:r>
                      <a:endParaRPr lang="en-US" altLang="ko-KR" sz="800" b="1" i="0" u="none" strike="noStrike">
                        <a:solidFill>
                          <a:srgbClr val="0000FF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0.82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(14% </a:t>
                      </a: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개선</a:t>
                      </a:r>
                      <a:r>
                        <a:rPr lang="en-US" altLang="ko-KR" sz="800" b="1" i="0" u="none" strike="noStrike">
                          <a:solidFill>
                            <a:srgbClr val="0000FF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00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21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0F28-BF39-0A39-2465-16405274E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17A8932-F886-0375-E201-73520B6722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박상하</a:t>
            </a:r>
            <a:endParaRPr lang="en-US" altLang="ko-KR">
              <a:ea typeface="LG스마트체 Regular"/>
            </a:endParaRPr>
          </a:p>
          <a:p>
            <a:r>
              <a:rPr lang="ko-KR" altLang="en-US" err="1">
                <a:ea typeface="LG스마트체 Regular"/>
              </a:rPr>
              <a:t>김치완</a:t>
            </a:r>
            <a:endParaRPr lang="en-US" altLang="ko-KR">
              <a:ea typeface="LG스마트체 Regular"/>
            </a:endParaRPr>
          </a:p>
          <a:p>
            <a:r>
              <a:rPr lang="ko-KR" altLang="en-US">
                <a:ea typeface="LG스마트체 Regular"/>
              </a:rPr>
              <a:t>박홍준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CD5A08-4C3C-4D81-CB07-3877DB5D81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'2</a:t>
            </a:r>
            <a:r>
              <a:rPr lang="en-US" altLang="ko-KR">
                <a:ea typeface="LG스마트체 Regular"/>
              </a:rPr>
              <a:t>6</a:t>
            </a:r>
            <a:r>
              <a:rPr lang="ko-KR" altLang="en-US">
                <a:ea typeface="LG스마트체 Regular"/>
              </a:rPr>
              <a:t>.12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CC1B04-27BB-4ED5-3379-707B21AF2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HG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AZ</a:t>
            </a:r>
            <a:endParaRPr lang="ko-KR" altLang="en-US">
              <a:ea typeface="LG스마트체 Regular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0406B03-8A4B-04A3-80F6-42756FB35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박홍준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B8C2711-9B8E-F304-7355-3DF78B4E12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7161" y="511301"/>
            <a:ext cx="917665" cy="169965"/>
          </a:xfr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26.09.22 11</a:t>
            </a:r>
            <a:r>
              <a:rPr lang="ko-KR" altLang="en-US">
                <a:ea typeface="LG스마트체 Regular"/>
              </a:rPr>
              <a:t>시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ED73FA1-C9E4-7A6E-CF08-8864D61A35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91440" tIns="45720" rIns="91440" bIns="45720" anchor="t"/>
          <a:lstStyle/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배경</a:t>
            </a:r>
            <a:r>
              <a:rPr lang="en-US" altLang="ko-KR">
                <a:ea typeface="LG스마트체 Regular"/>
              </a:rPr>
              <a:t>]</a:t>
            </a:r>
          </a:p>
          <a:p>
            <a:r>
              <a:rPr lang="en-US" altLang="ko-KR">
                <a:ea typeface="LG스마트체 Regular"/>
              </a:rPr>
              <a:t>HG, AZ </a:t>
            </a:r>
            <a:r>
              <a:rPr lang="ko-KR" altLang="en-US">
                <a:ea typeface="LG스마트체 Regular"/>
              </a:rPr>
              <a:t>법인 </a:t>
            </a:r>
            <a:r>
              <a:rPr lang="en-US" altLang="ko-KR">
                <a:ea typeface="LG스마트체 Regular"/>
              </a:rPr>
              <a:t>Tension </a:t>
            </a:r>
            <a:r>
              <a:rPr lang="ko-KR" altLang="en-US">
                <a:ea typeface="LG스마트체 Regular"/>
              </a:rPr>
              <a:t>자동보정 적용을 통한 </a:t>
            </a:r>
            <a:r>
              <a:rPr lang="en-US" altLang="ko-KR">
                <a:ea typeface="LG스마트체 Regular"/>
              </a:rPr>
              <a:t>PD Loss </a:t>
            </a:r>
            <a:r>
              <a:rPr lang="ko-KR" altLang="en-US">
                <a:ea typeface="LG스마트체 Regular"/>
              </a:rPr>
              <a:t>개선</a:t>
            </a:r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목표</a:t>
            </a:r>
            <a:r>
              <a:rPr lang="en-US" altLang="ko-KR">
                <a:ea typeface="LG스마트체 Regular"/>
              </a:rPr>
              <a:t>]</a:t>
            </a:r>
          </a:p>
          <a:p>
            <a:r>
              <a:rPr lang="en-US" altLang="ko-KR">
                <a:ea typeface="LG스마트체 Regular"/>
              </a:rPr>
              <a:t> PD Loss 20% </a:t>
            </a:r>
            <a:r>
              <a:rPr lang="ko-KR" altLang="en-US">
                <a:ea typeface="LG스마트체 Regular"/>
              </a:rPr>
              <a:t>개선 기여</a:t>
            </a:r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진행사항</a:t>
            </a:r>
            <a:r>
              <a:rPr lang="en-US" altLang="ko-KR">
                <a:ea typeface="LG스마트체 Regular"/>
              </a:rPr>
              <a:t>]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- AZ,HG Tension </a:t>
            </a:r>
            <a:r>
              <a:rPr lang="ko-KR" altLang="en-US">
                <a:ea typeface="LG스마트체 Regular"/>
              </a:rPr>
              <a:t>자동보정 관련 데이터를 </a:t>
            </a:r>
            <a:r>
              <a:rPr lang="en-US" altLang="ko-KR">
                <a:ea typeface="LG스마트체 Regular"/>
              </a:rPr>
              <a:t>FDC</a:t>
            </a:r>
            <a:r>
              <a:rPr lang="ko-KR" altLang="en-US">
                <a:ea typeface="LG스마트체 Regular"/>
              </a:rPr>
              <a:t>로 수집을 위해 </a:t>
            </a:r>
            <a:r>
              <a:rPr lang="en-US" altLang="ko-KR">
                <a:ea typeface="LG스마트체 Regular"/>
              </a:rPr>
              <a:t>APC </a:t>
            </a:r>
            <a:r>
              <a:rPr lang="ko-KR" altLang="en-US">
                <a:ea typeface="LG스마트체 Regular"/>
              </a:rPr>
              <a:t>알고리즘 수정</a:t>
            </a:r>
            <a:r>
              <a:rPr lang="en-US" altLang="ko-KR">
                <a:ea typeface="LG스마트체 Regular"/>
              </a:rPr>
              <a:t>/</a:t>
            </a:r>
            <a:r>
              <a:rPr lang="ko-KR" altLang="en-US">
                <a:ea typeface="LG스마트체 Regular"/>
              </a:rPr>
              <a:t>적용 완료했습니다</a:t>
            </a:r>
            <a:r>
              <a:rPr lang="en-US" altLang="ko-KR">
                <a:ea typeface="LG스마트체 Regular"/>
              </a:rPr>
              <a:t>.(8/31, </a:t>
            </a:r>
            <a:r>
              <a:rPr lang="ko-KR" altLang="en-US">
                <a:ea typeface="LG스마트체 Regular"/>
              </a:rPr>
              <a:t>전극</a:t>
            </a:r>
            <a:r>
              <a:rPr lang="en-US" altLang="ko-KR">
                <a:ea typeface="LG스마트체 Regular"/>
              </a:rPr>
              <a:t>FDC</a:t>
            </a:r>
            <a:r>
              <a:rPr lang="ko-KR" altLang="en-US">
                <a:ea typeface="LG스마트체 Regular"/>
              </a:rPr>
              <a:t>팀</a:t>
            </a:r>
            <a:r>
              <a:rPr lang="en-US" altLang="ko-KR">
                <a:ea typeface="LG스마트체 Regular"/>
              </a:rPr>
              <a:t> </a:t>
            </a:r>
            <a:r>
              <a:rPr lang="ko-KR" altLang="en-US">
                <a:ea typeface="LG스마트체 Regular"/>
              </a:rPr>
              <a:t>요청</a:t>
            </a:r>
            <a:r>
              <a:rPr lang="en-US" altLang="ko-KR">
                <a:ea typeface="LG스마트체 Regular"/>
              </a:rPr>
              <a:t>)</a:t>
            </a:r>
            <a:br>
              <a:rPr lang="en-US" altLang="ko-KR">
                <a:solidFill>
                  <a:srgbClr val="0000FF"/>
                </a:solidFill>
                <a:ea typeface="LG스마트체 Regular"/>
              </a:rPr>
            </a:br>
            <a:br>
              <a:rPr lang="en-US" altLang="ko-KR">
                <a:solidFill>
                  <a:srgbClr val="0000FF"/>
                </a:solidFill>
                <a:ea typeface="LG스마트체 Regular"/>
              </a:rPr>
            </a:br>
            <a:r>
              <a:rPr lang="en-US" altLang="ko-KR">
                <a:ea typeface="LG스마트체 Regular"/>
              </a:rPr>
              <a:t>- AZ</a:t>
            </a:r>
            <a:r>
              <a:rPr lang="ko-KR" altLang="en-US">
                <a:ea typeface="LG스마트체 Regular"/>
              </a:rPr>
              <a:t> </a:t>
            </a:r>
            <a:r>
              <a:rPr lang="en-US" altLang="ko-KR">
                <a:ea typeface="LG스마트체 Regular"/>
              </a:rPr>
              <a:t>Tension</a:t>
            </a:r>
            <a:r>
              <a:rPr lang="ko-KR" altLang="en-US">
                <a:ea typeface="LG스마트체 Regular"/>
              </a:rPr>
              <a:t> 자동보정 적용을 위해 </a:t>
            </a:r>
            <a:r>
              <a:rPr lang="en-US" altLang="ko-KR">
                <a:ea typeface="LG스마트체 Regular"/>
              </a:rPr>
              <a:t>APC </a:t>
            </a:r>
            <a:r>
              <a:rPr lang="ko-KR" altLang="en-US">
                <a:ea typeface="LG스마트체 Regular"/>
              </a:rPr>
              <a:t>알고리즘 수정</a:t>
            </a:r>
            <a:r>
              <a:rPr lang="en-US" altLang="ko-KR">
                <a:ea typeface="LG스마트체 Regular"/>
              </a:rPr>
              <a:t>/</a:t>
            </a:r>
            <a:r>
              <a:rPr lang="ko-KR" altLang="en-US">
                <a:ea typeface="LG스마트체 Regular"/>
              </a:rPr>
              <a:t>검증 적용 완료했습니다</a:t>
            </a:r>
            <a:r>
              <a:rPr lang="en-US" altLang="ko-KR">
                <a:ea typeface="LG스마트체 Regular"/>
              </a:rPr>
              <a:t>.(7/2)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  : </a:t>
            </a:r>
            <a:r>
              <a:rPr lang="ko-KR" altLang="en-US">
                <a:ea typeface="LG스마트체 Regular"/>
              </a:rPr>
              <a:t>양산 이후 검증 진행 예정입니다</a:t>
            </a:r>
            <a:r>
              <a:rPr lang="en-US" altLang="ko-KR">
                <a:ea typeface="LG스마트체 Regular"/>
              </a:rPr>
              <a:t>.</a:t>
            </a:r>
            <a:br>
              <a:rPr lang="en-US" altLang="ko-KR">
                <a:ea typeface="LG스마트체 Regular"/>
              </a:rPr>
            </a:br>
            <a:br>
              <a:rPr lang="en-US" altLang="ko-KR">
                <a:solidFill>
                  <a:srgbClr val="0000FF"/>
                </a:solidFill>
                <a:ea typeface="LG스마트체 Regular"/>
              </a:rPr>
            </a:br>
            <a:r>
              <a:rPr lang="en-US" altLang="ko-KR">
                <a:ea typeface="LG스마트체 Regular"/>
              </a:rPr>
              <a:t>- HG</a:t>
            </a:r>
            <a:r>
              <a:rPr lang="ko-KR" altLang="en-US">
                <a:ea typeface="LG스마트체 Regular"/>
              </a:rPr>
              <a:t> </a:t>
            </a:r>
            <a:r>
              <a:rPr lang="en-US" altLang="ko-KR">
                <a:ea typeface="LG스마트체 Regular"/>
              </a:rPr>
              <a:t>Tension</a:t>
            </a:r>
            <a:r>
              <a:rPr lang="ko-KR" altLang="en-US">
                <a:ea typeface="LG스마트체 Regular"/>
              </a:rPr>
              <a:t> 자동보정 적용을 위해 기준정보 수정 </a:t>
            </a:r>
            <a:r>
              <a:rPr lang="en-US" altLang="ko-KR">
                <a:ea typeface="LG스마트체 Regular"/>
              </a:rPr>
              <a:t>CSR </a:t>
            </a:r>
            <a:r>
              <a:rPr lang="ko-KR" altLang="en-US">
                <a:ea typeface="LG스마트체 Regular"/>
              </a:rPr>
              <a:t>요청 완료했습니다</a:t>
            </a:r>
            <a:r>
              <a:rPr lang="en-US" altLang="ko-KR">
                <a:ea typeface="LG스마트체 Regular"/>
              </a:rPr>
              <a:t>.(8/24)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- HG</a:t>
            </a:r>
            <a:r>
              <a:rPr lang="ko-KR" altLang="en-US">
                <a:ea typeface="LG스마트체 Regular"/>
              </a:rPr>
              <a:t> </a:t>
            </a:r>
            <a:r>
              <a:rPr lang="en-US" altLang="ko-KR">
                <a:ea typeface="LG스마트체 Regular"/>
              </a:rPr>
              <a:t>Tension </a:t>
            </a:r>
            <a:r>
              <a:rPr lang="ko-KR" altLang="en-US">
                <a:ea typeface="LG스마트체 Regular"/>
              </a:rPr>
              <a:t>자동보정 적용을 위해 </a:t>
            </a:r>
            <a:r>
              <a:rPr lang="en-US" altLang="ko-KR">
                <a:ea typeface="LG스마트체 Regular"/>
              </a:rPr>
              <a:t>APC </a:t>
            </a:r>
            <a:r>
              <a:rPr lang="ko-KR" altLang="en-US">
                <a:ea typeface="LG스마트체 Regular"/>
              </a:rPr>
              <a:t>알고리즘 수정</a:t>
            </a:r>
            <a:r>
              <a:rPr lang="en-US" altLang="ko-KR">
                <a:ea typeface="LG스마트체 Regular"/>
              </a:rPr>
              <a:t>/</a:t>
            </a:r>
            <a:r>
              <a:rPr lang="ko-KR" altLang="en-US">
                <a:ea typeface="LG스마트체 Regular"/>
              </a:rPr>
              <a:t>검증</a:t>
            </a:r>
            <a:r>
              <a:rPr lang="en-US" altLang="ko-KR">
                <a:ea typeface="LG스마트체 Regular"/>
              </a:rPr>
              <a:t>/</a:t>
            </a:r>
            <a:r>
              <a:rPr lang="ko-KR" altLang="en-US">
                <a:ea typeface="LG스마트체 Regular"/>
              </a:rPr>
              <a:t>적용 완료했습니다</a:t>
            </a:r>
            <a:r>
              <a:rPr lang="en-US" altLang="ko-KR">
                <a:ea typeface="LG스마트체 Regular"/>
              </a:rPr>
              <a:t>.(8/25)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- HG</a:t>
            </a:r>
            <a:r>
              <a:rPr lang="ko-KR" altLang="en-US">
                <a:ea typeface="LG스마트체 Regular"/>
              </a:rPr>
              <a:t> </a:t>
            </a:r>
            <a:r>
              <a:rPr lang="en-US" altLang="ko-KR">
                <a:ea typeface="LG스마트체 Regular"/>
              </a:rPr>
              <a:t>Tension </a:t>
            </a:r>
            <a:r>
              <a:rPr lang="ko-KR" altLang="en-US">
                <a:ea typeface="LG스마트체 Regular"/>
              </a:rPr>
              <a:t>데이터 </a:t>
            </a:r>
            <a:r>
              <a:rPr lang="ko-KR" altLang="en-US" err="1">
                <a:ea typeface="LG스마트체 Regular"/>
              </a:rPr>
              <a:t>스무딩</a:t>
            </a:r>
            <a:r>
              <a:rPr lang="ko-KR" altLang="en-US">
                <a:ea typeface="LG스마트체 Regular"/>
              </a:rPr>
              <a:t> 및 상관계수 도출 완료</a:t>
            </a:r>
            <a:r>
              <a:rPr lang="en-US" altLang="ko-KR">
                <a:ea typeface="LG스마트체 Regular"/>
              </a:rPr>
              <a:t>(8/25)</a:t>
            </a:r>
            <a:r>
              <a:rPr lang="ko-KR" altLang="en-US">
                <a:ea typeface="LG스마트체 Regular"/>
              </a:rPr>
              <a:t>했습니다</a:t>
            </a:r>
            <a:r>
              <a:rPr lang="en-US" altLang="ko-KR">
                <a:ea typeface="LG스마트체 Regular"/>
              </a:rPr>
              <a:t>.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- HG </a:t>
            </a:r>
            <a:r>
              <a:rPr lang="ko-KR" altLang="en-US">
                <a:ea typeface="LG스마트체 Regular"/>
              </a:rPr>
              <a:t>대표호기</a:t>
            </a:r>
            <a:r>
              <a:rPr lang="en-US" altLang="ko-KR">
                <a:ea typeface="LG스마트체 Regular"/>
              </a:rPr>
              <a:t>(</a:t>
            </a:r>
            <a:r>
              <a:rPr lang="ko-KR" altLang="en-US">
                <a:ea typeface="LG스마트체 Regular"/>
              </a:rPr>
              <a:t>양극 </a:t>
            </a:r>
            <a:r>
              <a:rPr lang="en-US" altLang="ko-KR">
                <a:ea typeface="LG스마트체 Regular"/>
              </a:rPr>
              <a:t>3</a:t>
            </a:r>
            <a:r>
              <a:rPr lang="ko-KR" altLang="en-US">
                <a:ea typeface="LG스마트체 Regular"/>
              </a:rPr>
              <a:t>호기</a:t>
            </a:r>
            <a:r>
              <a:rPr lang="en-US" altLang="ko-KR">
                <a:ea typeface="LG스마트체 Regular"/>
              </a:rPr>
              <a:t>) Tension </a:t>
            </a:r>
            <a:r>
              <a:rPr lang="ko-KR" altLang="en-US">
                <a:ea typeface="LG스마트체 Regular"/>
              </a:rPr>
              <a:t>자동보정 기능 검증 완료했습니다</a:t>
            </a:r>
            <a:r>
              <a:rPr lang="en-US" altLang="ko-KR">
                <a:ea typeface="LG스마트체 Regular"/>
              </a:rPr>
              <a:t>.(9/15)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solidFill>
                  <a:srgbClr val="0000FF"/>
                </a:solidFill>
                <a:ea typeface="LG스마트체 Regular"/>
              </a:rPr>
              <a:t>- HG 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양극 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3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호기 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DS, OS Tension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 데이터가 바뀌어 있는 것으로 확인되어 제어 담당자에게 확인 요청했습니다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.(9/17)</a:t>
            </a:r>
            <a:br>
              <a:rPr lang="en-US" altLang="ko-KR">
                <a:solidFill>
                  <a:srgbClr val="0000FF"/>
                </a:solidFill>
                <a:ea typeface="LG스마트체 Regular"/>
              </a:rPr>
            </a:br>
            <a:r>
              <a:rPr lang="en-US" altLang="ko-KR">
                <a:solidFill>
                  <a:srgbClr val="0000FF"/>
                </a:solidFill>
                <a:ea typeface="LG스마트체 Regular"/>
              </a:rPr>
              <a:t>- HG 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양극 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2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호기 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Tension 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자동보정 활성화했습니다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.(9/18)</a:t>
            </a:r>
            <a:br>
              <a:rPr lang="en-US" altLang="ko-KR">
                <a:solidFill>
                  <a:srgbClr val="0000FF"/>
                </a:solidFill>
                <a:ea typeface="LG스마트체 Regular"/>
              </a:rPr>
            </a:br>
            <a:r>
              <a:rPr lang="en-US" altLang="ko-KR">
                <a:solidFill>
                  <a:srgbClr val="0000FF"/>
                </a:solidFill>
                <a:ea typeface="LG스마트체 Regular"/>
              </a:rPr>
              <a:t>   : 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양극 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1</a:t>
            </a:r>
            <a:r>
              <a:rPr lang="ko-KR" altLang="en-US">
                <a:solidFill>
                  <a:srgbClr val="0000FF"/>
                </a:solidFill>
                <a:ea typeface="LG스마트체 Regular"/>
              </a:rPr>
              <a:t>호기는 단선 문제로 인해 임시 비활성화 중입니다</a:t>
            </a:r>
            <a:r>
              <a:rPr lang="en-US" altLang="ko-KR">
                <a:solidFill>
                  <a:srgbClr val="0000FF"/>
                </a:solidFill>
                <a:ea typeface="LG스마트체 Regular"/>
              </a:rPr>
              <a:t>.</a:t>
            </a:r>
            <a:br>
              <a:rPr lang="en-US" altLang="ko-KR">
                <a:solidFill>
                  <a:srgbClr val="0000FF"/>
                </a:solidFill>
                <a:ea typeface="LG스마트체 Regular"/>
              </a:rPr>
            </a:br>
            <a:br>
              <a:rPr lang="en-US" altLang="ko-KR">
                <a:solidFill>
                  <a:srgbClr val="0000FF"/>
                </a:solidFill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endParaRPr lang="en-US" altLang="ko-KR">
              <a:ea typeface="LG스마트체 Regular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8180A8D-8311-404D-9758-B5E8313F0D2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lIns="91440" tIns="45720" rIns="91440" bIns="45720" anchor="t"/>
          <a:lstStyle/>
          <a:p>
            <a:r>
              <a:rPr lang="ko-KR" err="1"/>
              <a:t>RSND자동보정팀</a:t>
            </a:r>
            <a:endParaRPr lang="ko-KR" b="0"/>
          </a:p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1C6BE50F-8C2A-BAC0-710A-37E963B896C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ko-KR" altLang="en-US" dirty="0">
                <a:ea typeface="LG스마트체2.0 Regular"/>
              </a:rPr>
              <a:t>AX 실행 가속화를 통한 제조운영 개선(PD </a:t>
            </a:r>
            <a:r>
              <a:rPr lang="ko-KR" altLang="en-US" dirty="0" err="1">
                <a:ea typeface="LG스마트체2.0 Regular"/>
              </a:rPr>
              <a:t>Loss</a:t>
            </a:r>
            <a:r>
              <a:rPr lang="ko-KR" altLang="en-US" dirty="0">
                <a:ea typeface="LG스마트체2.0 Regular"/>
              </a:rPr>
              <a:t> 개선)</a:t>
            </a:r>
            <a:r>
              <a:rPr lang="ko-KR" altLang="en-US" dirty="0">
                <a:latin typeface="LG스마트체2.0 Regular"/>
                <a:ea typeface="LG스마트체2.0 Regular"/>
              </a:rPr>
              <a:t> </a:t>
            </a:r>
            <a:r>
              <a:rPr lang="en-US" altLang="ko-KR" dirty="0">
                <a:latin typeface="LG스마트체2.0 Regular"/>
                <a:ea typeface="LG스마트체2.0 Regular"/>
              </a:rPr>
              <a:t>(3/7)</a:t>
            </a:r>
            <a:r>
              <a:rPr lang="ko-KR" altLang="en-US" dirty="0">
                <a:ea typeface="LG스마트체2.0 Regular"/>
              </a:rPr>
              <a:t>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374BD-1237-A4D7-9550-138F3C1A90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AX 실행 가속화를 통한 제조 운영</a:t>
            </a:r>
            <a:br>
              <a:rPr lang="en-US" altLang="ko-KR">
                <a:ea typeface="LG스마트체 Regular"/>
              </a:rPr>
            </a:br>
            <a:r>
              <a:rPr lang="ko-KR" altLang="en-US">
                <a:ea typeface="LG스마트체 Regular"/>
              </a:rPr>
              <a:t>개선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7D98E064-A8E0-233F-3B6F-CDC877BE88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22788" y="1201138"/>
            <a:ext cx="6504652" cy="352425"/>
          </a:xfrm>
        </p:spPr>
        <p:txBody>
          <a:bodyPr lIns="91440" tIns="45720" rIns="91440" bIns="45720" anchor="t"/>
          <a:lstStyle/>
          <a:p>
            <a:r>
              <a:rPr lang="en-US" altLang="ko-KR"/>
              <a:t>HG </a:t>
            </a:r>
            <a:r>
              <a:rPr lang="ko-KR" altLang="en-US"/>
              <a:t>양극 </a:t>
            </a:r>
            <a:r>
              <a:rPr lang="en-US" altLang="ko-KR"/>
              <a:t>3</a:t>
            </a:r>
            <a:r>
              <a:rPr lang="ko-KR" altLang="en-US"/>
              <a:t>호기 </a:t>
            </a:r>
            <a:r>
              <a:rPr lang="en-US" altLang="ko-KR"/>
              <a:t>DS, OS Tension </a:t>
            </a:r>
            <a:r>
              <a:rPr lang="ko-KR" altLang="en-US"/>
              <a:t>데이터가 바뀌어 있는 것으로 확인되어 제어 담당자에게 요청</a:t>
            </a:r>
            <a:r>
              <a:rPr lang="en-US" altLang="ko-KR"/>
              <a:t>(9/17)</a:t>
            </a:r>
            <a:r>
              <a:rPr lang="ko-KR" altLang="en-US"/>
              <a:t>하였으며</a:t>
            </a:r>
            <a:r>
              <a:rPr lang="en-US" altLang="ko-KR"/>
              <a:t>, </a:t>
            </a:r>
            <a:r>
              <a:rPr lang="ko-KR" altLang="en-US"/>
              <a:t>양극 </a:t>
            </a:r>
            <a:r>
              <a:rPr lang="en-US" altLang="ko-KR"/>
              <a:t>2</a:t>
            </a:r>
            <a:r>
              <a:rPr lang="ko-KR" altLang="en-US"/>
              <a:t>호기 </a:t>
            </a:r>
            <a:r>
              <a:rPr lang="en-US" altLang="ko-KR"/>
              <a:t>Tension </a:t>
            </a:r>
            <a:r>
              <a:rPr lang="ko-KR" altLang="en-US"/>
              <a:t>자동보정 활성화했습니다</a:t>
            </a:r>
            <a:r>
              <a:rPr lang="en-US" altLang="ko-KR"/>
              <a:t>.(9/18)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0E920D-9DB6-90B1-2EE9-AD6A17AB5AF1}"/>
              </a:ext>
            </a:extLst>
          </p:cNvPr>
          <p:cNvSpPr txBox="1"/>
          <p:nvPr/>
        </p:nvSpPr>
        <p:spPr>
          <a:xfrm>
            <a:off x="1693683" y="189213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배경 목표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3159B9-4824-26EA-D2F5-711697BE3E95}"/>
              </a:ext>
            </a:extLst>
          </p:cNvPr>
          <p:cNvSpPr txBox="1"/>
          <p:nvPr/>
        </p:nvSpPr>
        <p:spPr>
          <a:xfrm>
            <a:off x="1684158" y="289532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1271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1403-C9FD-C1E6-EDD3-BFA2F1A2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A8BBFC4-4E47-5602-DBE3-CDCAD0AB00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정대영</a:t>
            </a:r>
          </a:p>
          <a:p>
            <a:r>
              <a:rPr lang="ko-KR" altLang="en-US">
                <a:ea typeface="LG스마트체 Regular"/>
              </a:rPr>
              <a:t>김치완</a:t>
            </a:r>
          </a:p>
          <a:p>
            <a:r>
              <a:rPr lang="ko-KR" altLang="en-US">
                <a:ea typeface="LG스마트체 Regular"/>
              </a:rPr>
              <a:t>박홍준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EB159-5080-27C8-7CE4-22FCCCC89F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'2</a:t>
            </a:r>
            <a:r>
              <a:rPr lang="en-US" altLang="ko-KR">
                <a:ea typeface="LG스마트체 Regular"/>
              </a:rPr>
              <a:t>6</a:t>
            </a:r>
            <a:r>
              <a:rPr lang="ko-KR" altLang="en-US">
                <a:ea typeface="LG스마트체 Regular"/>
              </a:rPr>
              <a:t>.12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6C029C-8797-2345-71D0-842D1206D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WA</a:t>
            </a:r>
            <a:endParaRPr lang="ko-KR" altLang="en-US">
              <a:ea typeface="LG스마트체 Regular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52A656E-9DC5-02EE-331F-E1062DD79B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 err="1">
                <a:ea typeface="LG스마트체 Regular"/>
              </a:rPr>
              <a:t>김치완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F6DCF5A-C812-C79A-3E4D-3B5DB39B72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7161" y="511301"/>
            <a:ext cx="917665" cy="169965"/>
          </a:xfr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26.09.15 17</a:t>
            </a:r>
            <a:r>
              <a:rPr lang="ko-KR" altLang="en-US">
                <a:ea typeface="LG스마트체 Regular"/>
              </a:rPr>
              <a:t>시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E4C90C9-A019-5679-6ED0-4DA8526529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60650" y="1846263"/>
            <a:ext cx="5906898" cy="4511675"/>
          </a:xfrm>
        </p:spPr>
        <p:txBody>
          <a:bodyPr lIns="91440" tIns="45720" rIns="91440" bIns="45720" anchor="t"/>
          <a:lstStyle/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배경</a:t>
            </a:r>
            <a:r>
              <a:rPr lang="en-US" altLang="ko-KR">
                <a:ea typeface="LG스마트체 Regular"/>
              </a:rPr>
              <a:t>]</a:t>
            </a:r>
          </a:p>
          <a:p>
            <a:r>
              <a:rPr lang="ko-KR" altLang="en-US">
                <a:ea typeface="LG스마트체 Regular"/>
              </a:rPr>
              <a:t>코터 공정의 </a:t>
            </a:r>
            <a:r>
              <a:rPr lang="ko-KR" altLang="en-US" err="1">
                <a:ea typeface="LG스마트체 Regular"/>
              </a:rPr>
              <a:t>로딩량을</a:t>
            </a:r>
            <a:r>
              <a:rPr lang="ko-KR" altLang="en-US">
                <a:ea typeface="LG스마트체 Regular"/>
              </a:rPr>
              <a:t> 연계해 롤프레스 공정에서 </a:t>
            </a:r>
            <a:r>
              <a:rPr lang="en-US" altLang="ko-KR">
                <a:ea typeface="LG스마트체 Regular"/>
              </a:rPr>
              <a:t>Feedforward</a:t>
            </a:r>
            <a:r>
              <a:rPr lang="ko-KR" altLang="en-US">
                <a:ea typeface="LG스마트체 Regular"/>
              </a:rPr>
              <a:t>로 대응 함으로서 단선으로 인한 </a:t>
            </a:r>
            <a:r>
              <a:rPr lang="en-US" altLang="ko-KR">
                <a:ea typeface="LG스마트체 Regular"/>
              </a:rPr>
              <a:t>PD Loss</a:t>
            </a:r>
            <a:r>
              <a:rPr lang="ko-KR" altLang="en-US">
                <a:ea typeface="LG스마트체 Regular"/>
              </a:rPr>
              <a:t>를</a:t>
            </a:r>
            <a:r>
              <a:rPr lang="en-US" altLang="ko-KR">
                <a:ea typeface="LG스마트체 Regular"/>
              </a:rPr>
              <a:t> </a:t>
            </a:r>
            <a:r>
              <a:rPr lang="ko-KR" altLang="en-US">
                <a:ea typeface="LG스마트체 Regular"/>
              </a:rPr>
              <a:t>개선하고자 합니다</a:t>
            </a:r>
            <a:r>
              <a:rPr lang="en-US" altLang="ko-KR">
                <a:ea typeface="LG스마트체 Regular"/>
              </a:rPr>
              <a:t>.</a:t>
            </a:r>
          </a:p>
          <a:p>
            <a:endParaRPr lang="en-US" altLang="ko-KR">
              <a:ea typeface="LG스마트체 Regular"/>
            </a:endParaRPr>
          </a:p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목표</a:t>
            </a:r>
            <a:r>
              <a:rPr lang="en-US" altLang="ko-KR">
                <a:ea typeface="LG스마트체 Regular"/>
              </a:rPr>
              <a:t>]</a:t>
            </a:r>
          </a:p>
          <a:p>
            <a:r>
              <a:rPr lang="en-US" altLang="ko-KR">
                <a:ea typeface="LG스마트체 Regular"/>
              </a:rPr>
              <a:t> PD Loss 20% </a:t>
            </a:r>
            <a:r>
              <a:rPr lang="ko-KR" altLang="en-US">
                <a:ea typeface="LG스마트체 Regular"/>
              </a:rPr>
              <a:t>개선 기여</a:t>
            </a:r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진행사항</a:t>
            </a:r>
            <a:r>
              <a:rPr lang="en-US" altLang="ko-KR">
                <a:ea typeface="LG스마트체 Regular"/>
              </a:rPr>
              <a:t>]</a:t>
            </a: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endParaRPr lang="en-US" altLang="ko-KR">
              <a:ea typeface="LG스마트체 Regular"/>
            </a:endParaRPr>
          </a:p>
          <a:p>
            <a:pPr marL="228600" indent="-228600">
              <a:buAutoNum type="arabicParenR"/>
            </a:pPr>
            <a:r>
              <a:rPr lang="ko-KR" altLang="en-US">
                <a:latin typeface="Aptos Narrow"/>
                <a:ea typeface="LG스마트체 Regular"/>
              </a:rPr>
              <a:t>자동보정  </a:t>
            </a:r>
            <a:r>
              <a:rPr lang="en-US" altLang="ko-KR">
                <a:latin typeface="Aptos Narrow"/>
                <a:ea typeface="LG스마트체 Regular"/>
              </a:rPr>
              <a:t>:</a:t>
            </a:r>
            <a:br>
              <a:rPr lang="en-US" altLang="ko-KR">
                <a:latin typeface="Aptos Narrow"/>
                <a:ea typeface="LG스마트체 Regular"/>
              </a:rPr>
            </a:br>
            <a:r>
              <a:rPr lang="en-US" altLang="ko-KR">
                <a:latin typeface="Aptos Narrow"/>
                <a:ea typeface="LG스마트체 Regular"/>
              </a:rPr>
              <a:t>- </a:t>
            </a:r>
            <a:r>
              <a:rPr lang="ko-KR" altLang="en-US" err="1">
                <a:latin typeface="Aptos Narrow"/>
                <a:ea typeface="LG스마트체 Regular"/>
              </a:rPr>
              <a:t>로딩량과</a:t>
            </a:r>
            <a:r>
              <a:rPr lang="ko-KR" altLang="en-US">
                <a:latin typeface="Aptos Narrow"/>
                <a:ea typeface="LG스마트체 Regular"/>
              </a:rPr>
              <a:t> 두께</a:t>
            </a:r>
            <a:r>
              <a:rPr lang="en-US" altLang="ko-KR">
                <a:latin typeface="Aptos Narrow"/>
                <a:ea typeface="LG스마트체 Regular"/>
              </a:rPr>
              <a:t>, Moving EPC, gap </a:t>
            </a:r>
            <a:r>
              <a:rPr lang="ko-KR" altLang="en-US">
                <a:latin typeface="Aptos Narrow"/>
                <a:ea typeface="LG스마트체 Regular"/>
              </a:rPr>
              <a:t>를 활용하여 </a:t>
            </a:r>
            <a:r>
              <a:rPr lang="en-US" altLang="ko-KR" err="1">
                <a:latin typeface="Aptos Narrow"/>
                <a:ea typeface="LG스마트체 Regular"/>
              </a:rPr>
              <a:t>Tension편차를</a:t>
            </a:r>
            <a:r>
              <a:rPr lang="ko-KR" altLang="en-US">
                <a:latin typeface="Aptos Narrow"/>
                <a:ea typeface="LG스마트체 Regular"/>
              </a:rPr>
              <a:t> 예측하는</a:t>
            </a:r>
            <a:r>
              <a:rPr lang="en-US" altLang="ko-KR">
                <a:latin typeface="Aptos Narrow"/>
                <a:ea typeface="LG스마트체 Regular"/>
              </a:rPr>
              <a:t> </a:t>
            </a:r>
            <a:r>
              <a:rPr lang="ko-KR" altLang="en-US">
                <a:latin typeface="Aptos Narrow"/>
                <a:ea typeface="LG스마트체 Regular"/>
              </a:rPr>
              <a:t>모델을 개발했습니다.</a:t>
            </a:r>
            <a:r>
              <a:rPr lang="en-US" altLang="ko-KR">
                <a:latin typeface="Aptos Narrow"/>
                <a:ea typeface="LG스마트체 Regular"/>
              </a:rPr>
              <a:t>(8/21)(/W </a:t>
            </a:r>
            <a:r>
              <a:rPr lang="ko-KR" altLang="en-US" err="1">
                <a:latin typeface="Aptos Narrow"/>
                <a:ea typeface="LG스마트체 Regular"/>
              </a:rPr>
              <a:t>빅데이터분석</a:t>
            </a:r>
            <a:r>
              <a:rPr lang="en-US" altLang="ko-KR">
                <a:latin typeface="Aptos Narrow"/>
                <a:ea typeface="LG스마트체 Regular"/>
              </a:rPr>
              <a:t>2</a:t>
            </a:r>
            <a:r>
              <a:rPr lang="ko-KR" altLang="en-US">
                <a:latin typeface="Aptos Narrow"/>
                <a:ea typeface="LG스마트체 Regular"/>
              </a:rPr>
              <a:t>팀</a:t>
            </a:r>
            <a:r>
              <a:rPr lang="en-US" altLang="ko-KR">
                <a:latin typeface="Aptos Narrow"/>
                <a:ea typeface="LG스마트체 Regular"/>
              </a:rPr>
              <a:t>). </a:t>
            </a:r>
            <a:br>
              <a:rPr lang="en-US" altLang="ko-KR">
                <a:latin typeface="Aptos Narrow"/>
                <a:ea typeface="LG스마트체 Regular"/>
              </a:rPr>
            </a:br>
            <a:r>
              <a:rPr lang="en-US" altLang="ko-KR">
                <a:latin typeface="Aptos Narrow"/>
                <a:ea typeface="LG스마트체 Regular"/>
              </a:rPr>
              <a:t>- Tension </a:t>
            </a:r>
            <a:r>
              <a:rPr lang="ko-KR" altLang="en-US" err="1">
                <a:latin typeface="Aptos Narrow"/>
                <a:ea typeface="LG스마트체 Regular"/>
              </a:rPr>
              <a:t>예측값을</a:t>
            </a:r>
            <a:r>
              <a:rPr lang="ko-KR" altLang="en-US">
                <a:latin typeface="Aptos Narrow"/>
                <a:ea typeface="LG스마트체 Regular"/>
              </a:rPr>
              <a:t> 활용한 </a:t>
            </a:r>
            <a:r>
              <a:rPr lang="en-US" altLang="ko-KR" err="1">
                <a:latin typeface="Aptos Narrow"/>
                <a:ea typeface="LG스마트체 Regular"/>
              </a:rPr>
              <a:t>Feedfoward</a:t>
            </a:r>
            <a:r>
              <a:rPr lang="en-US" altLang="ko-KR">
                <a:latin typeface="Aptos Narrow"/>
                <a:ea typeface="LG스마트체 Regular"/>
              </a:rPr>
              <a:t> </a:t>
            </a:r>
            <a:r>
              <a:rPr lang="ko-KR" altLang="en-US">
                <a:latin typeface="Aptos Narrow"/>
                <a:ea typeface="LG스마트체 Regular"/>
              </a:rPr>
              <a:t>자동보정  개발 했습니다</a:t>
            </a:r>
            <a:r>
              <a:rPr lang="en-US" altLang="ko-KR">
                <a:latin typeface="Aptos Narrow"/>
                <a:ea typeface="LG스마트체 Regular"/>
              </a:rPr>
              <a:t>(8/28)</a:t>
            </a:r>
            <a:br>
              <a:rPr lang="en-US" altLang="ko-KR">
                <a:latin typeface="Aptos Narrow"/>
                <a:ea typeface="LG스마트체 Regular"/>
              </a:rPr>
            </a:br>
            <a:r>
              <a:rPr lang="en-US" altLang="ko-KR">
                <a:solidFill>
                  <a:srgbClr val="0000FF"/>
                </a:solidFill>
                <a:latin typeface="Aptos Narrow"/>
                <a:ea typeface="LG스마트체 Regular"/>
              </a:rPr>
              <a:t>- 양극 7-2호기 </a:t>
            </a:r>
            <a:r>
              <a:rPr lang="en-US" altLang="ko-KR" err="1">
                <a:solidFill>
                  <a:srgbClr val="0000FF"/>
                </a:solidFill>
                <a:latin typeface="Aptos Narrow"/>
                <a:ea typeface="LG스마트체 Regular"/>
              </a:rPr>
              <a:t>대상</a:t>
            </a:r>
            <a:r>
              <a:rPr lang="en-US" altLang="ko-KR">
                <a:solidFill>
                  <a:srgbClr val="0000FF"/>
                </a:solidFill>
                <a:latin typeface="Aptos Narrow"/>
                <a:ea typeface="LG스마트체 Regular"/>
              </a:rPr>
              <a:t> Tension </a:t>
            </a:r>
            <a:r>
              <a:rPr lang="en-US" altLang="ko-KR" err="1">
                <a:solidFill>
                  <a:srgbClr val="0000FF"/>
                </a:solidFill>
                <a:latin typeface="Aptos Narrow"/>
                <a:ea typeface="LG스마트체 Regular"/>
              </a:rPr>
              <a:t>편차</a:t>
            </a:r>
            <a:r>
              <a:rPr lang="en-US" altLang="ko-KR">
                <a:solidFill>
                  <a:srgbClr val="0000FF"/>
                </a:solidFill>
                <a:latin typeface="Aptos Narrow"/>
                <a:ea typeface="LG스마트체 Regular"/>
              </a:rPr>
              <a:t> </a:t>
            </a:r>
            <a:r>
              <a:rPr lang="en-US" altLang="ko-KR" err="1">
                <a:solidFill>
                  <a:srgbClr val="0000FF"/>
                </a:solidFill>
                <a:latin typeface="Aptos Narrow"/>
                <a:ea typeface="LG스마트체 Regular"/>
              </a:rPr>
              <a:t>예측값</a:t>
            </a:r>
            <a:r>
              <a:rPr lang="en-US" altLang="ko-KR">
                <a:solidFill>
                  <a:srgbClr val="0000FF"/>
                </a:solidFill>
                <a:latin typeface="Aptos Narrow"/>
                <a:ea typeface="LG스마트체 Regular"/>
              </a:rPr>
              <a:t> 검증 및 </a:t>
            </a:r>
            <a:r>
              <a:rPr lang="en-US" altLang="ko-KR" err="1">
                <a:solidFill>
                  <a:srgbClr val="0000FF"/>
                </a:solidFill>
                <a:latin typeface="Aptos Narrow"/>
                <a:ea typeface="LG스마트체 Regular"/>
              </a:rPr>
              <a:t>Parameter개선</a:t>
            </a:r>
            <a:r>
              <a:rPr lang="en-US" altLang="ko-KR">
                <a:solidFill>
                  <a:srgbClr val="0000FF"/>
                </a:solidFill>
                <a:latin typeface="Aptos Narrow"/>
                <a:ea typeface="LG스마트체 Regular"/>
              </a:rPr>
              <a:t> 진행 중 </a:t>
            </a:r>
            <a:r>
              <a:rPr lang="en-US" altLang="ko-KR" err="1">
                <a:solidFill>
                  <a:srgbClr val="0000FF"/>
                </a:solidFill>
                <a:latin typeface="Aptos Narrow"/>
                <a:ea typeface="LG스마트체 Regular"/>
              </a:rPr>
              <a:t>입니다</a:t>
            </a:r>
            <a:r>
              <a:rPr lang="en-US" altLang="ko-KR">
                <a:solidFill>
                  <a:srgbClr val="0000FF"/>
                </a:solidFill>
                <a:latin typeface="Aptos Narrow"/>
                <a:ea typeface="LG스마트체 Regular"/>
              </a:rPr>
              <a:t>.(~9/18)</a:t>
            </a:r>
            <a:br>
              <a:rPr lang="en-US" altLang="ko-KR">
                <a:latin typeface="Aptos Narrow"/>
                <a:ea typeface="LG스마트체 Regular"/>
              </a:rPr>
            </a:br>
            <a:r>
              <a:rPr lang="en-US" altLang="ko-KR">
                <a:latin typeface="Aptos Narrow"/>
                <a:ea typeface="LG스마트체 Regular"/>
              </a:rPr>
              <a:t>               </a:t>
            </a:r>
          </a:p>
          <a:p>
            <a:pPr marL="228600" indent="-228600">
              <a:buAutoNum type="arabicParenR"/>
            </a:pPr>
            <a:r>
              <a:rPr lang="en-US" altLang="ko-KR">
                <a:latin typeface="Aptos Narrow"/>
                <a:ea typeface="LG스마트체 Regular"/>
              </a:rPr>
              <a:t>MES</a:t>
            </a:r>
            <a:r>
              <a:rPr lang="ko-KR" altLang="en-US">
                <a:latin typeface="Aptos Narrow"/>
                <a:ea typeface="LG스마트체 Regular"/>
              </a:rPr>
              <a:t>연동</a:t>
            </a:r>
            <a:r>
              <a:rPr lang="en-US" altLang="ko-KR">
                <a:latin typeface="Aptos Narrow"/>
                <a:ea typeface="LG스마트체 Regular"/>
              </a:rPr>
              <a:t>(</a:t>
            </a:r>
            <a:r>
              <a:rPr lang="ko-KR" altLang="en-US">
                <a:latin typeface="Aptos Narrow"/>
                <a:ea typeface="LG스마트체 Regular"/>
              </a:rPr>
              <a:t>선별투입</a:t>
            </a:r>
            <a:r>
              <a:rPr lang="en-US" altLang="ko-KR">
                <a:latin typeface="Aptos Narrow"/>
                <a:ea typeface="LG스마트체 Regular"/>
              </a:rPr>
              <a:t>) :</a:t>
            </a:r>
            <a:br>
              <a:rPr lang="en-US" altLang="ko-KR">
                <a:latin typeface="Aptos Narrow"/>
                <a:ea typeface="LG스마트체 Regular"/>
              </a:rPr>
            </a:br>
            <a:r>
              <a:rPr lang="en-US" altLang="ko-KR">
                <a:latin typeface="Aptos Narrow"/>
                <a:ea typeface="LG스마트체 Regular"/>
              </a:rPr>
              <a:t>- </a:t>
            </a:r>
            <a:r>
              <a:rPr lang="ko-KR" altLang="en-US">
                <a:latin typeface="Aptos Narrow"/>
                <a:ea typeface="LG스마트체 Regular"/>
              </a:rPr>
              <a:t>선별투입용 데이터 전처리 및 송신 프로그램 개발 완료했습니다</a:t>
            </a:r>
            <a:r>
              <a:rPr lang="en-US" altLang="ko-KR">
                <a:latin typeface="Aptos Narrow"/>
                <a:ea typeface="LG스마트체 Regular"/>
              </a:rPr>
              <a:t>(6/23)(/W </a:t>
            </a:r>
            <a:r>
              <a:rPr lang="ko-KR" altLang="en-US">
                <a:latin typeface="Aptos Narrow"/>
                <a:ea typeface="LG스마트체 Regular"/>
              </a:rPr>
              <a:t>공정</a:t>
            </a:r>
            <a:r>
              <a:rPr lang="en-US" altLang="ko-KR">
                <a:latin typeface="Aptos Narrow"/>
                <a:ea typeface="LG스마트체 Regular"/>
              </a:rPr>
              <a:t>DX, </a:t>
            </a:r>
            <a:r>
              <a:rPr lang="ko-KR" altLang="en-US">
                <a:latin typeface="Aptos Narrow"/>
                <a:ea typeface="LG스마트체 Regular"/>
              </a:rPr>
              <a:t>추적솔루션개발</a:t>
            </a:r>
            <a:r>
              <a:rPr lang="en-US" altLang="ko-KR">
                <a:latin typeface="Aptos Narrow"/>
                <a:ea typeface="LG스마트체 Regular"/>
              </a:rPr>
              <a:t>)</a:t>
            </a:r>
            <a:br>
              <a:rPr lang="en-US" altLang="ko-KR">
                <a:latin typeface="Aptos Narrow"/>
                <a:ea typeface="LG스마트체 Regular"/>
              </a:rPr>
            </a:br>
            <a:r>
              <a:rPr lang="ko-KR" altLang="en-US">
                <a:latin typeface="Aptos Narrow"/>
                <a:ea typeface="LG스마트체 Regular"/>
              </a:rPr>
              <a:t>- 수평전개를 위한 설비별 기준정보를 </a:t>
            </a:r>
            <a:r>
              <a:rPr lang="ko-KR" altLang="en-US" err="1">
                <a:latin typeface="Aptos Narrow"/>
                <a:ea typeface="LG스마트체 Regular"/>
              </a:rPr>
              <a:t>정리중입니다</a:t>
            </a:r>
            <a:r>
              <a:rPr lang="en-US" altLang="ko-KR">
                <a:latin typeface="Aptos Narrow"/>
                <a:ea typeface="LG스마트체 Regular"/>
              </a:rPr>
              <a:t>.(~8/28)</a:t>
            </a:r>
            <a:br>
              <a:rPr lang="en-US" altLang="ko-KR">
                <a:latin typeface="Aptos Narrow"/>
                <a:ea typeface="LG스마트체 Regular"/>
              </a:rPr>
            </a:br>
            <a:r>
              <a:rPr lang="en-US" altLang="ko-KR">
                <a:latin typeface="Aptos Narrow"/>
                <a:ea typeface="LG스마트체 Regular"/>
              </a:rPr>
              <a:t>- WA</a:t>
            </a:r>
            <a:r>
              <a:rPr lang="ko-KR" altLang="en-US">
                <a:latin typeface="Aptos Narrow"/>
                <a:ea typeface="LG스마트체 Regular"/>
              </a:rPr>
              <a:t>법인에서 </a:t>
            </a:r>
            <a:r>
              <a:rPr lang="en-US" altLang="ko-KR">
                <a:latin typeface="Aptos Narrow"/>
                <a:ea typeface="LG스마트체 Regular"/>
              </a:rPr>
              <a:t>Total Dry </a:t>
            </a:r>
            <a:r>
              <a:rPr lang="ko-KR" altLang="en-US">
                <a:latin typeface="Aptos Narrow"/>
                <a:ea typeface="LG스마트체 Regular"/>
              </a:rPr>
              <a:t>로딩데이터를 </a:t>
            </a:r>
            <a:r>
              <a:rPr lang="ko-KR" altLang="en-US" err="1">
                <a:latin typeface="Aptos Narrow"/>
                <a:ea typeface="LG스마트체 Regular"/>
              </a:rPr>
              <a:t>롤맵</a:t>
            </a:r>
            <a:r>
              <a:rPr lang="ko-KR" altLang="en-US">
                <a:latin typeface="Aptos Narrow"/>
                <a:ea typeface="LG스마트체 Regular"/>
              </a:rPr>
              <a:t> </a:t>
            </a:r>
            <a:r>
              <a:rPr lang="en-US" altLang="ko-KR">
                <a:latin typeface="Aptos Narrow"/>
                <a:ea typeface="LG스마트체 Regular"/>
              </a:rPr>
              <a:t>PLC</a:t>
            </a:r>
            <a:r>
              <a:rPr lang="ko-KR" altLang="en-US">
                <a:latin typeface="Aptos Narrow"/>
                <a:ea typeface="LG스마트체 Regular"/>
              </a:rPr>
              <a:t>로 가져오기 위한 절차 진행중입니다</a:t>
            </a:r>
            <a:r>
              <a:rPr lang="en-US" altLang="ko-KR">
                <a:latin typeface="Aptos Narrow"/>
                <a:ea typeface="LG스마트체 Regular"/>
              </a:rPr>
              <a:t>.</a:t>
            </a:r>
            <a:br>
              <a:rPr lang="en-US" altLang="ko-KR">
                <a:latin typeface="Aptos Narrow" panose="020B0004020202020204" pitchFamily="34" charset="0"/>
                <a:ea typeface="LG스마트체 Regular"/>
              </a:rPr>
            </a:br>
            <a:r>
              <a:rPr lang="en-US" altLang="ko-KR">
                <a:latin typeface="Aptos Narrow"/>
                <a:ea typeface="LG스마트체 Regular"/>
              </a:rPr>
              <a:t>                                                          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3E959A6-AC49-7B01-D064-E45E529F28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lIns="91440" tIns="45720" rIns="91440" bIns="45720" anchor="t"/>
          <a:lstStyle/>
          <a:p>
            <a:r>
              <a:rPr lang="ko-KR" err="1"/>
              <a:t>RSND자동보정팀</a:t>
            </a:r>
            <a:endParaRPr lang="ko-KR" b="0"/>
          </a:p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B7BCF75-42DD-3CCE-5107-95AC25957E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ko-KR" altLang="en-US" dirty="0">
                <a:ea typeface="LG스마트체2.0 Regular"/>
              </a:rPr>
              <a:t>AX 실행 가속화를 통한 제조운영 개선(PD </a:t>
            </a:r>
            <a:r>
              <a:rPr lang="ko-KR" altLang="en-US" dirty="0" err="1">
                <a:ea typeface="LG스마트체2.0 Regular"/>
              </a:rPr>
              <a:t>Loss</a:t>
            </a:r>
            <a:r>
              <a:rPr lang="ko-KR" altLang="en-US" dirty="0">
                <a:ea typeface="LG스마트체2.0 Regular"/>
              </a:rPr>
              <a:t> 개선)</a:t>
            </a:r>
            <a:r>
              <a:rPr lang="ko-KR" altLang="en-US" dirty="0">
                <a:latin typeface="LG스마트체2.0 Regular"/>
                <a:ea typeface="LG스마트체2.0 Regular"/>
              </a:rPr>
              <a:t> </a:t>
            </a:r>
            <a:r>
              <a:rPr lang="en-US" altLang="ko-KR" dirty="0">
                <a:latin typeface="LG스마트체2.0 Regular"/>
                <a:ea typeface="LG스마트체2.0 Regular"/>
              </a:rPr>
              <a:t>(4/7)</a:t>
            </a:r>
            <a:r>
              <a:rPr lang="ko-KR" altLang="en-US" dirty="0">
                <a:ea typeface="LG스마트체2.0 Regular"/>
              </a:rPr>
              <a:t>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FFC43B-FC38-3C51-EA7B-E19354E06B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AX 실행 가속화를 통한 제조 운영</a:t>
            </a:r>
            <a:br>
              <a:rPr lang="en-US" altLang="ko-KR">
                <a:ea typeface="LG스마트체 Regular"/>
              </a:rPr>
            </a:br>
            <a:r>
              <a:rPr lang="ko-KR" altLang="en-US">
                <a:ea typeface="LG스마트체 Regular"/>
              </a:rPr>
              <a:t>개선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DAB89A0-783A-622B-2C7A-981A15B770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22788" y="1201138"/>
            <a:ext cx="6504652" cy="352425"/>
          </a:xfrm>
        </p:spPr>
        <p:txBody>
          <a:bodyPr lIns="91440" tIns="45720" rIns="91440" bIns="45720" anchor="t"/>
          <a:lstStyle/>
          <a:p>
            <a:r>
              <a:rPr lang="en-US" altLang="ko-KR">
                <a:solidFill>
                  <a:schemeClr val="tx1"/>
                </a:solidFill>
              </a:rPr>
              <a:t>WA</a:t>
            </a:r>
            <a:r>
              <a:rPr lang="ko-KR" altLang="en-US">
                <a:solidFill>
                  <a:schemeClr val="tx1"/>
                </a:solidFill>
              </a:rPr>
              <a:t> 법인 및 </a:t>
            </a:r>
            <a:r>
              <a:rPr lang="ko-KR" altLang="en-US" err="1">
                <a:solidFill>
                  <a:schemeClr val="tx1"/>
                </a:solidFill>
              </a:rPr>
              <a:t>제조빅데이터분석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2</a:t>
            </a:r>
            <a:r>
              <a:rPr lang="ko-KR" altLang="en-US">
                <a:solidFill>
                  <a:schemeClr val="tx1"/>
                </a:solidFill>
              </a:rPr>
              <a:t>팀 소통하여 </a:t>
            </a:r>
            <a:r>
              <a:rPr lang="ko-KR" altLang="en-US" err="1">
                <a:solidFill>
                  <a:schemeClr val="tx1"/>
                </a:solidFill>
              </a:rPr>
              <a:t>로딩량기반</a:t>
            </a:r>
            <a:r>
              <a:rPr lang="ko-KR" altLang="en-US">
                <a:solidFill>
                  <a:schemeClr val="tx1"/>
                </a:solidFill>
              </a:rPr>
              <a:t> 자동보정을 위한 추가 분석을 진행 중입니다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C8096-864E-6E22-3105-755A81EC6EC3}"/>
              </a:ext>
            </a:extLst>
          </p:cNvPr>
          <p:cNvSpPr txBox="1"/>
          <p:nvPr/>
        </p:nvSpPr>
        <p:spPr>
          <a:xfrm>
            <a:off x="1693683" y="189213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배경 목표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84D69B-02D1-B918-28E3-192E3102DC58}"/>
              </a:ext>
            </a:extLst>
          </p:cNvPr>
          <p:cNvSpPr txBox="1"/>
          <p:nvPr/>
        </p:nvSpPr>
        <p:spPr>
          <a:xfrm>
            <a:off x="1684158" y="289532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0B8C1323-738E-865E-504F-A08F2F5E0E1D}"/>
              </a:ext>
            </a:extLst>
          </p:cNvPr>
          <p:cNvGrpSpPr/>
          <p:nvPr/>
        </p:nvGrpSpPr>
        <p:grpSpPr>
          <a:xfrm>
            <a:off x="2885498" y="2975333"/>
            <a:ext cx="5457256" cy="1541803"/>
            <a:chOff x="2943712" y="3282350"/>
            <a:chExt cx="5457256" cy="154180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4095ED63-E2A2-B18F-69AD-F92B38A87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3712" y="4178398"/>
              <a:ext cx="676369" cy="21910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7B6960-DE26-56BF-0467-527284822F9B}"/>
                </a:ext>
              </a:extLst>
            </p:cNvPr>
            <p:cNvSpPr txBox="1"/>
            <p:nvPr/>
          </p:nvSpPr>
          <p:spPr>
            <a:xfrm>
              <a:off x="2968655" y="4474603"/>
              <a:ext cx="639505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[</a:t>
              </a:r>
              <a:r>
                <a:rPr kumimoji="0" lang="ko-KR" alt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코터</a:t>
              </a:r>
              <a:r>
                <a:rPr kumimoji="0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ko-KR" alt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롤맵</a:t>
              </a:r>
              <a:r>
                <a:rPr kumimoji="0" lang="en-US" altLang="ko-KR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PLC]</a:t>
              </a: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A26C62B-884B-13CF-426D-AE0A25454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4152" y="4183992"/>
              <a:ext cx="676369" cy="21910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87143A-DA81-3ABC-4A45-CD445BA34814}"/>
                </a:ext>
              </a:extLst>
            </p:cNvPr>
            <p:cNvSpPr txBox="1"/>
            <p:nvPr/>
          </p:nvSpPr>
          <p:spPr>
            <a:xfrm>
              <a:off x="5706383" y="4480197"/>
              <a:ext cx="791906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[</a:t>
              </a:r>
              <a:r>
                <a:rPr lang="ko-KR" altLang="en-US" sz="80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롤프레스</a:t>
              </a:r>
              <a:r>
                <a:rPr kumimoji="0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PLC]</a:t>
              </a: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9320C7B1-1A7D-4693-D8E2-5340D9AD5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22368" y="4183992"/>
              <a:ext cx="1810347" cy="640161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5F91FDA4-D930-611E-875F-3C8EA3F6A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30086" y="4163706"/>
              <a:ext cx="1970882" cy="439602"/>
            </a:xfrm>
            <a:prstGeom prst="rect">
              <a:avLst/>
            </a:prstGeom>
          </p:spPr>
        </p:pic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2DA4076A-BE5E-2732-631C-3CE566A1AA9C}"/>
                </a:ext>
              </a:extLst>
            </p:cNvPr>
            <p:cNvCxnSpPr/>
            <p:nvPr/>
          </p:nvCxnSpPr>
          <p:spPr>
            <a:xfrm flipV="1">
              <a:off x="3324225" y="3819198"/>
              <a:ext cx="0" cy="28769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35505EFC-2DC4-5E77-4548-BAF942ADE275}"/>
                </a:ext>
              </a:extLst>
            </p:cNvPr>
            <p:cNvCxnSpPr/>
            <p:nvPr/>
          </p:nvCxnSpPr>
          <p:spPr>
            <a:xfrm flipV="1">
              <a:off x="6124575" y="3819198"/>
              <a:ext cx="0" cy="28769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9AC90C69-9FB4-0C87-8EC8-5EFF4B344BAC}"/>
                </a:ext>
              </a:extLst>
            </p:cNvPr>
            <p:cNvCxnSpPr/>
            <p:nvPr/>
          </p:nvCxnSpPr>
          <p:spPr>
            <a:xfrm>
              <a:off x="2943712" y="3819198"/>
              <a:ext cx="355457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D6ABC1A3-0B37-19FE-FAB2-1C559E71B718}"/>
                </a:ext>
              </a:extLst>
            </p:cNvPr>
            <p:cNvCxnSpPr/>
            <p:nvPr/>
          </p:nvCxnSpPr>
          <p:spPr>
            <a:xfrm flipV="1">
              <a:off x="5610225" y="3520148"/>
              <a:ext cx="0" cy="28769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C32A5D82-F7E2-BB92-FF7E-A24FA2942688}"/>
                </a:ext>
              </a:extLst>
            </p:cNvPr>
            <p:cNvCxnSpPr/>
            <p:nvPr/>
          </p:nvCxnSpPr>
          <p:spPr>
            <a:xfrm flipV="1">
              <a:off x="3722368" y="3520148"/>
              <a:ext cx="0" cy="28769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B1AB30E-4A6B-FA07-EFFE-8ED0F1B2D8A6}"/>
                </a:ext>
              </a:extLst>
            </p:cNvPr>
            <p:cNvSpPr txBox="1"/>
            <p:nvPr/>
          </p:nvSpPr>
          <p:spPr>
            <a:xfrm>
              <a:off x="5483329" y="3315399"/>
              <a:ext cx="267702" cy="1661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altLang="ko-KR" sz="12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APC</a:t>
              </a:r>
              <a:endPara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5D75C5C-5EE5-15A4-2920-CA6C714EFC83}"/>
                </a:ext>
              </a:extLst>
            </p:cNvPr>
            <p:cNvSpPr txBox="1"/>
            <p:nvPr/>
          </p:nvSpPr>
          <p:spPr>
            <a:xfrm>
              <a:off x="3491009" y="3315399"/>
              <a:ext cx="508152" cy="1661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altLang="ko-KR" sz="12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EIF/MES</a:t>
              </a:r>
              <a:endPara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7" name="연결선: 구부러짐 46">
              <a:extLst>
                <a:ext uri="{FF2B5EF4-FFF2-40B4-BE49-F238E27FC236}">
                  <a16:creationId xmlns:a16="http://schemas.microsoft.com/office/drawing/2014/main" id="{65BECE56-99E0-54CE-55D8-79A660166C1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045093" y="2662357"/>
              <a:ext cx="696800" cy="2335283"/>
            </a:xfrm>
            <a:prstGeom prst="curvedConnector3">
              <a:avLst>
                <a:gd name="adj1" fmla="val 34963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7" name="연결선: 구부러짐 56">
              <a:extLst>
                <a:ext uri="{FF2B5EF4-FFF2-40B4-BE49-F238E27FC236}">
                  <a16:creationId xmlns:a16="http://schemas.microsoft.com/office/drawing/2014/main" id="{B1474124-281C-2554-F035-7BABDD24C97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646670" y="3480010"/>
              <a:ext cx="682108" cy="685283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A1611B8-6A1C-4833-322A-DE7FD4C7BB5A}"/>
                </a:ext>
              </a:extLst>
            </p:cNvPr>
            <p:cNvSpPr txBox="1"/>
            <p:nvPr/>
          </p:nvSpPr>
          <p:spPr>
            <a:xfrm>
              <a:off x="4334676" y="4000204"/>
              <a:ext cx="386324" cy="14542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ko-KR" altLang="en-US" sz="1050" b="1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① 수집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EDB9D7A-E684-1294-A273-4E9C33AEAF9B}"/>
                </a:ext>
              </a:extLst>
            </p:cNvPr>
            <p:cNvSpPr txBox="1"/>
            <p:nvPr/>
          </p:nvSpPr>
          <p:spPr>
            <a:xfrm>
              <a:off x="6365222" y="3927492"/>
              <a:ext cx="386324" cy="14542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ko-KR" altLang="en-US" sz="1050" b="1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① 수집</a:t>
              </a:r>
            </a:p>
          </p:txBody>
        </p:sp>
        <p:cxnSp>
          <p:nvCxnSpPr>
            <p:cNvPr id="68" name="연결선: 구부러짐 67">
              <a:extLst>
                <a:ext uri="{FF2B5EF4-FFF2-40B4-BE49-F238E27FC236}">
                  <a16:creationId xmlns:a16="http://schemas.microsoft.com/office/drawing/2014/main" id="{B7BFDB99-C480-2299-364A-A6F9285887E6}"/>
                </a:ext>
              </a:extLst>
            </p:cNvPr>
            <p:cNvCxnSpPr>
              <a:cxnSpLocks/>
              <a:stCxn id="39" idx="1"/>
              <a:endCxn id="40" idx="2"/>
            </p:cNvCxnSpPr>
            <p:nvPr/>
          </p:nvCxnSpPr>
          <p:spPr>
            <a:xfrm rot="10800000" flipV="1">
              <a:off x="3745085" y="3398498"/>
              <a:ext cx="1738244" cy="83099"/>
            </a:xfrm>
            <a:prstGeom prst="curvedConnector4">
              <a:avLst>
                <a:gd name="adj1" fmla="val 7074"/>
                <a:gd name="adj2" fmla="val 375094"/>
              </a:avLst>
            </a:prstGeom>
            <a:ln w="190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31209A6-A770-7DF4-31AF-49CC0EF29325}"/>
                </a:ext>
              </a:extLst>
            </p:cNvPr>
            <p:cNvSpPr txBox="1"/>
            <p:nvPr/>
          </p:nvSpPr>
          <p:spPr>
            <a:xfrm>
              <a:off x="4045253" y="3481597"/>
              <a:ext cx="1173398" cy="14542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ko-KR" altLang="en-US" sz="1050" b="1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④ </a:t>
              </a:r>
              <a:r>
                <a:rPr lang="en-US" altLang="ko-KR" sz="1050" b="1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MES</a:t>
              </a:r>
              <a:r>
                <a:rPr lang="ko-KR" altLang="en-US" sz="1050" b="1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연동</a:t>
              </a:r>
              <a:r>
                <a:rPr lang="en-US" altLang="ko-KR" sz="1050" b="1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50" b="1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선별투입</a:t>
              </a:r>
              <a:r>
                <a:rPr lang="en-US" altLang="ko-KR" sz="1050" b="1">
                  <a:solidFill>
                    <a:schemeClr val="accent6">
                      <a:lumMod val="7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96900D3-6CDD-A8B2-09B5-3D85074B9145}"/>
                </a:ext>
              </a:extLst>
            </p:cNvPr>
            <p:cNvSpPr txBox="1"/>
            <p:nvPr/>
          </p:nvSpPr>
          <p:spPr>
            <a:xfrm>
              <a:off x="5835070" y="3282350"/>
              <a:ext cx="1189428" cy="14542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ko-KR" altLang="en-US" sz="1050" b="1">
                  <a:solidFill>
                    <a:srgbClr val="3737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②  데이터 </a:t>
              </a:r>
              <a:r>
                <a:rPr lang="ko-KR" altLang="en-US" sz="1050" b="1" err="1">
                  <a:solidFill>
                    <a:srgbClr val="3737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전처리</a:t>
              </a:r>
              <a:r>
                <a:rPr lang="ko-KR" altLang="en-US" sz="1050" b="1">
                  <a:solidFill>
                    <a:srgbClr val="3737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개발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AF7A7F4-F701-DA02-2A10-CC4C4ED49314}"/>
                </a:ext>
              </a:extLst>
            </p:cNvPr>
            <p:cNvSpPr txBox="1"/>
            <p:nvPr/>
          </p:nvSpPr>
          <p:spPr>
            <a:xfrm>
              <a:off x="5835070" y="3481597"/>
              <a:ext cx="921727" cy="14542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ko-KR" altLang="en-US" sz="1050" b="1">
                  <a:solidFill>
                    <a:srgbClr val="3737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③  자동보정 개발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9383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1403-C9FD-C1E6-EDD3-BFA2F1A2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A8BBFC4-4E47-5602-DBE3-CDCAD0AB00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정대영</a:t>
            </a:r>
            <a:r>
              <a:rPr lang="en-US" altLang="ko-KR">
                <a:ea typeface="LG스마트체 Regular"/>
              </a:rPr>
              <a:t>P</a:t>
            </a:r>
          </a:p>
          <a:p>
            <a:r>
              <a:rPr lang="ko-KR" altLang="en-US">
                <a:ea typeface="LG스마트체 Regular"/>
              </a:rPr>
              <a:t>박상하</a:t>
            </a:r>
            <a:r>
              <a:rPr lang="en-US" altLang="ko-KR">
                <a:ea typeface="LG스마트체 Regular"/>
              </a:rPr>
              <a:t>P</a:t>
            </a:r>
          </a:p>
          <a:p>
            <a:r>
              <a:rPr lang="ko-KR" altLang="en-US"/>
              <a:t>정소영</a:t>
            </a:r>
            <a:r>
              <a:rPr lang="en-US" altLang="ko-KR"/>
              <a:t>A</a:t>
            </a:r>
          </a:p>
          <a:p>
            <a:r>
              <a:rPr lang="ko-KR" altLang="en-US"/>
              <a:t>박홍준</a:t>
            </a:r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EB159-5080-27C8-7CE4-22FCCCC89F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'2</a:t>
            </a:r>
            <a:r>
              <a:rPr lang="en-US" altLang="ko-KR">
                <a:ea typeface="LG스마트체 Regular"/>
              </a:rPr>
              <a:t>6</a:t>
            </a:r>
            <a:r>
              <a:rPr lang="ko-KR" altLang="en-US">
                <a:ea typeface="LG스마트체 Regular"/>
              </a:rPr>
              <a:t>.12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6C029C-8797-2345-71D0-842D1206D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OT</a:t>
            </a:r>
          </a:p>
          <a:p>
            <a:r>
              <a:rPr lang="en-US" altLang="ko-KR">
                <a:ea typeface="LG스마트체 Regular"/>
              </a:rPr>
              <a:t>MI_HL</a:t>
            </a:r>
          </a:p>
          <a:p>
            <a:r>
              <a:rPr lang="en-US" altLang="ko-KR">
                <a:ea typeface="LG스마트체 Regular"/>
              </a:rPr>
              <a:t>WA</a:t>
            </a:r>
            <a:endParaRPr lang="ko-KR" altLang="en-US">
              <a:ea typeface="LG스마트체 Regular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52A656E-9DC5-02EE-331F-E1062DD79B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정대영</a:t>
            </a:r>
            <a:r>
              <a:rPr lang="en-US" altLang="ko-KR">
                <a:ea typeface="LG스마트체 Regular"/>
              </a:rPr>
              <a:t>, </a:t>
            </a:r>
            <a:r>
              <a:rPr lang="ko-KR" altLang="en-US">
                <a:ea typeface="LG스마트체 Regular"/>
              </a:rPr>
              <a:t>정소영</a:t>
            </a:r>
            <a:r>
              <a:rPr lang="en-US" altLang="ko-KR">
                <a:ea typeface="LG스마트체 Regular"/>
              </a:rPr>
              <a:t>, </a:t>
            </a:r>
            <a:r>
              <a:rPr lang="ko-KR" altLang="en-US">
                <a:ea typeface="LG스마트체 Regular"/>
              </a:rPr>
              <a:t>이상용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F6DCF5A-C812-C79A-3E4D-3B5DB39B72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7161" y="511301"/>
            <a:ext cx="917665" cy="169965"/>
          </a:xfrm>
        </p:spPr>
        <p:txBody>
          <a:bodyPr lIns="0" tIns="0" rIns="0" bIns="0" anchor="t"/>
          <a:lstStyle/>
          <a:p>
            <a:r>
              <a:rPr lang="en-US" altLang="ko-KR" dirty="0">
                <a:ea typeface="LG스마트체 Regular"/>
              </a:rPr>
              <a:t>26.09.23 11</a:t>
            </a:r>
            <a:r>
              <a:rPr lang="ko-KR" altLang="en-US" dirty="0">
                <a:ea typeface="LG스마트체 Regular"/>
              </a:rPr>
              <a:t>시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3E959A6-AC49-7B01-D064-E45E529F28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lIns="91440" tIns="45720" rIns="91440" bIns="45720" anchor="t"/>
          <a:lstStyle/>
          <a:p>
            <a:r>
              <a:rPr lang="ko-KR" err="1"/>
              <a:t>RSND자동보정팀</a:t>
            </a:r>
            <a:endParaRPr lang="ko-KR" b="0"/>
          </a:p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B7BCF75-42DD-3CCE-5107-95AC25957E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ko-KR" altLang="en-US" dirty="0">
                <a:ea typeface="LG스마트체2.0 Regular"/>
              </a:rPr>
              <a:t>AX 실행 가속화를 통한 제조운영 개선(PD </a:t>
            </a:r>
            <a:r>
              <a:rPr lang="ko-KR" altLang="en-US" dirty="0" err="1">
                <a:ea typeface="LG스마트체2.0 Regular"/>
              </a:rPr>
              <a:t>Loss</a:t>
            </a:r>
            <a:r>
              <a:rPr lang="ko-KR" altLang="en-US" dirty="0">
                <a:ea typeface="LG스마트체2.0 Regular"/>
              </a:rPr>
              <a:t> 개선)</a:t>
            </a:r>
            <a:r>
              <a:rPr lang="ko-KR" altLang="en-US" dirty="0">
                <a:latin typeface="LG스마트체2.0 Regular"/>
                <a:ea typeface="LG스마트체2.0 Regular"/>
              </a:rPr>
              <a:t> </a:t>
            </a:r>
            <a:r>
              <a:rPr lang="en-US" altLang="ko-KR" dirty="0">
                <a:latin typeface="LG스마트체2.0 Regular"/>
                <a:ea typeface="LG스마트체2.0 Regular"/>
              </a:rPr>
              <a:t>(5/7)</a:t>
            </a:r>
            <a:r>
              <a:rPr lang="ko-KR" altLang="en-US" dirty="0">
                <a:ea typeface="LG스마트체2.0 Regular"/>
              </a:rPr>
              <a:t>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FFC43B-FC38-3C51-EA7B-E19354E06B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AX 실행 가속화를 통한 제조 운영</a:t>
            </a:r>
            <a:br>
              <a:rPr lang="en-US" altLang="ko-KR">
                <a:ea typeface="LG스마트체 Regular"/>
              </a:rPr>
            </a:br>
            <a:r>
              <a:rPr lang="ko-KR" altLang="en-US">
                <a:ea typeface="LG스마트체 Regular"/>
              </a:rPr>
              <a:t>개선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DAB89A0-783A-622B-2C7A-981A15B770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22788" y="1201138"/>
            <a:ext cx="6504652" cy="352425"/>
          </a:xfrm>
        </p:spPr>
        <p:txBody>
          <a:bodyPr lIns="91440" tIns="45720" rIns="91440" bIns="45720" anchor="t"/>
          <a:lstStyle/>
          <a:p>
            <a:pPr>
              <a:defRPr/>
            </a:pPr>
            <a:r>
              <a:rPr lang="ko-KR" altLang="en-US">
                <a:solidFill>
                  <a:srgbClr val="0000FF"/>
                </a:solidFill>
              </a:rPr>
              <a:t>특이사항 없습니다</a:t>
            </a:r>
            <a:r>
              <a:rPr lang="en-US" altLang="ko-KR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C8096-864E-6E22-3105-755A81EC6EC3}"/>
              </a:ext>
            </a:extLst>
          </p:cNvPr>
          <p:cNvSpPr txBox="1"/>
          <p:nvPr/>
        </p:nvSpPr>
        <p:spPr>
          <a:xfrm>
            <a:off x="1693683" y="189213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배경 목표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84D69B-02D1-B918-28E3-192E3102DC58}"/>
              </a:ext>
            </a:extLst>
          </p:cNvPr>
          <p:cNvSpPr txBox="1"/>
          <p:nvPr/>
        </p:nvSpPr>
        <p:spPr>
          <a:xfrm>
            <a:off x="1684158" y="314875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0E03DCD-B184-3D5E-182C-9D5AF33447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60650" y="1846263"/>
            <a:ext cx="6066790" cy="4675545"/>
          </a:xfrm>
        </p:spPr>
        <p:txBody>
          <a:bodyPr lIns="91440" tIns="45720" rIns="91440" bIns="45720" anchor="t"/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>
                <a:ea typeface="LG스마트체 Regular"/>
              </a:rPr>
              <a:t>롤프레스 공정 단선 발생 시 작업자 숙련도에 따라 조치 시간 편차가 크고</a:t>
            </a:r>
            <a:r>
              <a:rPr lang="en-US" altLang="ko-KR">
                <a:ea typeface="LG스마트체 Regular"/>
              </a:rPr>
              <a:t>, </a:t>
            </a:r>
            <a:r>
              <a:rPr lang="ko-KR" altLang="en-US">
                <a:ea typeface="LG스마트체 Regular"/>
              </a:rPr>
              <a:t>재단선이 발생하고 있습니다</a:t>
            </a:r>
            <a:r>
              <a:rPr lang="en-US" altLang="ko-KR">
                <a:ea typeface="LG스마트체 Regular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>
                <a:ea typeface="LG스마트체 Regular"/>
              </a:rPr>
              <a:t>자동 프로세스를 </a:t>
            </a:r>
            <a:r>
              <a:rPr lang="ko-KR" altLang="en-US" err="1">
                <a:ea typeface="LG스마트체 Regular"/>
              </a:rPr>
              <a:t>고도화하여</a:t>
            </a:r>
            <a:r>
              <a:rPr lang="en-US" altLang="ko-KR">
                <a:ea typeface="LG스마트체 Regular"/>
              </a:rPr>
              <a:t> </a:t>
            </a:r>
            <a:r>
              <a:rPr lang="ko-KR" altLang="en-US">
                <a:ea typeface="LG스마트체 Regular"/>
              </a:rPr>
              <a:t>표준화된 단선 조치 프로세스에서 두께 조건조정까지 자동으로 조치하여 </a:t>
            </a:r>
            <a:r>
              <a:rPr lang="en-US" altLang="ko-KR">
                <a:ea typeface="LG스마트체 Regular"/>
              </a:rPr>
              <a:t>PD loss </a:t>
            </a:r>
            <a:r>
              <a:rPr lang="ko-KR" altLang="en-US">
                <a:ea typeface="LG스마트체 Regular"/>
              </a:rPr>
              <a:t>감소를 기여하고자 합니다</a:t>
            </a:r>
            <a:r>
              <a:rPr lang="en-US" altLang="ko-KR">
                <a:ea typeface="LG스마트체 Regular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defTabSz="457200">
              <a:lnSpc>
                <a:spcPct val="150000"/>
              </a:lnSpc>
              <a:spcBef>
                <a:spcPts val="0"/>
              </a:spcBef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>
                <a:ea typeface="LG스마트체 Regular"/>
              </a:rPr>
              <a:t>Step 1: </a:t>
            </a:r>
            <a:r>
              <a:rPr lang="ko-KR" altLang="en-US">
                <a:ea typeface="LG스마트체 Regular"/>
              </a:rPr>
              <a:t>전극 단선에 의해 작업자가 </a:t>
            </a:r>
            <a:r>
              <a:rPr lang="en-US" altLang="ko-KR">
                <a:ea typeface="LG스마트체 Regular"/>
              </a:rPr>
              <a:t>PET</a:t>
            </a:r>
            <a:r>
              <a:rPr lang="ko-KR" altLang="en-US">
                <a:ea typeface="LG스마트체 Regular"/>
              </a:rPr>
              <a:t>와 전극을 연결한 이후</a:t>
            </a:r>
            <a:r>
              <a:rPr lang="en-US" altLang="ko-KR">
                <a:ea typeface="LG스마트체 Regular"/>
              </a:rPr>
              <a:t>, </a:t>
            </a:r>
            <a:r>
              <a:rPr lang="ko-KR" altLang="en-US">
                <a:ea typeface="LG스마트체 Regular"/>
              </a:rPr>
              <a:t>작업자가 </a:t>
            </a:r>
            <a:r>
              <a:rPr lang="en-US" altLang="ko-KR">
                <a:ea typeface="LG스마트체 Regular"/>
              </a:rPr>
              <a:t>HMI</a:t>
            </a:r>
            <a:r>
              <a:rPr lang="ko-KR" altLang="en-US">
                <a:ea typeface="LG스마트체 Regular"/>
              </a:rPr>
              <a:t>를 통해 전극을 모니터링 하면서 </a:t>
            </a:r>
            <a:r>
              <a:rPr lang="en-US" altLang="ko-KR">
                <a:ea typeface="LG스마트체 Regular"/>
              </a:rPr>
              <a:t>R/W</a:t>
            </a:r>
            <a:r>
              <a:rPr lang="ko-KR" altLang="en-US">
                <a:ea typeface="LG스마트체 Regular"/>
              </a:rPr>
              <a:t>까지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            </a:t>
            </a:r>
            <a:r>
              <a:rPr lang="ko-KR" altLang="en-US">
                <a:ea typeface="LG스마트체 Regular"/>
              </a:rPr>
              <a:t>수동으로 </a:t>
            </a:r>
            <a:r>
              <a:rPr lang="ko-KR" altLang="en-US" err="1">
                <a:ea typeface="LG스마트체 Regular"/>
              </a:rPr>
              <a:t>흘려보내던</a:t>
            </a:r>
            <a:r>
              <a:rPr lang="ko-KR" altLang="en-US">
                <a:ea typeface="LG스마트체 Regular"/>
              </a:rPr>
              <a:t> 구간을 자동조치 모드로 자동화하는 프로세스 입니다</a:t>
            </a:r>
            <a:r>
              <a:rPr lang="en-US" altLang="ko-KR">
                <a:ea typeface="LG스마트체 Regular"/>
              </a:rPr>
              <a:t>.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>
                <a:ea typeface="LG스마트체 Regular"/>
              </a:rPr>
              <a:t>Step 2: </a:t>
            </a:r>
            <a:r>
              <a:rPr lang="ko-KR" altLang="en-US">
                <a:ea typeface="LG스마트체 Regular"/>
              </a:rPr>
              <a:t>단선 연결 부 제거 후</a:t>
            </a:r>
            <a:r>
              <a:rPr lang="en-US" altLang="ko-KR">
                <a:ea typeface="LG스마트체 Regular"/>
              </a:rPr>
              <a:t>, </a:t>
            </a:r>
            <a:r>
              <a:rPr lang="ko-KR" altLang="en-US">
                <a:ea typeface="LG스마트체 Regular"/>
              </a:rPr>
              <a:t>작업자가 수동으로 두께를 </a:t>
            </a:r>
            <a:r>
              <a:rPr lang="ko-KR" altLang="en-US" err="1">
                <a:ea typeface="LG스마트체 Regular"/>
              </a:rPr>
              <a:t>안정화하던</a:t>
            </a:r>
            <a:r>
              <a:rPr lang="ko-KR" altLang="en-US">
                <a:ea typeface="LG스마트체 Regular"/>
              </a:rPr>
              <a:t> 영역을 자동조치 모드를 통해 자동화하는 프로세스 입니다</a:t>
            </a:r>
            <a:r>
              <a:rPr lang="en-US" altLang="ko-KR">
                <a:ea typeface="LG스마트체 Regular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9C59725-88B1-6D5C-5A49-90267F9B8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778" y="3142737"/>
            <a:ext cx="5003871" cy="28199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B53505A-04CB-166E-79DE-2AE395A83F51}"/>
              </a:ext>
            </a:extLst>
          </p:cNvPr>
          <p:cNvSpPr txBox="1"/>
          <p:nvPr/>
        </p:nvSpPr>
        <p:spPr>
          <a:xfrm>
            <a:off x="1684158" y="2562583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계획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2C23289-35A2-5E2D-6707-B9C0BF9A0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246894"/>
              </p:ext>
            </p:extLst>
          </p:nvPr>
        </p:nvGraphicFramePr>
        <p:xfrm>
          <a:off x="2754086" y="2551697"/>
          <a:ext cx="5767257" cy="419100"/>
        </p:xfrm>
        <a:graphic>
          <a:graphicData uri="http://schemas.openxmlformats.org/drawingml/2006/table">
            <a:tbl>
              <a:tblPr/>
              <a:tblGrid>
                <a:gridCol w="1922419">
                  <a:extLst>
                    <a:ext uri="{9D8B030D-6E8A-4147-A177-3AD203B41FA5}">
                      <a16:colId xmlns:a16="http://schemas.microsoft.com/office/drawing/2014/main" val="1553783068"/>
                    </a:ext>
                  </a:extLst>
                </a:gridCol>
                <a:gridCol w="1922419">
                  <a:extLst>
                    <a:ext uri="{9D8B030D-6E8A-4147-A177-3AD203B41FA5}">
                      <a16:colId xmlns:a16="http://schemas.microsoft.com/office/drawing/2014/main" val="1569613502"/>
                    </a:ext>
                  </a:extLst>
                </a:gridCol>
                <a:gridCol w="1922419">
                  <a:extLst>
                    <a:ext uri="{9D8B030D-6E8A-4147-A177-3AD203B41FA5}">
                      <a16:colId xmlns:a16="http://schemas.microsoft.com/office/drawing/2014/main" val="2699759695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MI_HL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7653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수평전개 완료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수평전개 완료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수평전개 진행 중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(~7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08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083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1403-C9FD-C1E6-EDD3-BFA2F1A2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A8BBFC4-4E47-5602-DBE3-CDCAD0AB00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정대영</a:t>
            </a:r>
            <a:r>
              <a:rPr lang="en-US" altLang="ko-KR">
                <a:ea typeface="LG스마트체 Regular"/>
              </a:rPr>
              <a:t>P</a:t>
            </a:r>
          </a:p>
          <a:p>
            <a:r>
              <a:rPr lang="ko-KR" altLang="en-US">
                <a:ea typeface="LG스마트체 Regular"/>
              </a:rPr>
              <a:t>박상하</a:t>
            </a:r>
            <a:r>
              <a:rPr lang="en-US" altLang="ko-KR">
                <a:ea typeface="LG스마트체 Regular"/>
              </a:rPr>
              <a:t>P</a:t>
            </a:r>
          </a:p>
          <a:p>
            <a:r>
              <a:rPr lang="ko-KR" altLang="en-US"/>
              <a:t>정소영</a:t>
            </a:r>
            <a:r>
              <a:rPr lang="en-US" altLang="ko-KR"/>
              <a:t>A</a:t>
            </a:r>
          </a:p>
          <a:p>
            <a:r>
              <a:rPr lang="ko-KR" altLang="en-US"/>
              <a:t>박홍준</a:t>
            </a:r>
            <a:r>
              <a:rPr lang="en-US" altLang="ko-KR"/>
              <a:t>A</a:t>
            </a:r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EB159-5080-27C8-7CE4-22FCCCC89F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'2</a:t>
            </a:r>
            <a:r>
              <a:rPr lang="en-US" altLang="ko-KR">
                <a:ea typeface="LG스마트체 Regular"/>
              </a:rPr>
              <a:t>6</a:t>
            </a:r>
            <a:r>
              <a:rPr lang="ko-KR" altLang="en-US">
                <a:ea typeface="LG스마트체 Regular"/>
              </a:rPr>
              <a:t>.12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6C029C-8797-2345-71D0-842D1206D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OT</a:t>
            </a:r>
          </a:p>
          <a:p>
            <a:r>
              <a:rPr lang="en-US" altLang="ko-KR">
                <a:ea typeface="LG스마트체 Regular"/>
              </a:rPr>
              <a:t>MI_HL</a:t>
            </a:r>
          </a:p>
          <a:p>
            <a:r>
              <a:rPr lang="en-US" altLang="ko-KR">
                <a:ea typeface="LG스마트체 Regular"/>
              </a:rPr>
              <a:t>WA</a:t>
            </a:r>
            <a:endParaRPr lang="ko-KR" altLang="en-US">
              <a:ea typeface="LG스마트체 Regular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52A656E-9DC5-02EE-331F-E1062DD79B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정대영</a:t>
            </a:r>
            <a:r>
              <a:rPr lang="en-US" altLang="ko-KR">
                <a:ea typeface="LG스마트체 Regular"/>
              </a:rPr>
              <a:t>, </a:t>
            </a:r>
            <a:r>
              <a:rPr lang="ko-KR" altLang="en-US">
                <a:ea typeface="LG스마트체 Regular"/>
              </a:rPr>
              <a:t>정소영</a:t>
            </a:r>
            <a:r>
              <a:rPr lang="en-US" altLang="ko-KR">
                <a:ea typeface="LG스마트체 Regular"/>
              </a:rPr>
              <a:t>, </a:t>
            </a:r>
            <a:r>
              <a:rPr lang="ko-KR" altLang="en-US">
                <a:ea typeface="LG스마트체 Regular"/>
              </a:rPr>
              <a:t>이상용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F6DCF5A-C812-C79A-3E4D-3B5DB39B72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7161" y="511301"/>
            <a:ext cx="917665" cy="169965"/>
          </a:xfrm>
        </p:spPr>
        <p:txBody>
          <a:bodyPr lIns="0" tIns="0" rIns="0" bIns="0" anchor="t"/>
          <a:lstStyle/>
          <a:p>
            <a:r>
              <a:rPr lang="en-US" altLang="ko-KR" dirty="0">
                <a:ea typeface="LG스마트체 Regular"/>
              </a:rPr>
              <a:t>26.09.23 11</a:t>
            </a:r>
            <a:r>
              <a:rPr lang="ko-KR" altLang="en-US" dirty="0">
                <a:ea typeface="LG스마트체 Regular"/>
              </a:rPr>
              <a:t>시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3E959A6-AC49-7B01-D064-E45E529F28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lIns="91440" tIns="45720" rIns="91440" bIns="45720" anchor="t"/>
          <a:lstStyle/>
          <a:p>
            <a:r>
              <a:rPr lang="ko-KR" err="1"/>
              <a:t>RSND자동보정팀</a:t>
            </a:r>
            <a:endParaRPr lang="ko-KR" b="0"/>
          </a:p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B7BCF75-42DD-3CCE-5107-95AC25957E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ko-KR" altLang="en-US" dirty="0">
                <a:ea typeface="LG스마트체2.0 Regular"/>
              </a:rPr>
              <a:t>AX 실행 가속화를 통한 제조운영 개선(PD </a:t>
            </a:r>
            <a:r>
              <a:rPr lang="ko-KR" altLang="en-US" dirty="0" err="1">
                <a:ea typeface="LG스마트체2.0 Regular"/>
              </a:rPr>
              <a:t>Loss</a:t>
            </a:r>
            <a:r>
              <a:rPr lang="ko-KR" altLang="en-US" dirty="0">
                <a:ea typeface="LG스마트체2.0 Regular"/>
              </a:rPr>
              <a:t> 개선)</a:t>
            </a:r>
            <a:r>
              <a:rPr lang="ko-KR" altLang="en-US" dirty="0">
                <a:latin typeface="LG스마트체2.0 Regular"/>
                <a:ea typeface="LG스마트체2.0 Regular"/>
              </a:rPr>
              <a:t> </a:t>
            </a:r>
            <a:r>
              <a:rPr lang="en-US" altLang="ko-KR" dirty="0">
                <a:latin typeface="LG스마트체2.0 Regular"/>
                <a:ea typeface="LG스마트체2.0 Regular"/>
              </a:rPr>
              <a:t>(6/7)</a:t>
            </a:r>
            <a:r>
              <a:rPr lang="ko-KR" altLang="en-US" dirty="0">
                <a:ea typeface="LG스마트체2.0 Regular"/>
              </a:rPr>
              <a:t>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FFC43B-FC38-3C51-EA7B-E19354E06B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AX 실행 가속화를 통한 제조 운영</a:t>
            </a:r>
            <a:br>
              <a:rPr lang="en-US" altLang="ko-KR">
                <a:ea typeface="LG스마트체 Regular"/>
              </a:rPr>
            </a:br>
            <a:r>
              <a:rPr lang="ko-KR" altLang="en-US">
                <a:ea typeface="LG스마트체 Regular"/>
              </a:rPr>
              <a:t>개선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DAB89A0-783A-622B-2C7A-981A15B770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22788" y="1201138"/>
            <a:ext cx="6504652" cy="352425"/>
          </a:xfrm>
        </p:spPr>
        <p:txBody>
          <a:bodyPr lIns="91440" tIns="45720" rIns="91440" bIns="45720" anchor="t"/>
          <a:lstStyle/>
          <a:p>
            <a:pPr>
              <a:defRPr/>
            </a:pPr>
            <a:r>
              <a:rPr lang="ko-KR" altLang="en-US"/>
              <a:t>특이사항 없습니다</a:t>
            </a:r>
            <a:r>
              <a:rPr lang="en-US" altLang="ko-KR"/>
              <a:t>.</a:t>
            </a:r>
            <a:endParaRPr lang="en-US" altLang="ko-KR">
              <a:solidFill>
                <a:srgbClr val="000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C8096-864E-6E22-3105-755A81EC6EC3}"/>
              </a:ext>
            </a:extLst>
          </p:cNvPr>
          <p:cNvSpPr txBox="1"/>
          <p:nvPr/>
        </p:nvSpPr>
        <p:spPr>
          <a:xfrm>
            <a:off x="1693683" y="189213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0E03DCD-B184-3D5E-182C-9D5AF33447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91440" tIns="45720" rIns="91440" bIns="45720" anchor="t"/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>
                <a:ea typeface="LG스마트체 Regular"/>
              </a:rPr>
              <a:t>OT, MI_HL : </a:t>
            </a:r>
            <a:r>
              <a:rPr lang="ko-KR" altLang="en-US">
                <a:ea typeface="LG스마트체 Regular"/>
              </a:rPr>
              <a:t>전 설비 수평전개 완료 했습니다</a:t>
            </a:r>
            <a:r>
              <a:rPr lang="en-US" altLang="ko-KR">
                <a:ea typeface="LG스마트체 Regular"/>
              </a:rPr>
              <a:t>.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>
              <a:defRPr/>
            </a:pPr>
            <a:r>
              <a:rPr lang="en-US" altLang="ko-KR" b="1">
                <a:ea typeface="LG스마트체 Regular"/>
              </a:rPr>
              <a:t>WA:</a:t>
            </a:r>
            <a:r>
              <a:rPr lang="ko-KR" altLang="en-US" b="1">
                <a:ea typeface="LG스마트체 Regular"/>
              </a:rPr>
              <a:t> </a:t>
            </a:r>
            <a:r>
              <a:rPr lang="ko-KR" altLang="en-US">
                <a:ea typeface="LG스마트체 Regular"/>
              </a:rPr>
              <a:t>실무자 미팅 시</a:t>
            </a:r>
            <a:r>
              <a:rPr lang="en-US" altLang="ko-KR">
                <a:ea typeface="LG스마트체 Regular"/>
              </a:rPr>
              <a:t>, Step1, Step2</a:t>
            </a:r>
            <a:r>
              <a:rPr lang="ko-KR" altLang="en-US">
                <a:ea typeface="LG스마트체 Regular"/>
              </a:rPr>
              <a:t>로 구분되어 있던 자동조치 모드를 단선 발생 위치에 따라 두께 선보정이 가능한 통합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        </a:t>
            </a:r>
            <a:r>
              <a:rPr lang="ko-KR" altLang="en-US">
                <a:ea typeface="LG스마트체 Regular"/>
              </a:rPr>
              <a:t>자동조치 </a:t>
            </a:r>
            <a:r>
              <a:rPr lang="en-US" altLang="ko-KR">
                <a:ea typeface="LG스마트체 Regular"/>
              </a:rPr>
              <a:t>Process</a:t>
            </a:r>
            <a:r>
              <a:rPr lang="ko-KR" altLang="en-US">
                <a:ea typeface="LG스마트체 Regular"/>
              </a:rPr>
              <a:t>로 고도화 개발하는 방향으로 결정했습니다</a:t>
            </a:r>
            <a:r>
              <a:rPr lang="en-US" altLang="ko-KR">
                <a:ea typeface="LG스마트체 Regular"/>
              </a:rPr>
              <a:t>. (6/4)</a:t>
            </a:r>
          </a:p>
          <a:p>
            <a:pPr>
              <a:defRPr/>
            </a:pPr>
            <a:r>
              <a:rPr lang="ko-KR" altLang="en-US">
                <a:ea typeface="LG스마트체 Regular"/>
              </a:rPr>
              <a:t>        자동조치</a:t>
            </a:r>
            <a:r>
              <a:rPr lang="en-US" altLang="ko-KR">
                <a:ea typeface="LG스마트체 Regular"/>
              </a:rPr>
              <a:t>(</a:t>
            </a:r>
            <a:r>
              <a:rPr lang="ko-KR" altLang="en-US">
                <a:ea typeface="LG스마트체 Regular"/>
              </a:rPr>
              <a:t>두께 조건조정 포함</a:t>
            </a:r>
            <a:r>
              <a:rPr lang="en-US" altLang="ko-KR">
                <a:ea typeface="LG스마트체 Regular"/>
              </a:rPr>
              <a:t>) </a:t>
            </a:r>
            <a:r>
              <a:rPr lang="ko-KR" altLang="en-US">
                <a:ea typeface="LG스마트체 Regular"/>
              </a:rPr>
              <a:t>프로그램 설계 완료했으며</a:t>
            </a:r>
            <a:r>
              <a:rPr lang="en-US" altLang="ko-KR">
                <a:ea typeface="LG스마트체 Regular"/>
              </a:rPr>
              <a:t>, </a:t>
            </a:r>
            <a:r>
              <a:rPr lang="ko-KR" altLang="en-US">
                <a:ea typeface="LG스마트체 Regular"/>
              </a:rPr>
              <a:t>대표호기</a:t>
            </a:r>
            <a:r>
              <a:rPr lang="en-US" altLang="ko-KR">
                <a:ea typeface="LG스마트체 Regular"/>
              </a:rPr>
              <a:t>(</a:t>
            </a:r>
            <a:r>
              <a:rPr lang="ko-KR" altLang="en-US">
                <a:ea typeface="LG스마트체 Regular"/>
              </a:rPr>
              <a:t>양극 </a:t>
            </a:r>
            <a:r>
              <a:rPr lang="en-US" altLang="ko-KR">
                <a:ea typeface="LG스마트체 Regular"/>
              </a:rPr>
              <a:t>7-1</a:t>
            </a:r>
            <a:r>
              <a:rPr lang="ko-KR" altLang="en-US">
                <a:ea typeface="LG스마트체 Regular"/>
              </a:rPr>
              <a:t>호</a:t>
            </a:r>
            <a:r>
              <a:rPr lang="en-US" altLang="ko-KR">
                <a:ea typeface="LG스마트체 Regular"/>
              </a:rPr>
              <a:t>)</a:t>
            </a:r>
            <a:r>
              <a:rPr lang="ko-KR" altLang="en-US">
                <a:ea typeface="LG스마트체 Regular"/>
              </a:rPr>
              <a:t> 선정했습니다</a:t>
            </a:r>
            <a:r>
              <a:rPr lang="en-US" altLang="ko-KR">
                <a:ea typeface="LG스마트체 Regular"/>
              </a:rPr>
              <a:t>.(6/9) 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        </a:t>
            </a:r>
            <a:r>
              <a:rPr lang="ko-KR" altLang="en-US">
                <a:ea typeface="LG스마트체 Regular"/>
              </a:rPr>
              <a:t>양극 </a:t>
            </a:r>
            <a:r>
              <a:rPr lang="en-US" altLang="ko-KR">
                <a:ea typeface="LG스마트체 Regular"/>
              </a:rPr>
              <a:t>7-1</a:t>
            </a:r>
            <a:r>
              <a:rPr lang="ko-KR" altLang="en-US">
                <a:ea typeface="LG스마트체 Regular"/>
              </a:rPr>
              <a:t>호에서 자동조치 모드 테스트 진행했습니다</a:t>
            </a:r>
            <a:r>
              <a:rPr lang="en-US" altLang="ko-KR">
                <a:ea typeface="LG스마트체 Regular"/>
              </a:rPr>
              <a:t>.(6/11)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        </a:t>
            </a:r>
            <a:r>
              <a:rPr lang="ko-KR" altLang="en-US">
                <a:ea typeface="LG스마트체 Regular"/>
              </a:rPr>
              <a:t>단선 위치에 따른 두 가지 케이스 중 </a:t>
            </a:r>
            <a:r>
              <a:rPr lang="en-US" altLang="ko-KR">
                <a:ea typeface="LG스마트체 Regular"/>
              </a:rPr>
              <a:t>Main Roll </a:t>
            </a:r>
            <a:r>
              <a:rPr lang="ko-KR" altLang="en-US">
                <a:ea typeface="LG스마트체 Regular"/>
              </a:rPr>
              <a:t>앞단에서 단선 발생한 케이스에 대한 기능 검증을 완료했습니다</a:t>
            </a:r>
            <a:r>
              <a:rPr lang="en-US" altLang="ko-KR">
                <a:ea typeface="LG스마트체 Regular"/>
              </a:rPr>
              <a:t>. (6/15)</a:t>
            </a:r>
          </a:p>
          <a:p>
            <a:pPr>
              <a:defRPr/>
            </a:pPr>
            <a:r>
              <a:rPr lang="en-US" altLang="ko-KR">
                <a:ea typeface="LG스마트체 Regular"/>
              </a:rPr>
              <a:t>        Main Roll </a:t>
            </a:r>
            <a:r>
              <a:rPr lang="ko-KR" altLang="en-US" err="1">
                <a:ea typeface="LG스마트체 Regular"/>
              </a:rPr>
              <a:t>뒷단에서</a:t>
            </a:r>
            <a:r>
              <a:rPr lang="ko-KR" altLang="en-US">
                <a:ea typeface="LG스마트체 Regular"/>
              </a:rPr>
              <a:t> 단선 발생한 케이스와 *추가 </a:t>
            </a:r>
            <a:r>
              <a:rPr lang="en-US" altLang="ko-KR">
                <a:ea typeface="LG스마트체 Regular"/>
              </a:rPr>
              <a:t>Gap </a:t>
            </a:r>
            <a:r>
              <a:rPr lang="ko-KR" altLang="en-US">
                <a:ea typeface="LG스마트체 Regular"/>
              </a:rPr>
              <a:t>보정 테스트 완료했으며 기능 정상 동작함을 확인하였습니다</a:t>
            </a:r>
            <a:r>
              <a:rPr lang="en-US" altLang="ko-KR">
                <a:ea typeface="LG스마트체 Regular"/>
              </a:rPr>
              <a:t>. (6/16)</a:t>
            </a:r>
          </a:p>
          <a:p>
            <a:pPr>
              <a:defRPr/>
            </a:pPr>
            <a:r>
              <a:rPr lang="en-US" altLang="ko-KR">
                <a:ea typeface="LG스마트체 Regular"/>
              </a:rPr>
              <a:t>        *</a:t>
            </a:r>
            <a:r>
              <a:rPr lang="ko-KR" altLang="en-US">
                <a:ea typeface="LG스마트체 Regular"/>
              </a:rPr>
              <a:t>추가 </a:t>
            </a:r>
            <a:r>
              <a:rPr lang="en-US" altLang="ko-KR">
                <a:ea typeface="LG스마트체 Regular"/>
              </a:rPr>
              <a:t>Gap </a:t>
            </a:r>
            <a:r>
              <a:rPr lang="ko-KR" altLang="en-US">
                <a:ea typeface="LG스마트체 Regular"/>
              </a:rPr>
              <a:t>보정 </a:t>
            </a:r>
            <a:r>
              <a:rPr lang="en-US" altLang="ko-KR">
                <a:ea typeface="LG스마트체 Regular"/>
              </a:rPr>
              <a:t>: </a:t>
            </a:r>
            <a:r>
              <a:rPr lang="ko-KR" altLang="en-US">
                <a:ea typeface="LG스마트체 Regular"/>
              </a:rPr>
              <a:t>자동조치 모드 중 동작하는 </a:t>
            </a:r>
            <a:r>
              <a:rPr lang="en-US" altLang="ko-KR">
                <a:ea typeface="LG스마트체 Regular"/>
              </a:rPr>
              <a:t>Stop Gap </a:t>
            </a:r>
            <a:r>
              <a:rPr lang="ko-KR" altLang="en-US">
                <a:ea typeface="LG스마트체 Regular"/>
              </a:rPr>
              <a:t>자동보정은 단선 발생 시점이 아닌 정상 구간에서 백업된 값을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                               </a:t>
            </a:r>
            <a:r>
              <a:rPr lang="ko-KR" altLang="en-US">
                <a:ea typeface="LG스마트체 Regular"/>
              </a:rPr>
              <a:t>기준으로 동작하므로</a:t>
            </a:r>
            <a:r>
              <a:rPr lang="en-US" altLang="ko-KR">
                <a:ea typeface="LG스마트체 Regular"/>
              </a:rPr>
              <a:t>, </a:t>
            </a:r>
            <a:r>
              <a:rPr lang="ko-KR" altLang="en-US">
                <a:ea typeface="LG스마트체 Regular"/>
              </a:rPr>
              <a:t>더 정확한 두께 조정이 필요할 경우 추가 </a:t>
            </a:r>
            <a:r>
              <a:rPr lang="en-US" altLang="ko-KR">
                <a:ea typeface="LG스마트체 Regular"/>
              </a:rPr>
              <a:t>Gap </a:t>
            </a:r>
            <a:r>
              <a:rPr lang="ko-KR" altLang="en-US">
                <a:ea typeface="LG스마트체 Regular"/>
              </a:rPr>
              <a:t>보정을 통해 정밀도를 높이고자 합니다</a:t>
            </a:r>
            <a:r>
              <a:rPr lang="en-US" altLang="ko-KR">
                <a:ea typeface="LG스마트체 Regular"/>
              </a:rPr>
              <a:t>.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        </a:t>
            </a:r>
            <a:r>
              <a:rPr lang="en-US" altLang="ko-KR">
                <a:ea typeface="LG Smart_H Regular"/>
              </a:rPr>
              <a:t>WA PNT/Single Type </a:t>
            </a:r>
            <a:r>
              <a:rPr lang="ko-KR" altLang="en-US">
                <a:ea typeface="LG Smart_H Regular"/>
              </a:rPr>
              <a:t>대표호기</a:t>
            </a:r>
            <a:r>
              <a:rPr lang="en-US" altLang="ko-KR">
                <a:ea typeface="LG Smart_H Regular"/>
              </a:rPr>
              <a:t>(C#3-2)</a:t>
            </a:r>
            <a:r>
              <a:rPr lang="ko-KR" altLang="en-US">
                <a:ea typeface="LG Smart_H Regular"/>
              </a:rPr>
              <a:t> 자동조치 프로그램 설계 완료했으며</a:t>
            </a:r>
            <a:r>
              <a:rPr lang="en-US" altLang="ko-KR">
                <a:ea typeface="LG Smart_H Regular"/>
              </a:rPr>
              <a:t>, </a:t>
            </a:r>
            <a:r>
              <a:rPr lang="ko-KR" altLang="en-US">
                <a:ea typeface="LG Smart_H Regular"/>
              </a:rPr>
              <a:t>기능검증 테스트 완료했습니다</a:t>
            </a:r>
            <a:r>
              <a:rPr lang="en-US" altLang="ko-KR">
                <a:ea typeface="LG Smart_H Regular"/>
              </a:rPr>
              <a:t>.(6/25)</a:t>
            </a:r>
            <a:br>
              <a:rPr lang="en-US" altLang="ko-KR">
                <a:ea typeface="LG Smart_H Regular"/>
              </a:rPr>
            </a:br>
            <a:r>
              <a:rPr lang="en-US" altLang="ko-KR">
                <a:ea typeface="LG Smart_H Regular"/>
              </a:rPr>
              <a:t>        WA4 </a:t>
            </a:r>
            <a:r>
              <a:rPr lang="ko-KR" altLang="en-US">
                <a:ea typeface="LG Smart_H Regular"/>
              </a:rPr>
              <a:t>양극 롤프레스 </a:t>
            </a:r>
            <a:r>
              <a:rPr lang="en-US" altLang="ko-KR">
                <a:ea typeface="LG Smart_H Regular"/>
              </a:rPr>
              <a:t>CIS </a:t>
            </a:r>
            <a:r>
              <a:rPr lang="ko-KR" altLang="en-US">
                <a:ea typeface="LG Smart_H Regular"/>
              </a:rPr>
              <a:t>설비 전개 완료</a:t>
            </a:r>
            <a:r>
              <a:rPr lang="en-US" altLang="ko-KR">
                <a:ea typeface="LG Smart_H Regular"/>
              </a:rPr>
              <a:t>(7/17) </a:t>
            </a:r>
            <a:r>
              <a:rPr lang="ko-KR" altLang="en-US">
                <a:ea typeface="LG Smart_H Regular"/>
              </a:rPr>
              <a:t>및 </a:t>
            </a:r>
            <a:r>
              <a:rPr lang="en-US" altLang="ko-KR">
                <a:ea typeface="LG Smart_H Regular"/>
              </a:rPr>
              <a:t>PNT </a:t>
            </a:r>
            <a:r>
              <a:rPr lang="ko-KR" altLang="en-US">
                <a:ea typeface="LG Smart_H Regular"/>
              </a:rPr>
              <a:t>설비 수평전개 완료했습니다</a:t>
            </a:r>
            <a:r>
              <a:rPr lang="en-US" altLang="ko-KR">
                <a:ea typeface="LG Smart_H Regular"/>
              </a:rPr>
              <a:t>.(7/24)</a:t>
            </a:r>
            <a:br>
              <a:rPr lang="en-US" altLang="ko-KR">
                <a:ea typeface="LG Smart_H Regular"/>
              </a:rPr>
            </a:br>
            <a:r>
              <a:rPr lang="en-US" altLang="ko-KR">
                <a:ea typeface="LG Smart_H Regular"/>
              </a:rPr>
              <a:t>        </a:t>
            </a:r>
            <a:r>
              <a:rPr lang="en-US" altLang="ko-KR">
                <a:solidFill>
                  <a:srgbClr val="0000FF"/>
                </a:solidFill>
              </a:rPr>
              <a:t>4</a:t>
            </a:r>
            <a:r>
              <a:rPr lang="ko-KR" altLang="en-US">
                <a:solidFill>
                  <a:srgbClr val="0000FF"/>
                </a:solidFill>
              </a:rPr>
              <a:t>개 </a:t>
            </a:r>
            <a:r>
              <a:rPr lang="en-US" altLang="ko-KR">
                <a:solidFill>
                  <a:srgbClr val="0000FF"/>
                </a:solidFill>
              </a:rPr>
              <a:t>Shift </a:t>
            </a:r>
            <a:r>
              <a:rPr lang="ko-KR" altLang="en-US">
                <a:solidFill>
                  <a:srgbClr val="0000FF"/>
                </a:solidFill>
              </a:rPr>
              <a:t>교육 소요시간 고려했을 때 실제 생산 적용까지는 약 </a:t>
            </a:r>
            <a:r>
              <a:rPr lang="en-US" altLang="ko-KR">
                <a:solidFill>
                  <a:srgbClr val="0000FF"/>
                </a:solidFill>
              </a:rPr>
              <a:t>3~4</a:t>
            </a:r>
            <a:r>
              <a:rPr lang="ko-KR" altLang="en-US">
                <a:solidFill>
                  <a:srgbClr val="0000FF"/>
                </a:solidFill>
              </a:rPr>
              <a:t>주 소요 예상됩니다</a:t>
            </a:r>
            <a:r>
              <a:rPr lang="en-US" altLang="ko-KR">
                <a:solidFill>
                  <a:srgbClr val="0000FF"/>
                </a:solidFill>
              </a:rPr>
              <a:t>.(~8/31)</a:t>
            </a:r>
            <a:endParaRPr lang="en-US" altLang="ko-KR">
              <a:ea typeface="LG Smart_H Regular"/>
            </a:endParaRPr>
          </a:p>
          <a:p>
            <a:pPr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>
              <a:ea typeface="LG스마트체 Regular"/>
            </a:endParaRP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70924B1A-D55C-B6A1-F292-646075DCD1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" t="2773" r="4168" b="73214"/>
          <a:stretch/>
        </p:blipFill>
        <p:spPr bwMode="auto">
          <a:xfrm>
            <a:off x="2774380" y="1872665"/>
            <a:ext cx="5691523" cy="81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D23F271-9D04-72C2-81B8-275C41CA4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406" y="4682309"/>
            <a:ext cx="1896740" cy="175166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5D4E887-21B1-65B3-14E9-3AB6BA1F6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2005" y="4741391"/>
            <a:ext cx="3188270" cy="173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56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1403-C9FD-C1E6-EDD3-BFA2F1A2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A8BBFC4-4E47-5602-DBE3-CDCAD0AB00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정대영</a:t>
            </a:r>
            <a:endParaRPr lang="en-US" altLang="ko-KR">
              <a:ea typeface="LG스마트체 Regular"/>
            </a:endParaRPr>
          </a:p>
          <a:p>
            <a:r>
              <a:rPr lang="ko-KR" altLang="en-US">
                <a:ea typeface="LG스마트체 Regular"/>
              </a:rPr>
              <a:t>김치완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EB159-5080-27C8-7CE4-22FCCCC89F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'2</a:t>
            </a:r>
            <a:r>
              <a:rPr lang="en-US" altLang="ko-KR">
                <a:ea typeface="LG스마트체 Regular"/>
              </a:rPr>
              <a:t>6</a:t>
            </a:r>
            <a:r>
              <a:rPr lang="ko-KR" altLang="en-US">
                <a:ea typeface="LG스마트체 Regular"/>
              </a:rPr>
              <a:t>.12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6C029C-8797-2345-71D0-842D1206D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WA</a:t>
            </a:r>
            <a:endParaRPr lang="ko-KR" altLang="en-US">
              <a:ea typeface="LG스마트체 Regular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52A656E-9DC5-02EE-331F-E1062DD79B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김치완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F6DCF5A-C812-C79A-3E4D-3B5DB39B72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7161" y="511301"/>
            <a:ext cx="917665" cy="169965"/>
          </a:xfrm>
        </p:spPr>
        <p:txBody>
          <a:bodyPr lIns="0" tIns="0" rIns="0" bIns="0" anchor="t"/>
          <a:lstStyle/>
          <a:p>
            <a:r>
              <a:rPr lang="en-US" altLang="ko-KR">
                <a:ea typeface="LG스마트체 Regular"/>
              </a:rPr>
              <a:t>26.09.15 17</a:t>
            </a:r>
            <a:r>
              <a:rPr lang="ko-KR" altLang="en-US">
                <a:ea typeface="LG스마트체 Regular"/>
              </a:rPr>
              <a:t>시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E4C90C9-A019-5679-6ED0-4DA8526529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91440" tIns="45720" rIns="91440" bIns="45720" anchor="t"/>
          <a:lstStyle/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배경 및 목표</a:t>
            </a:r>
            <a:r>
              <a:rPr lang="en-US" altLang="ko-KR">
                <a:ea typeface="LG스마트체 Regular"/>
              </a:rPr>
              <a:t>]</a:t>
            </a:r>
          </a:p>
          <a:p>
            <a:r>
              <a:rPr lang="en-US" altLang="ko-KR">
                <a:ea typeface="LG스마트체 Regular"/>
              </a:rPr>
              <a:t>WA </a:t>
            </a:r>
            <a:r>
              <a:rPr lang="ko-KR" altLang="en-US">
                <a:ea typeface="LG스마트체 Regular"/>
              </a:rPr>
              <a:t>법인 </a:t>
            </a:r>
            <a:r>
              <a:rPr lang="en-US" altLang="ko-KR">
                <a:ea typeface="LG스마트체 Regular"/>
              </a:rPr>
              <a:t>Tension </a:t>
            </a:r>
            <a:r>
              <a:rPr lang="ko-KR" altLang="en-US">
                <a:ea typeface="LG스마트체 Regular"/>
              </a:rPr>
              <a:t>자동보정 적용을 통한 </a:t>
            </a:r>
            <a:r>
              <a:rPr lang="en-US" altLang="ko-KR">
                <a:ea typeface="LG스마트체 Regular"/>
              </a:rPr>
              <a:t>PD Loss  20% </a:t>
            </a:r>
            <a:r>
              <a:rPr lang="ko-KR" altLang="en-US">
                <a:ea typeface="LG스마트체 Regular"/>
              </a:rPr>
              <a:t>개선 기여</a:t>
            </a:r>
            <a:endParaRPr lang="en-US" altLang="ko-KR">
              <a:ea typeface="LG스마트체 Regular"/>
            </a:endParaRPr>
          </a:p>
          <a:p>
            <a:r>
              <a:rPr lang="en-US" altLang="ko-KR">
                <a:ea typeface="LG스마트체 Regular"/>
              </a:rPr>
              <a:t>[</a:t>
            </a:r>
            <a:r>
              <a:rPr lang="ko-KR" altLang="en-US">
                <a:ea typeface="LG스마트체 Regular"/>
              </a:rPr>
              <a:t>진행사항</a:t>
            </a:r>
            <a:r>
              <a:rPr lang="en-US" altLang="ko-KR">
                <a:ea typeface="LG스마트체 Regular"/>
              </a:rPr>
              <a:t>]</a:t>
            </a:r>
            <a:br>
              <a:rPr lang="en-US" altLang="ko-KR">
                <a:ea typeface="LG스마트체 Regular"/>
              </a:rPr>
            </a:br>
            <a:r>
              <a:rPr lang="en-US" altLang="ko-KR">
                <a:ea typeface="LG스마트체 Regular"/>
              </a:rPr>
              <a:t>- </a:t>
            </a:r>
            <a:r>
              <a:rPr lang="ko-KR" altLang="en-US">
                <a:ea typeface="LG스마트체 Regular"/>
              </a:rPr>
              <a:t>전체 </a:t>
            </a:r>
            <a:r>
              <a:rPr lang="en-US" altLang="ko-KR">
                <a:ea typeface="LG스마트체 Regular"/>
              </a:rPr>
              <a:t>25</a:t>
            </a:r>
            <a:r>
              <a:rPr lang="ko-KR" altLang="en-US">
                <a:ea typeface="LG스마트체 Regular"/>
              </a:rPr>
              <a:t>개 </a:t>
            </a:r>
            <a:r>
              <a:rPr lang="ko-KR" altLang="en-US" err="1">
                <a:ea typeface="LG스마트체 Regular"/>
              </a:rPr>
              <a:t>전호기</a:t>
            </a:r>
            <a:r>
              <a:rPr lang="ko-KR" altLang="en-US">
                <a:ea typeface="LG스마트체 Regular"/>
              </a:rPr>
              <a:t> 자동보정 적용 완료 후 </a:t>
            </a:r>
            <a:r>
              <a:rPr lang="en-US" altLang="ko-KR">
                <a:ea typeface="LG스마트체 Regular"/>
              </a:rPr>
              <a:t>13</a:t>
            </a:r>
            <a:r>
              <a:rPr lang="ko-KR" altLang="en-US">
                <a:ea typeface="LG스마트체 Regular"/>
              </a:rPr>
              <a:t>개 호기 양산적용 중입니다</a:t>
            </a:r>
            <a:r>
              <a:rPr lang="en-US" altLang="ko-KR">
                <a:ea typeface="LG스마트체 Regular"/>
              </a:rPr>
              <a:t>.</a:t>
            </a:r>
            <a:r>
              <a:rPr lang="ko-KR" altLang="en-US">
                <a:ea typeface="LG스마트체 Regular"/>
              </a:rPr>
              <a:t> </a:t>
            </a:r>
            <a:r>
              <a:rPr lang="en-US" altLang="ko-KR">
                <a:ea typeface="LG스마트체 Regular"/>
              </a:rPr>
              <a:t>(/W</a:t>
            </a:r>
            <a:r>
              <a:rPr lang="ko-KR" altLang="en-US">
                <a:ea typeface="LG스마트체 Regular"/>
              </a:rPr>
              <a:t>법인자동보정</a:t>
            </a:r>
            <a:r>
              <a:rPr lang="en-US" altLang="ko-KR">
                <a:ea typeface="LG스마트체 Regular"/>
              </a:rPr>
              <a:t>)</a:t>
            </a:r>
          </a:p>
          <a:p>
            <a:endParaRPr lang="en-US" altLang="ko-KR">
              <a:solidFill>
                <a:srgbClr val="0000FF"/>
              </a:solidFill>
              <a:ea typeface="LG스마트체 Regular"/>
            </a:endParaRPr>
          </a:p>
          <a:p>
            <a:endParaRPr lang="en-US" altLang="ko-KR">
              <a:solidFill>
                <a:srgbClr val="0000FF"/>
              </a:solidFill>
              <a:ea typeface="LG스마트체 Regular"/>
            </a:endParaRPr>
          </a:p>
          <a:p>
            <a:endParaRPr lang="en-US" altLang="ko-KR">
              <a:solidFill>
                <a:srgbClr val="0000FF"/>
              </a:solidFill>
              <a:ea typeface="LG스마트체 Regular"/>
            </a:endParaRPr>
          </a:p>
          <a:p>
            <a:endParaRPr lang="en-US" altLang="ko-KR">
              <a:solidFill>
                <a:srgbClr val="0000FF"/>
              </a:solidFill>
              <a:ea typeface="LG스마트체 Regular"/>
            </a:endParaRPr>
          </a:p>
          <a:p>
            <a:endParaRPr lang="en-US" altLang="ko-KR">
              <a:solidFill>
                <a:srgbClr val="0000FF"/>
              </a:solidFill>
              <a:ea typeface="LG스마트체 Regular"/>
            </a:endParaRPr>
          </a:p>
          <a:p>
            <a:br>
              <a:rPr lang="en-US" altLang="ko-KR"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br>
              <a:rPr lang="en-US" altLang="ko-KR">
                <a:ea typeface="LG스마트체 Regular"/>
              </a:rPr>
            </a:br>
            <a:endParaRPr lang="en-US" altLang="ko-KR">
              <a:ea typeface="LG스마트체 Regular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3E959A6-AC49-7B01-D064-E45E529F28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lIns="91440" tIns="45720" rIns="91440" bIns="45720" anchor="t"/>
          <a:lstStyle/>
          <a:p>
            <a:r>
              <a:rPr lang="ko-KR" err="1"/>
              <a:t>RSND자동보정팀</a:t>
            </a:r>
            <a:endParaRPr lang="ko-KR" b="0"/>
          </a:p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B7BCF75-42DD-3CCE-5107-95AC25957E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91440" tIns="45720" rIns="91440" bIns="45720" anchor="t"/>
          <a:lstStyle/>
          <a:p>
            <a:r>
              <a:rPr lang="ko-KR" altLang="en-US" dirty="0">
                <a:ea typeface="LG스마트체2.0 Regular"/>
              </a:rPr>
              <a:t>AX 실행 가속화를 통한 제조운영 개선(PD </a:t>
            </a:r>
            <a:r>
              <a:rPr lang="ko-KR" altLang="en-US" dirty="0" err="1">
                <a:ea typeface="LG스마트체2.0 Regular"/>
              </a:rPr>
              <a:t>Loss</a:t>
            </a:r>
            <a:r>
              <a:rPr lang="ko-KR" altLang="en-US" dirty="0">
                <a:ea typeface="LG스마트체2.0 Regular"/>
              </a:rPr>
              <a:t> 개선)</a:t>
            </a:r>
            <a:r>
              <a:rPr lang="ko-KR" altLang="en-US" dirty="0">
                <a:latin typeface="LG스마트체2.0 Regular"/>
                <a:ea typeface="LG스마트체2.0 Regular"/>
              </a:rPr>
              <a:t> </a:t>
            </a:r>
            <a:r>
              <a:rPr lang="en-US" altLang="ko-KR" dirty="0">
                <a:latin typeface="LG스마트체2.0 Regular"/>
                <a:ea typeface="LG스마트체2.0 Regular"/>
              </a:rPr>
              <a:t>(7/7)</a:t>
            </a:r>
            <a:r>
              <a:rPr lang="ko-KR" altLang="en-US" dirty="0">
                <a:ea typeface="LG스마트체2.0 Regular"/>
              </a:rPr>
              <a:t>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FFC43B-FC38-3C51-EA7B-E19354E06B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0" tIns="0" rIns="0" bIns="0" anchor="t"/>
          <a:lstStyle/>
          <a:p>
            <a:r>
              <a:rPr lang="ko-KR" altLang="en-US">
                <a:ea typeface="LG스마트체 Regular"/>
              </a:rPr>
              <a:t>AX 실행 가속화를 통한 제조 운영</a:t>
            </a:r>
            <a:br>
              <a:rPr lang="en-US" altLang="ko-KR">
                <a:ea typeface="LG스마트체 Regular"/>
              </a:rPr>
            </a:br>
            <a:r>
              <a:rPr lang="ko-KR" altLang="en-US">
                <a:ea typeface="LG스마트체 Regular"/>
              </a:rPr>
              <a:t>개선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DAB89A0-783A-622B-2C7A-981A15B770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22788" y="1201138"/>
            <a:ext cx="6504652" cy="352425"/>
          </a:xfrm>
        </p:spPr>
        <p:txBody>
          <a:bodyPr lIns="91440" tIns="45720" rIns="91440" bIns="45720" anchor="t"/>
          <a:lstStyle/>
          <a:p>
            <a:r>
              <a:rPr lang="en-US" altLang="ko-KR"/>
              <a:t>8-1,8-2</a:t>
            </a:r>
            <a:r>
              <a:rPr lang="ko-KR" altLang="en-US"/>
              <a:t>호기 수평전개 진행 및 </a:t>
            </a:r>
            <a:r>
              <a:rPr lang="en-US" altLang="ko-KR"/>
              <a:t>Tension </a:t>
            </a:r>
            <a:r>
              <a:rPr lang="ko-KR" altLang="en-US"/>
              <a:t>데이터 이상설비들 원인 파악 진행중입니다</a:t>
            </a:r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C8096-864E-6E22-3105-755A81EC6EC3}"/>
              </a:ext>
            </a:extLst>
          </p:cNvPr>
          <p:cNvSpPr txBox="1"/>
          <p:nvPr/>
        </p:nvSpPr>
        <p:spPr>
          <a:xfrm>
            <a:off x="1693683" y="189213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배경 목표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84D69B-02D1-B918-28E3-192E3102DC58}"/>
              </a:ext>
            </a:extLst>
          </p:cNvPr>
          <p:cNvSpPr txBox="1"/>
          <p:nvPr/>
        </p:nvSpPr>
        <p:spPr>
          <a:xfrm>
            <a:off x="1684158" y="2895325"/>
            <a:ext cx="831324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상황</a:t>
            </a:r>
            <a:r>
              <a:rPr lang="en-US" altLang="ko-KR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]</a:t>
            </a:r>
            <a:endParaRPr lang="ko-KR" altLang="en-US" sz="11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9F3B7CC-1945-8DF7-D0AA-7E8D3ABF1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125889"/>
              </p:ext>
            </p:extLst>
          </p:nvPr>
        </p:nvGraphicFramePr>
        <p:xfrm>
          <a:off x="2764548" y="2517458"/>
          <a:ext cx="5803000" cy="3977640"/>
        </p:xfrm>
        <a:graphic>
          <a:graphicData uri="http://schemas.openxmlformats.org/drawingml/2006/table">
            <a:tbl>
              <a:tblPr/>
              <a:tblGrid>
                <a:gridCol w="352278">
                  <a:extLst>
                    <a:ext uri="{9D8B030D-6E8A-4147-A177-3AD203B41FA5}">
                      <a16:colId xmlns:a16="http://schemas.microsoft.com/office/drawing/2014/main" val="1425951642"/>
                    </a:ext>
                  </a:extLst>
                </a:gridCol>
                <a:gridCol w="462116">
                  <a:extLst>
                    <a:ext uri="{9D8B030D-6E8A-4147-A177-3AD203B41FA5}">
                      <a16:colId xmlns:a16="http://schemas.microsoft.com/office/drawing/2014/main" val="853844464"/>
                    </a:ext>
                  </a:extLst>
                </a:gridCol>
                <a:gridCol w="462116">
                  <a:extLst>
                    <a:ext uri="{9D8B030D-6E8A-4147-A177-3AD203B41FA5}">
                      <a16:colId xmlns:a16="http://schemas.microsoft.com/office/drawing/2014/main" val="1667313690"/>
                    </a:ext>
                  </a:extLst>
                </a:gridCol>
                <a:gridCol w="1406013">
                  <a:extLst>
                    <a:ext uri="{9D8B030D-6E8A-4147-A177-3AD203B41FA5}">
                      <a16:colId xmlns:a16="http://schemas.microsoft.com/office/drawing/2014/main" val="145166069"/>
                    </a:ext>
                  </a:extLst>
                </a:gridCol>
                <a:gridCol w="3120477">
                  <a:extLst>
                    <a:ext uri="{9D8B030D-6E8A-4147-A177-3AD203B41FA5}">
                      <a16:colId xmlns:a16="http://schemas.microsoft.com/office/drawing/2014/main" val="1145330708"/>
                    </a:ext>
                  </a:extLst>
                </a:gridCol>
              </a:tblGrid>
              <a:tr h="571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모델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호기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적용여부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현황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355945"/>
                  </a:ext>
                </a:extLst>
              </a:tr>
              <a:tr h="12491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ESS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WA2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1-1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304473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1-2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86067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2-1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성능 검증 완료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7/6 </a:t>
                      </a: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적용</a:t>
                      </a: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장기성능 검증 중</a:t>
                      </a: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520561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2-2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로직 적용 완료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설비기인으로 추정되는 </a:t>
                      </a: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Tension </a:t>
                      </a: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헌팅발생으로 원인 파악 중</a:t>
                      </a: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113177"/>
                  </a:ext>
                </a:extLst>
              </a:tr>
              <a:tr h="124911"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자동차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WA4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3-1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7/6 </a:t>
                      </a: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적용</a:t>
                      </a: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장기성능 검증 중</a:t>
                      </a: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, Config </a:t>
                      </a: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개선 논의 중</a:t>
                      </a: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747701"/>
                  </a:ext>
                </a:extLst>
              </a:tr>
              <a:tr h="2498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3-2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ea typeface="LG Smart_H Regular"/>
                          <a:cs typeface="+mn-cs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Tension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헌팅 대응 설비수리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댄서롤 래벨링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액추에이터 교체 등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)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</a:t>
                      </a:r>
                      <a:b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</a:br>
                      <a:r>
                        <a:rPr lang="ko-KR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→ </a:t>
                      </a:r>
                      <a:r>
                        <a:rPr lang="en-US" altLang="ko-KR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Tension</a:t>
                      </a:r>
                      <a:r>
                        <a:rPr lang="ko-KR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OS/DS</a:t>
                      </a:r>
                      <a:r>
                        <a:rPr lang="ko-KR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 센서위치 교정 </a:t>
                      </a:r>
                      <a:r>
                        <a:rPr lang="ko-KR" altLang="en-US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후 </a:t>
                      </a:r>
                      <a:r>
                        <a:rPr lang="en-US" altLang="ko-KR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8/17</a:t>
                      </a:r>
                      <a:r>
                        <a:rPr lang="ko-KR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</a:t>
                      </a:r>
                      <a:endParaRPr 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501271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3-3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ea typeface="LG Smart_H Regular"/>
                          <a:cs typeface="+mn-cs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1" hangingPunct="1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8/6 적용, 장기성능 검증 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432129"/>
                  </a:ext>
                </a:extLst>
              </a:tr>
              <a:tr h="136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4-1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LG Smart_H Regular"/>
                          <a:cs typeface="+mn-cs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ea typeface="LG스마트체 Regular"/>
                          <a:cs typeface="+mn-cs"/>
                        </a:rPr>
                        <a:t>8/11 설비 수리 작업 후 데이터 스무딩 진행중</a:t>
                      </a:r>
                      <a:b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ea typeface="LG스마트체 Regular"/>
                          <a:cs typeface="+mn-cs"/>
                        </a:rPr>
                      </a:br>
                      <a:r>
                        <a:rPr lang="ko-KR" altLang="en-US" sz="900" b="0" i="0" u="none" strike="noStrike" kern="1200" noProof="0">
                          <a:solidFill>
                            <a:schemeClr val="tx1"/>
                          </a:solidFill>
                          <a:effectLst/>
                          <a:ea typeface="LG Smart_H Regular"/>
                        </a:rPr>
                        <a:t>→ 9/17 적용, 장기 성능 검증 중</a:t>
                      </a:r>
                      <a:endParaRPr lang="en-US" altLang="ko-KR" sz="900" b="0" i="0" u="none" strike="noStrike" kern="1200" noProof="0">
                        <a:solidFill>
                          <a:schemeClr val="tx1"/>
                        </a:solidFill>
                        <a:effectLst/>
                        <a:ea typeface="LG Smart_H Regular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351347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4-2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생산 대기 중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58410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4-3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909504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5-1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DS TENSION CABLE </a:t>
                      </a:r>
                      <a:r>
                        <a:rPr lang="ko-KR" alt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이상으로 </a:t>
                      </a:r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0</a:t>
                      </a:r>
                      <a:r>
                        <a:rPr lang="ko-KR" alt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값 수집 </a:t>
                      </a:r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ISSUE </a:t>
                      </a:r>
                      <a:r>
                        <a:rPr lang="ko-KR" alt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발생</a:t>
                      </a:r>
                      <a:b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-&gt; </a:t>
                      </a:r>
                      <a:r>
                        <a:rPr lang="ko-KR" alt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이슈대응후 재가동완료</a:t>
                      </a:r>
                      <a:endParaRPr lang="en-US" altLang="ko-KR" sz="900" b="0" i="0" u="none" strike="noStrike" kern="1200">
                        <a:solidFill>
                          <a:srgbClr val="0000FF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729189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5-2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534440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5-3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658950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6-1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생산 대기 중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151273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6-2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222507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6-3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860535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7-1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785186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7-2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23888"/>
                  </a:ext>
                </a:extLst>
              </a:tr>
              <a:tr h="124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7-3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 Smart_H Regular"/>
                        </a:rPr>
                        <a:t>성능 검증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880934"/>
                  </a:ext>
                </a:extLst>
              </a:tr>
              <a:tr h="1368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자동차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WA8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8-1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Cable</a:t>
                      </a:r>
                      <a:r>
                        <a:rPr lang="ko-KR" alt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교체 완료(9/16)</a:t>
                      </a:r>
                      <a:br>
                        <a:rPr lang="ko-KR" altLang="en-US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</a:br>
                      <a:r>
                        <a:rPr lang="ko-KR" altLang="en-US" sz="900" b="0" i="0" u="none" strike="noStrike" kern="1200">
                          <a:solidFill>
                            <a:srgbClr val="0000FF"/>
                          </a:solidFill>
                          <a:effectLst/>
                          <a:ea typeface="LG스마트체 Regular"/>
                          <a:cs typeface="+mn-cs"/>
                        </a:rPr>
                        <a:t>-&gt; PLC 수정 및 데이터 스무딩 진행중</a:t>
                      </a:r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ea typeface="LG스마트체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796426"/>
                  </a:ext>
                </a:extLst>
              </a:tr>
              <a:tr h="136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8-2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13354"/>
                  </a:ext>
                </a:extLst>
              </a:tr>
              <a:tr h="136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9-1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508341"/>
                  </a:ext>
                </a:extLst>
              </a:tr>
              <a:tr h="136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9-2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408072"/>
                  </a:ext>
                </a:extLst>
              </a:tr>
              <a:tr h="136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10-1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618056"/>
                  </a:ext>
                </a:extLst>
              </a:tr>
              <a:tr h="136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/>
                        </a:rPr>
                        <a:t>10-2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로직 </a:t>
                      </a:r>
                      <a:r>
                        <a:rPr kumimoji="0" 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 Smart_H Regular"/>
                          <a:cs typeface="+mn-cs"/>
                        </a:rPr>
                        <a:t>적용 완료</a:t>
                      </a:r>
                      <a:endParaRPr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 Smart_H Regular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262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8426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lIns="0" tIns="0" rIns="0" bIns="0" rtlCol="0" anchor="ctr"/>
      <a:lstStyle>
        <a:defPPr algn="ctr">
          <a:defRPr sz="5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>
        <a:spAutoFit/>
      </a:bodyPr>
      <a:lstStyle>
        <a:defPPr algn="l">
          <a:lnSpc>
            <a:spcPct val="90000"/>
          </a:lnSpc>
          <a:defRPr sz="800" dirty="0">
            <a:solidFill>
              <a:srgbClr val="008000"/>
            </a:solidFill>
            <a:latin typeface="Arial Narrow" panose="020B0606020202030204" pitchFamily="34" charset="0"/>
            <a:ea typeface="LG스마트체 Regular" panose="020B0600000101010101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100" b="1" dirty="0" smtClean="0">
            <a:solidFill>
              <a:schemeClr val="tx1"/>
            </a:solidFill>
            <a:latin typeface="Arial Narrow" panose="020B0606020202030204" pitchFamily="34" charset="0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000" dirty="0">
            <a:latin typeface="Arial Narrow" panose="020B0606020202030204" pitchFamily="34" charset="0"/>
            <a:ea typeface="LG스마트체 Regular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46" ma:contentTypeDescription="새 문서를 만듭니다." ma:contentTypeScope="" ma:versionID="1bfafca458262fc54cda0698ce16bf80">
  <xsd:schema xmlns:xsd="http://www.w3.org/2001/XMLSchema" xmlns:xs="http://www.w3.org/2001/XMLSchema" xmlns:p="http://schemas.microsoft.com/office/2006/metadata/properties" xmlns:ns2="77ab8ab7-d944-4b07-86c1-a8412d451223" xmlns:ns3="d1f844b5-60c6-4513-87d6-15fa0af311fc" xmlns:ns4="69aacc19-8f48-4ba8-bfc1-057a6d56306d" targetNamespace="http://schemas.microsoft.com/office/2006/metadata/properties" ma:root="true" ma:fieldsID="1b17bbab9a2d0c7b4e955c70893348da" ns2:_="" ns3:_="" ns4:_="">
    <xsd:import namespace="77ab8ab7-d944-4b07-86c1-a8412d451223"/>
    <xsd:import namespace="d1f844b5-60c6-4513-87d6-15fa0af311fc"/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ab8ab7-d944-4b07-86c1-a8412d451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844b5-60c6-4513-87d6-15fa0af311f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329B45-53AC-4C77-8515-FC4F51DF1048}">
  <ds:schemaRefs>
    <ds:schemaRef ds:uri="69aacc19-8f48-4ba8-bfc1-057a6d56306d"/>
    <ds:schemaRef ds:uri="77ab8ab7-d944-4b07-86c1-a8412d451223"/>
    <ds:schemaRef ds:uri="d1f844b5-60c6-4513-87d6-15fa0af311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purl.org/dc/terms/"/>
    <ds:schemaRef ds:uri="http://schemas.microsoft.com/office/2006/metadata/properties"/>
    <ds:schemaRef ds:uri="d1f844b5-60c6-4513-87d6-15fa0af311fc"/>
    <ds:schemaRef ds:uri="http://purl.org/dc/dcmitype/"/>
    <ds:schemaRef ds:uri="69aacc19-8f48-4ba8-bfc1-057a6d5630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7ab8ab7-d944-4b07-86c1-a8412d451223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</TotalTime>
  <Words>7864</Words>
  <Application>Microsoft Office PowerPoint</Application>
  <PresentationFormat>A4 용지(210x297mm)</PresentationFormat>
  <Paragraphs>1311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19</vt:i4>
      </vt:variant>
    </vt:vector>
  </HeadingPairs>
  <TitlesOfParts>
    <vt:vector size="33" baseType="lpstr">
      <vt:lpstr>LG 스마트체</vt:lpstr>
      <vt:lpstr>LG Smart_H Regular</vt:lpstr>
      <vt:lpstr>LG Smart_H Regular</vt:lpstr>
      <vt:lpstr>LG스마트체2.0 Regular</vt:lpstr>
      <vt:lpstr>LG스마트체2.0 Regular</vt:lpstr>
      <vt:lpstr>LG스마트체2.0 SemiBold</vt:lpstr>
      <vt:lpstr>맑은 고딕</vt:lpstr>
      <vt:lpstr>Malgun Gothic Semilight</vt:lpstr>
      <vt:lpstr>Aptos Narrow</vt:lpstr>
      <vt:lpstr>Arial</vt:lpstr>
      <vt:lpstr>Arial Narrow</vt:lpstr>
      <vt:lpstr>3_Office 테마</vt:lpstr>
      <vt:lpstr>1_Office 테마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5</cp:revision>
  <cp:lastPrinted>2022-03-03T00:02:18Z</cp:lastPrinted>
  <dcterms:modified xsi:type="dcterms:W3CDTF">2026-09-29T06:25:47Z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</Properties>
</file>