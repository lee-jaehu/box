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(W40)  (9/28~10/4)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ESWA 재료교체 불량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금주(W40)에는 Normal Line 수평전개 완료, 2주 데이터로 개선 유지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 /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(북미 10/13)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이제희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김형원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ESWA 재료교체 불량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현황_조립자동보정팀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이제희 P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401193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호기·모델별 품질 편차와 이상 발생에 대한 선제 대응 미흡으로 수율 손실 지속. 재료교체 구간 Y축 불량(사행·이음매)을 EPC 보정·예측 보정 로직으로 개선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712915"/>
          <a:ext cx="6970743" cy="1874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07/24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분석(상세)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07/31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08/07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실적일 미기재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 (1차)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08/31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08/23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보완·검증 (2차)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09/18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대표호기 4대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E77 18대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MI_HL·조립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09/16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#2-2·3 (2대)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Normal·조립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WA·MI_HL Normal 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북미·조립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10/13 (+18)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예정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sz="90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PLC 펌웨어 검증 필요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614867"/>
            <a:ext cx="6970747" cy="288651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- 1차 로직(8/13) 적용: E77 0.189% → 0.164%, 18대 중 12대 감소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- 2차 로직(9/4~): Limit ±0.35mm, 대표 4대 0.270% → 0.185%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수평전개 완료: MEB·ESMI1 #2-2·3(9/16), Normal Line(9/30), 누적 26대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ESWA 0.171% → 0.144%(4일) → 0.139%(2주), ESMI1 0.367% → 0.221%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ESWA MEB E77 0.171% → 0.139% (2주 평균, 4일 0.144% 대비 추가 감소)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ESMI1 #2-2·3 0.367% → 0.221% (2주 평균)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Normal Line 수평전개 완료(9/30): WA 4대(#21~#24), MI_HL 2대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수평전개 누적 적용 호기 26대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Site 수평전개 일정 10월초 → 10/13 확정 (현지 라인 가동 일정)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Site 수평전개 적용 (10/13)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최종 효과 산출(~10/16) 및 완료 회고 작성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효과 유지 여부 한두 주 추가 모니터링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북미 PLC 펌웨어 버전 상이 → 보정 파라미터 이식 전 검증 필요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원격 접속 지원 여부 IT팀 확인 요청 필요 (지원 요청)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