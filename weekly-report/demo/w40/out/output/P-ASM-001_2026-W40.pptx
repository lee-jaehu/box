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(W40)  (9/28~10/4)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ESWA 재료교체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금주(W40)에는 Normal Line 수평전개를 완료했고, 추석 이후 2주 데이터로 개선 효과 유지를 확인했습니다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 /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(북미 10/13)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ESWA 재료교체 불량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현황_조립자동보정팀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15시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이제희 P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40119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호기·모델별 품질 편차와 이상 발생에 대한 선제 대응 미흡으로 수율 손실 지속. 재료교체 구간 Y축 불량(사행·이음매)을 EPC 보정·예측 보정 로직으로 개선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712915"/>
          <a:ext cx="6970743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분석(상세)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 (1차)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08/23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보완·검증 (2차)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대표호기 4대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 (2대)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Normal·조립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WA·MI_HL Normal 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북미·조립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10/13 (+18)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예정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PLC 펌웨어 검증 필요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614867"/>
            <a:ext cx="6970747" cy="288651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- 1차 로직(EPC 보정량·이음매 예측 보정 개선)을 적용해 E77 불량률이 0.189% → 0.164%로 감소했습니다. (08/13)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- 2차 로직(Limit ±0.35mm)을 적용해 대표 4대 불량률이 0.270% → 0.185%로 감소했습니다. (09/04~)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수평전개를 MEB·ESMI1 #2-2·3(9/16), Normal Line(9/30) 순으로 완료해 누적 26대입니다. (09/16~09/30)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0.171% → 0.144%(4일) → 0.139%(2주), ESMI1 0.367% → 0.221%로 효과가 유지됐습니다. (09/22~09/28)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추석 이후 2주 데이터 기준 ESWA MEB E77 불량률이 0.171% → 0.139%로, 4일 결과(0.144%)보다 더 감소했습니다. (09/28)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ESMI1 #2-2·3 불량률도 2주 평균 0.367% → 0.221%로 감소해 단기 개선 효과가 유지되고 있습니다. (09/28)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Normal Line 수평전개는 WA 4대(#21~#24) 적용 후 MI_HL 2대까지 적용해 전체 완료했습니다. (09/29~09/30)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4대는 적용 후 첫날 알람이 없었으며, 수평전개 누적 적용 호기는 26대가 되었습니다. (09/29~09/30)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법인과 협의해 현지 라인 가동 일정에 맞춰 북미 수평전개 일정을 10월초 → 10/13으로 확정했습니다. (10/01)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수평전개를 적용하고, 적용 전 현지 PLC 보정 파라미터 이식을 검증할 예정입니다. (~10/13)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그룹장 보고용 최종 효과를 산출하고, 시작한 완료 회고 초안을 함께 마무리할 예정입니다. (~10/16)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단기 개선 효과가 계속 유지되는지 한두 주 추가로 재료교체 불량률을 모니터링할 예정입니다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현지 PLC 펌웨어 버전이 국내와 달라 보정 파라미터 이식 전에 별도 검증이 필요합니다. (10/01)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PLC 검증을 위한 원격 접속 지원 가능 여부를 IT팀에 확인 요청드립니다 (지원 요청). (10/01)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