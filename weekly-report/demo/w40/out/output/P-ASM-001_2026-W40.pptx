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931" r:id="rId4"/>
  </p:sldMasterIdLst>
  <p:notesMasterIdLst>
    <p:notesMasterId r:id="rId6"/>
  </p:notesMasterIdLst>
  <p:handoutMasterIdLst>
    <p:handoutMasterId r:id="rId7"/>
  </p:handoutMasterIdLst>
  <p:sldIdLst>
    <p:sldId id="2147482079" r:id="rId5"/>
  </p:sldIdLst>
  <p:sldSz cx="9906000" cy="6858000" type="A4"/>
  <p:notesSz cx="6735763" cy="98663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8" userDrawn="1">
          <p15:clr>
            <a:srgbClr val="A4A3A4"/>
          </p15:clr>
        </p15:guide>
        <p15:guide id="2" pos="194" userDrawn="1">
          <p15:clr>
            <a:srgbClr val="A4A3A4"/>
          </p15:clr>
        </p15:guide>
        <p15:guide id="3" orient="horz" pos="15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377" userDrawn="1">
          <p15:clr>
            <a:srgbClr val="A4A3A4"/>
          </p15:clr>
        </p15:guide>
        <p15:guide id="2" pos="2106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 " initials="" lastIdx="1" clrIdx="0">
    <p:extLst>
      <p:ext uri="{19B8F6BF-5375-455C-9EA6-DF929625EA0E}">
        <p15:presenceInfo xmlns:p15="http://schemas.microsoft.com/office/powerpoint/2012/main" userId=" " providerId="None"/>
      </p:ext>
    </p:extLst>
  </p:cmAuthor>
  <p:cmAuthor id="2" name="김설희 " initials="김" lastIdx="0" clrIdx="1">
    <p:extLst>
      <p:ext uri="{19B8F6BF-5375-455C-9EA6-DF929625EA0E}">
        <p15:presenceInfo xmlns:p15="http://schemas.microsoft.com/office/powerpoint/2012/main" userId="김설희 " providerId="None"/>
      </p:ext>
    </p:extLst>
  </p:cmAuthor>
  <p:cmAuthor id="3" name="최성민 " initials="최" lastIdx="1" clrIdx="2">
    <p:extLst>
      <p:ext uri="{19B8F6BF-5375-455C-9EA6-DF929625EA0E}">
        <p15:presenceInfo xmlns:p15="http://schemas.microsoft.com/office/powerpoint/2012/main" userId="최성민 " providerId="None"/>
      </p:ext>
    </p:extLst>
  </p:cmAuthor>
  <p:cmAuthor id="4" name="박동욱 " initials="박" lastIdx="3" clrIdx="3">
    <p:extLst>
      <p:ext uri="{19B8F6BF-5375-455C-9EA6-DF929625EA0E}">
        <p15:presenceInfo xmlns:p15="http://schemas.microsoft.com/office/powerpoint/2012/main" userId="박동욱 " providerId="None"/>
      </p:ext>
    </p:extLst>
  </p:cmAuthor>
  <p:cmAuthor id="5" name="임성묵(SungMook Lim)[muksung0084]/사원/제조지능화.제조PI.지능화기반.기반구축1팀" initials="임L" lastIdx="1" clrIdx="4">
    <p:extLst>
      <p:ext uri="{19B8F6BF-5375-455C-9EA6-DF929625EA0E}">
        <p15:presenceInfo xmlns:p15="http://schemas.microsoft.com/office/powerpoint/2012/main" userId="S-1-5-21-886851358-1450416589-2733106619-104108" providerId="AD"/>
      </p:ext>
    </p:extLst>
  </p:cmAuthor>
  <p:cmAuthor id="6" name="최성민(Seongmin Choi)[choi.sm]/책임/제조지능화.데이터솔루션.조립셀추적기술팀" initials="최C" lastIdx="1" clrIdx="5">
    <p:extLst>
      <p:ext uri="{19B8F6BF-5375-455C-9EA6-DF929625EA0E}">
        <p15:presenceInfo xmlns:p15="http://schemas.microsoft.com/office/powerpoint/2012/main" userId="S-1-5-21-886851358-1450416589-2733106619-8007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00"/>
    <a:srgbClr val="92D050"/>
    <a:srgbClr val="339933"/>
    <a:srgbClr val="1414FE"/>
    <a:srgbClr val="006600"/>
    <a:srgbClr val="7F7F7F"/>
    <a:srgbClr val="D9D9D9"/>
    <a:srgbClr val="FFFFCC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5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752" y="102"/>
      </p:cViewPr>
      <p:guideLst>
        <p:guide orient="horz" pos="618"/>
        <p:guide pos="194"/>
        <p:guide orient="horz" pos="157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377"/>
        <p:guide pos="2106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commentAuthors" Target="commentAuthors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정원(JUNGWON LEE)[jwlee0401]/팀장/제조DX.품질DX.DAVINCI팀" userId="1c2f8ad7-3b6e-475e-9593-07812a6d44f9" providerId="ADAL" clId="{42E42565-1DC3-4C00-ADDE-1ED930111395}"/>
    <pc:docChg chg="addSld delSld modSld delMainMaster modSection">
      <pc:chgData name="이정원(JUNGWON LEE)[jwlee0401]/팀장/제조DX.품질DX.DAVINCI팀" userId="1c2f8ad7-3b6e-475e-9593-07812a6d44f9" providerId="ADAL" clId="{42E42565-1DC3-4C00-ADDE-1ED930111395}" dt="2026-06-11T00:16:18.819" v="3"/>
      <pc:docMkLst>
        <pc:docMk/>
      </pc:docMkLst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70075415" sldId="25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6753724" sldId="25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68764267" sldId="25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34701498" sldId="25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77425088" sldId="26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071513182" sldId="26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1265645" sldId="26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36551117" sldId="26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51443811" sldId="26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119118043" sldId="26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16316921" sldId="26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769171974" sldId="26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897336525" sldId="26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495252914" sldId="26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9842813" sldId="27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992309048" sldId="27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699554211" sldId="27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076006084" sldId="27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487307555" sldId="27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268302759" sldId="27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248701469" sldId="27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09453602" sldId="27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86587803" sldId="27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91841044" sldId="27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802992306" sldId="28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30102857" sldId="28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29430486" sldId="28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361864316" sldId="28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61295054" sldId="287"/>
        </pc:sldMkLst>
      </pc:sldChg>
      <pc:sldChg chg="modSp mod">
        <pc:chgData name="이정원(JUNGWON LEE)[jwlee0401]/팀장/제조DX.품질DX.DAVINCI팀" userId="1c2f8ad7-3b6e-475e-9593-07812a6d44f9" providerId="ADAL" clId="{42E42565-1DC3-4C00-ADDE-1ED930111395}" dt="2026-06-10T07:49:55.312" v="1" actId="20577"/>
        <pc:sldMkLst>
          <pc:docMk/>
          <pc:sldMk cId="2751367990" sldId="746"/>
        </pc:sldMkLst>
        <pc:spChg chg="mod">
          <ac:chgData name="이정원(JUNGWON LEE)[jwlee0401]/팀장/제조DX.품질DX.DAVINCI팀" userId="1c2f8ad7-3b6e-475e-9593-07812a6d44f9" providerId="ADAL" clId="{42E42565-1DC3-4C00-ADDE-1ED930111395}" dt="2026-06-10T07:49:55.312" v="1" actId="20577"/>
          <ac:spMkLst>
            <pc:docMk/>
            <pc:sldMk cId="2751367990" sldId="746"/>
            <ac:spMk id="19" creationId="{00000000-0000-0000-0000-000000000000}"/>
          </ac:spMkLst>
        </pc:spChg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892459115" sldId="131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799842264" sldId="131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765432747" sldId="131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095886732" sldId="132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70816502" sldId="134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4171172" sldId="2147481798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005210716" sldId="214748188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782641193" sldId="2147481889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571412418" sldId="2147481897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627161179" sldId="2147481908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647982237" sldId="2147481911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964062836" sldId="214748191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1232159" sldId="214748193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619540429" sldId="2147481947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3073314691" sldId="2147481956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273295863" sldId="2147481961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959969249" sldId="2147481966"/>
        </pc:sldMkLst>
      </pc:sldChg>
      <pc:sldChg chg="add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21265645" sldId="214748198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714355536" sldId="2147481981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032173439" sldId="2147481982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088152125" sldId="2147481984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3132371169" sldId="2147481986"/>
        </pc:sldMkLst>
      </pc:sldChg>
      <pc:sldChg chg="add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530102857" sldId="214748198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75222790" sldId="2147481987"/>
        </pc:sldMkLst>
      </pc:sldChg>
      <pc:sldChg chg="add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229430486" sldId="214748198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390094452" sldId="2147481988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406624593" sldId="2147481990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4237976707" sldId="2147481991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837434731" sldId="214748199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23619185" sldId="214748199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86080073" sldId="2147481995"/>
        </pc:sldMkLst>
      </pc:sldChg>
      <pc:sldChg chg="add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336551117" sldId="214748199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97884987" sldId="2147481996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3855628006" sldId="2147481997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875589917" sldId="2147481998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527363302" sldId="2147481999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251144703" sldId="2147482000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463586155" sldId="2147482001"/>
        </pc:sldMkLst>
      </pc:sldChg>
      <pc:sldChg chg="add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3909150637" sldId="214748200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31653520" sldId="214748207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080837860" sldId="214748207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755497490" sldId="214748208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158226180" sldId="214748210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73224709" sldId="214748210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941241283" sldId="214748211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73316372" sldId="214748212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754205851" sldId="214748213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335153446" sldId="214748213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24263111" sldId="214748213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227162785" sldId="214748214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32564399" sldId="214748214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24122391" sldId="214748214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469670490" sldId="214748214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36734569" sldId="214748215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249728740" sldId="214748215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098260711" sldId="214748216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3935835" sldId="214748217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209369088" sldId="214748218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01988193" sldId="214748218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32484304" sldId="214748219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341581979" sldId="214748219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699644780" sldId="214748219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838070560" sldId="214748219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03862557" sldId="214748220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08753089" sldId="214748220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896745681" sldId="214748220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6699700" sldId="214748221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28180181" sldId="214748221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58919499" sldId="214748221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93900675" sldId="214748221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69332864" sldId="214748221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649915204" sldId="214748221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942395244" sldId="214748221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92845261" sldId="214748221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92919259" sldId="214748222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10368236" sldId="214748222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432916899" sldId="214748222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79884739" sldId="214748223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59064717" sldId="214748223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463187120" sldId="214748224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419732740" sldId="214748224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36025678" sldId="214748224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002884975" sldId="214748225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9389771" sldId="214748225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47206059" sldId="214748225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903540469" sldId="214748226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22883975" sldId="214748226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18351504" sldId="214748226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057580758" sldId="214748227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852142024" sldId="214748227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727946765" sldId="214748227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904766922" sldId="214748227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736044589" sldId="214748227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9883890" sldId="214748228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11276172" sldId="214748228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593320977" sldId="214748229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42216647" sldId="214748229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790388497" sldId="214748229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96691194" sldId="214748231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103841124" sldId="214748231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314115481" sldId="214748231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32208808" sldId="214748231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59639368" sldId="214748231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58152258" sldId="214748234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083435470" sldId="214748234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899987150" sldId="214748234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368010382" sldId="214748234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543499269" sldId="214748234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240590436" sldId="214748234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969419318" sldId="214748234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4680555" sldId="214748236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875963261" sldId="214748236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17662529" sldId="214748236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022393476" sldId="214748236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650095275" sldId="214748236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091846311" sldId="214748237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93781609" sldId="214748237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87662067" sldId="214748237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12335601" sldId="214748237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173404529" sldId="214748238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43108386" sldId="214748238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533390757" sldId="214748238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59338307" sldId="214748239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809929132" sldId="214748239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782435953" sldId="214748241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667338337" sldId="214748242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43048222" sldId="214748242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697971809" sldId="214748242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82528128" sldId="214748242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27353793" sldId="214748243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817871026" sldId="214748243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07300827" sldId="214748243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7103057" sldId="214748243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640676373" sldId="214748243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031098" sldId="214748244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845173503" sldId="214748244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455765133" sldId="214748244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126368911" sldId="214748244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973059942" sldId="214748244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09558725" sldId="214748244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749894319" sldId="214748244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715695188" sldId="214748245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55252784" sldId="214748245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18576387" sldId="214748245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3020055" sldId="214748245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674959186" sldId="214748245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23945192" sldId="214748358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71351590" sldId="214748358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06810035" sldId="214748358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26355013" sldId="214748358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686436296" sldId="214748358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14057943" sldId="214748364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036101403" sldId="214748364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94132828" sldId="214748364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12751909" sldId="2147483647"/>
        </pc:sldMkLst>
      </pc:sldChg>
      <pc:sldMasterChg chg="del delSldLayout">
        <pc:chgData name="이정원(JUNGWON LEE)[jwlee0401]/팀장/제조DX.품질DX.DAVINCI팀" userId="1c2f8ad7-3b6e-475e-9593-07812a6d44f9" providerId="ADAL" clId="{42E42565-1DC3-4C00-ADDE-1ED930111395}" dt="2026-06-10T07:50:04.488" v="2" actId="47"/>
        <pc:sldMasterMkLst>
          <pc:docMk/>
          <pc:sldMasterMk cId="4184194262" sldId="2147483928"/>
        </pc:sldMasterMkLst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4184194262" sldId="2147483928"/>
            <pc:sldLayoutMk cId="2848295152" sldId="2147483929"/>
          </pc:sldLayoutMkLst>
        </pc:sldLayoutChg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4184194262" sldId="2147483928"/>
            <pc:sldLayoutMk cId="3389275494" sldId="2147483930"/>
          </pc:sldLayoutMkLst>
        </pc:sldLayoutChg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4184194262" sldId="2147483928"/>
            <pc:sldLayoutMk cId="965675165" sldId="2147483931"/>
          </pc:sldLayoutMkLst>
        </pc:sldLayoutChg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4184194262" sldId="2147483928"/>
            <pc:sldLayoutMk cId="1715446726" sldId="2147483932"/>
          </pc:sldLayoutMkLst>
        </pc:sldLayoutChg>
      </pc:sldMasterChg>
      <pc:sldMasterChg chg="del delSldLayout">
        <pc:chgData name="이정원(JUNGWON LEE)[jwlee0401]/팀장/제조DX.품질DX.DAVINCI팀" userId="1c2f8ad7-3b6e-475e-9593-07812a6d44f9" providerId="ADAL" clId="{42E42565-1DC3-4C00-ADDE-1ED930111395}" dt="2026-06-10T07:50:04.488" v="2" actId="47"/>
        <pc:sldMasterMkLst>
          <pc:docMk/>
          <pc:sldMasterMk cId="3087726775" sldId="2147483933"/>
        </pc:sldMasterMkLst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3087726775" sldId="2147483933"/>
            <pc:sldLayoutMk cId="1626185120" sldId="2147483934"/>
          </pc:sldLayoutMkLst>
        </pc:sldLayoutChg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3087726775" sldId="2147483933"/>
            <pc:sldLayoutMk cId="3212269721" sldId="2147483935"/>
          </pc:sldLayoutMkLst>
        </pc:sldLayoutChg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3087726775" sldId="2147483933"/>
            <pc:sldLayoutMk cId="837955830" sldId="2147483936"/>
          </pc:sldLayoutMkLst>
        </pc:sldLayoutChg>
      </pc:sldMasterChg>
    </pc:docChg>
  </pc:docChgLst>
  <pc:docChgLst>
    <pc:chgData name="문대윤(DAEYOON MOON)[dymoon17]/책임/제조DX.품질DX.설비DX팀" userId="fe4b4c97-a916-4217-8fde-65670670746c" providerId="ADAL" clId="{17FB9174-3770-49DD-858A-D0C4D9CB166C}"/>
    <pc:docChg chg="addSld modSld">
      <pc:chgData name="문대윤(DAEYOON MOON)[dymoon17]/책임/제조DX.품질DX.설비DX팀" userId="fe4b4c97-a916-4217-8fde-65670670746c" providerId="ADAL" clId="{17FB9174-3770-49DD-858A-D0C4D9CB166C}" dt="2026-06-11T00:33:59.592" v="0"/>
      <pc:docMkLst>
        <pc:docMk/>
      </pc:docMkLst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197884987" sldId="272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63020055" sldId="281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674959186" sldId="282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51232159" sldId="2147481931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619540429" sldId="2147481947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923619185" sldId="2147481993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586080073" sldId="2147481995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08753089" sldId="2147482208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896745681" sldId="2147482209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158919499" sldId="2147482214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93900675" sldId="2147482215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169332864" sldId="2147482216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649915204" sldId="2147482217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942395244" sldId="2147482218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4192845261" sldId="2147482219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692919259" sldId="2147482222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710368236" sldId="2147482223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432916899" sldId="2147482224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379884739" sldId="2147482238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559064717" sldId="2147482239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463187120" sldId="2147482240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419732740" sldId="2147482246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002884975" sldId="2147482250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49389771" sldId="2147482251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747206059" sldId="2147482255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222883975" sldId="2147482263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318351504" sldId="2147482268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736044589" sldId="2147482276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883671718" sldId="2147482277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017537109" sldId="2147482278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937459330" sldId="2147482279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11202586" sldId="2147482280"/>
        </pc:sldMkLst>
      </pc:sldChg>
    </pc:docChg>
  </pc:docChgLst>
  <pc:docChgLst>
    <pc:chgData name="이강국(KANG KUK LEE)[kklee81]/팀장/제조DX.품질DX.공정DX팀" userId="d2ce5178-2266-4480-858d-6442786b6081" providerId="ADAL" clId="{20B7C431-AE2C-469D-BF87-64285AC2C209}"/>
    <pc:docChg chg="addSld delSld modSld delMainMaster modSection">
      <pc:chgData name="이강국(KANG KUK LEE)[kklee81]/팀장/제조DX.품질DX.공정DX팀" userId="d2ce5178-2266-4480-858d-6442786b6081" providerId="ADAL" clId="{20B7C431-AE2C-469D-BF87-64285AC2C209}" dt="2026-06-11T00:29:05.569" v="1"/>
      <pc:docMkLst>
        <pc:docMk/>
      </pc:docMkLst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475222790" sldId="256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170075415" sldId="257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768764267" sldId="258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56753724" sldId="259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612751909" sldId="260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714355536" sldId="261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071513182" sldId="262"/>
        </pc:sldMkLst>
      </pc:sldChg>
      <pc:sldChg chg="del">
        <pc:chgData name="이강국(KANG KUK LEE)[kklee81]/팀장/제조DX.품질DX.공정DX팀" userId="d2ce5178-2266-4480-858d-6442786b6081" providerId="ADAL" clId="{20B7C431-AE2C-469D-BF87-64285AC2C209}" dt="2026-06-11T00:27:42.302" v="0" actId="47"/>
        <pc:sldMkLst>
          <pc:docMk/>
          <pc:sldMk cId="4199059677" sldId="262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134701498" sldId="263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151443811" sldId="264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4199059677" sldId="265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116316921" sldId="266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769171974" sldId="267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897336525" sldId="268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495252914" sldId="269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59842813" sldId="270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992309048" sldId="271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076006084" sldId="273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487307555" sldId="274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4268302759" sldId="275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248701469" sldId="276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709453602" sldId="277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586587803" sldId="278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691841044" sldId="279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802992306" sldId="280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361864316" sldId="286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161295054" sldId="287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892459115" sldId="1311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799842264" sldId="1313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765432747" sldId="1314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095886732" sldId="1322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470816502" sldId="1342"/>
        </pc:sldMkLst>
      </pc:sldChg>
      <pc:sldChg chg="add del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74725635" sldId="1520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74171172" sldId="2147481798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123945192" sldId="2147483585"/>
        </pc:sldMkLst>
      </pc:sldChg>
      <pc:sldChg chg="add del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041205244" sldId="2147483591"/>
        </pc:sldMkLst>
      </pc:sldChg>
      <pc:sldChg chg="add del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829641397" sldId="2147483592"/>
        </pc:sldMkLst>
      </pc:sldChg>
      <pc:sldChg chg="add del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761832269" sldId="2147483593"/>
        </pc:sldMkLst>
      </pc:sldChg>
      <pc:sldChg chg="add del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655868540" sldId="2147483594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414057943" sldId="2147483642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036101403" sldId="2147483645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390094452" sldId="2147483646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94132828" sldId="2147483647"/>
        </pc:sldMkLst>
      </pc:sldChg>
      <pc:sldMasterChg chg="del delSldLayout">
        <pc:chgData name="이강국(KANG KUK LEE)[kklee81]/팀장/제조DX.품질DX.공정DX팀" userId="d2ce5178-2266-4480-858d-6442786b6081" providerId="ADAL" clId="{20B7C431-AE2C-469D-BF87-64285AC2C209}" dt="2026-06-11T00:27:42.302" v="0" actId="47"/>
        <pc:sldMasterMkLst>
          <pc:docMk/>
          <pc:sldMasterMk cId="3734256132" sldId="2147483936"/>
        </pc:sldMasterMkLst>
        <pc:sldLayoutChg chg="del">
          <pc:chgData name="이강국(KANG KUK LEE)[kklee81]/팀장/제조DX.품질DX.공정DX팀" userId="d2ce5178-2266-4480-858d-6442786b6081" providerId="ADAL" clId="{20B7C431-AE2C-469D-BF87-64285AC2C209}" dt="2026-06-11T00:27:42.302" v="0" actId="47"/>
          <pc:sldLayoutMkLst>
            <pc:docMk/>
            <pc:sldMasterMk cId="3734256132" sldId="2147483936"/>
            <pc:sldLayoutMk cId="307018037" sldId="2147483937"/>
          </pc:sldLayoutMkLst>
        </pc:sldLayoutChg>
        <pc:sldLayoutChg chg="del">
          <pc:chgData name="이강국(KANG KUK LEE)[kklee81]/팀장/제조DX.품질DX.공정DX팀" userId="d2ce5178-2266-4480-858d-6442786b6081" providerId="ADAL" clId="{20B7C431-AE2C-469D-BF87-64285AC2C209}" dt="2026-06-11T00:27:42.302" v="0" actId="47"/>
          <pc:sldLayoutMkLst>
            <pc:docMk/>
            <pc:sldMasterMk cId="3734256132" sldId="2147483936"/>
            <pc:sldLayoutMk cId="473624248" sldId="2147483938"/>
          </pc:sldLayoutMkLst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787112" y="1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BCA65B-4A64-4C09-B6AF-22726F39C5D6}" type="datetimeFigureOut">
              <a:rPr lang="ko-KR" altLang="en-US" smtClean="0"/>
              <a:t>2026-10-02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10186393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787112" y="10186393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5DBB3B-02F1-4B6B-B52B-D48CB606F0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55983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787112" y="1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702084-E320-4FCE-8E72-C66EF9DD46EA}" type="datetimeFigureOut">
              <a:rPr lang="ko-KR" altLang="en-US" smtClean="0"/>
              <a:t>2026-10-02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804863"/>
            <a:ext cx="5807075" cy="40211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68587" y="5094127"/>
            <a:ext cx="5348695" cy="482601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0186393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787112" y="10186393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FC5283-F698-4B70-A5AB-FFCC0F08C4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8718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FC5283-F698-4B70-A5AB-FFCC0F08C4A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475019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5917088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772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0678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244788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722671" y="6650863"/>
            <a:ext cx="460631" cy="153888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/>
          <a:p>
            <a:pPr algn="ctr"/>
            <a:fld id="{A54A9921-F004-4FEA-AF7B-4D114F7E353D}" type="slidenum">
              <a:rPr lang="ko-KR" altLang="en-US" sz="1000" b="1" smtClean="0">
                <a:solidFill>
                  <a:srgbClr val="000000"/>
                </a:solidFill>
                <a:cs typeface="Arial" pitchFamily="34" charset="0"/>
              </a:rPr>
              <a:pPr algn="ctr"/>
              <a:t>‹#›</a:t>
            </a:fld>
            <a:r>
              <a:rPr lang="ko-KR" altLang="en-US" sz="1000">
                <a:solidFill>
                  <a:srgbClr val="000000"/>
                </a:solidFill>
                <a:cs typeface="Arial" pitchFamily="34" charset="0"/>
              </a:rPr>
              <a:t> </a:t>
            </a:r>
            <a:r>
              <a:rPr lang="en-US" altLang="ko-KR" sz="1000">
                <a:solidFill>
                  <a:srgbClr val="000000"/>
                </a:solidFill>
                <a:cs typeface="Arial" pitchFamily="34" charset="0"/>
              </a:rPr>
              <a:t>/ 140</a:t>
            </a:r>
          </a:p>
        </p:txBody>
      </p:sp>
    </p:spTree>
    <p:extLst>
      <p:ext uri="{BB962C8B-B14F-4D97-AF65-F5344CB8AC3E}">
        <p14:creationId xmlns:p14="http://schemas.microsoft.com/office/powerpoint/2010/main" val="2799675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2" r:id="rId1"/>
    <p:sldLayoutId id="2147483933" r:id="rId2"/>
    <p:sldLayoutId id="2147483934" r:id="rId3"/>
    <p:sldLayoutId id="214748393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1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main_table">
            <a:extLst>
              <a:ext uri="{FF2B5EF4-FFF2-40B4-BE49-F238E27FC236}">
                <a16:creationId xmlns:a16="http://schemas.microsoft.com/office/drawing/2014/main" id="{3E86696F-E35A-4B06-9B46-63A4A6A986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992296"/>
              </p:ext>
            </p:extLst>
          </p:nvPr>
        </p:nvGraphicFramePr>
        <p:xfrm>
          <a:off x="125047" y="866775"/>
          <a:ext cx="9644176" cy="5708566"/>
        </p:xfrm>
        <a:graphic>
          <a:graphicData uri="http://schemas.openxmlformats.org/drawingml/2006/table">
            <a:tbl>
              <a:tblPr/>
              <a:tblGrid>
                <a:gridCol w="82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3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2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78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45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868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과제명</a:t>
                      </a:r>
                    </a:p>
                  </a:txBody>
                  <a:tcPr marL="6273" marR="6273" marT="36000" marB="360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대상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>
                          <a:solidFill>
                            <a:srgbClr val="FFFFFF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금주 진행사항 (W40)  (9/28~10/4)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일정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담당자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259"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ESWA 재료교체 불량 개선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000" marR="6273" marT="6273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WA MEB·조립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E77 18대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MI_HL·조립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#2-2·3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6273" marR="6273" marT="627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900" b="0">
                          <a:solidFill>
                            <a:srgbClr val="0000FF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금주(W40)에는 Normal Line 수평전개를 완료했고, 2주 데이터로 개선 효과 유지를 확인했습니다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'26.09 /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>
                          <a:solidFill>
                            <a:srgbClr val="0000FF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(북미 10/13)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000" marR="6273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vl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>
                          <a:latin typeface="Arial Narrow"/>
                          <a:ea typeface="LG Smart Regular"/>
                          <a:cs typeface="Arial Narrow"/>
                        </a:defRPr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이제희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  <a:p>
                      <a:pPr lvl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>
                          <a:latin typeface="Arial Narrow"/>
                          <a:ea typeface="LG Smart Regular"/>
                          <a:cs typeface="Arial Narrow"/>
                        </a:defRPr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김형원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000" marR="6273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90246">
                <a:tc vMerge="1">
                  <a:txBody>
                    <a:bodyPr/>
                    <a:lstStyle/>
                    <a:p>
                      <a:pPr latinLnBrk="1"/>
                      <a:endParaRPr lang="ko-KR" altLang="en-US">
                        <a:latin typeface="Arial Narrow"/>
                        <a:ea typeface="LG Smart Regular"/>
                        <a:cs typeface="Arial Narrow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>
                        <a:latin typeface="Arial Narrow"/>
                        <a:ea typeface="LG Smart Regular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>
                        <a:latin typeface="Arial Narrow"/>
                        <a:ea typeface="LG Smart Regular"/>
                        <a:cs typeface="Arial Narrow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>
                        <a:latin typeface="Arial Narrow"/>
                        <a:ea typeface="LG Smart Regular"/>
                        <a:cs typeface="Arial Narro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5497985"/>
                  </a:ext>
                </a:extLst>
              </a:tr>
            </a:tbl>
          </a:graphicData>
        </a:graphic>
      </p:graphicFrame>
      <p:sp>
        <p:nvSpPr>
          <p:cNvPr id="5" name="pjt_header">
            <a:extLst>
              <a:ext uri="{FF2B5EF4-FFF2-40B4-BE49-F238E27FC236}">
                <a16:creationId xmlns:a16="http://schemas.microsoft.com/office/drawing/2014/main" id="{628CAE2A-DD4F-41F2-BEE4-46B7C086D483}"/>
              </a:ext>
            </a:extLst>
          </p:cNvPr>
          <p:cNvSpPr txBox="1">
            <a:spLocks/>
          </p:cNvSpPr>
          <p:nvPr/>
        </p:nvSpPr>
        <p:spPr>
          <a:xfrm>
            <a:off x="108656" y="612730"/>
            <a:ext cx="6858000" cy="21544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Arial Narrow"/>
                <a:ea typeface="LG Smart Regular"/>
                <a:cs typeface="Arial Narrow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</a:rPr>
              <a:t>■ ESWA 재료교체 불량 개선 (1/1)</a:t>
            </a:r>
            <a:endParaRPr lang="ko-KR" sz="1400">
              <a:latin typeface="+mn-lt"/>
              <a:ea typeface="LG스마트체 Regular" panose="020B0600000101010101" pitchFamily="50" charset="-127"/>
            </a:endParaRPr>
          </a:p>
        </p:txBody>
      </p:sp>
      <p:sp>
        <p:nvSpPr>
          <p:cNvPr id="64" name="slide_title"/>
          <p:cNvSpPr txBox="1">
            <a:spLocks/>
          </p:cNvSpPr>
          <p:nvPr/>
        </p:nvSpPr>
        <p:spPr>
          <a:xfrm>
            <a:off x="124961" y="132021"/>
            <a:ext cx="4406976" cy="369332"/>
          </a:xfrm>
          <a:prstGeom prst="rect">
            <a:avLst/>
          </a:prstGeom>
          <a:solidFill>
            <a:srgbClr val="FFFFFF"/>
          </a:solidFill>
          <a:ln w="12700">
            <a:gradFill>
              <a:gsLst>
                <a:gs pos="0">
                  <a:srgbClr val="FFFFFF">
                    <a:alpha val="0"/>
                    <a:lumMod val="0"/>
                    <a:lumOff val="100000"/>
                  </a:srgbClr>
                </a:gs>
                <a:gs pos="98000">
                  <a:srgbClr val="FFFFFF">
                    <a:alpha val="0"/>
                    <a:lumMod val="0"/>
                    <a:lumOff val="100000"/>
                  </a:srgbClr>
                </a:gs>
                <a:gs pos="99000">
                  <a:srgbClr val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>
                <a:latin typeface="Arial Narrow"/>
                <a:ea typeface="LG Smart Regular"/>
                <a:cs typeface="Arial Narrow"/>
              </a:defRPr>
            </a:defPPr>
            <a:lvl1pPr lvl="0" fontAlgn="base" latinLnBrk="0">
              <a:spcBef>
                <a:spcPct val="10000"/>
              </a:spcBef>
              <a:spcAft>
                <a:spcPct val="0"/>
              </a:spcAft>
              <a:buNone/>
              <a:defRPr kumimoji="1" sz="2000" b="1" kern="0">
                <a:solidFill>
                  <a:prstClr val="black"/>
                </a:solidFill>
                <a:latin typeface="Arial Narrow"/>
                <a:ea typeface="LG Smart Regular"/>
                <a:cs typeface="Arial Narrow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Arial Narrow"/>
                <a:ea typeface="LG Smart Regular"/>
                <a:cs typeface="Arial Narrow"/>
              </a:defRPr>
            </a:pPr>
            <a:r>
              <a:rPr sz="18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</a:rPr>
              <a:t>1. 과제 진행 현황_조립자동보정팀</a:t>
            </a:r>
            <a:endParaRPr lang="ko-KR" sz="1800">
              <a:latin typeface="+mn-lt"/>
              <a:ea typeface="LG스마트체 Regular" panose="020B0600000101010101" pitchFamily="50" charset="-127"/>
            </a:endParaRPr>
          </a:p>
        </p:txBody>
      </p:sp>
      <p:sp>
        <p:nvSpPr>
          <p:cNvPr id="7" name="updated_at">
            <a:extLst>
              <a:ext uri="{FF2B5EF4-FFF2-40B4-BE49-F238E27FC236}">
                <a16:creationId xmlns:a16="http://schemas.microsoft.com/office/drawing/2014/main" id="{2849E3CD-BC1D-4B95-8A4F-2BD9E660BDE3}"/>
              </a:ext>
            </a:extLst>
          </p:cNvPr>
          <p:cNvSpPr txBox="1"/>
          <p:nvPr/>
        </p:nvSpPr>
        <p:spPr>
          <a:xfrm>
            <a:off x="8355374" y="572550"/>
            <a:ext cx="1413849" cy="169277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>
                <a:latin typeface="Arial Narrow"/>
                <a:ea typeface="LG Smart Regular"/>
                <a:cs typeface="Arial Narrow"/>
              </a:defRPr>
            </a:defPPr>
            <a:lvl1pPr lvl="0" indent="0" algn="r">
              <a:spcBef>
                <a:spcPts val="0"/>
              </a:spcBef>
              <a:buFontTx/>
              <a:buNone/>
              <a:defRPr sz="1100" baseline="0">
                <a:solidFill>
                  <a:prstClr val="black"/>
                </a:solidFill>
                <a:latin typeface="Arial Narrow"/>
                <a:ea typeface="LG Smart Regular"/>
                <a:cs typeface="Arial Narrow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latin typeface="Arial Narrow"/>
                <a:ea typeface="LG Smart Regular"/>
                <a:cs typeface="Arial Narrow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latin typeface="Arial Narrow"/>
                <a:ea typeface="LG Smart Regular"/>
                <a:cs typeface="Arial Narrow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latin typeface="Arial Narrow"/>
                <a:ea typeface="LG Smart Regular"/>
                <a:cs typeface="Arial Narrow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Arial Narrow"/>
                <a:ea typeface="LG Smart Regular"/>
                <a:cs typeface="Arial Narrow"/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latin typeface="Arial Narrow"/>
                <a:ea typeface="LG Smart Regular"/>
                <a:cs typeface="Arial Narrow"/>
              </a:defRPr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latin typeface="Arial Narrow"/>
                <a:ea typeface="LG Smart Regular"/>
                <a:cs typeface="Arial Narrow"/>
              </a:defRPr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latin typeface="Arial Narrow"/>
                <a:ea typeface="LG Smart Regular"/>
                <a:cs typeface="Arial Narrow"/>
              </a:defRPr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latin typeface="Arial Narrow"/>
                <a:ea typeface="LG Smart Regular"/>
                <a:cs typeface="Arial Narrow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Arial Narrow"/>
                <a:ea typeface="LG Smart Regular"/>
                <a:cs typeface="Arial Narrow"/>
              </a:defRPr>
            </a:pPr>
            <a:r>
              <a:rPr sz="11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</a:rPr>
              <a:t>업데이트 시간 : 10/4 9시</a:t>
            </a:r>
            <a:endParaRPr lang="ko-KR" sz="1100">
              <a:latin typeface="+mn-lt"/>
              <a:ea typeface="LG스마트체 Regular" panose="020B0600000101010101" pitchFamily="50" charset="-127"/>
            </a:endParaRPr>
          </a:p>
        </p:txBody>
      </p:sp>
      <p:sp>
        <p:nvSpPr>
          <p:cNvPr id="8" name="author">
            <a:extLst>
              <a:ext uri="{FF2B5EF4-FFF2-40B4-BE49-F238E27FC236}">
                <a16:creationId xmlns:a16="http://schemas.microsoft.com/office/drawing/2014/main" id="{7178FAE9-DDAC-36A6-95D7-1CCF93D6F62A}"/>
              </a:ext>
            </a:extLst>
          </p:cNvPr>
          <p:cNvSpPr txBox="1">
            <a:spLocks/>
          </p:cNvSpPr>
          <p:nvPr/>
        </p:nvSpPr>
        <p:spPr>
          <a:xfrm>
            <a:off x="8756721" y="403273"/>
            <a:ext cx="1024318" cy="169277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Arial Narrow"/>
                <a:ea typeface="LG Smart Regular"/>
                <a:cs typeface="Arial Narrow"/>
              </a:defRPr>
            </a:pPr>
            <a:r>
              <a:rPr sz="11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</a:rPr>
              <a:t>작성자 : 이제희 P</a:t>
            </a:r>
            <a:endParaRPr lang="ko-KR" sz="1100">
              <a:latin typeface="+mn-lt"/>
              <a:ea typeface="LG스마트체 Regular" panose="020B0600000101010101" pitchFamily="50" charset="-127"/>
            </a:endParaRPr>
          </a:p>
        </p:txBody>
      </p:sp>
      <p:sp>
        <p:nvSpPr>
          <p:cNvPr id="65" name="body_top"/>
          <p:cNvSpPr txBox="1"/>
          <p:nvPr/>
        </p:nvSpPr>
        <p:spPr>
          <a:xfrm>
            <a:off x="1670334" y="1284290"/>
            <a:ext cx="6970747" cy="401193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[배경/목표]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호기·모델별 품질 편차와 이상 발생에 대한 선제 대응 미흡으로 수율 손실 지속. 재료교체 구간 Y축 불량(사행·이음매)을 EPC 보정·예측 보정 로직으로 개선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</p:txBody>
      </p:sp>
      <p:graphicFrame>
        <p:nvGraphicFramePr>
          <p:cNvPr id="66" name="ms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0321968"/>
              </p:ext>
            </p:extLst>
          </p:nvPr>
        </p:nvGraphicFramePr>
        <p:xfrm>
          <a:off x="1670334" y="1712915"/>
          <a:ext cx="6970743" cy="18745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67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1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03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96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03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86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225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8745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단계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dirty="0" err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적용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범위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Baseline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계획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실적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상태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비고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현황 분석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공통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07/24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07/24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07/24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완료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현황 분석(상세)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공통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07/31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07/31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완료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sz="90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실적일 미기재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개선 방안 도출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공통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08/07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08/07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완료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sz="90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실적일 미기재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로직 보완 (1차)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WA MEB·조립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08/31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08/31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08/23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완료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로직 보완·검증 (2차)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WA MEB·조립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09/18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09/18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09/16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완료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sz="90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대표호기 4대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수평전개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WA MEB·조립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09/16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완료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sz="90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E77 18대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수평전개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MI_HL·조립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09/16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완료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sz="90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#2-2·3 (2대)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수평전개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Normal·조립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09/30 (+5)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FF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09/30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FF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완료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sz="90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WA·MI_HL Normal Line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수평전개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북미·조립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FF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10/13 (+18)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예정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sz="900">
                          <a:solidFill>
                            <a:srgbClr val="0000FF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PLC 펌웨어 검증 필요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7" name="body_main"/>
          <p:cNvSpPr txBox="1"/>
          <p:nvPr/>
        </p:nvSpPr>
        <p:spPr>
          <a:xfrm>
            <a:off x="1670334" y="3614867"/>
            <a:ext cx="6970747" cy="2886517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[진행 현황 – 누적 요약]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- 8/13 1차 로직을 적용해 E77 불량률이 0.189% → 0.164%로, 18대 중 12대가 감소했습니다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- 9/4부터 2차 로직(Limit ±0.35mm)을 적용해 대표 4대 불량률이 0.270% → 0.185%로 감소했습니다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수평전개는 MEB·ESMI1 #2-2·3(9/16), Normal Line(9/30)까지 완료해 누적 26대입니다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ESWA는 0.171% → 0.144%(4일) → 0.139%(2주), ESMI1은 0.367% → 0.221%로 개선했습니다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[진행 현황 – 금주 변경]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FF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ESWA MEB E77 불량률은 2주 평균 0.171% → 0.139%로, 4일 결과(0.144%)보다 더 감소했습니다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FF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ESMI1 #2-2·3 불량률도 2주 평균 0.367% → 0.221%로 감소해 단기 효과가 유지되고 있습니다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FF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Normal Line 수평전개를 WA 4대(#21~#24), MI_HL 2대 적용으로 9/30 완료했습니다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FF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WA 4대는 적용 후 첫날 알람이 없었으며, 수평전개 누적 적용 호기는 26대입니다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FF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북미 Site 수평전개 일정을 현지 라인 가동 일정에 맞춰 10월초 → 10/13으로 확정했습니다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[향후 계획]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FF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북미 Site 수평전개를 10/13 적용하고, 적용 전 현지 PLC 보정 파라미터를 검증할 예정입니다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FF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그룹장 보고용 최종 효과를 10/16까지 산출하고, 완료 회고 초안을 작성 중입니다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FF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단기 개선 효과가 유지되는지 한두 주 추가로 불량률을 모니터링할 예정입니다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[이슈·지원 요청]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FF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북미 현지 PLC 펌웨어 버전이 달라 보정 파라미터 이식 전 검증이 필요합니다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FF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검증을 위한 북미 원격 접속 지원 가능 여부를 IT팀에 확인 요청드립니다 (지원 요청)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4080837860"/>
      </p:ext>
    </p:extLst>
  </p:cSld>
  <p:clrMapOvr>
    <a:masterClrMapping/>
  </p:clrMapOvr>
</p:sld>
</file>

<file path=ppt/theme/theme1.xml><?xml version="1.0" encoding="utf-8"?>
<a:theme xmlns:a="http://schemas.openxmlformats.org/drawingml/2006/main" name="4_Office 테마">
  <a:themeElements>
    <a:clrScheme name="사용자 지정 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000000"/>
      </a:folHlink>
    </a:clrScheme>
    <a:fontScheme name="우기글꼴">
      <a:majorFont>
        <a:latin typeface="Arial Narrow"/>
        <a:ea typeface="LG스마트체 Regular"/>
        <a:cs typeface=""/>
      </a:majorFont>
      <a:minorFont>
        <a:latin typeface="Arial Narrow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10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 Narrow"/>
        <a:ea typeface="LG Smart Regular"/>
        <a:cs typeface=""/>
        <a:font script="Jpan" typeface="ＭＳ Ｐゴシック"/>
        <a:font script="Hang" typeface="LG Smart Regular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 Narrow"/>
        <a:ea typeface="LG Smart Regular"/>
        <a:cs typeface=""/>
        <a:font script="Jpan" typeface="ＭＳ Ｐゴシック"/>
        <a:font script="Hang" typeface="LG Smart Regular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 Narrow"/>
        <a:ea typeface="LG Smart Regular"/>
        <a:cs typeface=""/>
        <a:font script="Jpan" typeface="ＭＳ Ｐゴシック"/>
        <a:font script="Hang" typeface="LG Smart Regular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 Narrow"/>
        <a:ea typeface="LG Smart Regular"/>
        <a:cs typeface=""/>
        <a:font script="Jpan" typeface="ＭＳ Ｐゴシック"/>
        <a:font script="Hang" typeface="LG Smart Regular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3FF98EDD61FBD840A846F9616B640187" ma:contentTypeVersion="11" ma:contentTypeDescription="새 문서를 만듭니다." ma:contentTypeScope="" ma:versionID="7be988a8e383971f83bec4a52f73ea19">
  <xsd:schema xmlns:xsd="http://www.w3.org/2001/XMLSchema" xmlns:xs="http://www.w3.org/2001/XMLSchema" xmlns:p="http://schemas.microsoft.com/office/2006/metadata/properties" xmlns:ns2="69aacc19-8f48-4ba8-bfc1-057a6d56306d" targetNamespace="http://schemas.microsoft.com/office/2006/metadata/properties" ma:root="true" ma:fieldsID="5d646965da1011b145afbe7625822147" ns2:_="">
    <xsd:import namespace="69aacc19-8f48-4ba8-bfc1-057a6d5630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aacc19-8f48-4ba8-bfc1-057a6d5630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FAD5ADC-6E65-4768-877A-6E3F82ED129D}">
  <ds:schemaRefs>
    <ds:schemaRef ds:uri="69aacc19-8f48-4ba8-bfc1-057a6d56306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3D34513-0D7B-41A5-9E76-90939F41054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5A04347-BDD7-4B80-97C4-8F8F989971D4}">
  <ds:schemaRefs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http://schemas.microsoft.com/office/2006/metadata/properties"/>
    <ds:schemaRef ds:uri="http://schemas.openxmlformats.org/package/2006/metadata/core-properties"/>
    <ds:schemaRef ds:uri="69aacc19-8f48-4ba8-bfc1-057a6d56306d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1fefcbb5-b9fb-4d9d-a4eb-a69982cdd6fe}" enabled="0" method="" siteId="{1fefcbb5-b9fb-4d9d-a4eb-a69982cdd6f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1223</TotalTime>
  <Words>320</Words>
  <Application>Microsoft Office PowerPoint</Application>
  <PresentationFormat>A4 용지(210x297mm)</PresentationFormat>
  <Paragraphs>53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LG스마트체 Regular</vt:lpstr>
      <vt:lpstr>맑은 고딕</vt:lpstr>
      <vt:lpstr>Arial</vt:lpstr>
      <vt:lpstr>Arial Narrow</vt:lpstr>
      <vt:lpstr>4_Office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parkjonghyun@lgensol.com</dc:creator>
  <cp:lastModifiedBy>이재후(JAEHU LEE)[jaehu]/사원/제조DX.기획팀</cp:lastModifiedBy>
  <cp:revision>49</cp:revision>
  <cp:lastPrinted>2022-03-03T00:02:18Z</cp:lastPrinted>
  <dcterms:modified xsi:type="dcterms:W3CDTF">2026-10-02T13:55:10Z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0x0101003FF98EDD61FBD840A846F9616B640187</vt:lpwstr>
  </property>
  <property fmtid="{D5CDD505-2E9C-101B-9397-08002B2CF9AE}" pid="3" name="MediaServiceImageTags">
    <vt:lpwstr/>
  </property>
</Properties>
</file>