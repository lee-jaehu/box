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ngesInfos/changesInfo1.xml" ContentType="application/vnd.ms-powerpoint.changesinfo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31" r:id="rId4"/>
  </p:sldMasterIdLst>
  <p:notesMasterIdLst>
    <p:notesMasterId r:id="rId6"/>
  </p:notesMasterIdLst>
  <p:handoutMasterIdLst>
    <p:handoutMasterId r:id="rId7"/>
  </p:handoutMasterIdLst>
  <p:sldIdLst>
    <p:sldId id="2147482079" r:id="rId5"/>
  </p:sldIdLst>
  <p:sldSz cx="9906000" cy="6858000" type="A4"/>
  <p:notesSz cx="6735763" cy="98663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18" userDrawn="1">
          <p15:clr>
            <a:srgbClr val="A4A3A4"/>
          </p15:clr>
        </p15:guide>
        <p15:guide id="2" pos="194" userDrawn="1">
          <p15:clr>
            <a:srgbClr val="A4A3A4"/>
          </p15:clr>
        </p15:guide>
        <p15:guide id="3" orient="horz" pos="157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377" userDrawn="1">
          <p15:clr>
            <a:srgbClr val="A4A3A4"/>
          </p15:clr>
        </p15:guide>
        <p15:guide id="2" pos="2106" userDrawn="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 " initials="" lastIdx="1" clrIdx="0">
    <p:extLst>
      <p:ext uri="{19B8F6BF-5375-455C-9EA6-DF929625EA0E}">
        <p15:presenceInfo xmlns:p15="http://schemas.microsoft.com/office/powerpoint/2012/main" userId=" " providerId="None"/>
      </p:ext>
    </p:extLst>
  </p:cmAuthor>
  <p:cmAuthor id="2" name="김설희 " initials="김" lastIdx="0" clrIdx="1">
    <p:extLst>
      <p:ext uri="{19B8F6BF-5375-455C-9EA6-DF929625EA0E}">
        <p15:presenceInfo xmlns:p15="http://schemas.microsoft.com/office/powerpoint/2012/main" userId="김설희 " providerId="None"/>
      </p:ext>
    </p:extLst>
  </p:cmAuthor>
  <p:cmAuthor id="3" name="최성민 " initials="최" lastIdx="1" clrIdx="2">
    <p:extLst>
      <p:ext uri="{19B8F6BF-5375-455C-9EA6-DF929625EA0E}">
        <p15:presenceInfo xmlns:p15="http://schemas.microsoft.com/office/powerpoint/2012/main" userId="최성민 " providerId="None"/>
      </p:ext>
    </p:extLst>
  </p:cmAuthor>
  <p:cmAuthor id="4" name="박동욱 " initials="박" lastIdx="3" clrIdx="3">
    <p:extLst>
      <p:ext uri="{19B8F6BF-5375-455C-9EA6-DF929625EA0E}">
        <p15:presenceInfo xmlns:p15="http://schemas.microsoft.com/office/powerpoint/2012/main" userId="박동욱 " providerId="None"/>
      </p:ext>
    </p:extLst>
  </p:cmAuthor>
  <p:cmAuthor id="5" name="임성묵(SungMook Lim)[muksung0084]/사원/제조지능화.제조PI.지능화기반.기반구축1팀" initials="임L" lastIdx="1" clrIdx="4">
    <p:extLst>
      <p:ext uri="{19B8F6BF-5375-455C-9EA6-DF929625EA0E}">
        <p15:presenceInfo xmlns:p15="http://schemas.microsoft.com/office/powerpoint/2012/main" userId="S-1-5-21-886851358-1450416589-2733106619-104108" providerId="AD"/>
      </p:ext>
    </p:extLst>
  </p:cmAuthor>
  <p:cmAuthor id="6" name="최성민(Seongmin Choi)[choi.sm]/책임/제조지능화.데이터솔루션.조립셀추적기술팀" initials="최C" lastIdx="1" clrIdx="5">
    <p:extLst>
      <p:ext uri="{19B8F6BF-5375-455C-9EA6-DF929625EA0E}">
        <p15:presenceInfo xmlns:p15="http://schemas.microsoft.com/office/powerpoint/2012/main" userId="S-1-5-21-886851358-1450416589-2733106619-8007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00"/>
    <a:srgbClr val="92D050"/>
    <a:srgbClr val="339933"/>
    <a:srgbClr val="1414FE"/>
    <a:srgbClr val="006600"/>
    <a:srgbClr val="7F7F7F"/>
    <a:srgbClr val="D9D9D9"/>
    <a:srgbClr val="FFFFCC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보통 스타일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616DA210-FB5B-4158-B5E0-FEB733F419BA}" styleName="밝은 스타일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어두운 스타일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BDBED569-4797-4DF1-A0F4-6AAB3CD982D8}" styleName="밝은 스타일 3 - 강조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93D81CF-94F2-401A-BA57-92F5A7B2D0C5}" styleName="보통 스타일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보통 스타일 2 - 강조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75DCB02-9BB8-47FD-8907-85C794F793BA}" styleName="테마 스타일 1 - 강조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85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52" y="102"/>
      </p:cViewPr>
      <p:guideLst>
        <p:guide orient="horz" pos="618"/>
        <p:guide pos="194"/>
        <p:guide orient="horz" pos="157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377"/>
        <p:guide pos="2106"/>
      </p:guideLst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6" Type="http://schemas.openxmlformats.org/officeDocument/2006/relationships/notesMaster" Target="notesMasters/notesMaster1.xml"/><Relationship Id="rId7" Type="http://schemas.openxmlformats.org/officeDocument/2006/relationships/handoutMaster" Target="handoutMasters/handoutMaster1.xml"/><Relationship Id="rId8" Type="http://schemas.openxmlformats.org/officeDocument/2006/relationships/commentAuthors" Target="commentAuthors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정원(JUNGWON LEE)[jwlee0401]/팀장/제조DX.품질DX.DAVINCI팀" userId="1c2f8ad7-3b6e-475e-9593-07812a6d44f9" providerId="ADAL" clId="{42E42565-1DC3-4C00-ADDE-1ED930111395}"/>
    <pc:docChg chg="addSld delSld modSld delMainMaster modSection">
      <pc:chgData name="이정원(JUNGWON LEE)[jwlee0401]/팀장/제조DX.품질DX.DAVINCI팀" userId="1c2f8ad7-3b6e-475e-9593-07812a6d44f9" providerId="ADAL" clId="{42E42565-1DC3-4C00-ADDE-1ED930111395}" dt="2026-06-11T00:16:18.819" v="3"/>
      <pc:docMkLst>
        <pc:docMk/>
      </pc:docMkLst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0075415" sldId="2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6753724" sldId="25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68764267" sldId="25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34701498" sldId="25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77425088" sldId="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71513182" sldId="26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265645" sldId="26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36551117" sldId="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1443811" sldId="26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19118043" sldId="2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6316921" sldId="2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9171974" sldId="2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7336525" sldId="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95252914" sldId="2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9842813" sldId="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92309048" sldId="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9554211" sldId="2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076006084" sldId="2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87307555" sldId="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68302759" sldId="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48701469" sldId="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09453602" sldId="2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587803" sldId="2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1841044" sldId="2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02992306" sldId="28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0102857" sldId="2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9430486" sldId="28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1864316" sldId="2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1295054" sldId="287"/>
        </pc:sldMkLst>
      </pc:sldChg>
      <pc:sldChg chg="modSp mod">
        <pc:chgData name="이정원(JUNGWON LEE)[jwlee0401]/팀장/제조DX.품질DX.DAVINCI팀" userId="1c2f8ad7-3b6e-475e-9593-07812a6d44f9" providerId="ADAL" clId="{42E42565-1DC3-4C00-ADDE-1ED930111395}" dt="2026-06-10T07:49:55.312" v="1" actId="20577"/>
        <pc:sldMkLst>
          <pc:docMk/>
          <pc:sldMk cId="2751367990" sldId="746"/>
        </pc:sldMkLst>
        <pc:spChg chg="mod">
          <ac:chgData name="이정원(JUNGWON LEE)[jwlee0401]/팀장/제조DX.품질DX.DAVINCI팀" userId="1c2f8ad7-3b6e-475e-9593-07812a6d44f9" providerId="ADAL" clId="{42E42565-1DC3-4C00-ADDE-1ED930111395}" dt="2026-06-10T07:49:55.312" v="1" actId="20577"/>
          <ac:spMkLst>
            <pc:docMk/>
            <pc:sldMk cId="2751367990" sldId="746"/>
            <ac:spMk id="19" creationId="{00000000-0000-0000-0000-000000000000}"/>
          </ac:spMkLst>
        </pc:spChg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2459115" sldId="131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99842264" sldId="1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65432747" sldId="1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5886732" sldId="13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0816502" sldId="1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171172" sldId="21474817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05210716" sldId="21474818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82641193" sldId="214748188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71412418" sldId="21474818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627161179" sldId="214748190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647982237" sldId="214748191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64062836" sldId="21474819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1232159" sldId="21474819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19540429" sldId="214748194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073314691" sldId="214748195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273295863" sldId="214748196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959969249" sldId="214748196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1265645" sldId="214748198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14355536" sldId="214748198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32173439" sldId="2147481982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088152125" sldId="2147481984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132371169" sldId="2147481986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530102857" sldId="21474819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75222790" sldId="2147481987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29430486" sldId="21474819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0094452" sldId="214748198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406624593" sldId="214748199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237976707" sldId="2147481991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37434731" sldId="21474819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3619185" sldId="21474819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86080073" sldId="2147481995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336551117" sldId="214748199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97884987" sldId="2147481996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855628006" sldId="2147481997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2875589917" sldId="2147481998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527363302" sldId="2147481999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1251144703" sldId="2147482000"/>
        </pc:sldMkLst>
      </pc:sldChg>
      <pc:sldChg chg="add del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463586155" sldId="2147482001"/>
        </pc:sldMkLst>
      </pc:sldChg>
      <pc:sldChg chg="add">
        <pc:chgData name="이정원(JUNGWON LEE)[jwlee0401]/팀장/제조DX.품질DX.DAVINCI팀" userId="1c2f8ad7-3b6e-475e-9593-07812a6d44f9" providerId="ADAL" clId="{42E42565-1DC3-4C00-ADDE-1ED930111395}" dt="2026-06-11T00:16:18.819" v="3"/>
        <pc:sldMkLst>
          <pc:docMk/>
          <pc:sldMk cId="3909150637" sldId="21474820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1653520" sldId="214748207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0837860" sldId="214748207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55497490" sldId="21474820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58226180" sldId="214748210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3224709" sldId="214748210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241283" sldId="21474821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3316372" sldId="21474821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54205851" sldId="21474821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35153446" sldId="21474821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24263111" sldId="214748213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27162785" sldId="21474821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32564399" sldId="21474821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24122391" sldId="21474821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69670490" sldId="21474821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36734569" sldId="21474821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249728740" sldId="214748215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98260711" sldId="21474821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935835" sldId="214748217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209369088" sldId="21474821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01988193" sldId="21474821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32484304" sldId="214748219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41581979" sldId="21474821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99644780" sldId="214748219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38070560" sldId="21474821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3862557" sldId="214748220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8753089" sldId="214748220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96745681" sldId="214748220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6699700" sldId="21474822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28180181" sldId="21474822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8919499" sldId="21474822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3900675" sldId="21474822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69332864" sldId="214748221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49915204" sldId="21474822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42395244" sldId="214748221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2845261" sldId="214748221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92919259" sldId="214748222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10368236" sldId="214748222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32916899" sldId="21474822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9884739" sldId="214748223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59064717" sldId="214748223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463187120" sldId="21474822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19732740" sldId="21474822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36025678" sldId="21474822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02884975" sldId="21474822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9389771" sldId="21474822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747206059" sldId="214748225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03540469" sldId="214748226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2883975" sldId="214748226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18351504" sldId="21474822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57580758" sldId="214748227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52142024" sldId="21474822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27946765" sldId="21474822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04766922" sldId="214748227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36044589" sldId="214748227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9883890" sldId="214748228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11276172" sldId="21474822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93320977" sldId="214748229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42216647" sldId="214748229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790388497" sldId="214748229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96691194" sldId="214748231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03841124" sldId="214748231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314115481" sldId="21474823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32208808" sldId="214748231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59639368" sldId="214748231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58152258" sldId="214748234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083435470" sldId="214748234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99987150" sldId="21474823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368010382" sldId="21474823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543499269" sldId="21474823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240590436" sldId="21474823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69419318" sldId="21474823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4680555" sldId="214748236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875963261" sldId="214748236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17662529" sldId="214748236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22393476" sldId="214748236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50095275" sldId="214748236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091846311" sldId="214748237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93781609" sldId="214748237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87662067" sldId="214748237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2335601" sldId="214748237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73404529" sldId="21474823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43108386" sldId="21474823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533390757" sldId="21474823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59338307" sldId="214748239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809929132" sldId="214748239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82435953" sldId="214748241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67338337" sldId="214748242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543048222" sldId="214748242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97971809" sldId="214748242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82528128" sldId="214748242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27353793" sldId="214748243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17871026" sldId="214748243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7300827" sldId="214748243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37103057" sldId="214748243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640676373" sldId="214748243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031098" sldId="214748244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845173503" sldId="214748244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455765133" sldId="21474824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126368911" sldId="21474824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973059942" sldId="214748244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509558725" sldId="214748244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749894319" sldId="214748244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715695188" sldId="2147482450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155252784" sldId="2147482451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218576387" sldId="214748245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3020055" sldId="2147482453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674959186" sldId="2147482454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23945192" sldId="214748358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3171351590" sldId="214748358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4106810035" sldId="2147483587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926355013" sldId="2147483588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686436296" sldId="2147483589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2414057943" sldId="2147483642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036101403" sldId="2147483645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94132828" sldId="2147483646"/>
        </pc:sldMkLst>
      </pc:sldChg>
      <pc:sldChg chg="del">
        <pc:chgData name="이정원(JUNGWON LEE)[jwlee0401]/팀장/제조DX.품질DX.DAVINCI팀" userId="1c2f8ad7-3b6e-475e-9593-07812a6d44f9" providerId="ADAL" clId="{42E42565-1DC3-4C00-ADDE-1ED930111395}" dt="2026-06-10T07:50:04.488" v="2" actId="47"/>
        <pc:sldMkLst>
          <pc:docMk/>
          <pc:sldMk cId="1612751909" sldId="2147483647"/>
        </pc:sldMkLst>
      </pc:sld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4184194262" sldId="2147483928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2848295152" sldId="2147483929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3389275494" sldId="2147483930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965675165" sldId="2147483931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4184194262" sldId="2147483928"/>
            <pc:sldLayoutMk cId="1715446726" sldId="2147483932"/>
          </pc:sldLayoutMkLst>
        </pc:sldLayoutChg>
      </pc:sldMasterChg>
      <pc:sldMasterChg chg="del delSldLayout">
        <pc:chgData name="이정원(JUNGWON LEE)[jwlee0401]/팀장/제조DX.품질DX.DAVINCI팀" userId="1c2f8ad7-3b6e-475e-9593-07812a6d44f9" providerId="ADAL" clId="{42E42565-1DC3-4C00-ADDE-1ED930111395}" dt="2026-06-10T07:50:04.488" v="2" actId="47"/>
        <pc:sldMasterMkLst>
          <pc:docMk/>
          <pc:sldMasterMk cId="3087726775" sldId="2147483933"/>
        </pc:sldMasterMkLst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1626185120" sldId="2147483934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3212269721" sldId="2147483935"/>
          </pc:sldLayoutMkLst>
        </pc:sldLayoutChg>
        <pc:sldLayoutChg chg="del">
          <pc:chgData name="이정원(JUNGWON LEE)[jwlee0401]/팀장/제조DX.품질DX.DAVINCI팀" userId="1c2f8ad7-3b6e-475e-9593-07812a6d44f9" providerId="ADAL" clId="{42E42565-1DC3-4C00-ADDE-1ED930111395}" dt="2026-06-10T07:50:04.488" v="2" actId="47"/>
          <pc:sldLayoutMkLst>
            <pc:docMk/>
            <pc:sldMasterMk cId="3087726775" sldId="2147483933"/>
            <pc:sldLayoutMk cId="837955830" sldId="2147483936"/>
          </pc:sldLayoutMkLst>
        </pc:sldLayoutChg>
      </pc:sldMasterChg>
    </pc:docChg>
  </pc:docChgLst>
  <pc:docChgLst>
    <pc:chgData name="문대윤(DAEYOON MOON)[dymoon17]/책임/제조DX.품질DX.설비DX팀" userId="fe4b4c97-a916-4217-8fde-65670670746c" providerId="ADAL" clId="{17FB9174-3770-49DD-858A-D0C4D9CB166C}"/>
    <pc:docChg chg="addSld modSld">
      <pc:chgData name="문대윤(DAEYOON MOON)[dymoon17]/책임/제조DX.품질DX.설비DX팀" userId="fe4b4c97-a916-4217-8fde-65670670746c" providerId="ADAL" clId="{17FB9174-3770-49DD-858A-D0C4D9CB166C}" dt="2026-06-11T00:33:59.592" v="0"/>
      <pc:docMkLst>
        <pc:docMk/>
      </pc:docMkLst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197884987" sldId="27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3020055" sldId="28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674959186" sldId="28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1232159" sldId="214748193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619540429" sldId="214748194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23619185" sldId="214748199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86080073" sldId="214748199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8753089" sldId="214748220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896745681" sldId="214748220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58919499" sldId="214748221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93900675" sldId="214748221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169332864" sldId="214748221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649915204" sldId="214748221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942395244" sldId="214748221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4192845261" sldId="214748221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692919259" sldId="2147482222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10368236" sldId="214748222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32916899" sldId="2147482224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79884739" sldId="214748223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559064717" sldId="214748223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463187120" sldId="214748224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419732740" sldId="214748224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02884975" sldId="2147482250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49389771" sldId="2147482251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747206059" sldId="2147482255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1222883975" sldId="2147482263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318351504" sldId="214748226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736044589" sldId="2147482276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883671718" sldId="2147482277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3017537109" sldId="2147482278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937459330" sldId="2147482279"/>
        </pc:sldMkLst>
      </pc:sldChg>
      <pc:sldChg chg="add">
        <pc:chgData name="문대윤(DAEYOON MOON)[dymoon17]/책임/제조DX.품질DX.설비DX팀" userId="fe4b4c97-a916-4217-8fde-65670670746c" providerId="ADAL" clId="{17FB9174-3770-49DD-858A-D0C4D9CB166C}" dt="2026-06-11T00:33:59.592" v="0"/>
        <pc:sldMkLst>
          <pc:docMk/>
          <pc:sldMk cId="211202586" sldId="2147482280"/>
        </pc:sldMkLst>
      </pc:sldChg>
    </pc:docChg>
  </pc:docChgLst>
  <pc:docChgLst>
    <pc:chgData name="이강국(KANG KUK LEE)[kklee81]/팀장/제조DX.품질DX.공정DX팀" userId="d2ce5178-2266-4480-858d-6442786b6081" providerId="ADAL" clId="{20B7C431-AE2C-469D-BF87-64285AC2C209}"/>
    <pc:docChg chg="addSld delSld modSld delMainMaster modSection">
      <pc:chgData name="이강국(KANG KUK LEE)[kklee81]/팀장/제조DX.품질DX.공정DX팀" userId="d2ce5178-2266-4480-858d-6442786b6081" providerId="ADAL" clId="{20B7C431-AE2C-469D-BF87-64285AC2C209}" dt="2026-06-11T00:29:05.569" v="1"/>
      <pc:docMkLst>
        <pc:docMk/>
      </pc:docMkLst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5222790" sldId="25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70075415" sldId="25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8764267" sldId="25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6753724" sldId="25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12751909" sldId="26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714355536" sldId="26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071513182" sldId="262"/>
        </pc:sldMkLst>
      </pc:sldChg>
      <pc:sldChg chg="del">
        <pc:chgData name="이강국(KANG KUK LEE)[kklee81]/팀장/제조DX.품질DX.공정DX팀" userId="d2ce5178-2266-4480-858d-6442786b6081" providerId="ADAL" clId="{20B7C431-AE2C-469D-BF87-64285AC2C209}" dt="2026-06-11T00:27:42.302" v="0" actId="47"/>
        <pc:sldMkLst>
          <pc:docMk/>
          <pc:sldMk cId="4199059677" sldId="26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34701498" sldId="26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51443811" sldId="26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199059677" sldId="26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16316921" sldId="26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9171974" sldId="26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897336525" sldId="26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495252914" sldId="26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59842813" sldId="27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992309048" sldId="27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076006084" sldId="27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487307555" sldId="27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4268302759" sldId="27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248701469" sldId="27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09453602" sldId="27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586587803" sldId="27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91841044" sldId="279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802992306" sldId="28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361864316" sldId="28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161295054" sldId="287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892459115" sldId="1311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799842264" sldId="1313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65432747" sldId="131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95886732" sldId="132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70816502" sldId="134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74725635" sldId="1520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4171172" sldId="2147481798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123945192" sldId="2147483585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41205244" sldId="2147483591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829641397" sldId="2147483592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761832269" sldId="2147483593"/>
        </pc:sldMkLst>
      </pc:sldChg>
      <pc:sldChg chg="add del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655868540" sldId="2147483594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2414057943" sldId="2147483642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1036101403" sldId="2147483645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3390094452" sldId="2147483646"/>
        </pc:sldMkLst>
      </pc:sldChg>
      <pc:sldChg chg="add">
        <pc:chgData name="이강국(KANG KUK LEE)[kklee81]/팀장/제조DX.품질DX.공정DX팀" userId="d2ce5178-2266-4480-858d-6442786b6081" providerId="ADAL" clId="{20B7C431-AE2C-469D-BF87-64285AC2C209}" dt="2026-06-11T00:29:05.569" v="1"/>
        <pc:sldMkLst>
          <pc:docMk/>
          <pc:sldMk cId="94132828" sldId="2147483647"/>
        </pc:sldMkLst>
      </pc:sldChg>
      <pc:sldMasterChg chg="del delSldLayout">
        <pc:chgData name="이강국(KANG KUK LEE)[kklee81]/팀장/제조DX.품질DX.공정DX팀" userId="d2ce5178-2266-4480-858d-6442786b6081" providerId="ADAL" clId="{20B7C431-AE2C-469D-BF87-64285AC2C209}" dt="2026-06-11T00:27:42.302" v="0" actId="47"/>
        <pc:sldMasterMkLst>
          <pc:docMk/>
          <pc:sldMasterMk cId="3734256132" sldId="2147483936"/>
        </pc:sldMasterMkLst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307018037" sldId="2147483937"/>
          </pc:sldLayoutMkLst>
        </pc:sldLayoutChg>
        <pc:sldLayoutChg chg="del">
          <pc:chgData name="이강국(KANG KUK LEE)[kklee81]/팀장/제조DX.품질DX.공정DX팀" userId="d2ce5178-2266-4480-858d-6442786b6081" providerId="ADAL" clId="{20B7C431-AE2C-469D-BF87-64285AC2C209}" dt="2026-06-11T00:27:42.302" v="0" actId="47"/>
          <pc:sldLayoutMkLst>
            <pc:docMk/>
            <pc:sldMasterMk cId="3734256132" sldId="2147483936"/>
            <pc:sldLayoutMk cId="473624248" sldId="2147483938"/>
          </pc:sldLayoutMkLst>
        </pc:sldLayoutChg>
      </pc:sldMaster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2BCA65B-4A64-4C09-B6AF-22726F39C5D6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5DBB3B-02F1-4B6B-B52B-D48CB606F0B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559831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787112" y="1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702084-E320-4FCE-8E72-C66EF9DD46EA}" type="datetimeFigureOut">
              <a:rPr lang="ko-KR" altLang="en-US" smtClean="0"/>
              <a:t>2026-10-02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804863"/>
            <a:ext cx="5807075" cy="40211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68587" y="5094127"/>
            <a:ext cx="5348695" cy="482601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787112" y="10186393"/>
            <a:ext cx="2897210" cy="53622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FC5283-F698-4B70-A5AB-FFCC0F08C4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87184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0FC5283-F698-4B70-A5AB-FFCC0F08C4AB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0475019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5917088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87723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906789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3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244788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722671" y="6650863"/>
            <a:ext cx="460631" cy="153888"/>
          </a:xfrm>
          <a:prstGeom prst="rect">
            <a:avLst/>
          </a:prstGeom>
          <a:noFill/>
        </p:spPr>
        <p:txBody>
          <a:bodyPr wrap="none" lIns="36000" tIns="0" rIns="36000" bIns="0" rtlCol="0">
            <a:spAutoFit/>
          </a:bodyPr>
          <a:lstStyle/>
          <a:p>
            <a:pPr algn="ctr"/>
            <a:fld id="{A54A9921-F004-4FEA-AF7B-4D114F7E353D}" type="slidenum">
              <a:rPr lang="ko-KR" altLang="en-US" sz="1000" b="1" smtClean="0">
                <a:solidFill>
                  <a:srgbClr val="000000"/>
                </a:solidFill>
                <a:cs typeface="Arial" pitchFamily="34" charset="0"/>
              </a:rPr>
              <a:pPr algn="ctr"/>
              <a:t>‹#›</a:t>
            </a:fld>
            <a:r>
              <a:rPr lang="ko-KR" altLang="en-US" sz="1000">
                <a:solidFill>
                  <a:srgbClr val="000000"/>
                </a:solidFill>
                <a:cs typeface="Arial" pitchFamily="34" charset="0"/>
              </a:rPr>
              <a:t> </a:t>
            </a:r>
            <a:r>
              <a:rPr lang="en-US" altLang="ko-KR" sz="1000">
                <a:solidFill>
                  <a:srgbClr val="000000"/>
                </a:solidFill>
                <a:cs typeface="Arial" pitchFamily="34" charset="0"/>
              </a:rPr>
              <a:t>/ 140</a:t>
            </a:r>
          </a:p>
        </p:txBody>
      </p:sp>
    </p:spTree>
    <p:extLst>
      <p:ext uri="{BB962C8B-B14F-4D97-AF65-F5344CB8AC3E}">
        <p14:creationId xmlns:p14="http://schemas.microsoft.com/office/powerpoint/2010/main" val="27996757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32" r:id="rId1"/>
    <p:sldLayoutId id="2147483933" r:id="rId2"/>
    <p:sldLayoutId id="2147483934" r:id="rId3"/>
    <p:sldLayoutId id="214748393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1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main_table">
            <a:extLst>
              <a:ext uri="{FF2B5EF4-FFF2-40B4-BE49-F238E27FC236}">
                <a16:creationId xmlns:a16="http://schemas.microsoft.com/office/drawing/2014/main" id="{3E86696F-E35A-4B06-9B46-63A4A6A986C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9992296"/>
              </p:ext>
            </p:extLst>
          </p:nvPr>
        </p:nvGraphicFramePr>
        <p:xfrm>
          <a:off x="125047" y="866775"/>
          <a:ext cx="9644176" cy="5708566"/>
        </p:xfrm>
        <a:graphic>
          <a:graphicData uri="http://schemas.openxmlformats.org/drawingml/2006/table">
            <a:tbl>
              <a:tblPr/>
              <a:tblGrid>
                <a:gridCol w="8232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763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06218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5786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2455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868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과제명</a:t>
                      </a:r>
                    </a:p>
                  </a:txBody>
                  <a:tcPr marL="6273" marR="6273" marT="36000" marB="36000" anchor="ctr">
                    <a:lnL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대상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FFFF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 진행사항 (W40)  (9/28~10/4)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일정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900" b="1" i="0" u="none" strike="noStrike">
                          <a:solidFill>
                            <a:srgbClr val="FFFFFF"/>
                          </a:solidFill>
                          <a:effectLst/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담당자</a:t>
                      </a:r>
                    </a:p>
                  </a:txBody>
                  <a:tcPr marL="6273" marR="6273" marT="36000" marB="3600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02259"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WorkLog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6273" marB="0" anchor="ctr">
                    <a:lnL>
                      <a:noFill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예시DX팀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6273" marR="6273" marT="6273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sz="900" b="0">
                          <a:solidFill>
                            <a:srgbClr val="0000FF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금주(W40)에는 요건 분석을 완료했고, 프롬프트 설계와 업무기록 웹 개발을 시작했습니다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lv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'26.10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김예시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이샘플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  <a:p>
                      <a:pPr lvl="0" algn="ctr" defTabSz="91440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  <a:tabLst/>
                        <a:defRPr>
                          <a:latin typeface="Arial Narrow"/>
                          <a:ea typeface="LG Smart Regular"/>
                          <a:cs typeface="Arial Narrow"/>
                        </a:defRPr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박데모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90246"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000" marR="6273" marT="36000" marB="36000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>
                        <a:latin typeface="Arial Narrow"/>
                        <a:ea typeface="LG Smart Regular"/>
                        <a:cs typeface="Arial Narrow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65497985"/>
                  </a:ext>
                </a:extLst>
              </a:tr>
            </a:tbl>
          </a:graphicData>
        </a:graphic>
      </p:graphicFrame>
      <p:sp>
        <p:nvSpPr>
          <p:cNvPr id="5" name="pjt_header">
            <a:extLst>
              <a:ext uri="{FF2B5EF4-FFF2-40B4-BE49-F238E27FC236}">
                <a16:creationId xmlns:a16="http://schemas.microsoft.com/office/drawing/2014/main" id="{628CAE2A-DD4F-41F2-BEE4-46B7C086D483}"/>
              </a:ext>
            </a:extLst>
          </p:cNvPr>
          <p:cNvSpPr txBox="1">
            <a:spLocks/>
          </p:cNvSpPr>
          <p:nvPr/>
        </p:nvSpPr>
        <p:spPr>
          <a:xfrm>
            <a:off x="108656" y="612730"/>
            <a:ext cx="6858000" cy="215444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4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■ WorkLog (1/1)</a:t>
            </a:r>
            <a:endParaRPr lang="ko-KR" sz="14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4" name="slide_title"/>
          <p:cNvSpPr txBox="1">
            <a:spLocks/>
          </p:cNvSpPr>
          <p:nvPr/>
        </p:nvSpPr>
        <p:spPr>
          <a:xfrm>
            <a:off x="124961" y="132021"/>
            <a:ext cx="4406976" cy="369332"/>
          </a:xfrm>
          <a:prstGeom prst="rect">
            <a:avLst/>
          </a:prstGeom>
          <a:solidFill>
            <a:srgbClr val="FFFFFF"/>
          </a:solidFill>
          <a:ln w="12700">
            <a:gradFill>
              <a:gsLst>
                <a:gs pos="0">
                  <a:srgbClr val="FFFFFF">
                    <a:alpha val="0"/>
                    <a:lumMod val="0"/>
                    <a:lumOff val="100000"/>
                  </a:srgbClr>
                </a:gs>
                <a:gs pos="98000">
                  <a:srgbClr val="FFFFFF">
                    <a:alpha val="0"/>
                    <a:lumMod val="0"/>
                    <a:lumOff val="100000"/>
                  </a:srgbClr>
                </a:gs>
                <a:gs pos="99000">
                  <a:srgbClr val="000000"/>
                </a:gs>
              </a:gsLst>
              <a:lin ang="5400000" scaled="0"/>
            </a:gradFill>
            <a:miter lim="800000"/>
            <a:headEnd/>
            <a:tailEnd/>
          </a:ln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fontAlgn="base" latinLnBrk="0">
              <a:spcBef>
                <a:spcPct val="10000"/>
              </a:spcBef>
              <a:spcAft>
                <a:spcPct val="0"/>
              </a:spcAft>
              <a:buNone/>
              <a:defRPr kumimoji="1" sz="2000" b="1" kern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8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1. 과제 진행 현황_예시DX팀</a:t>
            </a:r>
            <a:endParaRPr lang="ko-KR" sz="18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7" name="updated_at">
            <a:extLst>
              <a:ext uri="{FF2B5EF4-FFF2-40B4-BE49-F238E27FC236}">
                <a16:creationId xmlns:a16="http://schemas.microsoft.com/office/drawing/2014/main" id="{2849E3CD-BC1D-4B95-8A4F-2BD9E660BDE3}"/>
              </a:ext>
            </a:extLst>
          </p:cNvPr>
          <p:cNvSpPr txBox="1"/>
          <p:nvPr/>
        </p:nvSpPr>
        <p:spPr>
          <a:xfrm>
            <a:off x="8355374" y="572550"/>
            <a:ext cx="1413849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>
                <a:latin typeface="Arial Narrow"/>
                <a:ea typeface="LG Smart Regular"/>
                <a:cs typeface="Arial Narrow"/>
              </a:defRPr>
            </a:defPPr>
            <a:lvl1pPr lvl="0" indent="0" algn="r">
              <a:spcBef>
                <a:spcPts val="0"/>
              </a:spcBef>
              <a:buFontTx/>
              <a:buNone/>
              <a:defRPr sz="1100" baseline="0">
                <a:solidFill>
                  <a:prstClr val="black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latin typeface="Arial Narrow"/>
                <a:ea typeface="LG Smart Regular"/>
                <a:cs typeface="Arial Narrow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latin typeface="Arial Narrow"/>
                <a:ea typeface="LG Smart Regular"/>
                <a:cs typeface="Arial Narrow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latin typeface="Arial Narrow"/>
                <a:ea typeface="LG Smart Regular"/>
                <a:cs typeface="Arial Narrow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latin typeface="Arial Narrow"/>
                <a:ea typeface="LG Smart Regular"/>
                <a:cs typeface="Arial Narrow"/>
              </a:defRPr>
            </a:lvl5pPr>
            <a:lvl6pPr marL="25146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6pPr>
            <a:lvl7pPr marL="29718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7pPr>
            <a:lvl8pPr marL="3429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8pPr>
            <a:lvl9pPr marL="38862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000"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업데이트 시간 : 10/4 15시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8" name="author">
            <a:extLst>
              <a:ext uri="{FF2B5EF4-FFF2-40B4-BE49-F238E27FC236}">
                <a16:creationId xmlns:a16="http://schemas.microsoft.com/office/drawing/2014/main" id="{7178FAE9-DDAC-36A6-95D7-1CCF93D6F62A}"/>
              </a:ext>
            </a:extLst>
          </p:cNvPr>
          <p:cNvSpPr txBox="1">
            <a:spLocks/>
          </p:cNvSpPr>
          <p:nvPr/>
        </p:nvSpPr>
        <p:spPr>
          <a:xfrm>
            <a:off x="8756721" y="403273"/>
            <a:ext cx="1024318" cy="169277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lvl1pPr marL="0" indent="0" algn="r" defTabSz="914400" rtl="0" eaLnBrk="1" latinLnBrk="1" hangingPunct="1">
              <a:spcBef>
                <a:spcPct val="20000"/>
              </a:spcBef>
              <a:buFontTx/>
              <a:buNone/>
              <a:defRPr sz="1200" kern="1200" baseline="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1pPr>
            <a:lvl2pPr marL="742950" indent="-28575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8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2pPr>
            <a:lvl3pPr marL="1143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3pPr>
            <a:lvl4pPr marL="1600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–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4pPr>
            <a:lvl5pPr marL="20574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»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5pPr>
            <a:lvl6pPr marL="25146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6pPr>
            <a:lvl7pPr marL="29718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7pPr>
            <a:lvl8pPr marL="34290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8pPr>
            <a:lvl9pPr marL="3886200" indent="-228600" algn="l" defTabSz="914400" rtl="0" eaLnBrk="1" latinLnBrk="1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Arial Narrow"/>
                <a:ea typeface="LG Smart Regular"/>
                <a:cs typeface="Arial Narrow"/>
              </a:defRPr>
            </a:lvl9pPr>
          </a:lstStyle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Arial Narrow"/>
                <a:ea typeface="LG Smart Regular"/>
                <a:cs typeface="Arial Narrow"/>
              </a:defRPr>
            </a:pPr>
            <a:r>
              <a:rPr sz="11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</a:rPr>
              <a:t>작성자 : 김예시</a:t>
            </a:r>
            <a:endParaRPr lang="ko-KR" sz="1100">
              <a:latin typeface="+mn-lt"/>
              <a:ea typeface="LG스마트체 Regular" panose="020B0600000101010101" pitchFamily="50" charset="-127"/>
            </a:endParaRPr>
          </a:p>
        </p:txBody>
      </p:sp>
      <p:sp>
        <p:nvSpPr>
          <p:cNvPr id="65" name="body_top"/>
          <p:cNvSpPr txBox="1"/>
          <p:nvPr/>
        </p:nvSpPr>
        <p:spPr>
          <a:xfrm>
            <a:off x="1670334" y="1284290"/>
            <a:ext cx="6970747" cy="401193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[배경/목표]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보고서 작성 관련 지속적인 VoE 발생 / 기존 보고서의 경우 AI Readable 측면에서 부족함 존재. ① AI Readable한 형태로의 업무기록 데이터 축적 ② AI를 활용한 보고 관련 반복 업무 해소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  <p:graphicFrame>
        <p:nvGraphicFramePr>
          <p:cNvPr id="66" name="ms_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0321968"/>
              </p:ext>
            </p:extLst>
          </p:nvPr>
        </p:nvGraphicFramePr>
        <p:xfrm>
          <a:off x="1670334" y="1712915"/>
          <a:ext cx="6970743" cy="9372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467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7962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03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45860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2255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87452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단계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적용</a:t>
                      </a:r>
                      <a:r>
                        <a:rPr sz="900" b="1" dirty="0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 </a:t>
                      </a:r>
                      <a:r>
                        <a:rPr sz="900" b="1" dirty="0" err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범위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Baseline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계획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실적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상태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1">
                          <a:solidFill>
                            <a:srgbClr val="FFFFFF"/>
                          </a:solidFill>
                          <a:latin typeface="+mn-lt"/>
                          <a:ea typeface="LG스마트체 Regular" panose="020B0600000101010101" pitchFamily="50" charset="-127"/>
                          <a:cs typeface="Arial Narrow"/>
                        </a:rPr>
                        <a:t>비고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4040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요건 분석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09/29~10/01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10/01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완료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E7E7E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설계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10/01~10/04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10/04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Work log 개발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10/04~10/06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87452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PPT Generator 개발</a:t>
                      </a:r>
                      <a:endParaRPr lang="ko-KR" sz="900" dirty="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10/04~10/06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10/06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–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900" b="0">
                          <a:solidFill>
                            <a:srgbClr val="000000"/>
                          </a:solidFill>
                          <a:latin typeface="Arial Narrow"/>
                          <a:ea typeface="LG스마트체 Regular" panose="020B0600000101010101" pitchFamily="50" charset="-127"/>
                          <a:cs typeface="Arial Narrow"/>
                        </a:rPr>
                        <a:t>진행</a:t>
                      </a: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sz="900">
                        <a:latin typeface="+mn-lt"/>
                        <a:ea typeface="LG스마트체 Regular" panose="020B0600000101010101" pitchFamily="50" charset="-127"/>
                        <a:cs typeface="Arial Narrow"/>
                      </a:endParaRPr>
                    </a:p>
                  </a:txBody>
                  <a:tcPr marL="36576" marR="36576" marT="9144" marB="9144" anchor="ctr">
                    <a:lnL w="6350">
                      <a:solidFill>
                        <a:srgbClr val="808080"/>
                      </a:solidFill>
                    </a:lnL>
                    <a:lnR w="6350">
                      <a:solidFill>
                        <a:srgbClr val="808080"/>
                      </a:solidFill>
                    </a:lnR>
                    <a:lnT w="6350">
                      <a:solidFill>
                        <a:srgbClr val="808080"/>
                      </a:solidFill>
                    </a:lnT>
                    <a:lnB w="6350">
                      <a:solidFill>
                        <a:srgbClr val="808080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67" name="body_main"/>
          <p:cNvSpPr txBox="1"/>
          <p:nvPr/>
        </p:nvSpPr>
        <p:spPr>
          <a:xfrm>
            <a:off x="1670334" y="2677607"/>
            <a:ext cx="6970747" cy="3823777"/>
          </a:xfrm>
          <a:prstGeom prst="rect">
            <a:avLst/>
          </a:prstGeom>
          <a:noFill/>
        </p:spPr>
        <p:txBody>
          <a:bodyPr wrap="square" lIns="18288" tIns="0" rIns="18288" bIns="0">
            <a:sp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누적 요약]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팀원 5명 인터뷰로 반복 보고 업무 3종을 도출해 요건 분석을 완료했습니다. (10/01)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업무기록 웹(FAST API·node js, SQLite)과 json 적재 체계 구축을 시작했습니다. (10/04)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반복 보고 업무 3종 도출 (팀원 5명 인터뷰)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[진행 현황 – 금주 변경]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팀원 5명 인터뷰로 반복 보고 업무 3종을 도출해 요건 분석 단계를 완료했습니다. (10/01)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GPT·Claude를 활용해 개발 요건을 구체화하고 프롬프트 디자인을 진행했습니다. (10/04)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FAST API·node js 기반 업무기록 웹과 SQLite DB, json 체계 구축을 시작했습니다. (10/04)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[향후 계획]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업무기록 JSON 내보내기 형식을 확정하고 보고 자동화와 연동할 예정입니다. (~10/04)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Claude 개발 버전을 테스트하고 GPT Codex 기반으로 기능을 추가 개발할 예정입니다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1">
                <a:solidFill>
                  <a:srgbClr val="000000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[이슈·지원 요청]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업무용 컴퓨터에서 Codex를 사용할 수 없어 별도 개발 환경 확보가 필요합니다. (10/04)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0000FF"/>
                </a:solidFill>
                <a:latin typeface="Arial Narrow"/>
                <a:ea typeface="LG스마트체 Regular" panose="020B0600000101010101" pitchFamily="50" charset="-127"/>
                <a:cs typeface="Arial Narrow"/>
              </a:rPr>
              <a:t>- 업무기록 데이터 적재 구조가 변경되어 보고 자동화 입력 형식 반영이 필요합니다. (10/04)</a:t>
            </a:r>
            <a:endParaRPr lang="ko-KR" sz="900" dirty="0">
              <a:ea typeface="LG스마트체 Regular" panose="020B0600000101010101" pitchFamily="50" charset="-127"/>
              <a:cs typeface="Arial Narrow"/>
            </a:endParaRPr>
          </a:p>
        </p:txBody>
      </p:sp>
    </p:spTree>
    <p:extLst>
      <p:ext uri="{BB962C8B-B14F-4D97-AF65-F5344CB8AC3E}">
        <p14:creationId xmlns:p14="http://schemas.microsoft.com/office/powerpoint/2010/main" val="4080837860"/>
      </p:ext>
    </p:extLst>
  </p:cSld>
  <p:clrMapOvr>
    <a:masterClrMapping/>
  </p:clrMapOvr>
</p:sld>
</file>

<file path=ppt/theme/theme1.xml><?xml version="1.0" encoding="utf-8"?>
<a:theme xmlns:a="http://schemas.openxmlformats.org/drawingml/2006/main" name="4_Office 테마">
  <a:themeElements>
    <a:clrScheme name="사용자 지정 7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00"/>
      </a:hlink>
      <a:folHlink>
        <a:srgbClr val="000000"/>
      </a:folHlink>
    </a:clrScheme>
    <a:fontScheme name="우기글꼴">
      <a:majorFont>
        <a:latin typeface="Arial Narrow"/>
        <a:ea typeface="LG스마트체 Regular"/>
        <a:cs typeface=""/>
      </a:majorFont>
      <a:minorFont>
        <a:latin typeface="Arial Narrow"/>
        <a:ea typeface="LG스마트체 Regular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>
          <a:defRPr sz="1100" smtClean="0"/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 Narrow"/>
        <a:ea typeface="LG Smart Regular"/>
        <a:cs typeface=""/>
        <a:font script="Jpan" typeface="ＭＳ Ｐゴシック"/>
        <a:font script="Hang" typeface="LG Smart Regular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F98EDD61FBD840A846F9616B640187" ma:contentTypeVersion="11" ma:contentTypeDescription="새 문서를 만듭니다." ma:contentTypeScope="" ma:versionID="7be988a8e383971f83bec4a52f73ea19">
  <xsd:schema xmlns:xsd="http://www.w3.org/2001/XMLSchema" xmlns:xs="http://www.w3.org/2001/XMLSchema" xmlns:p="http://schemas.microsoft.com/office/2006/metadata/properties" xmlns:ns2="69aacc19-8f48-4ba8-bfc1-057a6d56306d" targetNamespace="http://schemas.microsoft.com/office/2006/metadata/properties" ma:root="true" ma:fieldsID="5d646965da1011b145afbe7625822147" ns2:_="">
    <xsd:import namespace="69aacc19-8f48-4ba8-bfc1-057a6d56306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9aacc19-8f48-4ba8-bfc1-057a6d56306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7FAD5ADC-6E65-4768-877A-6E3F82ED129D}">
  <ds:schemaRefs>
    <ds:schemaRef ds:uri="69aacc19-8f48-4ba8-bfc1-057a6d56306d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3D34513-0D7B-41A5-9E76-90939F41054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5A04347-BDD7-4B80-97C4-8F8F989971D4}">
  <ds:schemaRefs>
    <ds:schemaRef ds:uri="http://schemas.microsoft.com/office/infopath/2007/PartnerControls"/>
    <ds:schemaRef ds:uri="http://schemas.microsoft.com/office/2006/documentManagement/types"/>
    <ds:schemaRef ds:uri="http://purl.org/dc/elements/1.1/"/>
    <ds:schemaRef ds:uri="http://purl.org/dc/terms/"/>
    <ds:schemaRef ds:uri="http://purl.org/dc/dcmitype/"/>
    <ds:schemaRef ds:uri="http://schemas.microsoft.com/office/2006/metadata/properties"/>
    <ds:schemaRef ds:uri="http://schemas.openxmlformats.org/package/2006/metadata/core-properties"/>
    <ds:schemaRef ds:uri="69aacc19-8f48-4ba8-bfc1-057a6d56306d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1fefcbb5-b9fb-4d9d-a4eb-a69982cdd6fe}" enabled="0" method="" siteId="{1fefcbb5-b9fb-4d9d-a4eb-a69982cdd6fe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1223</TotalTime>
  <Words>320</Words>
  <Application>Microsoft Office PowerPoint</Application>
  <PresentationFormat>A4 용지(210x297mm)</PresentationFormat>
  <Paragraphs>53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6" baseType="lpstr">
      <vt:lpstr>LG스마트체 Regular</vt:lpstr>
      <vt:lpstr>맑은 고딕</vt:lpstr>
      <vt:lpstr>Arial</vt:lpstr>
      <vt:lpstr>Arial Narrow</vt:lpstr>
      <vt:lpstr>4_Office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parkjonghyun@lgensol.com</dc:creator>
  <cp:lastModifiedBy>이재후(JAEHU LEE)[jaehu]/사원/제조DX.기획팀</cp:lastModifiedBy>
  <cp:revision>49</cp:revision>
  <cp:lastPrinted>2022-03-03T00:02:18Z</cp:lastPrinted>
  <dcterms:modified xsi:type="dcterms:W3CDTF">2026-10-02T13:55:10Z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0x0101003FF98EDD61FBD840A846F9616B640187</vt:lpwstr>
  </property>
  <property fmtid="{D5CDD505-2E9C-101B-9397-08002B2CF9AE}" pid="3" name="MediaServiceImageTags">
    <vt:lpwstr/>
  </property>
</Properties>
</file>