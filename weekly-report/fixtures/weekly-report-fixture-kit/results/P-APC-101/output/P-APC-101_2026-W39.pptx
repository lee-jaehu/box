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자동보정 로직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불량률 0.180% → 0.150%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자동보정 로직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20시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보고 자동화 검증을 위한 합성 과제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[목표] </a:t>
            </a: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499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1. 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2. 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3. 로직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4. 기능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5. 양산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6. 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7. 효과 산출·종료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167954"/>
            <a:ext cx="6970747" cy="333343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 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 Smart Regular"/>
        <a:cs typeface=""/>
      </a:majorFont>
      <a:minorFont>
        <a:latin typeface="Arial Narrow"/>
        <a:ea typeface="LG Smart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