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자동보정 로직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불량률 0.180% → 0.150%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자동보정 로직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22시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499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기능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양산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산출·종료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113090"/>
            <a:ext cx="6970747" cy="338829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