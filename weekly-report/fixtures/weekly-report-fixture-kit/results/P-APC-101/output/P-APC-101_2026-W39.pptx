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자동보정 로직 개선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불량률 0.180% → 0.150% 확인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자동보정 로직 개선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10/3 21시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613474"/>
          <a:ext cx="6970743" cy="1499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현황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개선 방안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로직 개발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기능 검증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양산 적용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효과 산출·종료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167954"/>
            <a:ext cx="6970747" cy="333343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불량률 0.180% → 0.150%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불량률 0.180% → 0.150%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해당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특이사항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