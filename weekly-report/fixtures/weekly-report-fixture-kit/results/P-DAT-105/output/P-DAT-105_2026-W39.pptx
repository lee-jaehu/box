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(W39)  (9/21~9/27)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[합성 예시] 수율 개선 분석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수율 95.0% → 96.0% 확인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tester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[합성 예시] 수율 개선 분석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현황_검증팀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10/3 21시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tester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[배경/목표]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보고 자동화 검증을 위한 합성 과제. 실제 업무 데이터 없이 파이프라인 검증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613474"/>
          <a:ext cx="6970743" cy="131216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문제 정의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데이터 수집·정제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분석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개선안 도출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효과 검증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결과 공유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2980502"/>
            <a:ext cx="6970747" cy="352088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수율 95.0% → 96.0% 확인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수율 95.0% → 96.0% 확인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해당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특이사항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스마트체 Regular"/>
        <a:cs typeface=""/>
      </a:majorFont>
      <a:minorFont>
        <a:latin typeface="Arial Narrow"/>
        <a:ea typeface="LG스마트체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