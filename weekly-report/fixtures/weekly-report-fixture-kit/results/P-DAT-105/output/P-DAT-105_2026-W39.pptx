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수율 개선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수율 95.0% → 96.0%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수율 개선 분석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20시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보고 자동화 검증을 위한 합성 과제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[목표]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1. 문제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2. 데이터 수집·정제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3.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4. 개선안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5. 효과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6. 결과 공유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80502"/>
            <a:ext cx="6970747" cy="352088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 Smart Regular"/>
        <a:cs typeface=""/>
      </a:majorFont>
      <a:minorFont>
        <a:latin typeface="Arial Narrow"/>
        <a:ea typeface="LG Smart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