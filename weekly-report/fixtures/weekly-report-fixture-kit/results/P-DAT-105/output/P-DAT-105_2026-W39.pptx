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수율 개선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수율 95.0% → 96.0%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수율 개선 분석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10/4 8시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문제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데이터 수집·정제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효과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결과 공유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25638"/>
            <a:ext cx="6970747" cy="357574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