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설비 투자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심의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설비 투자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20시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보고 자동화 검증을 위한 합성 과제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[목표]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6870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1. 투자 기획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2. 투자비 검토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3. 심의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4. 승인·품의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5. 발주·계약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6. 설치·시운전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7. 검수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8. 완료·정산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355406"/>
            <a:ext cx="6970747" cy="314597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 Smart Regular"/>
        <a:cs typeface=""/>
      </a:majorFont>
      <a:minorFont>
        <a:latin typeface="Arial Narrow"/>
        <a:ea typeface="LG Smart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