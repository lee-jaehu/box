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설비 투자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심의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설비 투자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6870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기획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투자비 검토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심의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승인·품의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발주·계약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설치·시운전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검수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완료·정산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300542"/>
            <a:ext cx="6970747" cy="320084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