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설비 투자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투자 심의 9/22 완료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설비 투자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21시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613474"/>
          <a:ext cx="6970743" cy="168706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투자 기획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투자비 검토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심의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승인·품의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발주·계약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설치·시운전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검수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완료·정산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355406"/>
            <a:ext cx="6970747" cy="314597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투자 심의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투자 심의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