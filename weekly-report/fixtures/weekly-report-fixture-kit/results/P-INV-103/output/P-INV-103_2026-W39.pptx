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147482079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7501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(W39)  (9/21~9/27)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[합성 예시] 설비 투자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투자 심의 9/22 완료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tester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[합성 예시] 설비 투자 (1/1)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현황_검증팀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10/3 22시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보고 자동화 검증을 위한 합성 과제. 실제 업무 데이터 없이 파이프라인 검증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586042"/>
          <a:ext cx="6970743" cy="16870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투자 기획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투자비 검토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심의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승인·품의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발주·계약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설치·시운전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검수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완료·정산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3300542"/>
            <a:ext cx="6970747" cy="320084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투자 심의 9/22 완료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투자 심의 9/22 완료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해당 없음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특이사항 없음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8083786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