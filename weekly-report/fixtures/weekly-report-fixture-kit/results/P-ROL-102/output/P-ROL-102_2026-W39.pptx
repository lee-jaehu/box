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검증 로직 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적용 일정 9/25 → 9/30 변경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검증 로직 수평전개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97967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 완료 4개 사이트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WA·조립, MI_HL·조립, HD·조립, OT·조립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09/22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PW·조립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HG·조립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AZ·조립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EP2·조립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OC·조립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MI_LS·조립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GM_TN·조립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648014"/>
            <a:ext cx="6970747" cy="285337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적용 일정 9/25 → 9/30 변경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적용 일정 9/25 → 9/30 변경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