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(W39)  (9/21~9/27)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[합성 예시] 검증 로직 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적용 일정 9/25 → 9/30 변경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tester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[합성 예시] 검증 로직 수평전개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현황_검증팀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10/4 8시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tester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[배경/목표]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보고 자동화 검증을 위한 합성 과제. 실제 업무 데이터 없이 파이프라인 검증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586042"/>
          <a:ext cx="6970743" cy="197967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 완료 4개 사이트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WA·조립, MI_HL·조립, HD·조립, OT·조립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09/22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NB·조립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09/30 (+5)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PW·조립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HG·조립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AZ·조립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EP2·조립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OC·조립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MI_LS·조립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GM_TN·조립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3593150"/>
            <a:ext cx="6970747" cy="290823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WA 적용 일정 9/25 → 9/30 변경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WA 적용 일정 9/25 → 9/30 변경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해당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특이사항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스마트체 Regular"/>
        <a:cs typeface=""/>
      </a:majorFont>
      <a:minorFont>
        <a:latin typeface="Arial Narrow"/>
        <a:ea typeface="LG스마트체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