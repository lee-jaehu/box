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대시보드 시스템 구축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대시보드 개발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대시보드 시스템 구축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요구사항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테스트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배포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안정화·운영 인계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