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대시보드 시스템 구축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대시보드 개발 9/22 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대시보드 시스템 구축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10/4 8시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요구사항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설계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테스트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배포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안정화·운영 인계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25638"/>
            <a:ext cx="6970747" cy="357574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