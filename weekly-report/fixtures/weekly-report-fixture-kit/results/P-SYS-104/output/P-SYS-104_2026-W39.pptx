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(W39)  (9/21~9/27)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[합성 예시] 대시보드 시스템 구축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대시보드 개발 9/22 완료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tester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[합성 예시] 대시보드 시스템 구축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현황_검증팀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10/3 22시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tester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[배경/목표]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보고 자동화 검증을 위한 합성 과제. 실제 업무 데이터 없이 파이프라인 검증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586042"/>
          <a:ext cx="6970743" cy="131216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요구사항 정의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설계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개발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테스트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배포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안정화·운영 인계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2925638"/>
            <a:ext cx="6970747" cy="357574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대시보드 개발 9/22 완료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대시보드 개발 9/22 완료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해당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특이사항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