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대시보드 시스템 구축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대시보드 개발 9/22 완료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대시보드 시스템 구축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10/3 21시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613474"/>
          <a:ext cx="6970743" cy="131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요구사항 정의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설계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테스트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배포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안정화·운영 인계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2980502"/>
            <a:ext cx="6970747" cy="352088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대시보드 개발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대시보드 개발 9/22 완료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해당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특이사항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