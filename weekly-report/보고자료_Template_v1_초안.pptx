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31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4"/>
    <p:sldId id="258" r:id="rId15"/>
  </p:sldIdLst>
  <p:sldSz cx="9906000" cy="6858000" type="A4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194" userDrawn="1">
          <p15:clr>
            <a:srgbClr val="A4A3A4"/>
          </p15:clr>
        </p15:guide>
        <p15:guide id="3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77" userDrawn="1">
          <p15:clr>
            <a:srgbClr val="A4A3A4"/>
          </p15:clr>
        </p15:guide>
        <p15:guide id="2" pos="210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 " providerId="None"/>
      </p:ext>
    </p:extLst>
  </p:cmAuthor>
  <p:cmAuthor id="2" name="김설희 " initials="김" lastIdx="0" clrIdx="1">
    <p:extLst>
      <p:ext uri="{19B8F6BF-5375-455C-9EA6-DF929625EA0E}">
        <p15:presenceInfo xmlns:p15="http://schemas.microsoft.com/office/powerpoint/2012/main" userId="김설희 " providerId="None"/>
      </p:ext>
    </p:extLst>
  </p:cmAuthor>
  <p:cmAuthor id="3" name="최성민 " initials="최" lastIdx="1" clrIdx="2">
    <p:extLst>
      <p:ext uri="{19B8F6BF-5375-455C-9EA6-DF929625EA0E}">
        <p15:presenceInfo xmlns:p15="http://schemas.microsoft.com/office/powerpoint/2012/main" userId="최성민 " providerId="None"/>
      </p:ext>
    </p:extLst>
  </p:cmAuthor>
  <p:cmAuthor id="4" name="박동욱 " initials="박" lastIdx="3" clrIdx="3">
    <p:extLst>
      <p:ext uri="{19B8F6BF-5375-455C-9EA6-DF929625EA0E}">
        <p15:presenceInfo xmlns:p15="http://schemas.microsoft.com/office/powerpoint/2012/main" userId="박동욱 " providerId="None"/>
      </p:ext>
    </p:extLst>
  </p:cmAuthor>
  <p:cmAuthor id="5" name="임성묵(SungMook Lim)[muksung0084]/사원/제조지능화.제조PI.지능화기반.기반구축1팀" initials="임L" lastIdx="1" clrIdx="4">
    <p:extLst>
      <p:ext uri="{19B8F6BF-5375-455C-9EA6-DF929625EA0E}">
        <p15:presenceInfo xmlns:p15="http://schemas.microsoft.com/office/powerpoint/2012/main" userId="S-1-5-21-886851358-1450416589-2733106619-104108" providerId="AD"/>
      </p:ext>
    </p:extLst>
  </p:cmAuthor>
  <p:cmAuthor id="6" name="최성민(Seongmin Choi)[choi.sm]/책임/제조지능화.데이터솔루션.조립셀추적기술팀" initials="최C" lastIdx="1" clrIdx="5">
    <p:extLst>
      <p:ext uri="{19B8F6BF-5375-455C-9EA6-DF929625EA0E}">
        <p15:presenceInfo xmlns:p15="http://schemas.microsoft.com/office/powerpoint/2012/main" userId="S-1-5-21-886851358-1450416589-2733106619-800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00"/>
    <a:srgbClr val="92D050"/>
    <a:srgbClr val="339933"/>
    <a:srgbClr val="1414FE"/>
    <a:srgbClr val="006600"/>
    <a:srgbClr val="7F7F7F"/>
    <a:srgbClr val="D9D9D9"/>
    <a:srgbClr val="FFFF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752" y="102"/>
      </p:cViewPr>
      <p:guideLst>
        <p:guide orient="horz" pos="618"/>
        <p:guide pos="194"/>
        <p:guide orient="horz" pos="15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377"/>
        <p:guide pos="2106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openxmlformats.org/officeDocument/2006/relationships/slide" Target="slides/slide2.xml"/><Relationship Id="rId15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정원(JUNGWON LEE)[jwlee0401]/팀장/제조DX.품질DX.DAVINCI팀" userId="1c2f8ad7-3b6e-475e-9593-07812a6d44f9" providerId="ADAL" clId="{42E42565-1DC3-4C00-ADDE-1ED930111395}"/>
    <pc:docChg chg="addSld delSld modSld delMainMaster modSection">
      <pc:chgData name="이정원(JUNGWON LEE)[jwlee0401]/팀장/제조DX.품질DX.DAVINCI팀" userId="1c2f8ad7-3b6e-475e-9593-07812a6d44f9" providerId="ADAL" clId="{42E42565-1DC3-4C00-ADDE-1ED930111395}" dt="2026-06-11T00:16:18.819" v="3"/>
      <pc:docMkLst>
        <pc:docMk/>
      </pc:docMkLst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0075415" sldId="2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6753724" sldId="25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68764267" sldId="25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34701498" sldId="25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77425088" sldId="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71513182" sldId="26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265645" sldId="26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36551117" sldId="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1443811" sldId="26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19118043" sldId="2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6316921" sldId="2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9171974" sldId="2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7336525" sldId="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95252914" sldId="2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9842813" sldId="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92309048" sldId="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9554211" sldId="2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076006084" sldId="2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87307555" sldId="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68302759" sldId="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48701469" sldId="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09453602" sldId="2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587803" sldId="2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1841044" sldId="2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02992306" sldId="28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0102857" sldId="2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9430486" sldId="28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1864316" sldId="2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1295054" sldId="287"/>
        </pc:sldMkLst>
      </pc:sldChg>
      <pc:sldChg chg="modSp mod">
        <pc:chgData name="이정원(JUNGWON LEE)[jwlee0401]/팀장/제조DX.품질DX.DAVINCI팀" userId="1c2f8ad7-3b6e-475e-9593-07812a6d44f9" providerId="ADAL" clId="{42E42565-1DC3-4C00-ADDE-1ED930111395}" dt="2026-06-10T07:49:55.312" v="1" actId="20577"/>
        <pc:sldMkLst>
          <pc:docMk/>
          <pc:sldMk cId="2751367990" sldId="746"/>
        </pc:sldMkLst>
        <pc:spChg chg="mod">
          <ac:chgData name="이정원(JUNGWON LEE)[jwlee0401]/팀장/제조DX.품질DX.DAVINCI팀" userId="1c2f8ad7-3b6e-475e-9593-07812a6d44f9" providerId="ADAL" clId="{42E42565-1DC3-4C00-ADDE-1ED930111395}" dt="2026-06-10T07:49:55.312" v="1" actId="20577"/>
          <ac:spMkLst>
            <pc:docMk/>
            <pc:sldMk cId="2751367990" sldId="746"/>
            <ac:spMk id="19" creationId="{00000000-0000-0000-0000-000000000000}"/>
          </ac:spMkLst>
        </pc:spChg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2459115" sldId="131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99842264" sldId="1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5432747" sldId="1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5886732" sldId="13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0816502" sldId="1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171172" sldId="21474817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05210716" sldId="21474818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82641193" sldId="214748188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71412418" sldId="21474818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627161179" sldId="214748190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647982237" sldId="214748191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64062836" sldId="21474819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1232159" sldId="21474819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19540429" sldId="214748194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073314691" sldId="214748195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273295863" sldId="214748196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59969249" sldId="214748196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1265645" sldId="21474819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14355536" sldId="214748198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32173439" sldId="2147481982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88152125" sldId="2147481984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132371169" sldId="214748198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30102857" sldId="21474819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5222790" sldId="2147481987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29430486" sldId="21474819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0094452" sldId="214748198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406624593" sldId="214748199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237976707" sldId="214748199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37434731" sldId="21474819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3619185" sldId="21474819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080073" sldId="2147481995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336551117" sldId="214748199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97884987" sldId="214748199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855628006" sldId="21474819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75589917" sldId="21474819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527363302" sldId="214748199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51144703" sldId="214748200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63586155" sldId="2147482001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909150637" sldId="21474820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1653520" sldId="21474820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0837860" sldId="21474820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55497490" sldId="21474820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58226180" sldId="214748210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3224709" sldId="214748210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241283" sldId="21474821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3316372" sldId="21474821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54205851" sldId="21474821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35153446" sldId="21474821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24263111" sldId="214748213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27162785" sldId="21474821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32564399" sldId="21474821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24122391" sldId="21474821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69670490" sldId="21474821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36734569" sldId="21474821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49728740" sldId="21474821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8260711" sldId="21474821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35835" sldId="21474821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09369088" sldId="21474821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01988193" sldId="21474821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32484304" sldId="214748219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41581979" sldId="21474821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99644780" sldId="214748219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38070560" sldId="21474821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3862557" sldId="21474822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8753089" sldId="214748220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6745681" sldId="214748220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6699700" sldId="21474822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28180181" sldId="21474822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8919499" sldId="21474822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3900675" sldId="21474822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9332864" sldId="214748221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49915204" sldId="21474822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42395244" sldId="21474822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2845261" sldId="214748221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2919259" sldId="21474822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10368236" sldId="214748222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32916899" sldId="21474822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9884739" sldId="214748223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59064717" sldId="214748223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63187120" sldId="21474822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19732740" sldId="21474822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36025678" sldId="21474822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02884975" sldId="21474822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9389771" sldId="21474822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7206059" sldId="21474822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03540469" sldId="2147482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2883975" sldId="2147482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18351504" sldId="2147482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57580758" sldId="2147482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52142024" sldId="2147482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27946765" sldId="2147482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04766922" sldId="2147482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36044589" sldId="2147482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883890" sldId="21474822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11276172" sldId="21474822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93320977" sldId="214748229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42216647" sldId="21474822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90388497" sldId="214748229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6691194" sldId="21474823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03841124" sldId="2147482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14115481" sldId="2147482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2208808" sldId="21474823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59639368" sldId="21474823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58152258" sldId="21474823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3435470" sldId="214748234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9987150" sldId="2147482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8010382" sldId="21474823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43499269" sldId="21474823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40590436" sldId="21474823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69419318" sldId="21474823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4680555" sldId="21474823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75963261" sldId="21474823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7662529" sldId="21474823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22393476" sldId="21474823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50095275" sldId="21474823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91846311" sldId="21474823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93781609" sldId="21474823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87662067" sldId="21474823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2335601" sldId="21474823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73404529" sldId="21474823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43108386" sldId="21474823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533390757" sldId="21474823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59338307" sldId="21474823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09929132" sldId="21474823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82435953" sldId="21474824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67338337" sldId="21474824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43048222" sldId="214748242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7971809" sldId="214748242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2528128" sldId="214748242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7353793" sldId="214748243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17871026" sldId="21474824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7300827" sldId="214748243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103057" sldId="21474824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40676373" sldId="214748243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031098" sldId="21474824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45173503" sldId="21474824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55765133" sldId="21474824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26368911" sldId="21474824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73059942" sldId="214748244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9558725" sldId="21474824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49894319" sldId="21474824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15695188" sldId="21474824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5252784" sldId="21474824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8576387" sldId="214748245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020055" sldId="214748245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74959186" sldId="214748245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23945192" sldId="21474835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1351590" sldId="21474835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6810035" sldId="21474835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6355013" sldId="21474835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86436296" sldId="21474835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4057943" sldId="21474836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36101403" sldId="21474836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32828" sldId="21474836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12751909" sldId="2147483647"/>
        </pc:sldMkLst>
      </pc:sld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4184194262" sldId="2147483928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2848295152" sldId="2147483929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3389275494" sldId="2147483930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965675165" sldId="2147483931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1715446726" sldId="2147483932"/>
          </pc:sldLayoutMkLst>
        </pc:sldLayoutChg>
      </pc:sldMaster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3087726775" sldId="2147483933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1626185120" sldId="2147483934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3212269721" sldId="2147483935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837955830" sldId="2147483936"/>
          </pc:sldLayoutMkLst>
        </pc:sldLayoutChg>
      </pc:sldMasterChg>
    </pc:docChg>
  </pc:docChgLst>
  <pc:docChgLst>
    <pc:chgData name="문대윤(DAEYOON MOON)[dymoon17]/책임/제조DX.품질DX.설비DX팀" userId="fe4b4c97-a916-4217-8fde-65670670746c" providerId="ADAL" clId="{17FB9174-3770-49DD-858A-D0C4D9CB166C}"/>
    <pc:docChg chg="addSld modSld">
      <pc:chgData name="문대윤(DAEYOON MOON)[dymoon17]/책임/제조DX.품질DX.설비DX팀" userId="fe4b4c97-a916-4217-8fde-65670670746c" providerId="ADAL" clId="{17FB9174-3770-49DD-858A-D0C4D9CB166C}" dt="2026-06-11T00:33:59.592" v="0"/>
      <pc:docMkLst>
        <pc:docMk/>
      </pc:docMkLst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197884987" sldId="27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3020055" sldId="28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674959186" sldId="28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1232159" sldId="214748193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619540429" sldId="214748194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23619185" sldId="214748199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86080073" sldId="214748199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8753089" sldId="214748220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896745681" sldId="214748220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58919499" sldId="214748221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93900675" sldId="214748221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69332864" sldId="214748221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649915204" sldId="214748221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942395244" sldId="214748221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4192845261" sldId="214748221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92919259" sldId="214748222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10368236" sldId="214748222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32916899" sldId="214748222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79884739" sldId="214748223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59064717" sldId="214748223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463187120" sldId="214748224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19732740" sldId="214748224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02884975" sldId="214748225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49389771" sldId="214748225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47206059" sldId="214748225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222883975" sldId="214748226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18351504" sldId="214748226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736044589" sldId="214748227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883671718" sldId="214748227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17537109" sldId="214748227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37459330" sldId="214748227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11202586" sldId="2147482280"/>
        </pc:sldMkLst>
      </pc:sldChg>
    </pc:docChg>
  </pc:docChgLst>
  <pc:docChgLst>
    <pc:chgData name="이강국(KANG KUK LEE)[kklee81]/팀장/제조DX.품질DX.공정DX팀" userId="d2ce5178-2266-4480-858d-6442786b6081" providerId="ADAL" clId="{20B7C431-AE2C-469D-BF87-64285AC2C209}"/>
    <pc:docChg chg="addSld delSld modSld delMainMaster modSection">
      <pc:chgData name="이강국(KANG KUK LEE)[kklee81]/팀장/제조DX.품질DX.공정DX팀" userId="d2ce5178-2266-4480-858d-6442786b6081" providerId="ADAL" clId="{20B7C431-AE2C-469D-BF87-64285AC2C209}" dt="2026-06-11T00:29:05.569" v="1"/>
      <pc:docMkLst>
        <pc:docMk/>
      </pc:docMkLst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5222790" sldId="25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70075415" sldId="25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8764267" sldId="25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6753724" sldId="25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12751909" sldId="26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714355536" sldId="26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071513182" sldId="262"/>
        </pc:sldMkLst>
      </pc:sldChg>
      <pc:sldChg chg="del">
        <pc:chgData name="이강국(KANG KUK LEE)[kklee81]/팀장/제조DX.품질DX.공정DX팀" userId="d2ce5178-2266-4480-858d-6442786b6081" providerId="ADAL" clId="{20B7C431-AE2C-469D-BF87-64285AC2C209}" dt="2026-06-11T00:27:42.302" v="0" actId="47"/>
        <pc:sldMkLst>
          <pc:docMk/>
          <pc:sldMk cId="4199059677" sldId="26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34701498" sldId="26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51443811" sldId="26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199059677" sldId="26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16316921" sldId="26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9171974" sldId="26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897336525" sldId="26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495252914" sldId="26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59842813" sldId="27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992309048" sldId="27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076006084" sldId="27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487307555" sldId="27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268302759" sldId="27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248701469" sldId="27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09453602" sldId="27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86587803" sldId="27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91841044" sldId="27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802992306" sldId="28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361864316" sldId="28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61295054" sldId="28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892459115" sldId="131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799842264" sldId="131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5432747" sldId="131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95886732" sldId="132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0816502" sldId="134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4725635" sldId="152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4171172" sldId="214748179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23945192" sldId="2147483585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41205244" sldId="2147483591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829641397" sldId="214748359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1832269" sldId="2147483593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55868540" sldId="214748359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14057943" sldId="214748364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36101403" sldId="214748364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390094452" sldId="214748364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94132828" sldId="2147483647"/>
        </pc:sldMkLst>
      </pc:sldChg>
      <pc:sldMasterChg chg="del delSldLayout">
        <pc:chgData name="이강국(KANG KUK LEE)[kklee81]/팀장/제조DX.품질DX.공정DX팀" userId="d2ce5178-2266-4480-858d-6442786b6081" providerId="ADAL" clId="{20B7C431-AE2C-469D-BF87-64285AC2C209}" dt="2026-06-11T00:27:42.302" v="0" actId="47"/>
        <pc:sldMasterMkLst>
          <pc:docMk/>
          <pc:sldMasterMk cId="3734256132" sldId="2147483936"/>
        </pc:sldMasterMkLst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307018037" sldId="2147483937"/>
          </pc:sldLayoutMkLst>
        </pc:sldLayoutChg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473624248" sldId="2147483938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CA65B-4A64-4C09-B6AF-22726F39C5D6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DBB3B-02F1-4B6B-B52B-D48CB606F0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598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02084-E320-4FCE-8E72-C66EF9DD46E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804863"/>
            <a:ext cx="5807075" cy="4021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8587" y="5094127"/>
            <a:ext cx="5348695" cy="48260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C5283-F698-4B70-A5AB-FFCC0F08C4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71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91708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72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67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4478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22671" y="6650863"/>
            <a:ext cx="460631" cy="153888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fld id="{A54A9921-F004-4FEA-AF7B-4D114F7E353D}" type="slidenum">
              <a:rPr lang="ko-KR" altLang="en-US" sz="1000" b="1" smtClean="0">
                <a:solidFill>
                  <a:srgbClr val="000000"/>
                </a:solidFill>
                <a:cs typeface="Arial" pitchFamily="34" charset="0"/>
              </a:rPr>
              <a:pPr algn="ctr"/>
              <a:t>‹#›</a:t>
            </a:fld>
            <a:r>
              <a:rPr lang="ko-KR" altLang="en-US" sz="1000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en-US" altLang="ko-KR" sz="1000">
                <a:solidFill>
                  <a:srgbClr val="000000"/>
                </a:solidFill>
                <a:cs typeface="Arial" pitchFamily="34" charset="0"/>
              </a:rPr>
              <a:t>/ 140</a:t>
            </a:r>
          </a:p>
        </p:txBody>
      </p:sp>
    </p:spTree>
    <p:extLst>
      <p:ext uri="{BB962C8B-B14F-4D97-AF65-F5344CB8AC3E}">
        <p14:creationId xmlns:p14="http://schemas.microsoft.com/office/powerpoint/2010/main" val="2799675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 name="exec_summary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228600" y="137160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45720" rIns="45720" tIns="27432" bIns="27432"/>
          <a:lstStyle/>
          <a:p>
            <a:pPr algn="l"/>
            <a:r>
              <a:rPr sz="2000" b="1">
                <a:solidFill>
                  <a:srgbClr val="000000"/>
                </a:solidFill>
                <a:latin typeface="Arial Narrow"/>
                <a:ea typeface="LG스마트체 Regular"/>
              </a:rPr>
              <a:t>과제명 진행 결과 및 향후 계획</a:t>
            </a:r>
            <a:endParaRPr sz="2000" b="1">
              <a:latin typeface="Arial Narrow"/>
              <a:ea typeface="LG스마트체 Regular"/>
            </a:endParaRPr>
          </a:p>
        </p:txBody>
      </p:sp>
      <p:sp>
        <p:nvSpPr>
          <p:cNvPr id="3" name="org_date"/>
          <p:cNvSpPr/>
          <p:nvPr/>
        </p:nvSpPr>
        <p:spPr>
          <a:xfrm>
            <a:off x="7269480" y="109728"/>
            <a:ext cx="2404872" cy="45720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45720" rIns="45720" tIns="27432" bIns="27432"/>
          <a:lstStyle/>
          <a:p>
            <a:pPr algn="r"/>
            <a:r>
              <a:rPr sz="1000" b="0">
                <a:solidFill>
                  <a:srgbClr val="000000"/>
                </a:solidFill>
                <a:latin typeface="Arial Narrow"/>
                <a:ea typeface="LG스마트체 Regular"/>
              </a:rPr>
              <a:t>부서</a:t>
            </a:r>
            <a:endParaRPr sz="1000" b="0">
              <a:latin typeface="Arial Narrow"/>
              <a:ea typeface="LG스마트체 Regular"/>
            </a:endParaRPr>
          </a:p>
          <a:p>
            <a:pPr algn="r"/>
            <a:r>
              <a:rPr sz="1000" b="0">
                <a:solidFill>
                  <a:srgbClr val="000000"/>
                </a:solidFill>
                <a:latin typeface="Arial Narrow"/>
                <a:ea typeface="LG스마트체 Regular"/>
              </a:rPr>
              <a:t>2026. 10. 4</a:t>
            </a:r>
            <a:endParaRPr sz="1000" b="0">
              <a:latin typeface="Arial Narrow"/>
              <a:ea typeface="LG스마트체 Regular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9445752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5" name="head_message"/>
          <p:cNvSpPr/>
          <p:nvPr/>
        </p:nvSpPr>
        <p:spPr>
          <a:xfrm>
            <a:off x="228600" y="676656"/>
            <a:ext cx="9445752" cy="60350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 tIns="27432" bIns="27432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ea typeface="LG스마트체 Regular"/>
              </a:rPr>
              <a:t>헤드메시지: 결론 · 핵심 수치 · 다음 조치를 경어체 1~2문장으로 씁니다.</a:t>
            </a:r>
            <a:endParaRPr sz="1600" b="1">
              <a:latin typeface="Arial Narrow"/>
              <a:ea typeface="LG스마트체 Regular"/>
            </a:endParaRPr>
          </a:p>
        </p:txBody>
      </p:sp>
      <p:sp>
        <p:nvSpPr>
          <p:cNvPr id="6" name="band1_label"/>
          <p:cNvSpPr/>
          <p:nvPr/>
        </p:nvSpPr>
        <p:spPr>
          <a:xfrm>
            <a:off x="228600" y="1371600"/>
            <a:ext cx="566928" cy="169164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</p:spPr>
        <p:txBody>
          <a:bodyPr rtlCol="0" anchor="ctr" wrap="square" lIns="27432" rIns="27432" tIns="27432" bIns="27432"/>
          <a:lstStyle/>
          <a:p>
            <a:pPr algn="ctr"/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보고</a:t>
            </a:r>
            <a:endParaRPr sz="1300" b="1">
              <a:latin typeface="Arial Narrow"/>
              <a:ea typeface="LG스마트체 Regular"/>
            </a:endParaRPr>
          </a:p>
          <a:p>
            <a:pPr algn="ctr"/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배경</a:t>
            </a:r>
            <a:endParaRPr sz="1300" b="1">
              <a:latin typeface="Arial Narrow"/>
              <a:ea typeface="LG스마트체 Regular"/>
            </a:endParaRPr>
          </a:p>
          <a:p>
            <a:pPr algn="ctr"/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및</a:t>
            </a:r>
            <a:endParaRPr sz="1300" b="1">
              <a:latin typeface="Arial Narrow"/>
              <a:ea typeface="LG스마트체 Regular"/>
            </a:endParaRPr>
          </a:p>
          <a:p>
            <a:pPr algn="ctr"/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결론</a:t>
            </a:r>
            <a:endParaRPr sz="1300" b="1">
              <a:latin typeface="Arial Narrow"/>
              <a:ea typeface="LG스마트체 Regular"/>
            </a:endParaRPr>
          </a:p>
        </p:txBody>
      </p:sp>
      <p:sp>
        <p:nvSpPr>
          <p:cNvPr id="7" name="background_conclusion"/>
          <p:cNvSpPr/>
          <p:nvPr/>
        </p:nvSpPr>
        <p:spPr>
          <a:xfrm>
            <a:off x="868680" y="1371600"/>
            <a:ext cx="8805672" cy="1691640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  <p:txBody>
          <a:bodyPr rtlCol="0" anchor="ctr" wrap="square" lIns="109728" rIns="109728" tIns="27432" bIns="27432"/>
          <a:lstStyle/>
          <a:p>
            <a:pPr algn="l">
              <a:spcBef>
                <a:spcPts val="400"/>
              </a:spcBef>
            </a:pPr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• 배경·목적</a:t>
            </a:r>
            <a:endParaRPr sz="1300" b="1">
              <a:latin typeface="Arial Narrow"/>
              <a:ea typeface="LG스마트체 Regular"/>
            </a:endParaRP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• 지금까지의 결론(핵심 수치)</a:t>
            </a:r>
            <a:endParaRPr sz="1300" b="1">
              <a:latin typeface="Arial Narrow"/>
              <a:ea typeface="LG스마트체 Regular"/>
            </a:endParaRP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• 남은 과제와 조치·요청</a:t>
            </a:r>
            <a:endParaRPr sz="1300" b="1">
              <a:latin typeface="Arial Narrow"/>
              <a:ea typeface="LG스마트체 Regular"/>
            </a:endParaRPr>
          </a:p>
        </p:txBody>
      </p:sp>
      <p:sp>
        <p:nvSpPr>
          <p:cNvPr id="8" name="band2_label"/>
          <p:cNvSpPr/>
          <p:nvPr/>
        </p:nvSpPr>
        <p:spPr>
          <a:xfrm>
            <a:off x="228600" y="3154680"/>
            <a:ext cx="566928" cy="329184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</p:spPr>
        <p:txBody>
          <a:bodyPr rtlCol="0" anchor="ctr" wrap="square" lIns="27432" rIns="27432" tIns="27432" bIns="27432"/>
          <a:lstStyle/>
          <a:p>
            <a:pPr algn="ctr"/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상세</a:t>
            </a:r>
            <a:endParaRPr sz="1300" b="1">
              <a:latin typeface="Arial Narrow"/>
              <a:ea typeface="LG스마트체 Regular"/>
            </a:endParaRPr>
          </a:p>
          <a:p>
            <a:pPr algn="ctr"/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검토</a:t>
            </a:r>
            <a:endParaRPr sz="1300" b="1">
              <a:latin typeface="Arial Narrow"/>
              <a:ea typeface="LG스마트체 Regular"/>
            </a:endParaRPr>
          </a:p>
          <a:p>
            <a:pPr algn="ctr"/>
            <a:r>
              <a:rPr sz="1300" b="1">
                <a:solidFill>
                  <a:srgbClr val="000000"/>
                </a:solidFill>
                <a:latin typeface="Arial Narrow"/>
                <a:ea typeface="LG스마트체 Regular"/>
              </a:rPr>
              <a:t>결과</a:t>
            </a:r>
            <a:endParaRPr sz="1300" b="1">
              <a:latin typeface="Arial Narrow"/>
              <a:ea typeface="LG스마트체 Regular"/>
            </a:endParaRPr>
          </a:p>
        </p:txBody>
      </p:sp>
      <p:sp>
        <p:nvSpPr>
          <p:cNvPr id="9" name="left_title"/>
          <p:cNvSpPr/>
          <p:nvPr/>
        </p:nvSpPr>
        <p:spPr>
          <a:xfrm>
            <a:off x="868680" y="315468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45720" rIns="45720" tIns="27432" bIns="27432"/>
          <a:lstStyle/>
          <a:p>
            <a:pPr algn="l"/>
            <a:r>
              <a:rPr sz="1200" b="1">
                <a:solidFill>
                  <a:srgbClr val="000000"/>
                </a:solidFill>
                <a:latin typeface="Arial Narrow"/>
                <a:ea typeface="LG스마트체 Regular"/>
              </a:rPr>
              <a:t>[ 추진 경과 및 성과 ]</a:t>
            </a:r>
            <a:endParaRPr sz="1200" b="1">
              <a:latin typeface="Arial Narrow"/>
              <a:ea typeface="LG스마트체 Regular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68680" y="3447288"/>
            <a:ext cx="4297680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1" name="left_items"/>
          <p:cNvSpPr/>
          <p:nvPr/>
        </p:nvSpPr>
        <p:spPr>
          <a:xfrm>
            <a:off x="868680" y="3520440"/>
            <a:ext cx="4297680" cy="292608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 tIns="27432" bIns="27432"/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/>
              </a:rPr>
              <a:t>[ 소제목 ] 내용</a:t>
            </a:r>
            <a:endParaRPr sz="1100" b="0">
              <a:latin typeface="Arial Narrow"/>
              <a:ea typeface="LG스마트체 Regular"/>
            </a:endParaRP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/>
              </a:rPr>
              <a:t>- 세부 내용</a:t>
            </a:r>
            <a:endParaRPr sz="1100" b="0">
              <a:latin typeface="Arial Narrow"/>
              <a:ea typeface="LG스마트체 Regular"/>
            </a:endParaRPr>
          </a:p>
        </p:txBody>
      </p:sp>
      <p:graphicFrame>
        <p:nvGraphicFramePr>
          <p:cNvPr id="12" name="kpi_table"/>
          <p:cNvGraphicFramePr>
            <a:graphicFrameLocks noGrp="1"/>
          </p:cNvGraphicFramePr>
          <p:nvPr/>
        </p:nvGraphicFramePr>
        <p:xfrm>
          <a:off x="5349240" y="3154680"/>
          <a:ext cx="4325112" cy="530352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594360"/>
                <a:gridCol w="1005840"/>
                <a:gridCol w="502920"/>
                <a:gridCol w="758952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지표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기준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최신 (기간)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목표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변화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 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 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 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 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 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chedule_note"/>
          <p:cNvSpPr/>
          <p:nvPr/>
        </p:nvSpPr>
        <p:spPr>
          <a:xfrm>
            <a:off x="5349240" y="3730752"/>
            <a:ext cx="4325112" cy="3657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 tIns="27432" bIns="27432"/>
          <a:lstStyle/>
          <a:p>
            <a:pPr algn="l"/>
            <a:r>
              <a:rPr sz="900" b="0">
                <a:solidFill>
                  <a:srgbClr val="006600"/>
                </a:solidFill>
                <a:latin typeface="Arial Narrow"/>
                <a:ea typeface="LG스마트체 Regular"/>
              </a:rPr>
              <a:t>└ 일정: 지연 단계 (코드 계산)</a:t>
            </a:r>
            <a:endParaRPr sz="900" b="0">
              <a:latin typeface="Arial Narrow"/>
              <a:ea typeface="LG스마트체 Regular"/>
            </a:endParaRPr>
          </a:p>
        </p:txBody>
      </p:sp>
      <p:sp>
        <p:nvSpPr>
          <p:cNvPr id="14" name="right_title"/>
          <p:cNvSpPr/>
          <p:nvPr/>
        </p:nvSpPr>
        <p:spPr>
          <a:xfrm>
            <a:off x="5349240" y="4114800"/>
            <a:ext cx="4325112" cy="27432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45720" rIns="45720" tIns="27432" bIns="27432"/>
          <a:lstStyle/>
          <a:p>
            <a:pPr algn="l"/>
            <a:r>
              <a:rPr sz="1200" b="1">
                <a:solidFill>
                  <a:srgbClr val="000000"/>
                </a:solidFill>
                <a:latin typeface="Arial Narrow"/>
                <a:ea typeface="LG스마트체 Regular"/>
              </a:rPr>
              <a:t>[ 향후 계획 및 요청 사항 ]</a:t>
            </a:r>
            <a:endParaRPr sz="1200" b="1">
              <a:latin typeface="Arial Narrow"/>
              <a:ea typeface="LG스마트체 Regular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349240" y="4407408"/>
            <a:ext cx="4325112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6" name="right_items"/>
          <p:cNvSpPr/>
          <p:nvPr/>
        </p:nvSpPr>
        <p:spPr>
          <a:xfrm>
            <a:off x="5349240" y="4480560"/>
            <a:ext cx="4325112" cy="19659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 tIns="27432" bIns="27432"/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/>
              </a:rPr>
              <a:t>[ 소제목 ] 내용</a:t>
            </a:r>
            <a:endParaRPr sz="1100" b="0">
              <a:latin typeface="Arial Narrow"/>
              <a:ea typeface="LG스마트체 Regular"/>
            </a:endParaRP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/>
              </a:rPr>
              <a:t>▶ 요청: 내용</a:t>
            </a:r>
            <a:endParaRPr sz="1100" b="0">
              <a:latin typeface="Arial Narrow"/>
              <a:ea typeface="LG스마트체 Regular"/>
            </a:endParaRPr>
          </a:p>
        </p:txBody>
      </p:sp>
      <p:sp>
        <p:nvSpPr>
          <p:cNvPr id="17" name="confidential"/>
          <p:cNvSpPr/>
          <p:nvPr/>
        </p:nvSpPr>
        <p:spPr>
          <a:xfrm>
            <a:off x="228600" y="6519672"/>
            <a:ext cx="1234440" cy="219456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  <p:txBody>
          <a:bodyPr rtlCol="0" anchor="ctr" wrap="square" lIns="45720" rIns="45720" tIns="27432" bIns="27432"/>
          <a:lstStyle/>
          <a:p>
            <a:pPr algn="ctr"/>
            <a:r>
              <a:rPr sz="800" b="0">
                <a:solidFill>
                  <a:srgbClr val="000000"/>
                </a:solidFill>
                <a:latin typeface="Arial Narrow"/>
                <a:ea typeface="LG스마트체 Regular"/>
              </a:rPr>
              <a:t>대외비 (Confidential)</a:t>
            </a:r>
            <a:endParaRPr sz="800" b="0">
              <a:latin typeface="Arial Narrow"/>
              <a:ea typeface="LG스마트체 Regular"/>
            </a:endParaRPr>
          </a:p>
        </p:txBody>
      </p:sp>
      <p:sp>
        <p:nvSpPr>
          <p:cNvPr id="18" name="draft_mark"/>
          <p:cNvSpPr/>
          <p:nvPr/>
        </p:nvSpPr>
        <p:spPr>
          <a:xfrm>
            <a:off x="1554480" y="6519672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 tIns="27432" bIns="27432"/>
          <a:lstStyle/>
          <a:p>
            <a:pPr algn="l"/>
            <a:r>
              <a:rPr sz="800" b="0">
                <a:solidFill>
                  <a:srgbClr val="7F7F7F"/>
                </a:solidFill>
                <a:latin typeface="Arial Narrow"/>
                <a:ea typeface="LG스마트체 Regular"/>
              </a:rPr>
              <a:t>초안 – 공식 양식 아님 (weekly-report 생성)</a:t>
            </a:r>
            <a:endParaRPr sz="800" b="0">
              <a:latin typeface="Arial Narrow"/>
              <a:ea typeface="LG스마트체 Regular"/>
            </a:endParaRPr>
          </a:p>
        </p:txBody>
      </p:sp>
      <p:sp>
        <p:nvSpPr>
          <p:cNvPr id="19" name="page_no"/>
          <p:cNvSpPr/>
          <p:nvPr/>
        </p:nvSpPr>
        <p:spPr>
          <a:xfrm>
            <a:off x="4572000" y="651967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000000"/>
                </a:solidFill>
                <a:latin typeface="Arial Narrow"/>
                <a:ea typeface="LG스마트체 Regular"/>
              </a:rPr>
              <a:t>1 / 1</a:t>
            </a:r>
            <a:endParaRPr sz="1000" b="1">
              <a:latin typeface="Arial Narrow"/>
              <a:ea typeface="LG스마트체 Regular"/>
            </a:endParaRPr>
          </a:p>
        </p:txBody>
      </p:sp>
      <p:sp>
        <p:nvSpPr>
          <p:cNvPr id="20" name="no_forward"/>
          <p:cNvSpPr/>
          <p:nvPr/>
        </p:nvSpPr>
        <p:spPr>
          <a:xfrm>
            <a:off x="6309360" y="6519672"/>
            <a:ext cx="3364992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 tIns="27432" bIns="27432"/>
          <a:lstStyle/>
          <a:p>
            <a:pPr algn="r"/>
            <a:r>
              <a:rPr sz="800" b="1">
                <a:solidFill>
                  <a:srgbClr val="000000"/>
                </a:solidFill>
                <a:latin typeface="Arial Narrow"/>
                <a:ea typeface="LG스마트체 Regular"/>
              </a:rPr>
              <a:t>* 외부전달 및 임의변경 삼가를 부탁드립니다.</a:t>
            </a:r>
            <a:endParaRPr sz="800" b="1">
              <a:latin typeface="Arial Narrow"/>
              <a:ea typeface="LG스마트체 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 name="monthly_overview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228600" y="137160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45720" rIns="45720" tIns="27432" bIns="27432"/>
          <a:lstStyle/>
          <a:p>
            <a:pPr algn="l"/>
            <a:r>
              <a:rPr sz="2000" b="1">
                <a:solidFill>
                  <a:srgbClr val="000000"/>
                </a:solidFill>
                <a:latin typeface="Arial Narrow"/>
                <a:ea typeface="LG스마트체 Regular"/>
              </a:rPr>
              <a:t>과제 종합 현황 / ’26.10월</a:t>
            </a:r>
            <a:endParaRPr sz="2000" b="1">
              <a:latin typeface="Arial Narrow"/>
              <a:ea typeface="LG스마트체 Regular"/>
            </a:endParaRPr>
          </a:p>
        </p:txBody>
      </p:sp>
      <p:sp>
        <p:nvSpPr>
          <p:cNvPr id="3" name="org_date"/>
          <p:cNvSpPr/>
          <p:nvPr/>
        </p:nvSpPr>
        <p:spPr>
          <a:xfrm>
            <a:off x="7269480" y="109728"/>
            <a:ext cx="2404872" cy="45720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45720" rIns="45720" tIns="27432" bIns="27432"/>
          <a:lstStyle/>
          <a:p>
            <a:pPr algn="r"/>
            <a:r>
              <a:rPr sz="1000" b="0">
                <a:solidFill>
                  <a:srgbClr val="000000"/>
                </a:solidFill>
                <a:latin typeface="Arial Narrow"/>
                <a:ea typeface="LG스마트체 Regular"/>
              </a:rPr>
              <a:t>부서</a:t>
            </a:r>
            <a:endParaRPr sz="1000" b="0">
              <a:latin typeface="Arial Narrow"/>
              <a:ea typeface="LG스마트체 Regular"/>
            </a:endParaRPr>
          </a:p>
          <a:p>
            <a:pPr algn="r"/>
            <a:r>
              <a:rPr sz="1000" b="0">
                <a:solidFill>
                  <a:srgbClr val="000000"/>
                </a:solidFill>
                <a:latin typeface="Arial Narrow"/>
                <a:ea typeface="LG스마트체 Regular"/>
              </a:rPr>
              <a:t>2026. 10. 4</a:t>
            </a:r>
            <a:endParaRPr sz="1000" b="0">
              <a:latin typeface="Arial Narrow"/>
              <a:ea typeface="LG스마트체 Regular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9445752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5" name="head_message"/>
          <p:cNvSpPr/>
          <p:nvPr/>
        </p:nvSpPr>
        <p:spPr>
          <a:xfrm>
            <a:off x="228600" y="676656"/>
            <a:ext cx="9445752" cy="60350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 tIns="27432" bIns="27432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ea typeface="LG스마트체 Regular"/>
              </a:rPr>
              <a:t>헤드메시지: 이번 달 전체 진척 결론 · 핵심 성과 수치 · 다음 달 조치를 씁니다.</a:t>
            </a:r>
            <a:endParaRPr sz="1600" b="1">
              <a:latin typeface="Arial Narrow"/>
              <a:ea typeface="LG스마트체 Regular"/>
            </a:endParaRPr>
          </a:p>
        </p:txBody>
      </p:sp>
      <p:sp>
        <p:nvSpPr>
          <p:cNvPr id="6" name="unit_note"/>
          <p:cNvSpPr/>
          <p:nvPr/>
        </p:nvSpPr>
        <p:spPr>
          <a:xfrm>
            <a:off x="6931152" y="129844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 tIns="27432" bIns="27432"/>
          <a:lstStyle/>
          <a:p>
            <a:pPr algn="r"/>
            <a:r>
              <a:rPr sz="800" b="0">
                <a:solidFill>
                  <a:srgbClr val="7F7F7F"/>
                </a:solidFill>
                <a:latin typeface="Arial Narrow"/>
                <a:ea typeface="LG스마트체 Regular"/>
              </a:rPr>
              <a:t>(KPI 기준 → 최신, 지연 단계는 코드 계산값)</a:t>
            </a:r>
            <a:endParaRPr sz="800" b="0">
              <a:latin typeface="Arial Narrow"/>
              <a:ea typeface="LG스마트체 Regular"/>
            </a:endParaRPr>
          </a:p>
        </p:txBody>
      </p:sp>
      <p:graphicFrame>
        <p:nvGraphicFramePr>
          <p:cNvPr id="7" name="project_table"/>
          <p:cNvGraphicFramePr>
            <a:graphicFrameLocks noGrp="1"/>
          </p:cNvGraphicFramePr>
          <p:nvPr/>
        </p:nvGraphicFramePr>
        <p:xfrm>
          <a:off x="228600" y="1481328"/>
          <a:ext cx="9445752" cy="658368"/>
        </p:xfrm>
        <a:graphic>
          <a:graphicData uri="http://schemas.openxmlformats.org/drawingml/2006/table">
            <a:tbl>
              <a:tblPr firstRow="0" bandRow="0"/>
              <a:tblGrid>
                <a:gridCol w="1965960"/>
                <a:gridCol w="777240"/>
                <a:gridCol w="731520"/>
                <a:gridCol w="1600200"/>
                <a:gridCol w="1737360"/>
                <a:gridCol w="2633472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과제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담당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상태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목표 일정 (지연 단계)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KPI 기준 → 최신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이번 달 주요 내용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 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 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 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 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 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 </a:t>
                      </a:r>
                      <a:endParaRPr sz="10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highlights_title"/>
          <p:cNvSpPr/>
          <p:nvPr/>
        </p:nvSpPr>
        <p:spPr>
          <a:xfrm>
            <a:off x="228600" y="448056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45720" rIns="45720" tIns="27432" bIns="27432"/>
          <a:lstStyle/>
          <a:p>
            <a:pPr algn="l"/>
            <a:r>
              <a:rPr sz="1200" b="1">
                <a:solidFill>
                  <a:srgbClr val="000000"/>
                </a:solidFill>
                <a:latin typeface="Arial Narrow"/>
                <a:ea typeface="LG스마트체 Regular"/>
              </a:rPr>
              <a:t>[ 주요 성과 ]</a:t>
            </a:r>
            <a:endParaRPr sz="1200" b="1">
              <a:latin typeface="Arial Narrow"/>
              <a:ea typeface="LG스마트체 Regular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28600" y="4773168"/>
            <a:ext cx="4617720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0" name="highlights"/>
          <p:cNvSpPr/>
          <p:nvPr/>
        </p:nvSpPr>
        <p:spPr>
          <a:xfrm>
            <a:off x="228600" y="4846320"/>
            <a:ext cx="4617720" cy="16002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 tIns="27432" bIns="27432"/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/>
              </a:rPr>
              <a:t>- 성과</a:t>
            </a:r>
            <a:endParaRPr sz="1100" b="0">
              <a:latin typeface="Arial Narrow"/>
              <a:ea typeface="LG스마트체 Regular"/>
            </a:endParaRPr>
          </a:p>
        </p:txBody>
      </p:sp>
      <p:sp>
        <p:nvSpPr>
          <p:cNvPr id="11" name="risks_title"/>
          <p:cNvSpPr/>
          <p:nvPr/>
        </p:nvSpPr>
        <p:spPr>
          <a:xfrm>
            <a:off x="5056632" y="448056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45720" rIns="45720" tIns="27432" bIns="27432"/>
          <a:lstStyle/>
          <a:p>
            <a:pPr algn="l"/>
            <a:r>
              <a:rPr sz="1200" b="1">
                <a:solidFill>
                  <a:srgbClr val="000000"/>
                </a:solidFill>
                <a:latin typeface="Arial Narrow"/>
                <a:ea typeface="LG스마트체 Regular"/>
              </a:rPr>
              <a:t>[ 리스크 및 대응 ]</a:t>
            </a:r>
            <a:endParaRPr sz="1200" b="1">
              <a:latin typeface="Arial Narrow"/>
              <a:ea typeface="LG스마트체 Regular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5056632" y="4773168"/>
            <a:ext cx="4617720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3" name="risks"/>
          <p:cNvSpPr/>
          <p:nvPr/>
        </p:nvSpPr>
        <p:spPr>
          <a:xfrm>
            <a:off x="5056632" y="4846320"/>
            <a:ext cx="4617720" cy="16002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45720" rIns="45720" tIns="27432" bIns="27432"/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/>
              </a:rPr>
              <a:t>- 리스크 → 대응</a:t>
            </a:r>
            <a:endParaRPr sz="1100" b="0">
              <a:latin typeface="Arial Narrow"/>
              <a:ea typeface="LG스마트체 Regular"/>
            </a:endParaRPr>
          </a:p>
        </p:txBody>
      </p:sp>
      <p:sp>
        <p:nvSpPr>
          <p:cNvPr id="14" name="confidential"/>
          <p:cNvSpPr/>
          <p:nvPr/>
        </p:nvSpPr>
        <p:spPr>
          <a:xfrm>
            <a:off x="228600" y="6519672"/>
            <a:ext cx="1234440" cy="219456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  <p:txBody>
          <a:bodyPr rtlCol="0" anchor="ctr" wrap="square" lIns="45720" rIns="45720" tIns="27432" bIns="27432"/>
          <a:lstStyle/>
          <a:p>
            <a:pPr algn="ctr"/>
            <a:r>
              <a:rPr sz="800" b="0">
                <a:solidFill>
                  <a:srgbClr val="000000"/>
                </a:solidFill>
                <a:latin typeface="Arial Narrow"/>
                <a:ea typeface="LG스마트체 Regular"/>
              </a:rPr>
              <a:t>대외비 (Confidential)</a:t>
            </a:r>
            <a:endParaRPr sz="800" b="0">
              <a:latin typeface="Arial Narrow"/>
              <a:ea typeface="LG스마트체 Regular"/>
            </a:endParaRPr>
          </a:p>
        </p:txBody>
      </p:sp>
      <p:sp>
        <p:nvSpPr>
          <p:cNvPr id="15" name="draft_mark"/>
          <p:cNvSpPr/>
          <p:nvPr/>
        </p:nvSpPr>
        <p:spPr>
          <a:xfrm>
            <a:off x="1554480" y="6519672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 tIns="27432" bIns="27432"/>
          <a:lstStyle/>
          <a:p>
            <a:pPr algn="l"/>
            <a:r>
              <a:rPr sz="800" b="0">
                <a:solidFill>
                  <a:srgbClr val="7F7F7F"/>
                </a:solidFill>
                <a:latin typeface="Arial Narrow"/>
                <a:ea typeface="LG스마트체 Regular"/>
              </a:rPr>
              <a:t>초안 – 공식 양식 아님 (weekly-report 생성)</a:t>
            </a:r>
            <a:endParaRPr sz="800" b="0">
              <a:latin typeface="Arial Narrow"/>
              <a:ea typeface="LG스마트체 Regular"/>
            </a:endParaRPr>
          </a:p>
        </p:txBody>
      </p:sp>
      <p:sp>
        <p:nvSpPr>
          <p:cNvPr id="16" name="page_no"/>
          <p:cNvSpPr/>
          <p:nvPr/>
        </p:nvSpPr>
        <p:spPr>
          <a:xfrm>
            <a:off x="4572000" y="651967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000000"/>
                </a:solidFill>
                <a:latin typeface="Arial Narrow"/>
                <a:ea typeface="LG스마트체 Regular"/>
              </a:rPr>
              <a:t>1 / 1</a:t>
            </a:r>
            <a:endParaRPr sz="1000" b="1">
              <a:latin typeface="Arial Narrow"/>
              <a:ea typeface="LG스마트체 Regular"/>
            </a:endParaRPr>
          </a:p>
        </p:txBody>
      </p:sp>
      <p:sp>
        <p:nvSpPr>
          <p:cNvPr id="17" name="no_forward"/>
          <p:cNvSpPr/>
          <p:nvPr/>
        </p:nvSpPr>
        <p:spPr>
          <a:xfrm>
            <a:off x="6309360" y="6519672"/>
            <a:ext cx="3364992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 tIns="27432" bIns="27432"/>
          <a:lstStyle/>
          <a:p>
            <a:pPr algn="r"/>
            <a:r>
              <a:rPr sz="800" b="1">
                <a:solidFill>
                  <a:srgbClr val="000000"/>
                </a:solidFill>
                <a:latin typeface="Arial Narrow"/>
                <a:ea typeface="LG스마트체 Regular"/>
              </a:rPr>
              <a:t>* 외부전달 및 임의변경 삼가를 부탁드립니다.</a:t>
            </a:r>
            <a:endParaRPr sz="800" b="1">
              <a:latin typeface="Arial Narrow"/>
              <a:ea typeface="LG스마트체 Regula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 name="monthly_requests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228600" y="137160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45720" rIns="45720" tIns="27432" bIns="27432"/>
          <a:lstStyle/>
          <a:p>
            <a:pPr algn="l"/>
            <a:r>
              <a:rPr sz="2000" b="1">
                <a:solidFill>
                  <a:srgbClr val="000000"/>
                </a:solidFill>
                <a:latin typeface="Arial Narrow"/>
                <a:ea typeface="LG스마트체 Regular"/>
              </a:rPr>
              <a:t>의사결정 및 업무협조 요청 / ’26.10월</a:t>
            </a:r>
            <a:endParaRPr sz="2000" b="1">
              <a:latin typeface="Arial Narrow"/>
              <a:ea typeface="LG스마트체 Regular"/>
            </a:endParaRPr>
          </a:p>
        </p:txBody>
      </p:sp>
      <p:sp>
        <p:nvSpPr>
          <p:cNvPr id="3" name="org_date"/>
          <p:cNvSpPr/>
          <p:nvPr/>
        </p:nvSpPr>
        <p:spPr>
          <a:xfrm>
            <a:off x="7269480" y="109728"/>
            <a:ext cx="2404872" cy="45720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45720" rIns="45720" tIns="27432" bIns="27432"/>
          <a:lstStyle/>
          <a:p>
            <a:pPr algn="r"/>
            <a:r>
              <a:rPr sz="1000" b="0">
                <a:solidFill>
                  <a:srgbClr val="000000"/>
                </a:solidFill>
                <a:latin typeface="Arial Narrow"/>
                <a:ea typeface="LG스마트체 Regular"/>
              </a:rPr>
              <a:t>부서</a:t>
            </a:r>
            <a:endParaRPr sz="1000" b="0">
              <a:latin typeface="Arial Narrow"/>
              <a:ea typeface="LG스마트체 Regular"/>
            </a:endParaRPr>
          </a:p>
          <a:p>
            <a:pPr algn="r"/>
            <a:r>
              <a:rPr sz="1000" b="0">
                <a:solidFill>
                  <a:srgbClr val="000000"/>
                </a:solidFill>
                <a:latin typeface="Arial Narrow"/>
                <a:ea typeface="LG스마트체 Regular"/>
              </a:rPr>
              <a:t>2026. 10. 4</a:t>
            </a:r>
            <a:endParaRPr sz="1000" b="0">
              <a:latin typeface="Arial Narrow"/>
              <a:ea typeface="LG스마트체 Regular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9445752" cy="0"/>
          </a:xfrm>
          <a:prstGeom prst="line">
            <a:avLst/>
          </a:prstGeom>
          <a:ln w="12700">
            <a:solidFill>
              <a:srgbClr val="7F7F7F"/>
            </a:solidFill>
          </a:ln>
        </p:spPr>
      </p:cxnSp>
      <p:sp>
        <p:nvSpPr>
          <p:cNvPr id="5" name="head_message"/>
          <p:cNvSpPr/>
          <p:nvPr/>
        </p:nvSpPr>
        <p:spPr>
          <a:xfrm>
            <a:off x="228600" y="676656"/>
            <a:ext cx="9445752" cy="60350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 tIns="27432" bIns="27432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ea typeface="LG스마트체 Regular"/>
              </a:rPr>
              <a:t>헤드메시지: 요청 건수와 가장 급한 결정 사항을 씁니다.</a:t>
            </a:r>
            <a:endParaRPr sz="1600" b="1">
              <a:latin typeface="Arial Narrow"/>
              <a:ea typeface="LG스마트체 Regular"/>
            </a:endParaRPr>
          </a:p>
        </p:txBody>
      </p:sp>
      <p:graphicFrame>
        <p:nvGraphicFramePr>
          <p:cNvPr id="6" name="requests_table"/>
          <p:cNvGraphicFramePr>
            <a:graphicFrameLocks noGrp="1"/>
          </p:cNvGraphicFramePr>
          <p:nvPr/>
        </p:nvGraphicFramePr>
        <p:xfrm>
          <a:off x="228600" y="1481328"/>
          <a:ext cx="9445751" cy="731520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4572000"/>
                <a:gridCol w="914400"/>
                <a:gridCol w="1856231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과제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요청 내용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기한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유관 부서</a:t>
                      </a:r>
                      <a:endParaRPr sz="1000" b="1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 </a:t>
                      </a:r>
                      <a:endParaRPr sz="11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 </a:t>
                      </a:r>
                      <a:endParaRPr sz="11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 </a:t>
                      </a:r>
                      <a:endParaRPr sz="11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 Narrow"/>
                          <a:ea typeface="LG스마트체 Regular"/>
                        </a:rPr>
                        <a:t> </a:t>
                      </a:r>
                      <a:endParaRPr sz="1100" b="0">
                        <a:latin typeface="Arial Narrow"/>
                        <a:ea typeface="LG스마트체 Regular"/>
                      </a:endParaRPr>
                    </a:p>
                  </a:txBody>
                  <a:tcPr marL="45720" marR="45720" marT="18288" marB="18288" anchor="ctr">
                    <a:lnL w="9525" cmpd="sng">
                      <a:solidFill>
                        <a:srgbClr val="7F7F7F"/>
                      </a:solidFill>
                    </a:lnL>
                    <a:lnR w="9525" cmpd="sng">
                      <a:solidFill>
                        <a:srgbClr val="7F7F7F"/>
                      </a:solidFill>
                    </a:lnR>
                    <a:lnT w="9525" cmpd="sng">
                      <a:solidFill>
                        <a:srgbClr val="7F7F7F"/>
                      </a:solidFill>
                    </a:lnT>
                    <a:lnB w="9525" cmpd="sng">
                      <a:solidFill>
                        <a:srgbClr val="7F7F7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fidential"/>
          <p:cNvSpPr/>
          <p:nvPr/>
        </p:nvSpPr>
        <p:spPr>
          <a:xfrm>
            <a:off x="228600" y="6519672"/>
            <a:ext cx="1234440" cy="219456"/>
          </a:xfrm>
          <a:prstGeom prst="rect">
            <a:avLst/>
          </a:prstGeom>
          <a:noFill/>
          <a:ln w="9525">
            <a:solidFill>
              <a:srgbClr val="7F7F7F"/>
            </a:solidFill>
          </a:ln>
        </p:spPr>
        <p:txBody>
          <a:bodyPr rtlCol="0" anchor="ctr" wrap="square" lIns="45720" rIns="45720" tIns="27432" bIns="27432"/>
          <a:lstStyle/>
          <a:p>
            <a:pPr algn="ctr"/>
            <a:r>
              <a:rPr sz="800" b="0">
                <a:solidFill>
                  <a:srgbClr val="000000"/>
                </a:solidFill>
                <a:latin typeface="Arial Narrow"/>
                <a:ea typeface="LG스마트체 Regular"/>
              </a:rPr>
              <a:t>대외비 (Confidential)</a:t>
            </a:r>
            <a:endParaRPr sz="800" b="0">
              <a:latin typeface="Arial Narrow"/>
              <a:ea typeface="LG스마트체 Regular"/>
            </a:endParaRPr>
          </a:p>
        </p:txBody>
      </p:sp>
      <p:sp>
        <p:nvSpPr>
          <p:cNvPr id="8" name="draft_mark"/>
          <p:cNvSpPr/>
          <p:nvPr/>
        </p:nvSpPr>
        <p:spPr>
          <a:xfrm>
            <a:off x="1554480" y="6519672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 tIns="27432" bIns="27432"/>
          <a:lstStyle/>
          <a:p>
            <a:pPr algn="l"/>
            <a:r>
              <a:rPr sz="800" b="0">
                <a:solidFill>
                  <a:srgbClr val="7F7F7F"/>
                </a:solidFill>
                <a:latin typeface="Arial Narrow"/>
                <a:ea typeface="LG스마트체 Regular"/>
              </a:rPr>
              <a:t>초안 – 공식 양식 아님 (weekly-report 생성)</a:t>
            </a:r>
            <a:endParaRPr sz="800" b="0">
              <a:latin typeface="Arial Narrow"/>
              <a:ea typeface="LG스마트체 Regular"/>
            </a:endParaRPr>
          </a:p>
        </p:txBody>
      </p:sp>
      <p:sp>
        <p:nvSpPr>
          <p:cNvPr id="9" name="page_no"/>
          <p:cNvSpPr/>
          <p:nvPr/>
        </p:nvSpPr>
        <p:spPr>
          <a:xfrm>
            <a:off x="4572000" y="6519672"/>
            <a:ext cx="758952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000000"/>
                </a:solidFill>
                <a:latin typeface="Arial Narrow"/>
                <a:ea typeface="LG스마트체 Regular"/>
              </a:rPr>
              <a:t>1 / 1</a:t>
            </a:r>
            <a:endParaRPr sz="1000" b="1">
              <a:latin typeface="Arial Narrow"/>
              <a:ea typeface="LG스마트체 Regular"/>
            </a:endParaRPr>
          </a:p>
        </p:txBody>
      </p:sp>
      <p:sp>
        <p:nvSpPr>
          <p:cNvPr id="10" name="no_forward"/>
          <p:cNvSpPr/>
          <p:nvPr/>
        </p:nvSpPr>
        <p:spPr>
          <a:xfrm>
            <a:off x="6309360" y="6519672"/>
            <a:ext cx="3364992" cy="219456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45720" rIns="45720" tIns="27432" bIns="27432"/>
          <a:lstStyle/>
          <a:p>
            <a:pPr algn="r"/>
            <a:r>
              <a:rPr sz="800" b="1">
                <a:solidFill>
                  <a:srgbClr val="000000"/>
                </a:solidFill>
                <a:latin typeface="Arial Narrow"/>
                <a:ea typeface="LG스마트체 Regular"/>
              </a:rPr>
              <a:t>* 외부전달 및 임의변경 삼가를 부탁드립니다.</a:t>
            </a:r>
            <a:endParaRPr sz="800" b="1">
              <a:latin typeface="Arial Narrow"/>
              <a:ea typeface="LG스마트체 Regula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사용자 지정 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우기글꼴">
      <a:majorFont>
        <a:latin typeface="Arial Narrow"/>
        <a:ea typeface="LG Smart Regular"/>
        <a:cs typeface=""/>
      </a:majorFont>
      <a:minorFont>
        <a:latin typeface="Arial Narrow"/>
        <a:ea typeface="LG Smart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1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F98EDD61FBD840A846F9616B640187" ma:contentTypeVersion="11" ma:contentTypeDescription="새 문서를 만듭니다." ma:contentTypeScope="" ma:versionID="7be988a8e383971f83bec4a52f73ea19">
  <xsd:schema xmlns:xsd="http://www.w3.org/2001/XMLSchema" xmlns:xs="http://www.w3.org/2001/XMLSchema" xmlns:p="http://schemas.microsoft.com/office/2006/metadata/properties" xmlns:ns2="69aacc19-8f48-4ba8-bfc1-057a6d56306d" targetNamespace="http://schemas.microsoft.com/office/2006/metadata/properties" ma:root="true" ma:fieldsID="5d646965da1011b145afbe7625822147" ns2:_="">
    <xsd:import namespace="69aacc19-8f48-4ba8-bfc1-057a6d563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acc19-8f48-4ba8-bfc1-057a6d5630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AD5ADC-6E65-4768-877A-6E3F82ED129D}">
  <ds:schemaRefs>
    <ds:schemaRef ds:uri="69aacc19-8f48-4ba8-bfc1-057a6d5630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3D34513-0D7B-41A5-9E76-90939F4105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A04347-BDD7-4B80-97C4-8F8F989971D4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69aacc19-8f48-4ba8-bfc1-057a6d56306d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fefcbb5-b9fb-4d9d-a4eb-a69982cdd6fe}" enabled="0" method="" siteId="{1fefcbb5-b9fb-4d9d-a4eb-a69982cdd6f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1223</TotalTime>
  <Words>320</Words>
  <Application>Microsoft Office PowerPoint</Application>
  <PresentationFormat>A4 용지(210x297mm)</PresentationFormat>
  <Paragraphs>53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LG스마트체 Regular</vt:lpstr>
      <vt:lpstr>맑은 고딕</vt:lpstr>
      <vt:lpstr>Arial</vt:lpstr>
      <vt:lpstr>Arial Narrow</vt:lpstr>
      <vt:lpstr>4_Office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parkjonghyun@lgensol.com</dc:creator>
  <cp:lastModifiedBy>이재후(JAEHU LEE)[jaehu]/사원/제조DX.기획팀</cp:lastModifiedBy>
  <cp:revision>49</cp:revision>
  <cp:lastPrinted>2022-03-03T00:02:18Z</cp:lastPrinted>
  <dcterms:modified xsi:type="dcterms:W3CDTF">2026-10-02T13:55:10Z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0x0101003FF98EDD61FBD840A846F9616B640187</vt:lpwstr>
  </property>
  <property fmtid="{D5CDD505-2E9C-101B-9397-08002B2CF9AE}" pid="3" name="MediaServiceImageTags">
    <vt:lpwstr/>
  </property>
</Properties>
</file>