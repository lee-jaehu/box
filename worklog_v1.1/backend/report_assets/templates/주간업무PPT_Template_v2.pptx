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79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750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금주 진행사항 (WOO)  (M/D~M/D)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 법인,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라인, 호기,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모델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 dirty="0" err="1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금주</a:t>
                      </a:r>
                      <a:r>
                        <a:rPr sz="900" b="0" dirty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(WOO)</a:t>
                      </a:r>
                      <a:r>
                        <a:rPr sz="900" b="0" dirty="0" err="1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에는</a:t>
                      </a:r>
                      <a:r>
                        <a:rPr sz="900" b="0" dirty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XXX - </a:t>
                      </a:r>
                      <a:r>
                        <a:rPr sz="900" b="0" dirty="0" err="1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현황</a:t>
                      </a:r>
                      <a:r>
                        <a:rPr sz="900" b="0" dirty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요약</a:t>
                      </a:r>
                      <a:r>
                        <a:rPr sz="900" b="0" dirty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(1줄, </a:t>
                      </a:r>
                      <a:r>
                        <a:rPr sz="900" b="0" dirty="0" err="1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최대</a:t>
                      </a:r>
                      <a:r>
                        <a:rPr sz="900" b="0" dirty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50자) 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※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매주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새로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작성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→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파란색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완료 목표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(변경 시 파란색)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1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■ 과제명 (n/N)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1. 과제 진행 현황_OOOO팀 (과제 구분 및 팀명)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업데이트 시간 : M/D HH시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+mn-lt"/>
                <a:ea typeface="LG스마트체 Regular" panose="020B0600000101010101" pitchFamily="50" charset="-127"/>
              </a:rPr>
              <a:t>작성자 : 이름 직급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93434"/>
            <a:ext cx="6970747" cy="41549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배경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/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목표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기준정보에서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자동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입력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·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최대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3줄 ·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검정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과제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배경과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목적을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한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줄씩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,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가로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최대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50자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760397"/>
          <a:ext cx="6970743" cy="5623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단계명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유형별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템플릿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공통 (법인 무관 단계)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MM/DD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MM/DD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MM/DD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단계명-하위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사이트별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반복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법인·공정 코드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MM/DD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MM/DD (+n)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 dirty="0" err="1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변경</a:t>
                      </a:r>
                      <a:r>
                        <a:rPr sz="900" b="0" dirty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사유</a:t>
                      </a:r>
                      <a:r>
                        <a:rPr sz="900" b="0" dirty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(</a:t>
                      </a:r>
                      <a:r>
                        <a:rPr sz="900" b="0" dirty="0" err="1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파란색</a:t>
                      </a:r>
                      <a:r>
                        <a:rPr sz="900" b="0" dirty="0">
                          <a:solidFill>
                            <a:srgbClr val="0000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)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2490383"/>
            <a:ext cx="6970747" cy="166199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진행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현황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–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누적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요약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누적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요약본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· 6~8줄 ·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검정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-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지난주까지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확정된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누적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요약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(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고정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사실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목록의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핵심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수치·결정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포함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진행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현황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–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금주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변경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이번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주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확정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기록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· 5~7줄 ·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파란색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-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근거가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이번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주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기록이거나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지난주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스냅샷과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달라진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문장은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자동으로</a:t>
            </a:r>
            <a:r>
              <a:rPr sz="900" b="0" dirty="0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FF"/>
                </a:solidFill>
                <a:ea typeface="LG스마트체 Regular" panose="020B0600000101010101" pitchFamily="50" charset="-127"/>
                <a:cs typeface="Arial Narrow"/>
              </a:rPr>
              <a:t>파란색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향후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계획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다음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행동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· 3줄 ·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변경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시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파란색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[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이슈·지원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1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요청</a:t>
            </a:r>
            <a:r>
              <a:rPr sz="900" b="1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] 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2줄 ·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없으면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"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특이사항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없음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" ·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변경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시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파란색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※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적용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범위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: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법인·공정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코드표에서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선택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,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법인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무관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단계는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"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공통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",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사이트별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반복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단계는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하위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행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자동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생성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※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분량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예산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(9pt):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배경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/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목표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3줄 +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마일스톤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표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최대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8~9행 +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진행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현황·계획·이슈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≒ 36줄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이내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,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초과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 시 (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계속</a:t>
            </a:r>
            <a:r>
              <a:rPr sz="900" b="0" dirty="0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) </a:t>
            </a:r>
            <a:r>
              <a:rPr sz="900" b="0" dirty="0" err="1">
                <a:solidFill>
                  <a:srgbClr val="000000"/>
                </a:solidFill>
                <a:ea typeface="LG스마트체 Regular" panose="020B0600000101010101" pitchFamily="50" charset="-127"/>
                <a:cs typeface="Arial Narrow"/>
              </a:rPr>
              <a:t>슬라이드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8083786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 Smart Regular"/>
        <a:cs typeface=""/>
      </a:majorFont>
      <a:minorFont>
        <a:latin typeface="Arial Narrow"/>
        <a:ea typeface="LG Smart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