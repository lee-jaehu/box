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56" r:id="rId10"/>
    <p:sldId id="257" r:id="rId11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낙천(Nakcheon Shin)[nch_shin]/사원/제조지능화.제조PI.지능화기반.기반구축2팀" initials="신S" lastIdx="1" clrIdx="0">
    <p:extLst>
      <p:ext uri="{19B8F6BF-5375-455C-9EA6-DF929625EA0E}">
        <p15:presenceInfo xmlns:p15="http://schemas.microsoft.com/office/powerpoint/2012/main" userId="S-1-5-21-886851358-1450416589-2733106619-1517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FF00FF"/>
    <a:srgbClr val="CC9900"/>
    <a:srgbClr val="FFFFF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1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55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26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28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41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24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33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87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88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662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15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72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AAF21-D383-43A3-A94B-3F66A958093F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A51BF-043D-4DA9-8BE4-6844F37AD9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46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DA5B6-73E9-400F-9CE5-12EBF6541511}"/>
              </a:ext>
            </a:extLst>
          </p:cNvPr>
          <p:cNvSpPr txBox="1"/>
          <p:nvPr/>
        </p:nvSpPr>
        <p:spPr>
          <a:xfrm>
            <a:off x="7939143" y="37471"/>
            <a:ext cx="2012089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DX.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기획팀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신낙천 선임</a:t>
            </a:r>
            <a:endParaRPr kumimoji="0" lang="en-US" altLang="ko-KR" sz="10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0" name="제목 3">
            <a:extLst>
              <a:ext uri="{FF2B5EF4-FFF2-40B4-BE49-F238E27FC236}">
                <a16:creationId xmlns:a16="http://schemas.microsoft.com/office/drawing/2014/main" id="{5CB4ED72-0FD2-4B8B-B809-A589516A0E1A}"/>
              </a:ext>
            </a:extLst>
          </p:cNvPr>
          <p:cNvSpPr txBox="1">
            <a:spLocks/>
          </p:cNvSpPr>
          <p:nvPr/>
        </p:nvSpPr>
        <p:spPr>
          <a:xfrm>
            <a:off x="121795" y="150279"/>
            <a:ext cx="3594800" cy="38427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fontAlgn="base">
              <a:lnSpc>
                <a:spcPct val="113000"/>
              </a:lnSpc>
              <a:spcAft>
                <a:spcPct val="0"/>
              </a:spcAft>
              <a:defRPr/>
            </a:pP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Ontology PoC </a:t>
            </a:r>
            <a:r>
              <a:rPr kumimoji="1" lang="ko-KR" altLang="en-US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설계도</a:t>
            </a: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 _</a:t>
            </a:r>
            <a:r>
              <a:rPr kumimoji="1" lang="en-US" altLang="ko-KR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Relation </a:t>
            </a:r>
            <a:r>
              <a:rPr kumimoji="1" lang="ko-KR" altLang="en-US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정의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(1/X)</a:t>
            </a:r>
            <a:endParaRPr kumimoji="1" lang="ko-KR" altLang="en-US" i="0" u="none" strike="noStrike" kern="1200" cap="none" spc="0" normalizeH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Arial" panose="020B0604020202020204" pitchFamily="34" charset="0"/>
              <a:sym typeface="Wingding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F71AF4C-D3AD-4F25-AF62-32BAFAEEF3C5}"/>
              </a:ext>
            </a:extLst>
          </p:cNvPr>
          <p:cNvSpPr/>
          <p:nvPr/>
        </p:nvSpPr>
        <p:spPr>
          <a:xfrm>
            <a:off x="56750" y="1290322"/>
            <a:ext cx="17171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라미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015CDF8-A9BA-4FD2-A762-AF5C1894CFDD}"/>
              </a:ext>
            </a:extLst>
          </p:cNvPr>
          <p:cNvSpPr/>
          <p:nvPr/>
        </p:nvSpPr>
        <p:spPr>
          <a:xfrm>
            <a:off x="2169635" y="1290322"/>
            <a:ext cx="66075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[has_Part]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205592C-EE0A-4FB0-AF07-08BCC4C1CB0D}"/>
              </a:ext>
            </a:extLst>
          </p:cNvPr>
          <p:cNvSpPr/>
          <p:nvPr/>
        </p:nvSpPr>
        <p:spPr>
          <a:xfrm>
            <a:off x="3226141" y="1290322"/>
            <a:ext cx="49952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합치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929D83B-DDF0-452C-8E39-4F079FBC101A}"/>
              </a:ext>
            </a:extLst>
          </p:cNvPr>
          <p:cNvSpPr/>
          <p:nvPr/>
        </p:nvSpPr>
        <p:spPr>
          <a:xfrm>
            <a:off x="3226141" y="1470029"/>
            <a:ext cx="574067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합치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9CFAC78-6CD6-4F89-A1FB-EBBAF950E7BB}"/>
              </a:ext>
            </a:extLst>
          </p:cNvPr>
          <p:cNvSpPr/>
          <p:nvPr/>
        </p:nvSpPr>
        <p:spPr>
          <a:xfrm>
            <a:off x="3226141" y="1649736"/>
            <a:ext cx="58929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(Cut)_Final Cut_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A1DA068-D7F5-4CF2-AFF9-FE32FD4EAFD9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1773887" y="1413433"/>
            <a:ext cx="39574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1CAAB54-2817-49D4-87A8-15CCB88EE7A7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2830393" y="1413433"/>
            <a:ext cx="39574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6E542DB-5AA1-4F19-B228-1CF7F7958438}"/>
              </a:ext>
            </a:extLst>
          </p:cNvPr>
          <p:cNvCxnSpPr>
            <a:cxnSpLocks/>
            <a:stCxn id="53" idx="3"/>
            <a:endCxn id="56" idx="1"/>
          </p:cNvCxnSpPr>
          <p:nvPr/>
        </p:nvCxnSpPr>
        <p:spPr>
          <a:xfrm>
            <a:off x="2830393" y="1413433"/>
            <a:ext cx="395748" cy="35941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E1F1CEC7-A312-4FB2-AC43-A53FCC6B750B}"/>
              </a:ext>
            </a:extLst>
          </p:cNvPr>
          <p:cNvCxnSpPr>
            <a:cxnSpLocks/>
            <a:stCxn id="53" idx="3"/>
            <a:endCxn id="55" idx="1"/>
          </p:cNvCxnSpPr>
          <p:nvPr/>
        </p:nvCxnSpPr>
        <p:spPr>
          <a:xfrm>
            <a:off x="2830393" y="1413433"/>
            <a:ext cx="395748" cy="17970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28841429-472B-4E64-B707-32E1CA5E6DDF}"/>
              </a:ext>
            </a:extLst>
          </p:cNvPr>
          <p:cNvSpPr/>
          <p:nvPr/>
        </p:nvSpPr>
        <p:spPr>
          <a:xfrm>
            <a:off x="510875" y="1953849"/>
            <a:ext cx="200055" cy="200055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33E86411-4BFC-4A5C-BA70-1D5916967DD2}"/>
              </a:ext>
            </a:extLst>
          </p:cNvPr>
          <p:cNvSpPr/>
          <p:nvPr/>
        </p:nvSpPr>
        <p:spPr>
          <a:xfrm>
            <a:off x="510875" y="1649736"/>
            <a:ext cx="200055" cy="200055"/>
          </a:xfrm>
          <a:prstGeom prst="ellipse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78393507-51AE-49DA-8069-B5AA67F4C7D7}"/>
              </a:ext>
            </a:extLst>
          </p:cNvPr>
          <p:cNvSpPr/>
          <p:nvPr/>
        </p:nvSpPr>
        <p:spPr>
          <a:xfrm>
            <a:off x="510875" y="2257962"/>
            <a:ext cx="200055" cy="200055"/>
          </a:xfrm>
          <a:prstGeom prst="ellipse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A81ADF93-0E0D-4F39-9B7C-02591C5D2671}"/>
              </a:ext>
            </a:extLst>
          </p:cNvPr>
          <p:cNvSpPr/>
          <p:nvPr/>
        </p:nvSpPr>
        <p:spPr>
          <a:xfrm>
            <a:off x="510875" y="2562075"/>
            <a:ext cx="200055" cy="200055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FA92E8F-67FB-46B3-92B1-CD7DBB11FF8F}"/>
              </a:ext>
            </a:extLst>
          </p:cNvPr>
          <p:cNvCxnSpPr>
            <a:cxnSpLocks/>
            <a:stCxn id="80" idx="0"/>
          </p:cNvCxnSpPr>
          <p:nvPr/>
        </p:nvCxnSpPr>
        <p:spPr>
          <a:xfrm flipV="1">
            <a:off x="610903" y="2249922"/>
            <a:ext cx="852472" cy="804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이등변 삼각형 82">
            <a:extLst>
              <a:ext uri="{FF2B5EF4-FFF2-40B4-BE49-F238E27FC236}">
                <a16:creationId xmlns:a16="http://schemas.microsoft.com/office/drawing/2014/main" id="{CD085949-92D1-49D8-AE18-5C465F116870}"/>
              </a:ext>
            </a:extLst>
          </p:cNvPr>
          <p:cNvSpPr/>
          <p:nvPr/>
        </p:nvSpPr>
        <p:spPr>
          <a:xfrm flipV="1">
            <a:off x="1425490" y="2220222"/>
            <a:ext cx="28142" cy="19389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82A20403-E4C2-484F-B8D7-CB336314F9EA}"/>
              </a:ext>
            </a:extLst>
          </p:cNvPr>
          <p:cNvCxnSpPr>
            <a:cxnSpLocks/>
          </p:cNvCxnSpPr>
          <p:nvPr/>
        </p:nvCxnSpPr>
        <p:spPr>
          <a:xfrm>
            <a:off x="1498300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A15B8B8-0293-4799-BF8D-A4E9B82C1635}"/>
              </a:ext>
            </a:extLst>
          </p:cNvPr>
          <p:cNvCxnSpPr>
            <a:cxnSpLocks/>
          </p:cNvCxnSpPr>
          <p:nvPr/>
        </p:nvCxnSpPr>
        <p:spPr>
          <a:xfrm>
            <a:off x="1547383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DB59F12-DA58-45B8-9793-79E178F2F85E}"/>
              </a:ext>
            </a:extLst>
          </p:cNvPr>
          <p:cNvCxnSpPr>
            <a:cxnSpLocks/>
          </p:cNvCxnSpPr>
          <p:nvPr/>
        </p:nvCxnSpPr>
        <p:spPr>
          <a:xfrm>
            <a:off x="1596466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9087122E-6377-4685-AC01-618CF5D5C24C}"/>
              </a:ext>
            </a:extLst>
          </p:cNvPr>
          <p:cNvCxnSpPr>
            <a:cxnSpLocks/>
          </p:cNvCxnSpPr>
          <p:nvPr/>
        </p:nvCxnSpPr>
        <p:spPr>
          <a:xfrm>
            <a:off x="1645549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1395FC92-00D5-420F-9242-77F6A52D58D6}"/>
              </a:ext>
            </a:extLst>
          </p:cNvPr>
          <p:cNvCxnSpPr>
            <a:cxnSpLocks/>
          </p:cNvCxnSpPr>
          <p:nvPr/>
        </p:nvCxnSpPr>
        <p:spPr>
          <a:xfrm>
            <a:off x="1694632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630F3EEC-B8E1-46E5-A390-1AC7F2B99DC5}"/>
              </a:ext>
            </a:extLst>
          </p:cNvPr>
          <p:cNvCxnSpPr>
            <a:cxnSpLocks/>
          </p:cNvCxnSpPr>
          <p:nvPr/>
        </p:nvCxnSpPr>
        <p:spPr>
          <a:xfrm>
            <a:off x="1743715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A8ED6C7-315C-4042-B217-D7E1F446D3E0}"/>
              </a:ext>
            </a:extLst>
          </p:cNvPr>
          <p:cNvCxnSpPr>
            <a:cxnSpLocks/>
          </p:cNvCxnSpPr>
          <p:nvPr/>
        </p:nvCxnSpPr>
        <p:spPr>
          <a:xfrm>
            <a:off x="1792797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47544ED-23B3-4280-A28D-A80D0A11A7C5}"/>
              </a:ext>
            </a:extLst>
          </p:cNvPr>
          <p:cNvCxnSpPr>
            <a:cxnSpLocks/>
            <a:stCxn id="78" idx="0"/>
          </p:cNvCxnSpPr>
          <p:nvPr/>
        </p:nvCxnSpPr>
        <p:spPr>
          <a:xfrm>
            <a:off x="610903" y="1953849"/>
            <a:ext cx="974580" cy="2857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51CF6904-1B8D-4FB2-9A81-E8EF4D0C2E55}"/>
              </a:ext>
            </a:extLst>
          </p:cNvPr>
          <p:cNvCxnSpPr>
            <a:cxnSpLocks/>
            <a:stCxn id="81" idx="4"/>
          </p:cNvCxnSpPr>
          <p:nvPr/>
        </p:nvCxnSpPr>
        <p:spPr>
          <a:xfrm flipV="1">
            <a:off x="610903" y="2273529"/>
            <a:ext cx="974580" cy="48860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67FB75CB-7E61-4D94-872C-666F1F2A8DE5}"/>
              </a:ext>
            </a:extLst>
          </p:cNvPr>
          <p:cNvCxnSpPr>
            <a:cxnSpLocks/>
          </p:cNvCxnSpPr>
          <p:nvPr/>
        </p:nvCxnSpPr>
        <p:spPr>
          <a:xfrm>
            <a:off x="1586870" y="2240604"/>
            <a:ext cx="63885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33096C8-EB52-464D-AFE5-741E7918705E}"/>
              </a:ext>
            </a:extLst>
          </p:cNvPr>
          <p:cNvCxnSpPr>
            <a:cxnSpLocks/>
          </p:cNvCxnSpPr>
          <p:nvPr/>
        </p:nvCxnSpPr>
        <p:spPr>
          <a:xfrm>
            <a:off x="1586870" y="2273529"/>
            <a:ext cx="63885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37C40862-0875-4A62-9C0C-7EA0859D1278}"/>
              </a:ext>
            </a:extLst>
          </p:cNvPr>
          <p:cNvCxnSpPr>
            <a:cxnSpLocks/>
          </p:cNvCxnSpPr>
          <p:nvPr/>
        </p:nvCxnSpPr>
        <p:spPr>
          <a:xfrm>
            <a:off x="1840494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6C8EA4E7-27C7-4901-BAD7-0F75F7A0CDBC}"/>
              </a:ext>
            </a:extLst>
          </p:cNvPr>
          <p:cNvCxnSpPr>
            <a:cxnSpLocks/>
          </p:cNvCxnSpPr>
          <p:nvPr/>
        </p:nvCxnSpPr>
        <p:spPr>
          <a:xfrm>
            <a:off x="1889577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B14113CC-8942-47D5-844E-10E7939EAF57}"/>
              </a:ext>
            </a:extLst>
          </p:cNvPr>
          <p:cNvCxnSpPr>
            <a:cxnSpLocks/>
          </p:cNvCxnSpPr>
          <p:nvPr/>
        </p:nvCxnSpPr>
        <p:spPr>
          <a:xfrm>
            <a:off x="1938659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08010E92-94F1-4CA0-8FB0-2E92673B708A}"/>
              </a:ext>
            </a:extLst>
          </p:cNvPr>
          <p:cNvCxnSpPr>
            <a:cxnSpLocks/>
            <a:stCxn id="79" idx="0"/>
          </p:cNvCxnSpPr>
          <p:nvPr/>
        </p:nvCxnSpPr>
        <p:spPr>
          <a:xfrm>
            <a:off x="610903" y="1649736"/>
            <a:ext cx="1248641" cy="579924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이등변 삼각형 98">
            <a:extLst>
              <a:ext uri="{FF2B5EF4-FFF2-40B4-BE49-F238E27FC236}">
                <a16:creationId xmlns:a16="http://schemas.microsoft.com/office/drawing/2014/main" id="{E44F2BF4-35DA-4F41-887B-C29734ABBBB5}"/>
              </a:ext>
            </a:extLst>
          </p:cNvPr>
          <p:cNvSpPr/>
          <p:nvPr/>
        </p:nvSpPr>
        <p:spPr>
          <a:xfrm rot="1805662" flipV="1">
            <a:off x="1838140" y="2194439"/>
            <a:ext cx="28142" cy="19389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02759B0C-EDB1-40A1-861B-A357DFAABA02}"/>
              </a:ext>
            </a:extLst>
          </p:cNvPr>
          <p:cNvCxnSpPr>
            <a:cxnSpLocks/>
          </p:cNvCxnSpPr>
          <p:nvPr/>
        </p:nvCxnSpPr>
        <p:spPr>
          <a:xfrm>
            <a:off x="1889577" y="222966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C0773D68-F692-4C59-BE78-BF670083FAD2}"/>
              </a:ext>
            </a:extLst>
          </p:cNvPr>
          <p:cNvCxnSpPr>
            <a:cxnSpLocks/>
          </p:cNvCxnSpPr>
          <p:nvPr/>
        </p:nvCxnSpPr>
        <p:spPr>
          <a:xfrm>
            <a:off x="1938659" y="222966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3CE9F62B-241E-4CED-A328-928166B781B1}"/>
              </a:ext>
            </a:extLst>
          </p:cNvPr>
          <p:cNvCxnSpPr>
            <a:cxnSpLocks/>
          </p:cNvCxnSpPr>
          <p:nvPr/>
        </p:nvCxnSpPr>
        <p:spPr>
          <a:xfrm>
            <a:off x="1995989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07B2DA75-A0AD-4DA3-9238-C54AD2703E8F}"/>
              </a:ext>
            </a:extLst>
          </p:cNvPr>
          <p:cNvCxnSpPr>
            <a:cxnSpLocks/>
          </p:cNvCxnSpPr>
          <p:nvPr/>
        </p:nvCxnSpPr>
        <p:spPr>
          <a:xfrm>
            <a:off x="2043686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018A7132-327B-4D00-AC5E-E84CBB8FFC26}"/>
              </a:ext>
            </a:extLst>
          </p:cNvPr>
          <p:cNvCxnSpPr>
            <a:cxnSpLocks/>
          </p:cNvCxnSpPr>
          <p:nvPr/>
        </p:nvCxnSpPr>
        <p:spPr>
          <a:xfrm>
            <a:off x="2092769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4CB7F409-7510-4C50-AF33-CEE90F32843D}"/>
              </a:ext>
            </a:extLst>
          </p:cNvPr>
          <p:cNvCxnSpPr>
            <a:cxnSpLocks/>
          </p:cNvCxnSpPr>
          <p:nvPr/>
        </p:nvCxnSpPr>
        <p:spPr>
          <a:xfrm>
            <a:off x="2141851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D2A8B6A-B78D-4471-BA0B-C40A5601CAF1}"/>
              </a:ext>
            </a:extLst>
          </p:cNvPr>
          <p:cNvCxnSpPr>
            <a:cxnSpLocks/>
          </p:cNvCxnSpPr>
          <p:nvPr/>
        </p:nvCxnSpPr>
        <p:spPr>
          <a:xfrm>
            <a:off x="1996019" y="222966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B770E7E-4AE8-4967-A8DA-1DFD3D7758A2}"/>
              </a:ext>
            </a:extLst>
          </p:cNvPr>
          <p:cNvCxnSpPr>
            <a:cxnSpLocks/>
          </p:cNvCxnSpPr>
          <p:nvPr/>
        </p:nvCxnSpPr>
        <p:spPr>
          <a:xfrm>
            <a:off x="2045101" y="222966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9DD2897A-BFCC-4FB3-BBD4-4EB9BE25ECF6}"/>
              </a:ext>
            </a:extLst>
          </p:cNvPr>
          <p:cNvCxnSpPr>
            <a:cxnSpLocks/>
          </p:cNvCxnSpPr>
          <p:nvPr/>
        </p:nvCxnSpPr>
        <p:spPr>
          <a:xfrm>
            <a:off x="2092769" y="222966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6D09FE62-89E2-4D43-84CD-A4D2DA3D069D}"/>
              </a:ext>
            </a:extLst>
          </p:cNvPr>
          <p:cNvCxnSpPr>
            <a:cxnSpLocks/>
          </p:cNvCxnSpPr>
          <p:nvPr/>
        </p:nvCxnSpPr>
        <p:spPr>
          <a:xfrm>
            <a:off x="2141851" y="222966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0B0772B0-8D79-47D1-8557-7CEFA3823439}"/>
              </a:ext>
            </a:extLst>
          </p:cNvPr>
          <p:cNvCxnSpPr>
            <a:cxnSpLocks/>
          </p:cNvCxnSpPr>
          <p:nvPr/>
        </p:nvCxnSpPr>
        <p:spPr>
          <a:xfrm>
            <a:off x="2196874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47175BD8-6810-4ACC-BF9B-4AD42808CD32}"/>
              </a:ext>
            </a:extLst>
          </p:cNvPr>
          <p:cNvCxnSpPr>
            <a:cxnSpLocks/>
          </p:cNvCxnSpPr>
          <p:nvPr/>
        </p:nvCxnSpPr>
        <p:spPr>
          <a:xfrm>
            <a:off x="2196874" y="222966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이등변 삼각형 111">
            <a:extLst>
              <a:ext uri="{FF2B5EF4-FFF2-40B4-BE49-F238E27FC236}">
                <a16:creationId xmlns:a16="http://schemas.microsoft.com/office/drawing/2014/main" id="{1966A048-2DAB-42F7-ABC9-92CB39D36557}"/>
              </a:ext>
            </a:extLst>
          </p:cNvPr>
          <p:cNvSpPr/>
          <p:nvPr/>
        </p:nvSpPr>
        <p:spPr>
          <a:xfrm flipV="1">
            <a:off x="2220903" y="2196409"/>
            <a:ext cx="28142" cy="19389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C025FB30-BA51-4F74-B9FE-A92EB8A0D00A}"/>
              </a:ext>
            </a:extLst>
          </p:cNvPr>
          <p:cNvCxnSpPr>
            <a:cxnSpLocks/>
          </p:cNvCxnSpPr>
          <p:nvPr/>
        </p:nvCxnSpPr>
        <p:spPr>
          <a:xfrm>
            <a:off x="2249045" y="2273529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C65D2E3A-3191-4F57-8509-15F6A0912D39}"/>
              </a:ext>
            </a:extLst>
          </p:cNvPr>
          <p:cNvCxnSpPr>
            <a:cxnSpLocks/>
          </p:cNvCxnSpPr>
          <p:nvPr/>
        </p:nvCxnSpPr>
        <p:spPr>
          <a:xfrm>
            <a:off x="2249045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0CBFD033-937F-40E6-B4A8-37CFC5A200B4}"/>
              </a:ext>
            </a:extLst>
          </p:cNvPr>
          <p:cNvCxnSpPr>
            <a:cxnSpLocks/>
          </p:cNvCxnSpPr>
          <p:nvPr/>
        </p:nvCxnSpPr>
        <p:spPr>
          <a:xfrm>
            <a:off x="2249045" y="222966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7FD1C5C4-E917-406E-84F2-C376803D9EDD}"/>
              </a:ext>
            </a:extLst>
          </p:cNvPr>
          <p:cNvCxnSpPr>
            <a:cxnSpLocks/>
          </p:cNvCxnSpPr>
          <p:nvPr/>
        </p:nvCxnSpPr>
        <p:spPr>
          <a:xfrm>
            <a:off x="2249045" y="2243946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B5CE95C5-0302-49D5-AEC8-73C3B4269E07}"/>
              </a:ext>
            </a:extLst>
          </p:cNvPr>
          <p:cNvCxnSpPr>
            <a:cxnSpLocks/>
          </p:cNvCxnSpPr>
          <p:nvPr/>
        </p:nvCxnSpPr>
        <p:spPr>
          <a:xfrm>
            <a:off x="2315736" y="2273529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8C6C94CE-DFFB-4A82-BF1B-96D4C2956869}"/>
              </a:ext>
            </a:extLst>
          </p:cNvPr>
          <p:cNvCxnSpPr>
            <a:cxnSpLocks/>
          </p:cNvCxnSpPr>
          <p:nvPr/>
        </p:nvCxnSpPr>
        <p:spPr>
          <a:xfrm>
            <a:off x="2315736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ABD9B0F2-D70A-47E5-BFCE-611BEE0B2B28}"/>
              </a:ext>
            </a:extLst>
          </p:cNvPr>
          <p:cNvCxnSpPr>
            <a:cxnSpLocks/>
          </p:cNvCxnSpPr>
          <p:nvPr/>
        </p:nvCxnSpPr>
        <p:spPr>
          <a:xfrm>
            <a:off x="2315736" y="222966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A607584B-8227-442C-AD43-76E422A049F1}"/>
              </a:ext>
            </a:extLst>
          </p:cNvPr>
          <p:cNvCxnSpPr>
            <a:cxnSpLocks/>
          </p:cNvCxnSpPr>
          <p:nvPr/>
        </p:nvCxnSpPr>
        <p:spPr>
          <a:xfrm>
            <a:off x="2315736" y="2243946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82E8CBB5-496E-4F9E-B22B-7108BC0AD771}"/>
              </a:ext>
            </a:extLst>
          </p:cNvPr>
          <p:cNvCxnSpPr>
            <a:cxnSpLocks/>
          </p:cNvCxnSpPr>
          <p:nvPr/>
        </p:nvCxnSpPr>
        <p:spPr>
          <a:xfrm>
            <a:off x="2390038" y="2273529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DA85A8BD-CCAE-41D2-9F27-4E17CDEE9F7C}"/>
              </a:ext>
            </a:extLst>
          </p:cNvPr>
          <p:cNvCxnSpPr>
            <a:cxnSpLocks/>
          </p:cNvCxnSpPr>
          <p:nvPr/>
        </p:nvCxnSpPr>
        <p:spPr>
          <a:xfrm>
            <a:off x="2390038" y="225796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D09EA392-05F7-46C7-A041-76036BC7CCE1}"/>
              </a:ext>
            </a:extLst>
          </p:cNvPr>
          <p:cNvCxnSpPr>
            <a:cxnSpLocks/>
          </p:cNvCxnSpPr>
          <p:nvPr/>
        </p:nvCxnSpPr>
        <p:spPr>
          <a:xfrm>
            <a:off x="2390038" y="222966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D9546910-1FAA-456F-AD66-866485ED8CD1}"/>
              </a:ext>
            </a:extLst>
          </p:cNvPr>
          <p:cNvCxnSpPr>
            <a:cxnSpLocks/>
          </p:cNvCxnSpPr>
          <p:nvPr/>
        </p:nvCxnSpPr>
        <p:spPr>
          <a:xfrm>
            <a:off x="2390038" y="2243946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51997D0-052F-41F5-BBB9-730BD4F74F10}"/>
              </a:ext>
            </a:extLst>
          </p:cNvPr>
          <p:cNvSpPr/>
          <p:nvPr/>
        </p:nvSpPr>
        <p:spPr>
          <a:xfrm>
            <a:off x="1041891" y="2127244"/>
            <a:ext cx="4090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 1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0DD8D1D3-4696-43FD-A3AA-83713DA6AF6B}"/>
              </a:ext>
            </a:extLst>
          </p:cNvPr>
          <p:cNvSpPr/>
          <p:nvPr/>
        </p:nvSpPr>
        <p:spPr>
          <a:xfrm>
            <a:off x="1655471" y="2022065"/>
            <a:ext cx="4090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 2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21984EFB-A5F8-4824-9A34-3E5F0C898EBF}"/>
              </a:ext>
            </a:extLst>
          </p:cNvPr>
          <p:cNvSpPr/>
          <p:nvPr/>
        </p:nvSpPr>
        <p:spPr>
          <a:xfrm>
            <a:off x="2039247" y="2022065"/>
            <a:ext cx="4090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 3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233D1410-4048-4113-82F1-47EFBA1EC8EF}"/>
              </a:ext>
            </a:extLst>
          </p:cNvPr>
          <p:cNvSpPr/>
          <p:nvPr/>
        </p:nvSpPr>
        <p:spPr>
          <a:xfrm>
            <a:off x="1548910" y="2153280"/>
            <a:ext cx="147335" cy="206018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E909CD5-09E6-41C7-81D1-B871FD151099}"/>
              </a:ext>
            </a:extLst>
          </p:cNvPr>
          <p:cNvSpPr/>
          <p:nvPr/>
        </p:nvSpPr>
        <p:spPr>
          <a:xfrm>
            <a:off x="1878307" y="2153280"/>
            <a:ext cx="110695" cy="206018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8EAAE8CC-1BF7-47D0-A227-9D5CA58E4FDA}"/>
              </a:ext>
            </a:extLst>
          </p:cNvPr>
          <p:cNvSpPr/>
          <p:nvPr/>
        </p:nvSpPr>
        <p:spPr>
          <a:xfrm>
            <a:off x="2282004" y="2153280"/>
            <a:ext cx="133941" cy="206018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0DF7E06-F740-42AD-8C8B-A4CC496455E3}"/>
              </a:ext>
            </a:extLst>
          </p:cNvPr>
          <p:cNvSpPr/>
          <p:nvPr/>
        </p:nvSpPr>
        <p:spPr>
          <a:xfrm>
            <a:off x="1226353" y="2389252"/>
            <a:ext cx="5677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dirty="0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FADCF5A9-8728-473F-B389-EF0FA6A5E148}"/>
              </a:ext>
            </a:extLst>
          </p:cNvPr>
          <p:cNvSpPr/>
          <p:nvPr/>
        </p:nvSpPr>
        <p:spPr>
          <a:xfrm>
            <a:off x="1705110" y="2389252"/>
            <a:ext cx="5677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8A358FE1-ECDE-49B8-9D1E-958B2DD8EDC0}"/>
              </a:ext>
            </a:extLst>
          </p:cNvPr>
          <p:cNvSpPr/>
          <p:nvPr/>
        </p:nvSpPr>
        <p:spPr>
          <a:xfrm>
            <a:off x="2076923" y="1907868"/>
            <a:ext cx="5677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dirty="0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7004843-2BF2-4EE3-BE65-CC759514A26F}"/>
              </a:ext>
            </a:extLst>
          </p:cNvPr>
          <p:cNvSpPr/>
          <p:nvPr/>
        </p:nvSpPr>
        <p:spPr>
          <a:xfrm>
            <a:off x="3218697" y="1855693"/>
            <a:ext cx="36375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자재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형태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(Roll/Cut)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 변화되는 시점을 기준으로 공정 상세 구분 </a:t>
            </a:r>
            <a:endParaRPr lang="en-US" altLang="ko-KR" sz="800" b="1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위치 불량은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Roll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합치 되는 과정에서 발생함으로 해당 기준으로 구분하였음</a:t>
            </a:r>
            <a:endParaRPr lang="ko-KR" altLang="en-US" b="1" dirty="0">
              <a:solidFill>
                <a:srgbClr val="006600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CFFBCE53-3A1E-4515-A534-BE292B37ED79}"/>
              </a:ext>
            </a:extLst>
          </p:cNvPr>
          <p:cNvSpPr/>
          <p:nvPr/>
        </p:nvSpPr>
        <p:spPr>
          <a:xfrm>
            <a:off x="3302620" y="1331329"/>
            <a:ext cx="5671639" cy="515571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C096C18E-9A9E-46EA-AD5D-36ABD607C750}"/>
              </a:ext>
            </a:extLst>
          </p:cNvPr>
          <p:cNvSpPr/>
          <p:nvPr/>
        </p:nvSpPr>
        <p:spPr>
          <a:xfrm>
            <a:off x="56750" y="3087100"/>
            <a:ext cx="17171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라미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179E1015-6066-4F48-9AA2-25340B031F77}"/>
              </a:ext>
            </a:extLst>
          </p:cNvPr>
          <p:cNvSpPr/>
          <p:nvPr/>
        </p:nvSpPr>
        <p:spPr>
          <a:xfrm>
            <a:off x="2169635" y="3087100"/>
            <a:ext cx="6992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[has_Input]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BA270B64-3490-4182-BF2E-816FF48A29AF}"/>
              </a:ext>
            </a:extLst>
          </p:cNvPr>
          <p:cNvSpPr/>
          <p:nvPr/>
        </p:nvSpPr>
        <p:spPr>
          <a:xfrm>
            <a:off x="3226141" y="3087100"/>
            <a:ext cx="194316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137358C-04DD-4F4C-9720-6227D19E37CF}"/>
              </a:ext>
            </a:extLst>
          </p:cNvPr>
          <p:cNvSpPr/>
          <p:nvPr/>
        </p:nvSpPr>
        <p:spPr>
          <a:xfrm>
            <a:off x="3226141" y="3269502"/>
            <a:ext cx="194316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98CB1BCB-39C8-41C0-A359-CF6BD5D879A2}"/>
              </a:ext>
            </a:extLst>
          </p:cNvPr>
          <p:cNvCxnSpPr>
            <a:cxnSpLocks/>
            <a:stCxn id="144" idx="3"/>
            <a:endCxn id="145" idx="1"/>
          </p:cNvCxnSpPr>
          <p:nvPr/>
        </p:nvCxnSpPr>
        <p:spPr>
          <a:xfrm>
            <a:off x="1773887" y="3210211"/>
            <a:ext cx="39574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4D29EFC5-310A-4919-BBF0-1D785F51079C}"/>
              </a:ext>
            </a:extLst>
          </p:cNvPr>
          <p:cNvCxnSpPr>
            <a:cxnSpLocks/>
            <a:stCxn id="145" idx="3"/>
            <a:endCxn id="146" idx="1"/>
          </p:cNvCxnSpPr>
          <p:nvPr/>
        </p:nvCxnSpPr>
        <p:spPr>
          <a:xfrm>
            <a:off x="2868865" y="3210211"/>
            <a:ext cx="35727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1924BAB4-39A1-4817-9FEF-044E3701947B}"/>
              </a:ext>
            </a:extLst>
          </p:cNvPr>
          <p:cNvCxnSpPr>
            <a:cxnSpLocks/>
            <a:stCxn id="145" idx="3"/>
            <a:endCxn id="147" idx="1"/>
          </p:cNvCxnSpPr>
          <p:nvPr/>
        </p:nvCxnSpPr>
        <p:spPr>
          <a:xfrm>
            <a:off x="2868865" y="3210211"/>
            <a:ext cx="357276" cy="18240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1C9EAA9E-AFF7-44A5-A8E9-CDD66626AC9A}"/>
              </a:ext>
            </a:extLst>
          </p:cNvPr>
          <p:cNvSpPr/>
          <p:nvPr/>
        </p:nvSpPr>
        <p:spPr>
          <a:xfrm>
            <a:off x="3226141" y="3451904"/>
            <a:ext cx="20569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12361EE2-7034-4CA2-8B08-07E615B39782}"/>
              </a:ext>
            </a:extLst>
          </p:cNvPr>
          <p:cNvSpPr/>
          <p:nvPr/>
        </p:nvSpPr>
        <p:spPr>
          <a:xfrm>
            <a:off x="3226141" y="3634306"/>
            <a:ext cx="20569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7F9A8354-D1D7-4829-B96B-E63A0E9A3CC1}"/>
              </a:ext>
            </a:extLst>
          </p:cNvPr>
          <p:cNvCxnSpPr>
            <a:cxnSpLocks/>
            <a:stCxn id="145" idx="3"/>
            <a:endCxn id="155" idx="1"/>
          </p:cNvCxnSpPr>
          <p:nvPr/>
        </p:nvCxnSpPr>
        <p:spPr>
          <a:xfrm>
            <a:off x="2868865" y="3210211"/>
            <a:ext cx="357276" cy="54720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41991D8D-D23F-4C2D-AFB1-0DCC64B3F262}"/>
              </a:ext>
            </a:extLst>
          </p:cNvPr>
          <p:cNvCxnSpPr>
            <a:cxnSpLocks/>
            <a:stCxn id="145" idx="3"/>
            <a:endCxn id="153" idx="1"/>
          </p:cNvCxnSpPr>
          <p:nvPr/>
        </p:nvCxnSpPr>
        <p:spPr>
          <a:xfrm>
            <a:off x="2868865" y="3210211"/>
            <a:ext cx="357276" cy="36480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367A1E37-F06D-4A79-B913-5660615B5320}"/>
              </a:ext>
            </a:extLst>
          </p:cNvPr>
          <p:cNvSpPr/>
          <p:nvPr/>
        </p:nvSpPr>
        <p:spPr>
          <a:xfrm>
            <a:off x="2169635" y="3816708"/>
            <a:ext cx="68480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[Produces]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480D1AA1-289B-4AD7-B233-506B9F530856}"/>
              </a:ext>
            </a:extLst>
          </p:cNvPr>
          <p:cNvSpPr/>
          <p:nvPr/>
        </p:nvSpPr>
        <p:spPr>
          <a:xfrm>
            <a:off x="3226141" y="3816708"/>
            <a:ext cx="18004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902F7521-9BF8-4E3F-A3F4-9595E3D12019}"/>
              </a:ext>
            </a:extLst>
          </p:cNvPr>
          <p:cNvCxnSpPr>
            <a:cxnSpLocks/>
            <a:stCxn id="165" idx="3"/>
          </p:cNvCxnSpPr>
          <p:nvPr/>
        </p:nvCxnSpPr>
        <p:spPr>
          <a:xfrm>
            <a:off x="2854438" y="3939819"/>
            <a:ext cx="37170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05271719-455A-48F1-8641-4454EFBD6E32}"/>
              </a:ext>
            </a:extLst>
          </p:cNvPr>
          <p:cNvCxnSpPr>
            <a:cxnSpLocks/>
            <a:stCxn id="144" idx="3"/>
            <a:endCxn id="165" idx="1"/>
          </p:cNvCxnSpPr>
          <p:nvPr/>
        </p:nvCxnSpPr>
        <p:spPr>
          <a:xfrm>
            <a:off x="1773887" y="3210211"/>
            <a:ext cx="395748" cy="72960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F7D83925-7C9A-4800-8322-93FA4CE5A85E}"/>
              </a:ext>
            </a:extLst>
          </p:cNvPr>
          <p:cNvSpPr/>
          <p:nvPr/>
        </p:nvSpPr>
        <p:spPr>
          <a:xfrm>
            <a:off x="56750" y="4541404"/>
            <a:ext cx="19159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3.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모노셀</a:t>
            </a: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D6B115BA-D5AF-43FE-A449-081CF52432BE}"/>
              </a:ext>
            </a:extLst>
          </p:cNvPr>
          <p:cNvSpPr/>
          <p:nvPr/>
        </p:nvSpPr>
        <p:spPr>
          <a:xfrm>
            <a:off x="2169635" y="4541404"/>
            <a:ext cx="64793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[has_part]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DDBF549A-D70B-46F3-995A-9C2621B3FB82}"/>
              </a:ext>
            </a:extLst>
          </p:cNvPr>
          <p:cNvSpPr/>
          <p:nvPr/>
        </p:nvSpPr>
        <p:spPr>
          <a:xfrm>
            <a:off x="3226141" y="4541404"/>
            <a:ext cx="194316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0ADD1C4-D070-4205-A51D-397A72ED902C}"/>
              </a:ext>
            </a:extLst>
          </p:cNvPr>
          <p:cNvSpPr/>
          <p:nvPr/>
        </p:nvSpPr>
        <p:spPr>
          <a:xfrm>
            <a:off x="3226141" y="4723806"/>
            <a:ext cx="194316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07" name="직선 화살표 연결선 206">
            <a:extLst>
              <a:ext uri="{FF2B5EF4-FFF2-40B4-BE49-F238E27FC236}">
                <a16:creationId xmlns:a16="http://schemas.microsoft.com/office/drawing/2014/main" id="{4E770467-21EB-4DA5-823C-E82C4E080CB7}"/>
              </a:ext>
            </a:extLst>
          </p:cNvPr>
          <p:cNvCxnSpPr>
            <a:cxnSpLocks/>
            <a:stCxn id="201" idx="3"/>
            <a:endCxn id="202" idx="1"/>
          </p:cNvCxnSpPr>
          <p:nvPr/>
        </p:nvCxnSpPr>
        <p:spPr>
          <a:xfrm>
            <a:off x="1972659" y="4664515"/>
            <a:ext cx="19697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DC49723D-8D70-4344-ACFD-8C31FEDFF94F}"/>
              </a:ext>
            </a:extLst>
          </p:cNvPr>
          <p:cNvCxnSpPr>
            <a:cxnSpLocks/>
            <a:stCxn id="202" idx="3"/>
            <a:endCxn id="203" idx="1"/>
          </p:cNvCxnSpPr>
          <p:nvPr/>
        </p:nvCxnSpPr>
        <p:spPr>
          <a:xfrm>
            <a:off x="2817569" y="4664515"/>
            <a:ext cx="40857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53AF07AA-FF82-4FD2-B053-A913BAF1E990}"/>
              </a:ext>
            </a:extLst>
          </p:cNvPr>
          <p:cNvCxnSpPr>
            <a:cxnSpLocks/>
            <a:stCxn id="202" idx="3"/>
            <a:endCxn id="204" idx="1"/>
          </p:cNvCxnSpPr>
          <p:nvPr/>
        </p:nvCxnSpPr>
        <p:spPr>
          <a:xfrm>
            <a:off x="2817569" y="4664515"/>
            <a:ext cx="408572" cy="18240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7A463C90-C9B0-4E26-A999-957AB984F531}"/>
              </a:ext>
            </a:extLst>
          </p:cNvPr>
          <p:cNvSpPr/>
          <p:nvPr/>
        </p:nvSpPr>
        <p:spPr>
          <a:xfrm>
            <a:off x="3226141" y="4906208"/>
            <a:ext cx="20569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1E4ECA58-3F0E-4541-8F85-021E1B5A07A4}"/>
              </a:ext>
            </a:extLst>
          </p:cNvPr>
          <p:cNvSpPr/>
          <p:nvPr/>
        </p:nvSpPr>
        <p:spPr>
          <a:xfrm>
            <a:off x="3226141" y="5088610"/>
            <a:ext cx="20569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BCF28E97-5B9F-410D-B2E9-96A2A626C18C}"/>
              </a:ext>
            </a:extLst>
          </p:cNvPr>
          <p:cNvCxnSpPr>
            <a:cxnSpLocks/>
            <a:stCxn id="202" idx="3"/>
            <a:endCxn id="221" idx="1"/>
          </p:cNvCxnSpPr>
          <p:nvPr/>
        </p:nvCxnSpPr>
        <p:spPr>
          <a:xfrm>
            <a:off x="2817569" y="4664515"/>
            <a:ext cx="408572" cy="54720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C433EE4E-0B8E-4495-BC56-37D2DD3E3AD1}"/>
              </a:ext>
            </a:extLst>
          </p:cNvPr>
          <p:cNvCxnSpPr>
            <a:cxnSpLocks/>
            <a:stCxn id="202" idx="3"/>
            <a:endCxn id="216" idx="1"/>
          </p:cNvCxnSpPr>
          <p:nvPr/>
        </p:nvCxnSpPr>
        <p:spPr>
          <a:xfrm>
            <a:off x="2817569" y="4664515"/>
            <a:ext cx="408572" cy="36480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21951F67-08CD-48C4-8A75-FDFA45D190F5}"/>
              </a:ext>
            </a:extLst>
          </p:cNvPr>
          <p:cNvSpPr/>
          <p:nvPr/>
        </p:nvSpPr>
        <p:spPr>
          <a:xfrm>
            <a:off x="3302620" y="2935878"/>
            <a:ext cx="44662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LAM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공정은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[“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중앙전극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”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“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”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 투입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되고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[“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”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을 생산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한다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697169C0-9991-40B3-A3B1-6B3AC13AC5F8}"/>
              </a:ext>
            </a:extLst>
          </p:cNvPr>
          <p:cNvSpPr/>
          <p:nvPr/>
        </p:nvSpPr>
        <p:spPr>
          <a:xfrm>
            <a:off x="3295177" y="3148142"/>
            <a:ext cx="1943162" cy="868749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79D0E1C4-B90C-4F46-B926-2877C012E14F}"/>
              </a:ext>
            </a:extLst>
          </p:cNvPr>
          <p:cNvSpPr/>
          <p:nvPr/>
        </p:nvSpPr>
        <p:spPr>
          <a:xfrm>
            <a:off x="3312170" y="4366598"/>
            <a:ext cx="38523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 은 상부 전극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 으로 구성된다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1B7EA571-55AD-4F58-AEB6-E11262DEA72E}"/>
              </a:ext>
            </a:extLst>
          </p:cNvPr>
          <p:cNvSpPr/>
          <p:nvPr/>
        </p:nvSpPr>
        <p:spPr>
          <a:xfrm>
            <a:off x="3295177" y="4589699"/>
            <a:ext cx="1943162" cy="703319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B317A74C-472D-48F5-910B-4AEB25487280}"/>
              </a:ext>
            </a:extLst>
          </p:cNvPr>
          <p:cNvSpPr/>
          <p:nvPr/>
        </p:nvSpPr>
        <p:spPr>
          <a:xfrm>
            <a:off x="56750" y="5729147"/>
            <a:ext cx="20585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4.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F0E8F101-2C28-45B4-B305-CDA4F1C853DD}"/>
              </a:ext>
            </a:extLst>
          </p:cNvPr>
          <p:cNvSpPr/>
          <p:nvPr/>
        </p:nvSpPr>
        <p:spPr>
          <a:xfrm>
            <a:off x="2415945" y="5729147"/>
            <a:ext cx="857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[is_placed_on]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DE59338B-FA7F-4973-A326-0C3898E48AD0}"/>
              </a:ext>
            </a:extLst>
          </p:cNvPr>
          <p:cNvSpPr/>
          <p:nvPr/>
        </p:nvSpPr>
        <p:spPr>
          <a:xfrm>
            <a:off x="3472451" y="5729147"/>
            <a:ext cx="20569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12C6585E-025A-4FC3-AC13-6392B6D1049C}"/>
              </a:ext>
            </a:extLst>
          </p:cNvPr>
          <p:cNvSpPr/>
          <p:nvPr/>
        </p:nvSpPr>
        <p:spPr>
          <a:xfrm>
            <a:off x="3472451" y="5911549"/>
            <a:ext cx="194316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45E29059-0DE7-4349-BE05-9596252DDB56}"/>
              </a:ext>
            </a:extLst>
          </p:cNvPr>
          <p:cNvCxnSpPr>
            <a:cxnSpLocks/>
            <a:stCxn id="228" idx="3"/>
            <a:endCxn id="229" idx="1"/>
          </p:cNvCxnSpPr>
          <p:nvPr/>
        </p:nvCxnSpPr>
        <p:spPr>
          <a:xfrm>
            <a:off x="2115327" y="5852258"/>
            <a:ext cx="30061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02151A9B-B908-444C-B169-4A88EB40A05E}"/>
              </a:ext>
            </a:extLst>
          </p:cNvPr>
          <p:cNvCxnSpPr>
            <a:cxnSpLocks/>
            <a:stCxn id="229" idx="3"/>
            <a:endCxn id="230" idx="1"/>
          </p:cNvCxnSpPr>
          <p:nvPr/>
        </p:nvCxnSpPr>
        <p:spPr>
          <a:xfrm>
            <a:off x="3273872" y="5852258"/>
            <a:ext cx="19857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직선 화살표 연결선 233">
            <a:extLst>
              <a:ext uri="{FF2B5EF4-FFF2-40B4-BE49-F238E27FC236}">
                <a16:creationId xmlns:a16="http://schemas.microsoft.com/office/drawing/2014/main" id="{D9FA6353-00DF-43E0-B05E-D26E1FF7D5A8}"/>
              </a:ext>
            </a:extLst>
          </p:cNvPr>
          <p:cNvCxnSpPr>
            <a:cxnSpLocks/>
            <a:stCxn id="241" idx="3"/>
            <a:endCxn id="231" idx="1"/>
          </p:cNvCxnSpPr>
          <p:nvPr/>
        </p:nvCxnSpPr>
        <p:spPr>
          <a:xfrm>
            <a:off x="3273872" y="6034660"/>
            <a:ext cx="19857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131B16FC-F42E-446D-A494-A9AAE8CAA0F1}"/>
              </a:ext>
            </a:extLst>
          </p:cNvPr>
          <p:cNvSpPr/>
          <p:nvPr/>
        </p:nvSpPr>
        <p:spPr>
          <a:xfrm>
            <a:off x="3472451" y="6093951"/>
            <a:ext cx="20569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36" name="직선 화살표 연결선 235">
            <a:extLst>
              <a:ext uri="{FF2B5EF4-FFF2-40B4-BE49-F238E27FC236}">
                <a16:creationId xmlns:a16="http://schemas.microsoft.com/office/drawing/2014/main" id="{B2B3AB0F-7521-4241-ACA1-0DAA01E86781}"/>
              </a:ext>
            </a:extLst>
          </p:cNvPr>
          <p:cNvCxnSpPr>
            <a:cxnSpLocks/>
            <a:stCxn id="242" idx="3"/>
            <a:endCxn id="235" idx="1"/>
          </p:cNvCxnSpPr>
          <p:nvPr/>
        </p:nvCxnSpPr>
        <p:spPr>
          <a:xfrm>
            <a:off x="3273872" y="6217062"/>
            <a:ext cx="19857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B2CAA756-47E5-4BDE-A322-4D2671EC060B}"/>
              </a:ext>
            </a:extLst>
          </p:cNvPr>
          <p:cNvSpPr/>
          <p:nvPr/>
        </p:nvSpPr>
        <p:spPr>
          <a:xfrm>
            <a:off x="56750" y="5911549"/>
            <a:ext cx="2172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분리막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B4D5404F-0C3C-43C6-BC42-821BC9429517}"/>
              </a:ext>
            </a:extLst>
          </p:cNvPr>
          <p:cNvSpPr/>
          <p:nvPr/>
        </p:nvSpPr>
        <p:spPr>
          <a:xfrm>
            <a:off x="56750" y="6093951"/>
            <a:ext cx="20585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 전극</a:t>
            </a: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D09C0E70-7551-48BE-B415-68521D0B3D62}"/>
              </a:ext>
            </a:extLst>
          </p:cNvPr>
          <p:cNvCxnSpPr>
            <a:cxnSpLocks/>
            <a:stCxn id="237" idx="3"/>
            <a:endCxn id="241" idx="1"/>
          </p:cNvCxnSpPr>
          <p:nvPr/>
        </p:nvCxnSpPr>
        <p:spPr>
          <a:xfrm>
            <a:off x="2229140" y="6034660"/>
            <a:ext cx="18680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1C7FE897-29A9-419A-9E78-9D6C77415079}"/>
              </a:ext>
            </a:extLst>
          </p:cNvPr>
          <p:cNvCxnSpPr>
            <a:cxnSpLocks/>
            <a:stCxn id="238" idx="3"/>
            <a:endCxn id="242" idx="1"/>
          </p:cNvCxnSpPr>
          <p:nvPr/>
        </p:nvCxnSpPr>
        <p:spPr>
          <a:xfrm>
            <a:off x="2115327" y="6217062"/>
            <a:ext cx="30061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9E05EFD6-7B32-41E9-96FC-05F9F93E1FDF}"/>
              </a:ext>
            </a:extLst>
          </p:cNvPr>
          <p:cNvSpPr/>
          <p:nvPr/>
        </p:nvSpPr>
        <p:spPr>
          <a:xfrm>
            <a:off x="2415945" y="5911549"/>
            <a:ext cx="857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[is_placed_on]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91E4C7E8-250F-4423-98E6-3CB41FD59F67}"/>
              </a:ext>
            </a:extLst>
          </p:cNvPr>
          <p:cNvSpPr/>
          <p:nvPr/>
        </p:nvSpPr>
        <p:spPr>
          <a:xfrm>
            <a:off x="2415945" y="6093951"/>
            <a:ext cx="857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[is_placed_on]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D4D2FDB1-B92B-4C1B-85D2-6ADFBCF116BC}"/>
              </a:ext>
            </a:extLst>
          </p:cNvPr>
          <p:cNvCxnSpPr>
            <a:cxnSpLocks/>
          </p:cNvCxnSpPr>
          <p:nvPr/>
        </p:nvCxnSpPr>
        <p:spPr>
          <a:xfrm>
            <a:off x="5796331" y="5828693"/>
            <a:ext cx="836855" cy="0"/>
          </a:xfrm>
          <a:prstGeom prst="line">
            <a:avLst/>
          </a:prstGeom>
          <a:ln w="1270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52298A60-17D8-434F-937B-EFFEEE924A07}"/>
              </a:ext>
            </a:extLst>
          </p:cNvPr>
          <p:cNvCxnSpPr>
            <a:cxnSpLocks/>
          </p:cNvCxnSpPr>
          <p:nvPr/>
        </p:nvCxnSpPr>
        <p:spPr>
          <a:xfrm>
            <a:off x="5796331" y="5966550"/>
            <a:ext cx="836855" cy="0"/>
          </a:xfrm>
          <a:prstGeom prst="line">
            <a:avLst/>
          </a:prstGeom>
          <a:ln w="1270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8545CD17-2B81-4067-B81E-90A4FB3C14A0}"/>
              </a:ext>
            </a:extLst>
          </p:cNvPr>
          <p:cNvCxnSpPr>
            <a:cxnSpLocks/>
          </p:cNvCxnSpPr>
          <p:nvPr/>
        </p:nvCxnSpPr>
        <p:spPr>
          <a:xfrm>
            <a:off x="5796331" y="6104407"/>
            <a:ext cx="836855" cy="0"/>
          </a:xfrm>
          <a:prstGeom prst="line">
            <a:avLst/>
          </a:prstGeom>
          <a:ln w="127000"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B4451EF7-9F56-4FA7-96EA-4E8E330254C1}"/>
              </a:ext>
            </a:extLst>
          </p:cNvPr>
          <p:cNvCxnSpPr>
            <a:cxnSpLocks/>
          </p:cNvCxnSpPr>
          <p:nvPr/>
        </p:nvCxnSpPr>
        <p:spPr>
          <a:xfrm>
            <a:off x="5796331" y="6242265"/>
            <a:ext cx="836855" cy="0"/>
          </a:xfrm>
          <a:prstGeom prst="line">
            <a:avLst/>
          </a:prstGeom>
          <a:ln w="1270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28590CF8-00AD-4F72-8657-749180F1A7E6}"/>
              </a:ext>
            </a:extLst>
          </p:cNvPr>
          <p:cNvSpPr/>
          <p:nvPr/>
        </p:nvSpPr>
        <p:spPr>
          <a:xfrm>
            <a:off x="5865416" y="5725519"/>
            <a:ext cx="69868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endParaRPr lang="ko-KR" altLang="en-US" sz="1600" dirty="0">
              <a:solidFill>
                <a:srgbClr val="006600"/>
              </a:solidFill>
            </a:endParaRPr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6D527B3D-55A0-43F0-AEEE-9D50059393A1}"/>
              </a:ext>
            </a:extLst>
          </p:cNvPr>
          <p:cNvSpPr/>
          <p:nvPr/>
        </p:nvSpPr>
        <p:spPr>
          <a:xfrm>
            <a:off x="5818525" y="5872569"/>
            <a:ext cx="79246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endParaRPr lang="ko-KR" altLang="en-US" sz="1600" dirty="0">
              <a:solidFill>
                <a:srgbClr val="006600"/>
              </a:solidFill>
            </a:endParaRPr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31403672-6CBD-481B-88B5-98A3EE71AAF8}"/>
              </a:ext>
            </a:extLst>
          </p:cNvPr>
          <p:cNvSpPr/>
          <p:nvPr/>
        </p:nvSpPr>
        <p:spPr>
          <a:xfrm>
            <a:off x="5865416" y="6006145"/>
            <a:ext cx="69868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endParaRPr lang="ko-KR" altLang="en-US" sz="1600" dirty="0">
              <a:solidFill>
                <a:srgbClr val="006600"/>
              </a:solidFill>
            </a:endParaRP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1BB6E5D1-72E7-47ED-B3F7-901337E59E23}"/>
              </a:ext>
            </a:extLst>
          </p:cNvPr>
          <p:cNvSpPr/>
          <p:nvPr/>
        </p:nvSpPr>
        <p:spPr>
          <a:xfrm>
            <a:off x="5818525" y="6140780"/>
            <a:ext cx="79246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endParaRPr lang="ko-KR" altLang="en-US" sz="1600" dirty="0">
              <a:solidFill>
                <a:srgbClr val="006600"/>
              </a:solidFill>
            </a:endParaRP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7E7FB9FC-2995-4420-97DF-9848BF2B02D9}"/>
              </a:ext>
            </a:extLst>
          </p:cNvPr>
          <p:cNvSpPr/>
          <p:nvPr/>
        </p:nvSpPr>
        <p:spPr>
          <a:xfrm>
            <a:off x="6789617" y="5837805"/>
            <a:ext cx="143180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모노셀의 적층 순서</a:t>
            </a:r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정의</a:t>
            </a:r>
            <a:endParaRPr lang="ko-KR" altLang="en-US" sz="2000" dirty="0">
              <a:solidFill>
                <a:srgbClr val="0066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73BF1E-261E-093B-107A-FD757A42A8A2}"/>
              </a:ext>
            </a:extLst>
          </p:cNvPr>
          <p:cNvSpPr/>
          <p:nvPr/>
        </p:nvSpPr>
        <p:spPr>
          <a:xfrm>
            <a:off x="0" y="1184989"/>
            <a:ext cx="9906000" cy="535577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31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DA5B6-73E9-400F-9CE5-12EBF6541511}"/>
              </a:ext>
            </a:extLst>
          </p:cNvPr>
          <p:cNvSpPr txBox="1"/>
          <p:nvPr/>
        </p:nvSpPr>
        <p:spPr>
          <a:xfrm>
            <a:off x="7939143" y="37471"/>
            <a:ext cx="2012089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DX.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기획팀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신낙천 선임</a:t>
            </a:r>
            <a:endParaRPr kumimoji="0" lang="en-US" altLang="ko-KR" sz="10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0" name="제목 3">
            <a:extLst>
              <a:ext uri="{FF2B5EF4-FFF2-40B4-BE49-F238E27FC236}">
                <a16:creationId xmlns:a16="http://schemas.microsoft.com/office/drawing/2014/main" id="{5CB4ED72-0FD2-4B8B-B809-A589516A0E1A}"/>
              </a:ext>
            </a:extLst>
          </p:cNvPr>
          <p:cNvSpPr txBox="1">
            <a:spLocks/>
          </p:cNvSpPr>
          <p:nvPr/>
        </p:nvSpPr>
        <p:spPr>
          <a:xfrm>
            <a:off x="121795" y="150279"/>
            <a:ext cx="3594800" cy="38427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fontAlgn="base">
              <a:lnSpc>
                <a:spcPct val="113000"/>
              </a:lnSpc>
              <a:spcAft>
                <a:spcPct val="0"/>
              </a:spcAft>
              <a:defRPr/>
            </a:pP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Ontology PoC </a:t>
            </a:r>
            <a:r>
              <a:rPr kumimoji="1" lang="ko-KR" altLang="en-US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설계도</a:t>
            </a: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 _</a:t>
            </a:r>
            <a:r>
              <a:rPr kumimoji="1" lang="en-US" altLang="ko-KR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Relation </a:t>
            </a:r>
            <a:r>
              <a:rPr kumimoji="1" lang="ko-KR" altLang="en-US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정의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(2/X)</a:t>
            </a:r>
            <a:endParaRPr kumimoji="1" lang="ko-KR" altLang="en-US" i="0" u="none" strike="noStrike" kern="1200" cap="none" spc="0" normalizeH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Arial" panose="020B0604020202020204" pitchFamily="34" charset="0"/>
              <a:sym typeface="Wingdings"/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B317A74C-472D-48F5-910B-4AEB25487280}"/>
              </a:ext>
            </a:extLst>
          </p:cNvPr>
          <p:cNvSpPr/>
          <p:nvPr/>
        </p:nvSpPr>
        <p:spPr>
          <a:xfrm>
            <a:off x="56750" y="1663174"/>
            <a:ext cx="23102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5.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F0E8F101-2C28-45B4-B305-CDA4F1C853DD}"/>
              </a:ext>
            </a:extLst>
          </p:cNvPr>
          <p:cNvSpPr/>
          <p:nvPr/>
        </p:nvSpPr>
        <p:spPr>
          <a:xfrm>
            <a:off x="2755003" y="1663174"/>
            <a:ext cx="8627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[is_a_state_of]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DE59338B-FA7F-4973-A326-0C3898E48AD0}"/>
              </a:ext>
            </a:extLst>
          </p:cNvPr>
          <p:cNvSpPr/>
          <p:nvPr/>
        </p:nvSpPr>
        <p:spPr>
          <a:xfrm>
            <a:off x="4173904" y="1663174"/>
            <a:ext cx="197201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12C6585E-025A-4FC3-AC13-6392B6D1049C}"/>
              </a:ext>
            </a:extLst>
          </p:cNvPr>
          <p:cNvSpPr/>
          <p:nvPr/>
        </p:nvSpPr>
        <p:spPr>
          <a:xfrm>
            <a:off x="4173904" y="1845792"/>
            <a:ext cx="194316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45E29059-0DE7-4349-BE05-9596252DDB56}"/>
              </a:ext>
            </a:extLst>
          </p:cNvPr>
          <p:cNvCxnSpPr>
            <a:cxnSpLocks/>
            <a:stCxn id="228" idx="3"/>
            <a:endCxn id="229" idx="1"/>
          </p:cNvCxnSpPr>
          <p:nvPr/>
        </p:nvCxnSpPr>
        <p:spPr>
          <a:xfrm>
            <a:off x="2366998" y="1786285"/>
            <a:ext cx="38800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02151A9B-B908-444C-B169-4A88EB40A05E}"/>
              </a:ext>
            </a:extLst>
          </p:cNvPr>
          <p:cNvCxnSpPr>
            <a:cxnSpLocks/>
            <a:stCxn id="229" idx="3"/>
            <a:endCxn id="230" idx="1"/>
          </p:cNvCxnSpPr>
          <p:nvPr/>
        </p:nvCxnSpPr>
        <p:spPr>
          <a:xfrm>
            <a:off x="3617740" y="1786285"/>
            <a:ext cx="55616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직선 화살표 연결선 233">
            <a:extLst>
              <a:ext uri="{FF2B5EF4-FFF2-40B4-BE49-F238E27FC236}">
                <a16:creationId xmlns:a16="http://schemas.microsoft.com/office/drawing/2014/main" id="{D9FA6353-00DF-43E0-B05E-D26E1FF7D5A8}"/>
              </a:ext>
            </a:extLst>
          </p:cNvPr>
          <p:cNvCxnSpPr>
            <a:cxnSpLocks/>
            <a:stCxn id="241" idx="3"/>
            <a:endCxn id="231" idx="1"/>
          </p:cNvCxnSpPr>
          <p:nvPr/>
        </p:nvCxnSpPr>
        <p:spPr>
          <a:xfrm>
            <a:off x="3612930" y="1968903"/>
            <a:ext cx="56097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131B16FC-F42E-446D-A494-A9AAE8CAA0F1}"/>
              </a:ext>
            </a:extLst>
          </p:cNvPr>
          <p:cNvSpPr/>
          <p:nvPr/>
        </p:nvSpPr>
        <p:spPr>
          <a:xfrm>
            <a:off x="4173904" y="2028410"/>
            <a:ext cx="194316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36" name="직선 화살표 연결선 235">
            <a:extLst>
              <a:ext uri="{FF2B5EF4-FFF2-40B4-BE49-F238E27FC236}">
                <a16:creationId xmlns:a16="http://schemas.microsoft.com/office/drawing/2014/main" id="{B2B3AB0F-7521-4241-ACA1-0DAA01E86781}"/>
              </a:ext>
            </a:extLst>
          </p:cNvPr>
          <p:cNvCxnSpPr>
            <a:cxnSpLocks/>
            <a:stCxn id="242" idx="3"/>
            <a:endCxn id="235" idx="1"/>
          </p:cNvCxnSpPr>
          <p:nvPr/>
        </p:nvCxnSpPr>
        <p:spPr>
          <a:xfrm>
            <a:off x="3612930" y="2151521"/>
            <a:ext cx="56097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B2CAA756-47E5-4BDE-A322-4D2671EC060B}"/>
              </a:ext>
            </a:extLst>
          </p:cNvPr>
          <p:cNvSpPr/>
          <p:nvPr/>
        </p:nvSpPr>
        <p:spPr>
          <a:xfrm>
            <a:off x="56750" y="1845792"/>
            <a:ext cx="22910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B4D5404F-0C3C-43C6-BC42-821BC9429517}"/>
              </a:ext>
            </a:extLst>
          </p:cNvPr>
          <p:cNvSpPr/>
          <p:nvPr/>
        </p:nvSpPr>
        <p:spPr>
          <a:xfrm>
            <a:off x="56750" y="2028410"/>
            <a:ext cx="23102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D09C0E70-7551-48BE-B415-68521D0B3D62}"/>
              </a:ext>
            </a:extLst>
          </p:cNvPr>
          <p:cNvCxnSpPr>
            <a:cxnSpLocks/>
            <a:stCxn id="237" idx="3"/>
            <a:endCxn id="241" idx="1"/>
          </p:cNvCxnSpPr>
          <p:nvPr/>
        </p:nvCxnSpPr>
        <p:spPr>
          <a:xfrm>
            <a:off x="2347762" y="1968903"/>
            <a:ext cx="40724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1C7FE897-29A9-419A-9E78-9D6C77415079}"/>
              </a:ext>
            </a:extLst>
          </p:cNvPr>
          <p:cNvCxnSpPr>
            <a:cxnSpLocks/>
            <a:stCxn id="238" idx="3"/>
            <a:endCxn id="242" idx="1"/>
          </p:cNvCxnSpPr>
          <p:nvPr/>
        </p:nvCxnSpPr>
        <p:spPr>
          <a:xfrm>
            <a:off x="2366998" y="2151521"/>
            <a:ext cx="38800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9E05EFD6-7B32-41E9-96FC-05F9F93E1FDF}"/>
              </a:ext>
            </a:extLst>
          </p:cNvPr>
          <p:cNvSpPr/>
          <p:nvPr/>
        </p:nvSpPr>
        <p:spPr>
          <a:xfrm>
            <a:off x="2755003" y="1845792"/>
            <a:ext cx="857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[is_a_state_of]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91E4C7E8-250F-4423-98E6-3CB41FD59F67}"/>
              </a:ext>
            </a:extLst>
          </p:cNvPr>
          <p:cNvSpPr/>
          <p:nvPr/>
        </p:nvSpPr>
        <p:spPr>
          <a:xfrm>
            <a:off x="2755003" y="2028410"/>
            <a:ext cx="857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[is_a_state_of]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6CCC75E8-EF7C-4EFE-9904-DB19A71C856B}"/>
              </a:ext>
            </a:extLst>
          </p:cNvPr>
          <p:cNvSpPr/>
          <p:nvPr/>
        </p:nvSpPr>
        <p:spPr>
          <a:xfrm>
            <a:off x="4173904" y="2211028"/>
            <a:ext cx="194316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1FED2AC0-6C8E-4333-AD72-9AC802CF6A25}"/>
              </a:ext>
            </a:extLst>
          </p:cNvPr>
          <p:cNvCxnSpPr>
            <a:cxnSpLocks/>
            <a:stCxn id="142" idx="3"/>
            <a:endCxn id="138" idx="1"/>
          </p:cNvCxnSpPr>
          <p:nvPr/>
        </p:nvCxnSpPr>
        <p:spPr>
          <a:xfrm>
            <a:off x="3612930" y="2334139"/>
            <a:ext cx="56097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C61D959-02E7-49A4-9BFD-581AA262F168}"/>
              </a:ext>
            </a:extLst>
          </p:cNvPr>
          <p:cNvSpPr/>
          <p:nvPr/>
        </p:nvSpPr>
        <p:spPr>
          <a:xfrm>
            <a:off x="56750" y="2211028"/>
            <a:ext cx="23102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0C4A0EF7-3815-4403-B8DB-A7941E928AB2}"/>
              </a:ext>
            </a:extLst>
          </p:cNvPr>
          <p:cNvCxnSpPr>
            <a:cxnSpLocks/>
            <a:stCxn id="140" idx="3"/>
            <a:endCxn id="142" idx="1"/>
          </p:cNvCxnSpPr>
          <p:nvPr/>
        </p:nvCxnSpPr>
        <p:spPr>
          <a:xfrm>
            <a:off x="2366998" y="2334139"/>
            <a:ext cx="38800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B41211E0-45F6-4BDB-9817-0AA166FACB0E}"/>
              </a:ext>
            </a:extLst>
          </p:cNvPr>
          <p:cNvSpPr/>
          <p:nvPr/>
        </p:nvSpPr>
        <p:spPr>
          <a:xfrm>
            <a:off x="2755003" y="2211028"/>
            <a:ext cx="857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[is_a_state_of]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7BD9417-C4EB-45E4-B0EF-2E621F696FD8}"/>
              </a:ext>
            </a:extLst>
          </p:cNvPr>
          <p:cNvSpPr/>
          <p:nvPr/>
        </p:nvSpPr>
        <p:spPr>
          <a:xfrm>
            <a:off x="56750" y="2393646"/>
            <a:ext cx="24240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FAF31E46-9EF3-43A4-990E-80D06322D019}"/>
              </a:ext>
            </a:extLst>
          </p:cNvPr>
          <p:cNvSpPr/>
          <p:nvPr/>
        </p:nvSpPr>
        <p:spPr>
          <a:xfrm>
            <a:off x="2755003" y="2393646"/>
            <a:ext cx="8627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[is_a_state_of]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83B17535-7CA3-4A2F-8AC3-EE891DCD84B8}"/>
              </a:ext>
            </a:extLst>
          </p:cNvPr>
          <p:cNvSpPr/>
          <p:nvPr/>
        </p:nvSpPr>
        <p:spPr>
          <a:xfrm>
            <a:off x="4173904" y="2393646"/>
            <a:ext cx="20569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A798E199-5E25-4952-BFD6-97BA5A306C00}"/>
              </a:ext>
            </a:extLst>
          </p:cNvPr>
          <p:cNvSpPr/>
          <p:nvPr/>
        </p:nvSpPr>
        <p:spPr>
          <a:xfrm>
            <a:off x="4173904" y="2576264"/>
            <a:ext cx="20569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EE1B6FA0-B2DA-440B-BF35-4E5477BF210E}"/>
              </a:ext>
            </a:extLst>
          </p:cNvPr>
          <p:cNvCxnSpPr>
            <a:cxnSpLocks/>
            <a:stCxn id="143" idx="3"/>
            <a:endCxn id="151" idx="1"/>
          </p:cNvCxnSpPr>
          <p:nvPr/>
        </p:nvCxnSpPr>
        <p:spPr>
          <a:xfrm>
            <a:off x="2480812" y="2516757"/>
            <a:ext cx="27419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23C9331D-A9F6-4C22-AB2C-F958E4F05241}"/>
              </a:ext>
            </a:extLst>
          </p:cNvPr>
          <p:cNvCxnSpPr>
            <a:cxnSpLocks/>
            <a:stCxn id="151" idx="3"/>
            <a:endCxn id="152" idx="1"/>
          </p:cNvCxnSpPr>
          <p:nvPr/>
        </p:nvCxnSpPr>
        <p:spPr>
          <a:xfrm>
            <a:off x="3617740" y="2516757"/>
            <a:ext cx="55616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397F649B-4A37-40C6-BC7B-92B562AAF1C5}"/>
              </a:ext>
            </a:extLst>
          </p:cNvPr>
          <p:cNvCxnSpPr>
            <a:cxnSpLocks/>
            <a:stCxn id="169" idx="3"/>
            <a:endCxn id="154" idx="1"/>
          </p:cNvCxnSpPr>
          <p:nvPr/>
        </p:nvCxnSpPr>
        <p:spPr>
          <a:xfrm>
            <a:off x="3612930" y="2699375"/>
            <a:ext cx="56097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DEE8F6AB-44D1-41D8-BEEF-3403FD134569}"/>
              </a:ext>
            </a:extLst>
          </p:cNvPr>
          <p:cNvSpPr/>
          <p:nvPr/>
        </p:nvSpPr>
        <p:spPr>
          <a:xfrm>
            <a:off x="4173904" y="2758882"/>
            <a:ext cx="20569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3016530E-280E-424F-89B7-FE209E8C052C}"/>
              </a:ext>
            </a:extLst>
          </p:cNvPr>
          <p:cNvCxnSpPr>
            <a:cxnSpLocks/>
            <a:stCxn id="170" idx="3"/>
            <a:endCxn id="161" idx="1"/>
          </p:cNvCxnSpPr>
          <p:nvPr/>
        </p:nvCxnSpPr>
        <p:spPr>
          <a:xfrm>
            <a:off x="3612930" y="2881993"/>
            <a:ext cx="56097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97456580-EA1E-4CA7-9B9A-DC8AD3BB77B2}"/>
              </a:ext>
            </a:extLst>
          </p:cNvPr>
          <p:cNvSpPr/>
          <p:nvPr/>
        </p:nvSpPr>
        <p:spPr>
          <a:xfrm>
            <a:off x="56750" y="2576264"/>
            <a:ext cx="24048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2E021125-EB80-4B2A-8A46-A14F3B0FB377}"/>
              </a:ext>
            </a:extLst>
          </p:cNvPr>
          <p:cNvSpPr/>
          <p:nvPr/>
        </p:nvSpPr>
        <p:spPr>
          <a:xfrm>
            <a:off x="56750" y="2758882"/>
            <a:ext cx="24240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하부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C1E60008-F7FD-4378-B1E1-693D8DA8B78D}"/>
              </a:ext>
            </a:extLst>
          </p:cNvPr>
          <p:cNvCxnSpPr>
            <a:cxnSpLocks/>
            <a:stCxn id="163" idx="3"/>
            <a:endCxn id="169" idx="1"/>
          </p:cNvCxnSpPr>
          <p:nvPr/>
        </p:nvCxnSpPr>
        <p:spPr>
          <a:xfrm>
            <a:off x="2461576" y="2699375"/>
            <a:ext cx="293427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AF655C43-DFCB-4A8C-B6E5-AB285FC049A5}"/>
              </a:ext>
            </a:extLst>
          </p:cNvPr>
          <p:cNvCxnSpPr>
            <a:cxnSpLocks/>
            <a:stCxn id="164" idx="3"/>
            <a:endCxn id="170" idx="1"/>
          </p:cNvCxnSpPr>
          <p:nvPr/>
        </p:nvCxnSpPr>
        <p:spPr>
          <a:xfrm>
            <a:off x="2480812" y="2881993"/>
            <a:ext cx="27419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C181BB85-5309-4C96-A0A6-146BDC8454C6}"/>
              </a:ext>
            </a:extLst>
          </p:cNvPr>
          <p:cNvSpPr/>
          <p:nvPr/>
        </p:nvSpPr>
        <p:spPr>
          <a:xfrm>
            <a:off x="2755003" y="2576264"/>
            <a:ext cx="857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[is_a_state_of]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0BB4653D-3885-4566-A620-43AB273214F2}"/>
              </a:ext>
            </a:extLst>
          </p:cNvPr>
          <p:cNvSpPr/>
          <p:nvPr/>
        </p:nvSpPr>
        <p:spPr>
          <a:xfrm>
            <a:off x="2755003" y="2758882"/>
            <a:ext cx="857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[is_a_state_of]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5FCD403-080D-4919-8D56-059C1090DE46}"/>
              </a:ext>
            </a:extLst>
          </p:cNvPr>
          <p:cNvSpPr/>
          <p:nvPr/>
        </p:nvSpPr>
        <p:spPr>
          <a:xfrm>
            <a:off x="4173904" y="2941503"/>
            <a:ext cx="20569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E9DB6016-8F3C-4E43-9700-55D49F52EFC2}"/>
              </a:ext>
            </a:extLst>
          </p:cNvPr>
          <p:cNvCxnSpPr>
            <a:cxnSpLocks/>
            <a:stCxn id="177" idx="3"/>
            <a:endCxn id="172" idx="1"/>
          </p:cNvCxnSpPr>
          <p:nvPr/>
        </p:nvCxnSpPr>
        <p:spPr>
          <a:xfrm>
            <a:off x="3612930" y="3064614"/>
            <a:ext cx="56097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F236B213-520A-4B7A-89DD-FA5A0DCD8991}"/>
              </a:ext>
            </a:extLst>
          </p:cNvPr>
          <p:cNvSpPr/>
          <p:nvPr/>
        </p:nvSpPr>
        <p:spPr>
          <a:xfrm>
            <a:off x="56750" y="2941503"/>
            <a:ext cx="24048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하부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F1760E73-E1B2-4E16-A679-C09AD6E3638D}"/>
              </a:ext>
            </a:extLst>
          </p:cNvPr>
          <p:cNvCxnSpPr>
            <a:cxnSpLocks/>
            <a:stCxn id="175" idx="3"/>
            <a:endCxn id="177" idx="1"/>
          </p:cNvCxnSpPr>
          <p:nvPr/>
        </p:nvCxnSpPr>
        <p:spPr>
          <a:xfrm>
            <a:off x="2461576" y="3064614"/>
            <a:ext cx="293427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2DDD4A03-01F4-4F6D-A03C-15908985296A}"/>
              </a:ext>
            </a:extLst>
          </p:cNvPr>
          <p:cNvSpPr/>
          <p:nvPr/>
        </p:nvSpPr>
        <p:spPr>
          <a:xfrm>
            <a:off x="2755003" y="2941503"/>
            <a:ext cx="8579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[is_a_state_of]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70A70932-8E5B-49B3-B5E0-EC3D4057F4CD}"/>
              </a:ext>
            </a:extLst>
          </p:cNvPr>
          <p:cNvSpPr/>
          <p:nvPr/>
        </p:nvSpPr>
        <p:spPr>
          <a:xfrm>
            <a:off x="775356" y="1448754"/>
            <a:ext cx="26564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반제품들은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[Roll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형태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&amp; Cut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형태로 존재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한다고 정의</a:t>
            </a:r>
            <a:endParaRPr lang="ko-KR" altLang="en-US" sz="2400" dirty="0">
              <a:solidFill>
                <a:srgbClr val="006600"/>
              </a:solidFill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3A9F2CE4-0E90-4F89-B66D-8D3133739979}"/>
              </a:ext>
            </a:extLst>
          </p:cNvPr>
          <p:cNvSpPr/>
          <p:nvPr/>
        </p:nvSpPr>
        <p:spPr>
          <a:xfrm>
            <a:off x="127154" y="1704190"/>
            <a:ext cx="2291013" cy="1465752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B9AFD506-AAD5-47C2-9BFD-5C2C1946E124}"/>
              </a:ext>
            </a:extLst>
          </p:cNvPr>
          <p:cNvSpPr/>
          <p:nvPr/>
        </p:nvSpPr>
        <p:spPr>
          <a:xfrm>
            <a:off x="56750" y="3477496"/>
            <a:ext cx="20585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6.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7B8DD892-06F0-47D3-8C38-74D9523EF2FB}"/>
              </a:ext>
            </a:extLst>
          </p:cNvPr>
          <p:cNvSpPr/>
          <p:nvPr/>
        </p:nvSpPr>
        <p:spPr>
          <a:xfrm>
            <a:off x="2755003" y="3477496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[has_initial_form]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3F3C3110-C850-44AE-A95D-2EBE213D869F}"/>
              </a:ext>
            </a:extLst>
          </p:cNvPr>
          <p:cNvSpPr/>
          <p:nvPr/>
        </p:nvSpPr>
        <p:spPr>
          <a:xfrm>
            <a:off x="4173904" y="3477496"/>
            <a:ext cx="222368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5F34C63C-0411-48F1-990B-0EFAA0CEF4CA}"/>
              </a:ext>
            </a:extLst>
          </p:cNvPr>
          <p:cNvSpPr/>
          <p:nvPr/>
        </p:nvSpPr>
        <p:spPr>
          <a:xfrm>
            <a:off x="4173904" y="3660114"/>
            <a:ext cx="22525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37A327DC-250F-483D-9D6C-B28E60DE7871}"/>
              </a:ext>
            </a:extLst>
          </p:cNvPr>
          <p:cNvCxnSpPr>
            <a:cxnSpLocks/>
            <a:stCxn id="180" idx="3"/>
            <a:endCxn id="181" idx="1"/>
          </p:cNvCxnSpPr>
          <p:nvPr/>
        </p:nvCxnSpPr>
        <p:spPr>
          <a:xfrm>
            <a:off x="2115327" y="3600607"/>
            <a:ext cx="63967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CE125789-FA71-4A40-A7A8-01D571679CA2}"/>
              </a:ext>
            </a:extLst>
          </p:cNvPr>
          <p:cNvCxnSpPr>
            <a:cxnSpLocks/>
            <a:stCxn id="181" idx="3"/>
            <a:endCxn id="182" idx="1"/>
          </p:cNvCxnSpPr>
          <p:nvPr/>
        </p:nvCxnSpPr>
        <p:spPr>
          <a:xfrm>
            <a:off x="3731552" y="3600607"/>
            <a:ext cx="44235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19949257-8909-497C-93D7-9AC3ADC719EB}"/>
              </a:ext>
            </a:extLst>
          </p:cNvPr>
          <p:cNvCxnSpPr>
            <a:cxnSpLocks/>
            <a:stCxn id="193" idx="3"/>
            <a:endCxn id="183" idx="1"/>
          </p:cNvCxnSpPr>
          <p:nvPr/>
        </p:nvCxnSpPr>
        <p:spPr>
          <a:xfrm>
            <a:off x="3731552" y="3783225"/>
            <a:ext cx="44235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F99CC99A-203E-4675-99CE-C9D41C3AD577}"/>
              </a:ext>
            </a:extLst>
          </p:cNvPr>
          <p:cNvSpPr/>
          <p:nvPr/>
        </p:nvSpPr>
        <p:spPr>
          <a:xfrm>
            <a:off x="4173904" y="3842732"/>
            <a:ext cx="23663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C207E097-270E-4E89-BA78-A431EF40CFE4}"/>
              </a:ext>
            </a:extLst>
          </p:cNvPr>
          <p:cNvCxnSpPr>
            <a:cxnSpLocks/>
            <a:stCxn id="194" idx="3"/>
            <a:endCxn id="187" idx="1"/>
          </p:cNvCxnSpPr>
          <p:nvPr/>
        </p:nvCxnSpPr>
        <p:spPr>
          <a:xfrm>
            <a:off x="3731552" y="3965843"/>
            <a:ext cx="44235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CB8AF767-315F-46AA-8A7F-084DCD2FFB6B}"/>
              </a:ext>
            </a:extLst>
          </p:cNvPr>
          <p:cNvSpPr/>
          <p:nvPr/>
        </p:nvSpPr>
        <p:spPr>
          <a:xfrm>
            <a:off x="56750" y="3660114"/>
            <a:ext cx="20585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 전극</a:t>
            </a: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11E3B032-8DCC-4E0D-800E-E69B4C731FAE}"/>
              </a:ext>
            </a:extLst>
          </p:cNvPr>
          <p:cNvSpPr/>
          <p:nvPr/>
        </p:nvSpPr>
        <p:spPr>
          <a:xfrm>
            <a:off x="56750" y="3842732"/>
            <a:ext cx="2172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분리막</a:t>
            </a:r>
          </a:p>
        </p:txBody>
      </p: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190BC50B-EBB5-4578-B263-5B1252BF94F4}"/>
              </a:ext>
            </a:extLst>
          </p:cNvPr>
          <p:cNvCxnSpPr>
            <a:cxnSpLocks/>
            <a:stCxn id="189" idx="3"/>
            <a:endCxn id="193" idx="1"/>
          </p:cNvCxnSpPr>
          <p:nvPr/>
        </p:nvCxnSpPr>
        <p:spPr>
          <a:xfrm>
            <a:off x="2115327" y="3783225"/>
            <a:ext cx="63967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2DA3875D-FA8A-46FF-92C3-814BAB1D67E0}"/>
              </a:ext>
            </a:extLst>
          </p:cNvPr>
          <p:cNvCxnSpPr>
            <a:cxnSpLocks/>
            <a:stCxn id="190" idx="3"/>
            <a:endCxn id="194" idx="1"/>
          </p:cNvCxnSpPr>
          <p:nvPr/>
        </p:nvCxnSpPr>
        <p:spPr>
          <a:xfrm>
            <a:off x="2229140" y="3965843"/>
            <a:ext cx="52586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A67310BB-A676-4162-BC57-3FD1AE021F86}"/>
              </a:ext>
            </a:extLst>
          </p:cNvPr>
          <p:cNvSpPr/>
          <p:nvPr/>
        </p:nvSpPr>
        <p:spPr>
          <a:xfrm>
            <a:off x="2755003" y="3660114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[has_initial_form]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FDB62BEE-A065-4D8E-91FB-58D360B9D27B}"/>
              </a:ext>
            </a:extLst>
          </p:cNvPr>
          <p:cNvSpPr/>
          <p:nvPr/>
        </p:nvSpPr>
        <p:spPr>
          <a:xfrm>
            <a:off x="2755003" y="3842732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[has_initial_form]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6C7B6AF7-A46F-44AD-9439-74EC058B6F3A}"/>
              </a:ext>
            </a:extLst>
          </p:cNvPr>
          <p:cNvSpPr/>
          <p:nvPr/>
        </p:nvSpPr>
        <p:spPr>
          <a:xfrm>
            <a:off x="4173904" y="4025350"/>
            <a:ext cx="23663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84D3596C-C687-44AC-A523-9A23EEE2EE5F}"/>
              </a:ext>
            </a:extLst>
          </p:cNvPr>
          <p:cNvCxnSpPr>
            <a:cxnSpLocks/>
            <a:stCxn id="199" idx="3"/>
            <a:endCxn id="195" idx="1"/>
          </p:cNvCxnSpPr>
          <p:nvPr/>
        </p:nvCxnSpPr>
        <p:spPr>
          <a:xfrm>
            <a:off x="3731552" y="4148461"/>
            <a:ext cx="44235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697A9EA7-EFEE-493D-8633-F1D1D4700DA4}"/>
              </a:ext>
            </a:extLst>
          </p:cNvPr>
          <p:cNvSpPr/>
          <p:nvPr/>
        </p:nvSpPr>
        <p:spPr>
          <a:xfrm>
            <a:off x="56750" y="4025350"/>
            <a:ext cx="2172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하부 분리막</a:t>
            </a: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3A594B69-2916-4557-A50B-173EC3E78B1A}"/>
              </a:ext>
            </a:extLst>
          </p:cNvPr>
          <p:cNvCxnSpPr>
            <a:cxnSpLocks/>
            <a:stCxn id="197" idx="3"/>
            <a:endCxn id="199" idx="1"/>
          </p:cNvCxnSpPr>
          <p:nvPr/>
        </p:nvCxnSpPr>
        <p:spPr>
          <a:xfrm>
            <a:off x="2229140" y="4148461"/>
            <a:ext cx="52586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A028EAC-C413-44D3-9C3E-BF88847891D3}"/>
              </a:ext>
            </a:extLst>
          </p:cNvPr>
          <p:cNvSpPr/>
          <p:nvPr/>
        </p:nvSpPr>
        <p:spPr>
          <a:xfrm>
            <a:off x="2755003" y="4025350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[has_initial_form]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0FC043C4-DD04-4D16-B87E-8ECF08FDE0EF}"/>
              </a:ext>
            </a:extLst>
          </p:cNvPr>
          <p:cNvSpPr/>
          <p:nvPr/>
        </p:nvSpPr>
        <p:spPr>
          <a:xfrm>
            <a:off x="5111821" y="3312450"/>
            <a:ext cx="26292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반제품들은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처음에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Roll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형태로 시작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한다는 것을 정의</a:t>
            </a:r>
            <a:endParaRPr lang="ko-KR" altLang="en-US" dirty="0">
              <a:solidFill>
                <a:srgbClr val="006600"/>
              </a:solidFill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2CB89BBC-5908-49AA-B198-729935DB461B}"/>
              </a:ext>
            </a:extLst>
          </p:cNvPr>
          <p:cNvSpPr/>
          <p:nvPr/>
        </p:nvSpPr>
        <p:spPr>
          <a:xfrm>
            <a:off x="4254962" y="3535969"/>
            <a:ext cx="2194833" cy="705023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56A54ACC-7F34-4AAD-9FD1-6B3747D47AFB}"/>
              </a:ext>
            </a:extLst>
          </p:cNvPr>
          <p:cNvSpPr/>
          <p:nvPr/>
        </p:nvSpPr>
        <p:spPr>
          <a:xfrm>
            <a:off x="56750" y="4878319"/>
            <a:ext cx="20585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7.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9AE78FE-B81C-47CD-9C66-3A87DAC2AFA4}"/>
              </a:ext>
            </a:extLst>
          </p:cNvPr>
          <p:cNvSpPr/>
          <p:nvPr/>
        </p:nvSpPr>
        <p:spPr>
          <a:xfrm>
            <a:off x="2755003" y="4878319"/>
            <a:ext cx="92845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[has_final_form]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E80EEDEF-F759-4BA1-8A2F-2B5A9EA17C89}"/>
              </a:ext>
            </a:extLst>
          </p:cNvPr>
          <p:cNvSpPr/>
          <p:nvPr/>
        </p:nvSpPr>
        <p:spPr>
          <a:xfrm>
            <a:off x="4173904" y="4878319"/>
            <a:ext cx="220445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772462CE-F8FB-454B-AF42-4351EABFCE77}"/>
              </a:ext>
            </a:extLst>
          </p:cNvPr>
          <p:cNvSpPr/>
          <p:nvPr/>
        </p:nvSpPr>
        <p:spPr>
          <a:xfrm>
            <a:off x="4173904" y="5060937"/>
            <a:ext cx="22525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15" name="직선 화살표 연결선 214">
            <a:extLst>
              <a:ext uri="{FF2B5EF4-FFF2-40B4-BE49-F238E27FC236}">
                <a16:creationId xmlns:a16="http://schemas.microsoft.com/office/drawing/2014/main" id="{4EF34976-CE84-460D-9D85-C59A2218AA55}"/>
              </a:ext>
            </a:extLst>
          </p:cNvPr>
          <p:cNvCxnSpPr>
            <a:cxnSpLocks/>
            <a:stCxn id="209" idx="3"/>
            <a:endCxn id="212" idx="1"/>
          </p:cNvCxnSpPr>
          <p:nvPr/>
        </p:nvCxnSpPr>
        <p:spPr>
          <a:xfrm>
            <a:off x="2115327" y="5001430"/>
            <a:ext cx="63967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2221E891-39EE-445E-90BD-E2AEBF7845FF}"/>
              </a:ext>
            </a:extLst>
          </p:cNvPr>
          <p:cNvCxnSpPr>
            <a:cxnSpLocks/>
            <a:stCxn id="212" idx="3"/>
            <a:endCxn id="213" idx="1"/>
          </p:cNvCxnSpPr>
          <p:nvPr/>
        </p:nvCxnSpPr>
        <p:spPr>
          <a:xfrm>
            <a:off x="3683462" y="5001430"/>
            <a:ext cx="49044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95A87CA1-FE1B-4F90-BECF-F8D5909F0340}"/>
              </a:ext>
            </a:extLst>
          </p:cNvPr>
          <p:cNvCxnSpPr>
            <a:cxnSpLocks/>
            <a:stCxn id="257" idx="3"/>
            <a:endCxn id="214" idx="1"/>
          </p:cNvCxnSpPr>
          <p:nvPr/>
        </p:nvCxnSpPr>
        <p:spPr>
          <a:xfrm>
            <a:off x="3683462" y="5184048"/>
            <a:ext cx="49044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232145E5-C520-40CD-94DA-DF0228E12E1D}"/>
              </a:ext>
            </a:extLst>
          </p:cNvPr>
          <p:cNvSpPr/>
          <p:nvPr/>
        </p:nvSpPr>
        <p:spPr>
          <a:xfrm>
            <a:off x="4173904" y="5243555"/>
            <a:ext cx="23471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43" name="직선 화살표 연결선 242">
            <a:extLst>
              <a:ext uri="{FF2B5EF4-FFF2-40B4-BE49-F238E27FC236}">
                <a16:creationId xmlns:a16="http://schemas.microsoft.com/office/drawing/2014/main" id="{7CBDD29A-226C-4A18-996A-18BDAC6E48E1}"/>
              </a:ext>
            </a:extLst>
          </p:cNvPr>
          <p:cNvCxnSpPr>
            <a:cxnSpLocks/>
            <a:stCxn id="258" idx="3"/>
            <a:endCxn id="219" idx="1"/>
          </p:cNvCxnSpPr>
          <p:nvPr/>
        </p:nvCxnSpPr>
        <p:spPr>
          <a:xfrm>
            <a:off x="3683462" y="5366666"/>
            <a:ext cx="49044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16BD9840-D5CC-45DB-85A6-3CEC11488742}"/>
              </a:ext>
            </a:extLst>
          </p:cNvPr>
          <p:cNvSpPr/>
          <p:nvPr/>
        </p:nvSpPr>
        <p:spPr>
          <a:xfrm>
            <a:off x="56750" y="5060937"/>
            <a:ext cx="20585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 전극</a:t>
            </a: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BE8319CF-CDBE-4B67-83B9-4F26A762746C}"/>
              </a:ext>
            </a:extLst>
          </p:cNvPr>
          <p:cNvSpPr/>
          <p:nvPr/>
        </p:nvSpPr>
        <p:spPr>
          <a:xfrm>
            <a:off x="56750" y="5243555"/>
            <a:ext cx="2172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분리막</a:t>
            </a:r>
          </a:p>
        </p:txBody>
      </p: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445A52F4-3773-4FC8-A59B-FCA0DC5D573A}"/>
              </a:ext>
            </a:extLst>
          </p:cNvPr>
          <p:cNvCxnSpPr>
            <a:cxnSpLocks/>
            <a:stCxn id="253" idx="3"/>
            <a:endCxn id="257" idx="1"/>
          </p:cNvCxnSpPr>
          <p:nvPr/>
        </p:nvCxnSpPr>
        <p:spPr>
          <a:xfrm>
            <a:off x="2115327" y="5184048"/>
            <a:ext cx="63967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16EE9649-46C4-429B-97B2-1985446EF82A}"/>
              </a:ext>
            </a:extLst>
          </p:cNvPr>
          <p:cNvCxnSpPr>
            <a:cxnSpLocks/>
            <a:stCxn id="254" idx="3"/>
            <a:endCxn id="258" idx="1"/>
          </p:cNvCxnSpPr>
          <p:nvPr/>
        </p:nvCxnSpPr>
        <p:spPr>
          <a:xfrm>
            <a:off x="2229140" y="5366666"/>
            <a:ext cx="52586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1C952AA1-9D62-44F0-A5C7-C9B71F223C64}"/>
              </a:ext>
            </a:extLst>
          </p:cNvPr>
          <p:cNvSpPr/>
          <p:nvPr/>
        </p:nvSpPr>
        <p:spPr>
          <a:xfrm>
            <a:off x="2755003" y="5060937"/>
            <a:ext cx="92845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[has_final_form]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227C03E5-F804-495A-8755-0DA8CFC9938A}"/>
              </a:ext>
            </a:extLst>
          </p:cNvPr>
          <p:cNvSpPr/>
          <p:nvPr/>
        </p:nvSpPr>
        <p:spPr>
          <a:xfrm>
            <a:off x="2755003" y="5243555"/>
            <a:ext cx="92845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[has_final_form]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5F49349-FD30-491C-9F37-78212F9F2B0F}"/>
              </a:ext>
            </a:extLst>
          </p:cNvPr>
          <p:cNvSpPr/>
          <p:nvPr/>
        </p:nvSpPr>
        <p:spPr>
          <a:xfrm>
            <a:off x="4173904" y="5426173"/>
            <a:ext cx="23471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6F9A39D6-08DE-4FB9-AF7A-7C3BF0D4BDCB}"/>
              </a:ext>
            </a:extLst>
          </p:cNvPr>
          <p:cNvCxnSpPr>
            <a:cxnSpLocks/>
            <a:stCxn id="263" idx="3"/>
            <a:endCxn id="259" idx="1"/>
          </p:cNvCxnSpPr>
          <p:nvPr/>
        </p:nvCxnSpPr>
        <p:spPr>
          <a:xfrm>
            <a:off x="3683462" y="5549284"/>
            <a:ext cx="49044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AB5414A6-73F2-49B5-B581-CC44538FF7D9}"/>
              </a:ext>
            </a:extLst>
          </p:cNvPr>
          <p:cNvSpPr/>
          <p:nvPr/>
        </p:nvSpPr>
        <p:spPr>
          <a:xfrm>
            <a:off x="56750" y="5426173"/>
            <a:ext cx="2172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하부 분리막</a:t>
            </a:r>
          </a:p>
        </p:txBody>
      </p: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60FBF6AD-A129-494C-897E-049BBDC0821D}"/>
              </a:ext>
            </a:extLst>
          </p:cNvPr>
          <p:cNvCxnSpPr>
            <a:cxnSpLocks/>
            <a:stCxn id="261" idx="3"/>
            <a:endCxn id="263" idx="1"/>
          </p:cNvCxnSpPr>
          <p:nvPr/>
        </p:nvCxnSpPr>
        <p:spPr>
          <a:xfrm>
            <a:off x="2229140" y="5549284"/>
            <a:ext cx="52586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65D04D73-4E05-4701-93A3-6EA4648CE5F7}"/>
              </a:ext>
            </a:extLst>
          </p:cNvPr>
          <p:cNvSpPr/>
          <p:nvPr/>
        </p:nvSpPr>
        <p:spPr>
          <a:xfrm>
            <a:off x="2755003" y="5426173"/>
            <a:ext cx="92845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[has_final_form]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5B888FE7-7282-4C1F-BBBE-C1230D842A19}"/>
              </a:ext>
            </a:extLst>
          </p:cNvPr>
          <p:cNvSpPr/>
          <p:nvPr/>
        </p:nvSpPr>
        <p:spPr>
          <a:xfrm>
            <a:off x="4254962" y="4936792"/>
            <a:ext cx="2194833" cy="705023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705EA6AE-852E-4A88-9C21-C548C5DD6B80}"/>
              </a:ext>
            </a:extLst>
          </p:cNvPr>
          <p:cNvSpPr/>
          <p:nvPr/>
        </p:nvSpPr>
        <p:spPr>
          <a:xfrm>
            <a:off x="5112623" y="4695700"/>
            <a:ext cx="256993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반제품은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마지막에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형태로 끝난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다는 것을 정의</a:t>
            </a:r>
            <a:endParaRPr lang="ko-KR" altLang="en-US" dirty="0">
              <a:solidFill>
                <a:srgbClr val="006600"/>
              </a:solidFill>
            </a:endParaRPr>
          </a:p>
        </p:txBody>
      </p: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B31144A5-DDB9-4A1F-B29A-109F11C550AB}"/>
              </a:ext>
            </a:extLst>
          </p:cNvPr>
          <p:cNvGrpSpPr/>
          <p:nvPr/>
        </p:nvGrpSpPr>
        <p:grpSpPr>
          <a:xfrm rot="735834">
            <a:off x="6698803" y="1917820"/>
            <a:ext cx="843368" cy="331398"/>
            <a:chOff x="5619252" y="2548618"/>
            <a:chExt cx="843368" cy="331398"/>
          </a:xfrm>
        </p:grpSpPr>
        <p:cxnSp>
          <p:nvCxnSpPr>
            <p:cNvPr id="267" name="직선 연결선 266">
              <a:extLst>
                <a:ext uri="{FF2B5EF4-FFF2-40B4-BE49-F238E27FC236}">
                  <a16:creationId xmlns:a16="http://schemas.microsoft.com/office/drawing/2014/main" id="{E15A3642-2258-4061-8911-96E8B338E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8105" y="2560523"/>
              <a:ext cx="281897" cy="30210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순서도: 데이터 267">
              <a:extLst>
                <a:ext uri="{FF2B5EF4-FFF2-40B4-BE49-F238E27FC236}">
                  <a16:creationId xmlns:a16="http://schemas.microsoft.com/office/drawing/2014/main" id="{ECC7378E-A7F1-45CA-A7CF-600FE239C9E3}"/>
                </a:ext>
              </a:extLst>
            </p:cNvPr>
            <p:cNvSpPr/>
            <p:nvPr/>
          </p:nvSpPr>
          <p:spPr>
            <a:xfrm>
              <a:off x="5643097" y="2548618"/>
              <a:ext cx="819523" cy="167105"/>
            </a:xfrm>
            <a:prstGeom prst="flowChartInputOutput">
              <a:avLst/>
            </a:prstGeom>
            <a:solidFill>
              <a:schemeClr val="tx1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3278CA79-E716-4716-A85A-E707F31E7AA9}"/>
                </a:ext>
              </a:extLst>
            </p:cNvPr>
            <p:cNvSpPr/>
            <p:nvPr/>
          </p:nvSpPr>
          <p:spPr>
            <a:xfrm>
              <a:off x="5619252" y="2679961"/>
              <a:ext cx="200055" cy="20005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0E98DF85-CBD8-41F6-9952-683ADED06449}"/>
              </a:ext>
            </a:extLst>
          </p:cNvPr>
          <p:cNvCxnSpPr>
            <a:cxnSpLocks/>
          </p:cNvCxnSpPr>
          <p:nvPr/>
        </p:nvCxnSpPr>
        <p:spPr>
          <a:xfrm rot="20386466">
            <a:off x="6866120" y="2615883"/>
            <a:ext cx="281897" cy="3021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순서도: 데이터 270">
            <a:extLst>
              <a:ext uri="{FF2B5EF4-FFF2-40B4-BE49-F238E27FC236}">
                <a16:creationId xmlns:a16="http://schemas.microsoft.com/office/drawing/2014/main" id="{5F13F6E5-4BAC-421B-89C2-CFAE8CD7383F}"/>
              </a:ext>
            </a:extLst>
          </p:cNvPr>
          <p:cNvSpPr/>
          <p:nvPr/>
        </p:nvSpPr>
        <p:spPr>
          <a:xfrm rot="20386466" flipV="1">
            <a:off x="6750312" y="2711629"/>
            <a:ext cx="819523" cy="167105"/>
          </a:xfrm>
          <a:prstGeom prst="flowChartInputOutput">
            <a:avLst/>
          </a:prstGeom>
          <a:solidFill>
            <a:schemeClr val="tx1"/>
          </a:solidFill>
          <a:ln w="12700"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EB7D4F0E-67B0-4680-8442-63416E85E224}"/>
              </a:ext>
            </a:extLst>
          </p:cNvPr>
          <p:cNvSpPr/>
          <p:nvPr/>
        </p:nvSpPr>
        <p:spPr>
          <a:xfrm>
            <a:off x="6832151" y="2293780"/>
            <a:ext cx="43633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dirty="0"/>
          </a:p>
        </p:txBody>
      </p:sp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956C8963-4D1A-4CB2-B271-ED53A250C4EE}"/>
              </a:ext>
            </a:extLst>
          </p:cNvPr>
          <p:cNvSpPr/>
          <p:nvPr/>
        </p:nvSpPr>
        <p:spPr>
          <a:xfrm>
            <a:off x="8658107" y="1956316"/>
            <a:ext cx="4171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dirty="0"/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41F28BA0-EA3B-40F2-958C-36367F49B07A}"/>
              </a:ext>
            </a:extLst>
          </p:cNvPr>
          <p:cNvSpPr/>
          <p:nvPr/>
        </p:nvSpPr>
        <p:spPr>
          <a:xfrm rot="735834">
            <a:off x="8478170" y="2490170"/>
            <a:ext cx="200055" cy="200055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5" name="순서도: 데이터 274">
            <a:extLst>
              <a:ext uri="{FF2B5EF4-FFF2-40B4-BE49-F238E27FC236}">
                <a16:creationId xmlns:a16="http://schemas.microsoft.com/office/drawing/2014/main" id="{D17C2BD7-6771-40F3-9A59-6E9A30AB260B}"/>
              </a:ext>
            </a:extLst>
          </p:cNvPr>
          <p:cNvSpPr/>
          <p:nvPr/>
        </p:nvSpPr>
        <p:spPr>
          <a:xfrm rot="735834">
            <a:off x="8155413" y="1911798"/>
            <a:ext cx="455427" cy="525163"/>
          </a:xfrm>
          <a:prstGeom prst="flowChartInputOutpu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6A5E762C-7158-4893-A9D8-C6A5C276C428}"/>
              </a:ext>
            </a:extLst>
          </p:cNvPr>
          <p:cNvSpPr/>
          <p:nvPr/>
        </p:nvSpPr>
        <p:spPr>
          <a:xfrm rot="20386466" flipV="1">
            <a:off x="6695933" y="2671774"/>
            <a:ext cx="200055" cy="200055"/>
          </a:xfrm>
          <a:prstGeom prst="ellipse">
            <a:avLst/>
          </a:prstGeom>
          <a:solidFill>
            <a:schemeClr val="tx1"/>
          </a:solidFill>
          <a:ln w="12700"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순서도: 데이터 276">
            <a:extLst>
              <a:ext uri="{FF2B5EF4-FFF2-40B4-BE49-F238E27FC236}">
                <a16:creationId xmlns:a16="http://schemas.microsoft.com/office/drawing/2014/main" id="{8F2EC93F-A09C-4833-8688-ADEDD83E3615}"/>
              </a:ext>
            </a:extLst>
          </p:cNvPr>
          <p:cNvSpPr/>
          <p:nvPr/>
        </p:nvSpPr>
        <p:spPr>
          <a:xfrm rot="735834">
            <a:off x="8432601" y="1883235"/>
            <a:ext cx="100821" cy="46441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8" name="순서도: 데이터 277">
            <a:extLst>
              <a:ext uri="{FF2B5EF4-FFF2-40B4-BE49-F238E27FC236}">
                <a16:creationId xmlns:a16="http://schemas.microsoft.com/office/drawing/2014/main" id="{469F24A6-F263-4973-B39C-1DAB9EDF3B7E}"/>
              </a:ext>
            </a:extLst>
          </p:cNvPr>
          <p:cNvSpPr/>
          <p:nvPr/>
        </p:nvSpPr>
        <p:spPr>
          <a:xfrm rot="735834">
            <a:off x="8294747" y="2219911"/>
            <a:ext cx="455427" cy="525163"/>
          </a:xfrm>
          <a:prstGeom prst="flowChartInputOutpu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9" name="순서도: 데이터 278">
            <a:extLst>
              <a:ext uri="{FF2B5EF4-FFF2-40B4-BE49-F238E27FC236}">
                <a16:creationId xmlns:a16="http://schemas.microsoft.com/office/drawing/2014/main" id="{FFEDEBEC-ECAE-4569-A343-AA7FB0242323}"/>
              </a:ext>
            </a:extLst>
          </p:cNvPr>
          <p:cNvSpPr/>
          <p:nvPr/>
        </p:nvSpPr>
        <p:spPr>
          <a:xfrm rot="735834">
            <a:off x="8571935" y="2191348"/>
            <a:ext cx="100821" cy="46441"/>
          </a:xfrm>
          <a:prstGeom prst="flowChartInputOutput">
            <a:avLst/>
          </a:prstGeom>
          <a:solidFill>
            <a:srgbClr val="CC9900"/>
          </a:solidFill>
          <a:ln w="3175"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401DA3-613E-2F3D-CFF8-B9E6750D34C6}"/>
              </a:ext>
            </a:extLst>
          </p:cNvPr>
          <p:cNvSpPr/>
          <p:nvPr/>
        </p:nvSpPr>
        <p:spPr>
          <a:xfrm>
            <a:off x="0" y="1184988"/>
            <a:ext cx="9906000" cy="472129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243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DA5B6-73E9-400F-9CE5-12EBF6541511}"/>
              </a:ext>
            </a:extLst>
          </p:cNvPr>
          <p:cNvSpPr txBox="1"/>
          <p:nvPr/>
        </p:nvSpPr>
        <p:spPr>
          <a:xfrm>
            <a:off x="7939143" y="37471"/>
            <a:ext cx="2012089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DX.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기획팀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신낙천 선임</a:t>
            </a:r>
            <a:endParaRPr kumimoji="0" lang="en-US" altLang="ko-KR" sz="10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0" name="제목 3">
            <a:extLst>
              <a:ext uri="{FF2B5EF4-FFF2-40B4-BE49-F238E27FC236}">
                <a16:creationId xmlns:a16="http://schemas.microsoft.com/office/drawing/2014/main" id="{5CB4ED72-0FD2-4B8B-B809-A589516A0E1A}"/>
              </a:ext>
            </a:extLst>
          </p:cNvPr>
          <p:cNvSpPr txBox="1">
            <a:spLocks/>
          </p:cNvSpPr>
          <p:nvPr/>
        </p:nvSpPr>
        <p:spPr>
          <a:xfrm>
            <a:off x="121795" y="150279"/>
            <a:ext cx="3594800" cy="38427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fontAlgn="base">
              <a:lnSpc>
                <a:spcPct val="113000"/>
              </a:lnSpc>
              <a:spcAft>
                <a:spcPct val="0"/>
              </a:spcAft>
              <a:defRPr/>
            </a:pP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Ontology PoC </a:t>
            </a:r>
            <a:r>
              <a:rPr kumimoji="1" lang="ko-KR" altLang="en-US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설계도</a:t>
            </a: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 _</a:t>
            </a:r>
            <a:r>
              <a:rPr kumimoji="1" lang="en-US" altLang="ko-KR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Relation </a:t>
            </a:r>
            <a:r>
              <a:rPr kumimoji="1" lang="ko-KR" altLang="en-US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정의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(3/X)</a:t>
            </a:r>
            <a:endParaRPr kumimoji="1" lang="ko-KR" altLang="en-US" i="0" u="none" strike="noStrike" kern="1200" cap="none" spc="0" normalizeH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Arial" panose="020B0604020202020204" pitchFamily="34" charset="0"/>
              <a:sym typeface="Wingdings"/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B317A74C-472D-48F5-910B-4AEB25487280}"/>
              </a:ext>
            </a:extLst>
          </p:cNvPr>
          <p:cNvSpPr/>
          <p:nvPr/>
        </p:nvSpPr>
        <p:spPr>
          <a:xfrm>
            <a:off x="47225" y="1583275"/>
            <a:ext cx="47248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8. 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합치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F0E8F101-2C28-45B4-B305-CDA4F1C853DD}"/>
              </a:ext>
            </a:extLst>
          </p:cNvPr>
          <p:cNvSpPr/>
          <p:nvPr/>
        </p:nvSpPr>
        <p:spPr>
          <a:xfrm>
            <a:off x="4953000" y="1583275"/>
            <a:ext cx="6992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[has_Input]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DE59338B-FA7F-4973-A326-0C3898E48AD0}"/>
              </a:ext>
            </a:extLst>
          </p:cNvPr>
          <p:cNvSpPr/>
          <p:nvPr/>
        </p:nvSpPr>
        <p:spPr>
          <a:xfrm>
            <a:off x="6091686" y="1583275"/>
            <a:ext cx="37577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(Roll),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(Roll),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12C6585E-025A-4FC3-AC13-6392B6D1049C}"/>
              </a:ext>
            </a:extLst>
          </p:cNvPr>
          <p:cNvSpPr/>
          <p:nvPr/>
        </p:nvSpPr>
        <p:spPr>
          <a:xfrm>
            <a:off x="6091686" y="1900166"/>
            <a:ext cx="22284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설비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Cutter1_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45E29059-0DE7-4349-BE05-9596252DDB56}"/>
              </a:ext>
            </a:extLst>
          </p:cNvPr>
          <p:cNvCxnSpPr>
            <a:cxnSpLocks/>
            <a:stCxn id="228" idx="3"/>
            <a:endCxn id="229" idx="1"/>
          </p:cNvCxnSpPr>
          <p:nvPr/>
        </p:nvCxnSpPr>
        <p:spPr>
          <a:xfrm>
            <a:off x="4772025" y="1706386"/>
            <a:ext cx="18097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02151A9B-B908-444C-B169-4A88EB40A05E}"/>
              </a:ext>
            </a:extLst>
          </p:cNvPr>
          <p:cNvCxnSpPr>
            <a:cxnSpLocks/>
            <a:stCxn id="229" idx="3"/>
            <a:endCxn id="230" idx="1"/>
          </p:cNvCxnSpPr>
          <p:nvPr/>
        </p:nvCxnSpPr>
        <p:spPr>
          <a:xfrm>
            <a:off x="5652230" y="1706386"/>
            <a:ext cx="43945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직선 화살표 연결선 233">
            <a:extLst>
              <a:ext uri="{FF2B5EF4-FFF2-40B4-BE49-F238E27FC236}">
                <a16:creationId xmlns:a16="http://schemas.microsoft.com/office/drawing/2014/main" id="{D9FA6353-00DF-43E0-B05E-D26E1FF7D5A8}"/>
              </a:ext>
            </a:extLst>
          </p:cNvPr>
          <p:cNvCxnSpPr>
            <a:cxnSpLocks/>
            <a:stCxn id="241" idx="3"/>
            <a:endCxn id="231" idx="1"/>
          </p:cNvCxnSpPr>
          <p:nvPr/>
        </p:nvCxnSpPr>
        <p:spPr>
          <a:xfrm>
            <a:off x="5637803" y="2023277"/>
            <a:ext cx="45388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131B16FC-F42E-446D-A494-A9AAE8CAA0F1}"/>
              </a:ext>
            </a:extLst>
          </p:cNvPr>
          <p:cNvSpPr/>
          <p:nvPr/>
        </p:nvSpPr>
        <p:spPr>
          <a:xfrm>
            <a:off x="6091686" y="2217057"/>
            <a:ext cx="377058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 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36" name="직선 화살표 연결선 235">
            <a:extLst>
              <a:ext uri="{FF2B5EF4-FFF2-40B4-BE49-F238E27FC236}">
                <a16:creationId xmlns:a16="http://schemas.microsoft.com/office/drawing/2014/main" id="{B2B3AB0F-7521-4241-ACA1-0DAA01E86781}"/>
              </a:ext>
            </a:extLst>
          </p:cNvPr>
          <p:cNvCxnSpPr>
            <a:cxnSpLocks/>
            <a:stCxn id="242" idx="3"/>
            <a:endCxn id="235" idx="1"/>
          </p:cNvCxnSpPr>
          <p:nvPr/>
        </p:nvCxnSpPr>
        <p:spPr>
          <a:xfrm>
            <a:off x="5624979" y="2340168"/>
            <a:ext cx="466707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B2CAA756-47E5-4BDE-A322-4D2671EC060B}"/>
              </a:ext>
            </a:extLst>
          </p:cNvPr>
          <p:cNvSpPr/>
          <p:nvPr/>
        </p:nvSpPr>
        <p:spPr>
          <a:xfrm>
            <a:off x="47225" y="1900166"/>
            <a:ext cx="23102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B4D5404F-0C3C-43C6-BC42-821BC9429517}"/>
              </a:ext>
            </a:extLst>
          </p:cNvPr>
          <p:cNvSpPr/>
          <p:nvPr/>
        </p:nvSpPr>
        <p:spPr>
          <a:xfrm>
            <a:off x="47226" y="2217057"/>
            <a:ext cx="47248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합치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1)</a:t>
            </a:r>
            <a:endParaRPr lang="ko-KR" alt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D09C0E70-7551-48BE-B415-68521D0B3D62}"/>
              </a:ext>
            </a:extLst>
          </p:cNvPr>
          <p:cNvCxnSpPr>
            <a:cxnSpLocks/>
            <a:stCxn id="237" idx="3"/>
            <a:endCxn id="241" idx="1"/>
          </p:cNvCxnSpPr>
          <p:nvPr/>
        </p:nvCxnSpPr>
        <p:spPr>
          <a:xfrm>
            <a:off x="2357473" y="2023277"/>
            <a:ext cx="2595527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1C7FE897-29A9-419A-9E78-9D6C77415079}"/>
              </a:ext>
            </a:extLst>
          </p:cNvPr>
          <p:cNvCxnSpPr>
            <a:cxnSpLocks/>
            <a:stCxn id="238" idx="3"/>
            <a:endCxn id="242" idx="1"/>
          </p:cNvCxnSpPr>
          <p:nvPr/>
        </p:nvCxnSpPr>
        <p:spPr>
          <a:xfrm flipV="1">
            <a:off x="4772026" y="2340168"/>
            <a:ext cx="180974" cy="384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9E05EFD6-7B32-41E9-96FC-05F9F93E1FDF}"/>
              </a:ext>
            </a:extLst>
          </p:cNvPr>
          <p:cNvSpPr/>
          <p:nvPr/>
        </p:nvSpPr>
        <p:spPr>
          <a:xfrm>
            <a:off x="4953000" y="1900166"/>
            <a:ext cx="68480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[is_cut_by]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91E4C7E8-250F-4423-98E6-3CB41FD59F67}"/>
              </a:ext>
            </a:extLst>
          </p:cNvPr>
          <p:cNvSpPr/>
          <p:nvPr/>
        </p:nvSpPr>
        <p:spPr>
          <a:xfrm>
            <a:off x="4953000" y="2217057"/>
            <a:ext cx="67197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[produces]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6CCC75E8-EF7C-4EFE-9904-DB19A71C856B}"/>
              </a:ext>
            </a:extLst>
          </p:cNvPr>
          <p:cNvSpPr/>
          <p:nvPr/>
        </p:nvSpPr>
        <p:spPr>
          <a:xfrm>
            <a:off x="6091686" y="2533947"/>
            <a:ext cx="37673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(Roll),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(Cut), </a:t>
            </a:r>
            <a:r>
              <a:rPr lang="ko-KR" altLang="en-US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9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 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1FED2AC0-6C8E-4333-AD72-9AC802CF6A25}"/>
              </a:ext>
            </a:extLst>
          </p:cNvPr>
          <p:cNvCxnSpPr>
            <a:cxnSpLocks/>
            <a:stCxn id="142" idx="3"/>
            <a:endCxn id="138" idx="1"/>
          </p:cNvCxnSpPr>
          <p:nvPr/>
        </p:nvCxnSpPr>
        <p:spPr>
          <a:xfrm>
            <a:off x="5956801" y="2657058"/>
            <a:ext cx="13488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C61D959-02E7-49A4-9BFD-581AA262F168}"/>
              </a:ext>
            </a:extLst>
          </p:cNvPr>
          <p:cNvSpPr/>
          <p:nvPr/>
        </p:nvSpPr>
        <p:spPr>
          <a:xfrm>
            <a:off x="47225" y="2533947"/>
            <a:ext cx="41344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 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0C4A0EF7-3815-4403-B8DB-A7941E928AB2}"/>
              </a:ext>
            </a:extLst>
          </p:cNvPr>
          <p:cNvCxnSpPr>
            <a:cxnSpLocks/>
            <a:stCxn id="140" idx="3"/>
            <a:endCxn id="142" idx="1"/>
          </p:cNvCxnSpPr>
          <p:nvPr/>
        </p:nvCxnSpPr>
        <p:spPr>
          <a:xfrm>
            <a:off x="4181690" y="2657058"/>
            <a:ext cx="77131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B41211E0-45F6-4BDB-9817-0AA166FACB0E}"/>
              </a:ext>
            </a:extLst>
          </p:cNvPr>
          <p:cNvSpPr/>
          <p:nvPr/>
        </p:nvSpPr>
        <p:spPr>
          <a:xfrm>
            <a:off x="4953000" y="2533947"/>
            <a:ext cx="10038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[is_composed_of]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76688764-654B-4C3F-913E-5465E76403B4}"/>
              </a:ext>
            </a:extLst>
          </p:cNvPr>
          <p:cNvSpPr/>
          <p:nvPr/>
        </p:nvSpPr>
        <p:spPr>
          <a:xfrm>
            <a:off x="7595832" y="658799"/>
            <a:ext cx="200055" cy="200055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B65B80B3-D124-4CD7-9E16-23D3EC1FB946}"/>
              </a:ext>
            </a:extLst>
          </p:cNvPr>
          <p:cNvSpPr/>
          <p:nvPr/>
        </p:nvSpPr>
        <p:spPr>
          <a:xfrm>
            <a:off x="7595832" y="354686"/>
            <a:ext cx="200055" cy="200055"/>
          </a:xfrm>
          <a:prstGeom prst="ellipse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7FA1C5BA-B71F-4698-9DCF-0DE86863232A}"/>
              </a:ext>
            </a:extLst>
          </p:cNvPr>
          <p:cNvSpPr/>
          <p:nvPr/>
        </p:nvSpPr>
        <p:spPr>
          <a:xfrm>
            <a:off x="7595832" y="962912"/>
            <a:ext cx="200055" cy="200055"/>
          </a:xfrm>
          <a:prstGeom prst="ellipse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5D3E87DB-0C16-4827-9A35-033E598CFFDB}"/>
              </a:ext>
            </a:extLst>
          </p:cNvPr>
          <p:cNvSpPr/>
          <p:nvPr/>
        </p:nvSpPr>
        <p:spPr>
          <a:xfrm>
            <a:off x="7595832" y="1267025"/>
            <a:ext cx="200055" cy="200055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68637643-62C3-42D2-BEC8-46FB7E644DF4}"/>
              </a:ext>
            </a:extLst>
          </p:cNvPr>
          <p:cNvCxnSpPr>
            <a:cxnSpLocks/>
            <a:stCxn id="144" idx="0"/>
          </p:cNvCxnSpPr>
          <p:nvPr/>
        </p:nvCxnSpPr>
        <p:spPr>
          <a:xfrm flipV="1">
            <a:off x="7695860" y="954872"/>
            <a:ext cx="852472" cy="804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이등변 삼각형 146">
            <a:extLst>
              <a:ext uri="{FF2B5EF4-FFF2-40B4-BE49-F238E27FC236}">
                <a16:creationId xmlns:a16="http://schemas.microsoft.com/office/drawing/2014/main" id="{C94C2A42-808A-4B9B-81CF-051FC4FDE41E}"/>
              </a:ext>
            </a:extLst>
          </p:cNvPr>
          <p:cNvSpPr/>
          <p:nvPr/>
        </p:nvSpPr>
        <p:spPr>
          <a:xfrm flipV="1">
            <a:off x="8510447" y="925172"/>
            <a:ext cx="28142" cy="19389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813C801E-5DA4-4FA7-954A-790FAF84209F}"/>
              </a:ext>
            </a:extLst>
          </p:cNvPr>
          <p:cNvCxnSpPr>
            <a:cxnSpLocks/>
          </p:cNvCxnSpPr>
          <p:nvPr/>
        </p:nvCxnSpPr>
        <p:spPr>
          <a:xfrm>
            <a:off x="8583257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7535F27-C003-4AC4-A73C-53F4BDE53EBB}"/>
              </a:ext>
            </a:extLst>
          </p:cNvPr>
          <p:cNvCxnSpPr>
            <a:cxnSpLocks/>
          </p:cNvCxnSpPr>
          <p:nvPr/>
        </p:nvCxnSpPr>
        <p:spPr>
          <a:xfrm>
            <a:off x="8632340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3261F113-76AB-4CCE-BBA5-BA06F23C279D}"/>
              </a:ext>
            </a:extLst>
          </p:cNvPr>
          <p:cNvCxnSpPr>
            <a:cxnSpLocks/>
          </p:cNvCxnSpPr>
          <p:nvPr/>
        </p:nvCxnSpPr>
        <p:spPr>
          <a:xfrm>
            <a:off x="8681423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2305843D-8626-4529-908A-1E5F88DFC94D}"/>
              </a:ext>
            </a:extLst>
          </p:cNvPr>
          <p:cNvCxnSpPr>
            <a:cxnSpLocks/>
          </p:cNvCxnSpPr>
          <p:nvPr/>
        </p:nvCxnSpPr>
        <p:spPr>
          <a:xfrm>
            <a:off x="8730506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4AABA4DA-0866-4166-AD4D-25CB0F4E8826}"/>
              </a:ext>
            </a:extLst>
          </p:cNvPr>
          <p:cNvCxnSpPr>
            <a:cxnSpLocks/>
          </p:cNvCxnSpPr>
          <p:nvPr/>
        </p:nvCxnSpPr>
        <p:spPr>
          <a:xfrm>
            <a:off x="8779589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16D595EF-1D05-47C2-8FB2-700C3A6B02EB}"/>
              </a:ext>
            </a:extLst>
          </p:cNvPr>
          <p:cNvCxnSpPr>
            <a:cxnSpLocks/>
          </p:cNvCxnSpPr>
          <p:nvPr/>
        </p:nvCxnSpPr>
        <p:spPr>
          <a:xfrm>
            <a:off x="8828672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B0DB0615-B48C-4A7A-867F-AF629F40859D}"/>
              </a:ext>
            </a:extLst>
          </p:cNvPr>
          <p:cNvCxnSpPr>
            <a:cxnSpLocks/>
          </p:cNvCxnSpPr>
          <p:nvPr/>
        </p:nvCxnSpPr>
        <p:spPr>
          <a:xfrm>
            <a:off x="8877754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5BEEF65A-9870-48E6-A7A4-FC7287983FBE}"/>
              </a:ext>
            </a:extLst>
          </p:cNvPr>
          <p:cNvCxnSpPr>
            <a:cxnSpLocks/>
            <a:stCxn id="136" idx="0"/>
          </p:cNvCxnSpPr>
          <p:nvPr/>
        </p:nvCxnSpPr>
        <p:spPr>
          <a:xfrm>
            <a:off x="7695860" y="658799"/>
            <a:ext cx="974580" cy="2857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5BB4848F-34E7-4D3F-AA58-57769B4A34F7}"/>
              </a:ext>
            </a:extLst>
          </p:cNvPr>
          <p:cNvCxnSpPr>
            <a:cxnSpLocks/>
            <a:stCxn id="145" idx="4"/>
          </p:cNvCxnSpPr>
          <p:nvPr/>
        </p:nvCxnSpPr>
        <p:spPr>
          <a:xfrm flipV="1">
            <a:off x="7695860" y="978479"/>
            <a:ext cx="974580" cy="48860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2E739F8A-B124-4F36-B3FF-A9429FBAA148}"/>
              </a:ext>
            </a:extLst>
          </p:cNvPr>
          <p:cNvCxnSpPr>
            <a:cxnSpLocks/>
          </p:cNvCxnSpPr>
          <p:nvPr/>
        </p:nvCxnSpPr>
        <p:spPr>
          <a:xfrm>
            <a:off x="8671827" y="945554"/>
            <a:ext cx="63885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2CEC2AC7-7388-4FD8-997F-217CF6493E4E}"/>
              </a:ext>
            </a:extLst>
          </p:cNvPr>
          <p:cNvCxnSpPr>
            <a:cxnSpLocks/>
          </p:cNvCxnSpPr>
          <p:nvPr/>
        </p:nvCxnSpPr>
        <p:spPr>
          <a:xfrm>
            <a:off x="8671827" y="978479"/>
            <a:ext cx="63885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ADE455CE-A5B1-41A0-9154-B2E648F82613}"/>
              </a:ext>
            </a:extLst>
          </p:cNvPr>
          <p:cNvCxnSpPr>
            <a:cxnSpLocks/>
          </p:cNvCxnSpPr>
          <p:nvPr/>
        </p:nvCxnSpPr>
        <p:spPr>
          <a:xfrm>
            <a:off x="8925451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2C12B277-7D25-471F-881E-A3931E60EF04}"/>
              </a:ext>
            </a:extLst>
          </p:cNvPr>
          <p:cNvCxnSpPr>
            <a:cxnSpLocks/>
          </p:cNvCxnSpPr>
          <p:nvPr/>
        </p:nvCxnSpPr>
        <p:spPr>
          <a:xfrm>
            <a:off x="8974534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3F4E6FBB-90FB-45A1-926D-BED59BF85EC4}"/>
              </a:ext>
            </a:extLst>
          </p:cNvPr>
          <p:cNvCxnSpPr>
            <a:cxnSpLocks/>
          </p:cNvCxnSpPr>
          <p:nvPr/>
        </p:nvCxnSpPr>
        <p:spPr>
          <a:xfrm>
            <a:off x="9023616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85D7B2D6-C7A6-489A-A91B-7F9A4578D206}"/>
              </a:ext>
            </a:extLst>
          </p:cNvPr>
          <p:cNvCxnSpPr>
            <a:cxnSpLocks/>
            <a:stCxn id="137" idx="0"/>
          </p:cNvCxnSpPr>
          <p:nvPr/>
        </p:nvCxnSpPr>
        <p:spPr>
          <a:xfrm>
            <a:off x="7695860" y="354686"/>
            <a:ext cx="1248641" cy="579924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이등변 삼각형 203">
            <a:extLst>
              <a:ext uri="{FF2B5EF4-FFF2-40B4-BE49-F238E27FC236}">
                <a16:creationId xmlns:a16="http://schemas.microsoft.com/office/drawing/2014/main" id="{B2EF40F3-2C1B-43B0-A623-1E5C61A1B9D3}"/>
              </a:ext>
            </a:extLst>
          </p:cNvPr>
          <p:cNvSpPr/>
          <p:nvPr/>
        </p:nvSpPr>
        <p:spPr>
          <a:xfrm rot="1805662" flipV="1">
            <a:off x="8923097" y="899389"/>
            <a:ext cx="28142" cy="19389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69D2B995-70C3-47F4-A748-CBD31A5D14DF}"/>
              </a:ext>
            </a:extLst>
          </p:cNvPr>
          <p:cNvCxnSpPr>
            <a:cxnSpLocks/>
          </p:cNvCxnSpPr>
          <p:nvPr/>
        </p:nvCxnSpPr>
        <p:spPr>
          <a:xfrm>
            <a:off x="8974534" y="93461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7120BABD-EF8C-49A2-8199-36B5C25A587F}"/>
              </a:ext>
            </a:extLst>
          </p:cNvPr>
          <p:cNvCxnSpPr>
            <a:cxnSpLocks/>
          </p:cNvCxnSpPr>
          <p:nvPr/>
        </p:nvCxnSpPr>
        <p:spPr>
          <a:xfrm>
            <a:off x="9023616" y="93461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823B447D-3CD2-4663-86E4-AD4C782E2D1F}"/>
              </a:ext>
            </a:extLst>
          </p:cNvPr>
          <p:cNvCxnSpPr>
            <a:cxnSpLocks/>
          </p:cNvCxnSpPr>
          <p:nvPr/>
        </p:nvCxnSpPr>
        <p:spPr>
          <a:xfrm>
            <a:off x="9080946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708B1E42-9555-4A2F-A6C1-51751730BF64}"/>
              </a:ext>
            </a:extLst>
          </p:cNvPr>
          <p:cNvCxnSpPr>
            <a:cxnSpLocks/>
          </p:cNvCxnSpPr>
          <p:nvPr/>
        </p:nvCxnSpPr>
        <p:spPr>
          <a:xfrm>
            <a:off x="9128643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DD7FB178-7265-4F04-B234-1971CED4DC5B}"/>
              </a:ext>
            </a:extLst>
          </p:cNvPr>
          <p:cNvCxnSpPr>
            <a:cxnSpLocks/>
          </p:cNvCxnSpPr>
          <p:nvPr/>
        </p:nvCxnSpPr>
        <p:spPr>
          <a:xfrm>
            <a:off x="9177726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0AA898F1-12D7-4124-81BB-ED6D4D1C690A}"/>
              </a:ext>
            </a:extLst>
          </p:cNvPr>
          <p:cNvCxnSpPr>
            <a:cxnSpLocks/>
          </p:cNvCxnSpPr>
          <p:nvPr/>
        </p:nvCxnSpPr>
        <p:spPr>
          <a:xfrm>
            <a:off x="9226808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E4576212-1B59-4883-910F-B73AE30B5A4A}"/>
              </a:ext>
            </a:extLst>
          </p:cNvPr>
          <p:cNvCxnSpPr>
            <a:cxnSpLocks/>
          </p:cNvCxnSpPr>
          <p:nvPr/>
        </p:nvCxnSpPr>
        <p:spPr>
          <a:xfrm>
            <a:off x="9080976" y="93461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DACD59A7-91FD-45FC-AA1E-2652A4256EC0}"/>
              </a:ext>
            </a:extLst>
          </p:cNvPr>
          <p:cNvCxnSpPr>
            <a:cxnSpLocks/>
          </p:cNvCxnSpPr>
          <p:nvPr/>
        </p:nvCxnSpPr>
        <p:spPr>
          <a:xfrm>
            <a:off x="9130058" y="93461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05FA0E1D-F600-4CD9-A19B-F9589EE9ED48}"/>
              </a:ext>
            </a:extLst>
          </p:cNvPr>
          <p:cNvCxnSpPr>
            <a:cxnSpLocks/>
          </p:cNvCxnSpPr>
          <p:nvPr/>
        </p:nvCxnSpPr>
        <p:spPr>
          <a:xfrm>
            <a:off x="9177726" y="93461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BE7DC090-C181-4AC8-8FF3-9D83A0284E8E}"/>
              </a:ext>
            </a:extLst>
          </p:cNvPr>
          <p:cNvCxnSpPr>
            <a:cxnSpLocks/>
          </p:cNvCxnSpPr>
          <p:nvPr/>
        </p:nvCxnSpPr>
        <p:spPr>
          <a:xfrm>
            <a:off x="9226808" y="93461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6D2781B8-EEF8-47CA-B402-9DFB341720E1}"/>
              </a:ext>
            </a:extLst>
          </p:cNvPr>
          <p:cNvCxnSpPr>
            <a:cxnSpLocks/>
          </p:cNvCxnSpPr>
          <p:nvPr/>
        </p:nvCxnSpPr>
        <p:spPr>
          <a:xfrm>
            <a:off x="9281831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27B7703B-5EAE-4964-855B-99220358DE8B}"/>
              </a:ext>
            </a:extLst>
          </p:cNvPr>
          <p:cNvCxnSpPr>
            <a:cxnSpLocks/>
          </p:cNvCxnSpPr>
          <p:nvPr/>
        </p:nvCxnSpPr>
        <p:spPr>
          <a:xfrm>
            <a:off x="9281831" y="93461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이등변 삼각형 243">
            <a:extLst>
              <a:ext uri="{FF2B5EF4-FFF2-40B4-BE49-F238E27FC236}">
                <a16:creationId xmlns:a16="http://schemas.microsoft.com/office/drawing/2014/main" id="{070772A2-D998-4793-9544-F8E90C54C61C}"/>
              </a:ext>
            </a:extLst>
          </p:cNvPr>
          <p:cNvSpPr/>
          <p:nvPr/>
        </p:nvSpPr>
        <p:spPr>
          <a:xfrm flipV="1">
            <a:off x="9305860" y="901359"/>
            <a:ext cx="28142" cy="19389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04B23210-2BFE-44A8-88F6-D7A4AB115651}"/>
              </a:ext>
            </a:extLst>
          </p:cNvPr>
          <p:cNvCxnSpPr>
            <a:cxnSpLocks/>
          </p:cNvCxnSpPr>
          <p:nvPr/>
        </p:nvCxnSpPr>
        <p:spPr>
          <a:xfrm>
            <a:off x="9334002" y="978479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017B3A54-4811-4F9A-9222-4BD7C9EA23D5}"/>
              </a:ext>
            </a:extLst>
          </p:cNvPr>
          <p:cNvCxnSpPr>
            <a:cxnSpLocks/>
          </p:cNvCxnSpPr>
          <p:nvPr/>
        </p:nvCxnSpPr>
        <p:spPr>
          <a:xfrm>
            <a:off x="9334002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77436962-C0A4-403C-A285-98B96A2DE5BD}"/>
              </a:ext>
            </a:extLst>
          </p:cNvPr>
          <p:cNvCxnSpPr>
            <a:cxnSpLocks/>
          </p:cNvCxnSpPr>
          <p:nvPr/>
        </p:nvCxnSpPr>
        <p:spPr>
          <a:xfrm>
            <a:off x="9334002" y="93461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6ED3B712-88FF-43CB-9977-E7C34DD3FED8}"/>
              </a:ext>
            </a:extLst>
          </p:cNvPr>
          <p:cNvCxnSpPr>
            <a:cxnSpLocks/>
          </p:cNvCxnSpPr>
          <p:nvPr/>
        </p:nvCxnSpPr>
        <p:spPr>
          <a:xfrm>
            <a:off x="9334002" y="948896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1628A406-1DC4-49A2-BDBC-1A652BD651B8}"/>
              </a:ext>
            </a:extLst>
          </p:cNvPr>
          <p:cNvCxnSpPr>
            <a:cxnSpLocks/>
          </p:cNvCxnSpPr>
          <p:nvPr/>
        </p:nvCxnSpPr>
        <p:spPr>
          <a:xfrm>
            <a:off x="9400693" y="978479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9295884B-44F4-41CB-A1D9-FECD3E898184}"/>
              </a:ext>
            </a:extLst>
          </p:cNvPr>
          <p:cNvCxnSpPr>
            <a:cxnSpLocks/>
          </p:cNvCxnSpPr>
          <p:nvPr/>
        </p:nvCxnSpPr>
        <p:spPr>
          <a:xfrm>
            <a:off x="9400693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725A7EAF-05A7-45C9-A4D6-7841E36AD568}"/>
              </a:ext>
            </a:extLst>
          </p:cNvPr>
          <p:cNvCxnSpPr>
            <a:cxnSpLocks/>
          </p:cNvCxnSpPr>
          <p:nvPr/>
        </p:nvCxnSpPr>
        <p:spPr>
          <a:xfrm>
            <a:off x="9400693" y="93461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FC6519F7-2541-4D1E-87AC-9DB006C2377E}"/>
              </a:ext>
            </a:extLst>
          </p:cNvPr>
          <p:cNvCxnSpPr>
            <a:cxnSpLocks/>
          </p:cNvCxnSpPr>
          <p:nvPr/>
        </p:nvCxnSpPr>
        <p:spPr>
          <a:xfrm>
            <a:off x="9400693" y="948896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70C0E9AB-C7FE-4CCC-90A5-6591D96C3518}"/>
              </a:ext>
            </a:extLst>
          </p:cNvPr>
          <p:cNvCxnSpPr>
            <a:cxnSpLocks/>
          </p:cNvCxnSpPr>
          <p:nvPr/>
        </p:nvCxnSpPr>
        <p:spPr>
          <a:xfrm>
            <a:off x="9474995" y="978479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6FFC3C41-03BF-45DC-BF38-80766B24C68C}"/>
              </a:ext>
            </a:extLst>
          </p:cNvPr>
          <p:cNvCxnSpPr>
            <a:cxnSpLocks/>
          </p:cNvCxnSpPr>
          <p:nvPr/>
        </p:nvCxnSpPr>
        <p:spPr>
          <a:xfrm>
            <a:off x="9474995" y="962912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77CE7222-73C8-456B-BAB0-8169D034126E}"/>
              </a:ext>
            </a:extLst>
          </p:cNvPr>
          <p:cNvCxnSpPr>
            <a:cxnSpLocks/>
          </p:cNvCxnSpPr>
          <p:nvPr/>
        </p:nvCxnSpPr>
        <p:spPr>
          <a:xfrm>
            <a:off x="9474995" y="934610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BC3BFE7D-942F-4E0B-A136-7F0671FA9A46}"/>
              </a:ext>
            </a:extLst>
          </p:cNvPr>
          <p:cNvCxnSpPr>
            <a:cxnSpLocks/>
          </p:cNvCxnSpPr>
          <p:nvPr/>
        </p:nvCxnSpPr>
        <p:spPr>
          <a:xfrm>
            <a:off x="9474995" y="948896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8B63F7BF-0303-46B0-9804-292F2600750D}"/>
              </a:ext>
            </a:extLst>
          </p:cNvPr>
          <p:cNvSpPr/>
          <p:nvPr/>
        </p:nvSpPr>
        <p:spPr>
          <a:xfrm>
            <a:off x="8126848" y="832194"/>
            <a:ext cx="4090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 1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6DC0D1B9-7C16-4EA3-8C89-A2BD2A54FDA8}"/>
              </a:ext>
            </a:extLst>
          </p:cNvPr>
          <p:cNvSpPr/>
          <p:nvPr/>
        </p:nvSpPr>
        <p:spPr>
          <a:xfrm>
            <a:off x="8740428" y="727015"/>
            <a:ext cx="4090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 2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86" name="직사각형 285">
            <a:extLst>
              <a:ext uri="{FF2B5EF4-FFF2-40B4-BE49-F238E27FC236}">
                <a16:creationId xmlns:a16="http://schemas.microsoft.com/office/drawing/2014/main" id="{954062F5-A93F-4D70-821F-218A20FF84F9}"/>
              </a:ext>
            </a:extLst>
          </p:cNvPr>
          <p:cNvSpPr/>
          <p:nvPr/>
        </p:nvSpPr>
        <p:spPr>
          <a:xfrm>
            <a:off x="9124204" y="727015"/>
            <a:ext cx="4090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 3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51C479E0-4746-403B-8A43-EFE737622F80}"/>
              </a:ext>
            </a:extLst>
          </p:cNvPr>
          <p:cNvSpPr/>
          <p:nvPr/>
        </p:nvSpPr>
        <p:spPr>
          <a:xfrm>
            <a:off x="8633867" y="858230"/>
            <a:ext cx="147335" cy="206018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2FBE95AC-B234-4A7A-9D1F-FF6E58DC27D3}"/>
              </a:ext>
            </a:extLst>
          </p:cNvPr>
          <p:cNvSpPr/>
          <p:nvPr/>
        </p:nvSpPr>
        <p:spPr>
          <a:xfrm>
            <a:off x="8963264" y="858230"/>
            <a:ext cx="110695" cy="206018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F494C182-DE39-4540-8C9B-809583E68F6B}"/>
              </a:ext>
            </a:extLst>
          </p:cNvPr>
          <p:cNvSpPr/>
          <p:nvPr/>
        </p:nvSpPr>
        <p:spPr>
          <a:xfrm>
            <a:off x="9366961" y="858230"/>
            <a:ext cx="133941" cy="206018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0" name="직사각형 289">
            <a:extLst>
              <a:ext uri="{FF2B5EF4-FFF2-40B4-BE49-F238E27FC236}">
                <a16:creationId xmlns:a16="http://schemas.microsoft.com/office/drawing/2014/main" id="{C6D8C9AD-0F44-4BCF-B46F-971265BB56B4}"/>
              </a:ext>
            </a:extLst>
          </p:cNvPr>
          <p:cNvSpPr/>
          <p:nvPr/>
        </p:nvSpPr>
        <p:spPr>
          <a:xfrm>
            <a:off x="8311310" y="1094202"/>
            <a:ext cx="5677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dirty="0"/>
          </a:p>
        </p:txBody>
      </p:sp>
      <p:sp>
        <p:nvSpPr>
          <p:cNvPr id="291" name="직사각형 290">
            <a:extLst>
              <a:ext uri="{FF2B5EF4-FFF2-40B4-BE49-F238E27FC236}">
                <a16:creationId xmlns:a16="http://schemas.microsoft.com/office/drawing/2014/main" id="{E46F42AC-9A52-4EC2-B851-C1AA3147E10F}"/>
              </a:ext>
            </a:extLst>
          </p:cNvPr>
          <p:cNvSpPr/>
          <p:nvPr/>
        </p:nvSpPr>
        <p:spPr>
          <a:xfrm>
            <a:off x="8790067" y="1094202"/>
            <a:ext cx="5677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dirty="0"/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92D38C9B-48DD-4725-B8D6-D76572B69108}"/>
              </a:ext>
            </a:extLst>
          </p:cNvPr>
          <p:cNvSpPr/>
          <p:nvPr/>
        </p:nvSpPr>
        <p:spPr>
          <a:xfrm>
            <a:off x="2720818" y="1731599"/>
            <a:ext cx="544251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중앙 전극 컷팅 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 과 합치하는 과정 에는 최초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Roll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형태의 중앙 전극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분리막이 투입 된다 ┘</a:t>
            </a:r>
            <a:endParaRPr lang="ko-KR" altLang="en-US" dirty="0">
              <a:solidFill>
                <a:srgbClr val="006600"/>
              </a:solidFill>
            </a:endParaRPr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D337825B-938D-446B-AD83-E44BD1F7B80B}"/>
              </a:ext>
            </a:extLst>
          </p:cNvPr>
          <p:cNvSpPr/>
          <p:nvPr/>
        </p:nvSpPr>
        <p:spPr>
          <a:xfrm>
            <a:off x="1844518" y="2063169"/>
            <a:ext cx="186301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중앙 전극은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Cutter1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의해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된다</a:t>
            </a:r>
            <a:endParaRPr lang="ko-KR" altLang="en-US" dirty="0">
              <a:solidFill>
                <a:srgbClr val="006600"/>
              </a:solidFill>
            </a:endParaRPr>
          </a:p>
        </p:txBody>
      </p:sp>
      <p:sp>
        <p:nvSpPr>
          <p:cNvPr id="295" name="직사각형 294">
            <a:extLst>
              <a:ext uri="{FF2B5EF4-FFF2-40B4-BE49-F238E27FC236}">
                <a16:creationId xmlns:a16="http://schemas.microsoft.com/office/drawing/2014/main" id="{042E0113-9DFD-408A-9A77-93F1410930F6}"/>
              </a:ext>
            </a:extLst>
          </p:cNvPr>
          <p:cNvSpPr/>
          <p:nvPr/>
        </p:nvSpPr>
        <p:spPr>
          <a:xfrm>
            <a:off x="2945399" y="2395383"/>
            <a:ext cx="535915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중앙 전극 컷팅 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 과 합치하는 과정 에서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Roll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형태의 상부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 과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된 중앙 전극이 생산된다 ┘</a:t>
            </a:r>
            <a:endParaRPr lang="ko-KR" altLang="en-US" dirty="0">
              <a:solidFill>
                <a:srgbClr val="006600"/>
              </a:solidFill>
            </a:endParaRPr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B84AE8E1-6629-446D-8DBB-FE2DDF70D399}"/>
              </a:ext>
            </a:extLst>
          </p:cNvPr>
          <p:cNvSpPr/>
          <p:nvPr/>
        </p:nvSpPr>
        <p:spPr>
          <a:xfrm>
            <a:off x="2740712" y="2702973"/>
            <a:ext cx="494077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해당 공정에서 생성된 반제품은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Roll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형태의 상부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</a:t>
            </a:r>
            <a:r>
              <a:rPr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과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된 중앙 전극으로 구성된다 라는 것을 의미 ┘</a:t>
            </a:r>
            <a:endParaRPr lang="ko-KR" altLang="en-US" dirty="0">
              <a:solidFill>
                <a:srgbClr val="006600"/>
              </a:solidFill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DA65C7F0-8B2B-4AAF-9AFB-2E06FF19F67B}"/>
              </a:ext>
            </a:extLst>
          </p:cNvPr>
          <p:cNvSpPr/>
          <p:nvPr/>
        </p:nvSpPr>
        <p:spPr>
          <a:xfrm>
            <a:off x="56554" y="1392976"/>
            <a:ext cx="701053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┌ 전극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분리막이 투입되어 모노셀이 만들어지기 전에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중간 반제품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분리막과 하부 분리막 사이에 중앙 전극이 컷팅 되어 합치 되는 과정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2400" dirty="0">
              <a:solidFill>
                <a:srgbClr val="006600"/>
              </a:solidFill>
            </a:endParaRPr>
          </a:p>
        </p:txBody>
      </p:sp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149841A3-CEF1-4EA4-B4C6-D56E175382FC}"/>
              </a:ext>
            </a:extLst>
          </p:cNvPr>
          <p:cNvSpPr/>
          <p:nvPr/>
        </p:nvSpPr>
        <p:spPr>
          <a:xfrm>
            <a:off x="47225" y="3227622"/>
            <a:ext cx="4648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9. 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합치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62AF46F8-2BC1-4C56-837C-FB409EA317A7}"/>
              </a:ext>
            </a:extLst>
          </p:cNvPr>
          <p:cNvSpPr/>
          <p:nvPr/>
        </p:nvSpPr>
        <p:spPr>
          <a:xfrm>
            <a:off x="4818115" y="3227622"/>
            <a:ext cx="6992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[has_Input]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AAFCACF0-5658-4830-85D4-1AFE41A03F67}"/>
              </a:ext>
            </a:extLst>
          </p:cNvPr>
          <p:cNvSpPr/>
          <p:nvPr/>
        </p:nvSpPr>
        <p:spPr>
          <a:xfrm>
            <a:off x="5668260" y="3227622"/>
            <a:ext cx="417614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 , 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 </a:t>
            </a:r>
            <a:endParaRPr lang="ko-KR" alt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D8AD9EA0-1FA8-40DB-B7FC-A867ED65A5B3}"/>
              </a:ext>
            </a:extLst>
          </p:cNvPr>
          <p:cNvSpPr/>
          <p:nvPr/>
        </p:nvSpPr>
        <p:spPr>
          <a:xfrm>
            <a:off x="4695825" y="3544513"/>
            <a:ext cx="22284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설비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Cutter2_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CBFBA421-090C-4D6E-9C08-0332B627D9E7}"/>
              </a:ext>
            </a:extLst>
          </p:cNvPr>
          <p:cNvCxnSpPr>
            <a:cxnSpLocks/>
            <a:stCxn id="298" idx="3"/>
            <a:endCxn id="299" idx="1"/>
          </p:cNvCxnSpPr>
          <p:nvPr/>
        </p:nvCxnSpPr>
        <p:spPr>
          <a:xfrm>
            <a:off x="4695825" y="3350733"/>
            <a:ext cx="12229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직선 화살표 연결선 302">
            <a:extLst>
              <a:ext uri="{FF2B5EF4-FFF2-40B4-BE49-F238E27FC236}">
                <a16:creationId xmlns:a16="http://schemas.microsoft.com/office/drawing/2014/main" id="{27F18BAA-4E7F-4671-8CCA-51856A3D02ED}"/>
              </a:ext>
            </a:extLst>
          </p:cNvPr>
          <p:cNvCxnSpPr>
            <a:cxnSpLocks/>
            <a:stCxn id="299" idx="3"/>
            <a:endCxn id="300" idx="1"/>
          </p:cNvCxnSpPr>
          <p:nvPr/>
        </p:nvCxnSpPr>
        <p:spPr>
          <a:xfrm>
            <a:off x="5517345" y="3350733"/>
            <a:ext cx="15091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화살표 연결선 303">
            <a:extLst>
              <a:ext uri="{FF2B5EF4-FFF2-40B4-BE49-F238E27FC236}">
                <a16:creationId xmlns:a16="http://schemas.microsoft.com/office/drawing/2014/main" id="{039D7F42-DF27-4348-906E-9774A1F7D482}"/>
              </a:ext>
            </a:extLst>
          </p:cNvPr>
          <p:cNvCxnSpPr>
            <a:cxnSpLocks/>
            <a:stCxn id="311" idx="3"/>
            <a:endCxn id="301" idx="1"/>
          </p:cNvCxnSpPr>
          <p:nvPr/>
        </p:nvCxnSpPr>
        <p:spPr>
          <a:xfrm>
            <a:off x="4241942" y="3667624"/>
            <a:ext cx="45388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173CFA46-7F17-4056-94B4-113554039F98}"/>
              </a:ext>
            </a:extLst>
          </p:cNvPr>
          <p:cNvSpPr/>
          <p:nvPr/>
        </p:nvSpPr>
        <p:spPr>
          <a:xfrm>
            <a:off x="4671192" y="3861404"/>
            <a:ext cx="35141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 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06" name="직선 화살표 연결선 305">
            <a:extLst>
              <a:ext uri="{FF2B5EF4-FFF2-40B4-BE49-F238E27FC236}">
                <a16:creationId xmlns:a16="http://schemas.microsoft.com/office/drawing/2014/main" id="{B0F77569-FE94-45EE-A883-5E83EEE797A3}"/>
              </a:ext>
            </a:extLst>
          </p:cNvPr>
          <p:cNvCxnSpPr>
            <a:cxnSpLocks/>
            <a:stCxn id="312" idx="3"/>
            <a:endCxn id="305" idx="1"/>
          </p:cNvCxnSpPr>
          <p:nvPr/>
        </p:nvCxnSpPr>
        <p:spPr>
          <a:xfrm>
            <a:off x="4443333" y="3984515"/>
            <a:ext cx="22785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직사각형 306">
            <a:extLst>
              <a:ext uri="{FF2B5EF4-FFF2-40B4-BE49-F238E27FC236}">
                <a16:creationId xmlns:a16="http://schemas.microsoft.com/office/drawing/2014/main" id="{443CB488-1ABF-4B25-90C4-58281503776C}"/>
              </a:ext>
            </a:extLst>
          </p:cNvPr>
          <p:cNvSpPr/>
          <p:nvPr/>
        </p:nvSpPr>
        <p:spPr>
          <a:xfrm>
            <a:off x="47225" y="3544513"/>
            <a:ext cx="23102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AA03FEC7-2E2F-4CA4-800B-D3532DF4B40E}"/>
              </a:ext>
            </a:extLst>
          </p:cNvPr>
          <p:cNvSpPr/>
          <p:nvPr/>
        </p:nvSpPr>
        <p:spPr>
          <a:xfrm>
            <a:off x="47226" y="3861404"/>
            <a:ext cx="231024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09" name="직선 화살표 연결선 308">
            <a:extLst>
              <a:ext uri="{FF2B5EF4-FFF2-40B4-BE49-F238E27FC236}">
                <a16:creationId xmlns:a16="http://schemas.microsoft.com/office/drawing/2014/main" id="{B50CA9A1-AE3C-4E3C-8812-6C2DEFEFEEB2}"/>
              </a:ext>
            </a:extLst>
          </p:cNvPr>
          <p:cNvCxnSpPr>
            <a:cxnSpLocks/>
            <a:stCxn id="307" idx="3"/>
            <a:endCxn id="311" idx="1"/>
          </p:cNvCxnSpPr>
          <p:nvPr/>
        </p:nvCxnSpPr>
        <p:spPr>
          <a:xfrm>
            <a:off x="2357473" y="3667624"/>
            <a:ext cx="119966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화살표 연결선 309">
            <a:extLst>
              <a:ext uri="{FF2B5EF4-FFF2-40B4-BE49-F238E27FC236}">
                <a16:creationId xmlns:a16="http://schemas.microsoft.com/office/drawing/2014/main" id="{0771A12F-2111-4BDF-A879-373AE7FE5353}"/>
              </a:ext>
            </a:extLst>
          </p:cNvPr>
          <p:cNvCxnSpPr>
            <a:cxnSpLocks/>
            <a:stCxn id="308" idx="3"/>
            <a:endCxn id="312" idx="1"/>
          </p:cNvCxnSpPr>
          <p:nvPr/>
        </p:nvCxnSpPr>
        <p:spPr>
          <a:xfrm>
            <a:off x="2357473" y="3984515"/>
            <a:ext cx="117503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1CE73D8D-1E54-4EBC-92F7-CE7F4646A885}"/>
              </a:ext>
            </a:extLst>
          </p:cNvPr>
          <p:cNvSpPr/>
          <p:nvPr/>
        </p:nvSpPr>
        <p:spPr>
          <a:xfrm>
            <a:off x="3557139" y="3544513"/>
            <a:ext cx="68480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[is_cut_by]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2" name="직사각형 311">
            <a:extLst>
              <a:ext uri="{FF2B5EF4-FFF2-40B4-BE49-F238E27FC236}">
                <a16:creationId xmlns:a16="http://schemas.microsoft.com/office/drawing/2014/main" id="{579CCA15-79C8-4197-B097-92980EA85F0D}"/>
              </a:ext>
            </a:extLst>
          </p:cNvPr>
          <p:cNvSpPr/>
          <p:nvPr/>
        </p:nvSpPr>
        <p:spPr>
          <a:xfrm>
            <a:off x="3532506" y="3861404"/>
            <a:ext cx="9108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[is_stacked_on]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022D3587-D7B6-48FA-B485-EEA2E8A478E1}"/>
              </a:ext>
            </a:extLst>
          </p:cNvPr>
          <p:cNvSpPr/>
          <p:nvPr/>
        </p:nvSpPr>
        <p:spPr>
          <a:xfrm>
            <a:off x="5789167" y="4178294"/>
            <a:ext cx="41168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(Cut),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(Roll), 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(Cut), 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 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14" name="직선 화살표 연결선 313">
            <a:extLst>
              <a:ext uri="{FF2B5EF4-FFF2-40B4-BE49-F238E27FC236}">
                <a16:creationId xmlns:a16="http://schemas.microsoft.com/office/drawing/2014/main" id="{7DBB212E-22C6-462A-84F6-8CC1ACE19BB3}"/>
              </a:ext>
            </a:extLst>
          </p:cNvPr>
          <p:cNvCxnSpPr>
            <a:cxnSpLocks/>
            <a:stCxn id="317" idx="3"/>
            <a:endCxn id="313" idx="1"/>
          </p:cNvCxnSpPr>
          <p:nvPr/>
        </p:nvCxnSpPr>
        <p:spPr>
          <a:xfrm>
            <a:off x="5654282" y="4301405"/>
            <a:ext cx="13488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직사각형 314">
            <a:extLst>
              <a:ext uri="{FF2B5EF4-FFF2-40B4-BE49-F238E27FC236}">
                <a16:creationId xmlns:a16="http://schemas.microsoft.com/office/drawing/2014/main" id="{5C83F4C3-CDA0-44D7-A6BC-4CBF2EFECBB0}"/>
              </a:ext>
            </a:extLst>
          </p:cNvPr>
          <p:cNvSpPr/>
          <p:nvPr/>
        </p:nvSpPr>
        <p:spPr>
          <a:xfrm>
            <a:off x="47225" y="4178294"/>
            <a:ext cx="425148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16" name="직선 화살표 연결선 315">
            <a:extLst>
              <a:ext uri="{FF2B5EF4-FFF2-40B4-BE49-F238E27FC236}">
                <a16:creationId xmlns:a16="http://schemas.microsoft.com/office/drawing/2014/main" id="{F01A568B-261B-4B7E-81FE-0AEEC5DE38FE}"/>
              </a:ext>
            </a:extLst>
          </p:cNvPr>
          <p:cNvCxnSpPr>
            <a:cxnSpLocks/>
            <a:stCxn id="315" idx="3"/>
            <a:endCxn id="317" idx="1"/>
          </p:cNvCxnSpPr>
          <p:nvPr/>
        </p:nvCxnSpPr>
        <p:spPr>
          <a:xfrm>
            <a:off x="4298710" y="4301405"/>
            <a:ext cx="35177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직사각형 316">
            <a:extLst>
              <a:ext uri="{FF2B5EF4-FFF2-40B4-BE49-F238E27FC236}">
                <a16:creationId xmlns:a16="http://schemas.microsoft.com/office/drawing/2014/main" id="{D08218E3-5E5C-44FF-A570-E2CE796033C3}"/>
              </a:ext>
            </a:extLst>
          </p:cNvPr>
          <p:cNvSpPr/>
          <p:nvPr/>
        </p:nvSpPr>
        <p:spPr>
          <a:xfrm>
            <a:off x="4650481" y="4178294"/>
            <a:ext cx="10038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[is_composed_of]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1D4816E7-C5ED-4AFD-BFB2-9B9550CF7287}"/>
              </a:ext>
            </a:extLst>
          </p:cNvPr>
          <p:cNvSpPr/>
          <p:nvPr/>
        </p:nvSpPr>
        <p:spPr>
          <a:xfrm>
            <a:off x="56554" y="3041538"/>
            <a:ext cx="6559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┌ 반제품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1(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 과 하부 분리막 사이에 컷팅된 중앙 전극이 들어가 있는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전극을 컷팅하여 올려 합치되는 과정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중간 반제품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.]</a:t>
            </a:r>
            <a:endParaRPr lang="ko-KR" altLang="en-US" b="1" dirty="0">
              <a:solidFill>
                <a:srgbClr val="006600"/>
              </a:solidFill>
            </a:endParaRPr>
          </a:p>
        </p:txBody>
      </p: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F834DE36-15DB-4962-A50D-79254B10366C}"/>
              </a:ext>
            </a:extLst>
          </p:cNvPr>
          <p:cNvSpPr/>
          <p:nvPr/>
        </p:nvSpPr>
        <p:spPr>
          <a:xfrm>
            <a:off x="2353371" y="3416843"/>
            <a:ext cx="577594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상부 전극 컷팅 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8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번에서 만들어진 반제품과 합치하는 과정 에는 최초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Roll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형태의 상부 전극 과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8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번에서 만들어진 반제품이 투입된다 ┘</a:t>
            </a:r>
            <a:endParaRPr lang="ko-KR" altLang="en-US" dirty="0">
              <a:solidFill>
                <a:srgbClr val="006600"/>
              </a:solidFill>
            </a:endParaRPr>
          </a:p>
        </p:txBody>
      </p:sp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8A578E5B-26AD-45D0-932C-DF9D77C1B511}"/>
              </a:ext>
            </a:extLst>
          </p:cNvPr>
          <p:cNvSpPr/>
          <p:nvPr/>
        </p:nvSpPr>
        <p:spPr>
          <a:xfrm>
            <a:off x="1844518" y="3721839"/>
            <a:ext cx="20393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상부 전극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은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Cutter2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의해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된다</a:t>
            </a:r>
            <a:endParaRPr lang="ko-KR" altLang="en-US" dirty="0">
              <a:solidFill>
                <a:srgbClr val="006600"/>
              </a:solidFill>
            </a:endParaRP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BCCEA3F5-BAEC-43AF-BD59-EB2611D7F77A}"/>
              </a:ext>
            </a:extLst>
          </p:cNvPr>
          <p:cNvSpPr/>
          <p:nvPr/>
        </p:nvSpPr>
        <p:spPr>
          <a:xfrm>
            <a:off x="1844518" y="4035238"/>
            <a:ext cx="25795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#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전극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은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8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번에서 만들어진 반제품 위에 쌓인다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dirty="0">
              <a:solidFill>
                <a:srgbClr val="006600"/>
              </a:solidFill>
            </a:endParaRPr>
          </a:p>
        </p:txBody>
      </p:sp>
      <p:sp>
        <p:nvSpPr>
          <p:cNvPr id="353" name="직사각형 352">
            <a:extLst>
              <a:ext uri="{FF2B5EF4-FFF2-40B4-BE49-F238E27FC236}">
                <a16:creationId xmlns:a16="http://schemas.microsoft.com/office/drawing/2014/main" id="{B703BF32-8B7C-449E-B7BE-68488CD6DDA4}"/>
              </a:ext>
            </a:extLst>
          </p:cNvPr>
          <p:cNvSpPr/>
          <p:nvPr/>
        </p:nvSpPr>
        <p:spPr>
          <a:xfrm>
            <a:off x="47225" y="4527923"/>
            <a:ext cx="32191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┌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중간 반제품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Final cut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되어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모노셀이 만들어지는 과정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3F523133-4A5B-4B5D-B78B-BE1EF6F1D615}"/>
              </a:ext>
            </a:extLst>
          </p:cNvPr>
          <p:cNvSpPr/>
          <p:nvPr/>
        </p:nvSpPr>
        <p:spPr>
          <a:xfrm>
            <a:off x="47225" y="4714379"/>
            <a:ext cx="477089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10. 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(Cut)_Final Cut_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</a:t>
            </a:r>
            <a:r>
              <a:rPr lang="ko-KR" altLang="en-US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3)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901BF6A4-707A-4E13-B9AB-DFF462957C61}"/>
              </a:ext>
            </a:extLst>
          </p:cNvPr>
          <p:cNvSpPr/>
          <p:nvPr/>
        </p:nvSpPr>
        <p:spPr>
          <a:xfrm>
            <a:off x="4893572" y="4714379"/>
            <a:ext cx="6992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[has_Input]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D2B98001-1999-42FA-ADE3-0FECE9EFE210}"/>
              </a:ext>
            </a:extLst>
          </p:cNvPr>
          <p:cNvSpPr/>
          <p:nvPr/>
        </p:nvSpPr>
        <p:spPr>
          <a:xfrm>
            <a:off x="5668260" y="4714379"/>
            <a:ext cx="38074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 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B80DC575-BE0E-496F-8A98-68C01230204A}"/>
              </a:ext>
            </a:extLst>
          </p:cNvPr>
          <p:cNvSpPr/>
          <p:nvPr/>
        </p:nvSpPr>
        <p:spPr>
          <a:xfrm>
            <a:off x="4695825" y="5031270"/>
            <a:ext cx="21146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설비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Cutter3_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58" name="직선 화살표 연결선 357">
            <a:extLst>
              <a:ext uri="{FF2B5EF4-FFF2-40B4-BE49-F238E27FC236}">
                <a16:creationId xmlns:a16="http://schemas.microsoft.com/office/drawing/2014/main" id="{6BE0A04A-80BE-4BEC-A75A-99852DA2455A}"/>
              </a:ext>
            </a:extLst>
          </p:cNvPr>
          <p:cNvCxnSpPr>
            <a:cxnSpLocks/>
            <a:stCxn id="354" idx="3"/>
            <a:endCxn id="355" idx="1"/>
          </p:cNvCxnSpPr>
          <p:nvPr/>
        </p:nvCxnSpPr>
        <p:spPr>
          <a:xfrm>
            <a:off x="4818115" y="4837490"/>
            <a:ext cx="75457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직선 화살표 연결선 358">
            <a:extLst>
              <a:ext uri="{FF2B5EF4-FFF2-40B4-BE49-F238E27FC236}">
                <a16:creationId xmlns:a16="http://schemas.microsoft.com/office/drawing/2014/main" id="{C99D6ABB-6CDF-4687-B65F-8ED2415F88F4}"/>
              </a:ext>
            </a:extLst>
          </p:cNvPr>
          <p:cNvCxnSpPr>
            <a:cxnSpLocks/>
            <a:stCxn id="355" idx="3"/>
            <a:endCxn id="356" idx="1"/>
          </p:cNvCxnSpPr>
          <p:nvPr/>
        </p:nvCxnSpPr>
        <p:spPr>
          <a:xfrm>
            <a:off x="5592802" y="4837490"/>
            <a:ext cx="7545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직선 화살표 연결선 359">
            <a:extLst>
              <a:ext uri="{FF2B5EF4-FFF2-40B4-BE49-F238E27FC236}">
                <a16:creationId xmlns:a16="http://schemas.microsoft.com/office/drawing/2014/main" id="{FEE91AED-FAED-442D-98AD-35AEF82C12B8}"/>
              </a:ext>
            </a:extLst>
          </p:cNvPr>
          <p:cNvCxnSpPr>
            <a:cxnSpLocks/>
            <a:stCxn id="367" idx="3"/>
            <a:endCxn id="357" idx="1"/>
          </p:cNvCxnSpPr>
          <p:nvPr/>
        </p:nvCxnSpPr>
        <p:spPr>
          <a:xfrm>
            <a:off x="4241942" y="5154381"/>
            <a:ext cx="45388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직사각형 360">
            <a:extLst>
              <a:ext uri="{FF2B5EF4-FFF2-40B4-BE49-F238E27FC236}">
                <a16:creationId xmlns:a16="http://schemas.microsoft.com/office/drawing/2014/main" id="{BFEEEE22-C00C-4D95-A7E1-DB8526D9AB62}"/>
              </a:ext>
            </a:extLst>
          </p:cNvPr>
          <p:cNvSpPr/>
          <p:nvPr/>
        </p:nvSpPr>
        <p:spPr>
          <a:xfrm>
            <a:off x="4671192" y="5348161"/>
            <a:ext cx="21146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설비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Cutter3_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62" name="직선 화살표 연결선 361">
            <a:extLst>
              <a:ext uri="{FF2B5EF4-FFF2-40B4-BE49-F238E27FC236}">
                <a16:creationId xmlns:a16="http://schemas.microsoft.com/office/drawing/2014/main" id="{4AE07AB7-FFF9-4D55-9FA1-B16BDF676493}"/>
              </a:ext>
            </a:extLst>
          </p:cNvPr>
          <p:cNvCxnSpPr>
            <a:cxnSpLocks/>
            <a:stCxn id="368" idx="3"/>
            <a:endCxn id="361" idx="1"/>
          </p:cNvCxnSpPr>
          <p:nvPr/>
        </p:nvCxnSpPr>
        <p:spPr>
          <a:xfrm>
            <a:off x="4217309" y="5471272"/>
            <a:ext cx="45388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직사각형 362">
            <a:extLst>
              <a:ext uri="{FF2B5EF4-FFF2-40B4-BE49-F238E27FC236}">
                <a16:creationId xmlns:a16="http://schemas.microsoft.com/office/drawing/2014/main" id="{A0793E82-4798-4B1A-B597-08D06723D3A7}"/>
              </a:ext>
            </a:extLst>
          </p:cNvPr>
          <p:cNvSpPr/>
          <p:nvPr/>
        </p:nvSpPr>
        <p:spPr>
          <a:xfrm>
            <a:off x="47225" y="5031270"/>
            <a:ext cx="245291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</p:txBody>
      </p:sp>
      <p:sp>
        <p:nvSpPr>
          <p:cNvPr id="364" name="직사각형 363">
            <a:extLst>
              <a:ext uri="{FF2B5EF4-FFF2-40B4-BE49-F238E27FC236}">
                <a16:creationId xmlns:a16="http://schemas.microsoft.com/office/drawing/2014/main" id="{EF845DC5-A2C0-42C4-BFBF-54A4A5A4E270}"/>
              </a:ext>
            </a:extLst>
          </p:cNvPr>
          <p:cNvSpPr/>
          <p:nvPr/>
        </p:nvSpPr>
        <p:spPr>
          <a:xfrm>
            <a:off x="47226" y="5348161"/>
            <a:ext cx="24529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ko-KR" alt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65" name="직선 화살표 연결선 364">
            <a:extLst>
              <a:ext uri="{FF2B5EF4-FFF2-40B4-BE49-F238E27FC236}">
                <a16:creationId xmlns:a16="http://schemas.microsoft.com/office/drawing/2014/main" id="{44FBB911-3527-4F0B-99EB-9B669441BA6C}"/>
              </a:ext>
            </a:extLst>
          </p:cNvPr>
          <p:cNvCxnSpPr>
            <a:cxnSpLocks/>
            <a:stCxn id="363" idx="3"/>
            <a:endCxn id="367" idx="1"/>
          </p:cNvCxnSpPr>
          <p:nvPr/>
        </p:nvCxnSpPr>
        <p:spPr>
          <a:xfrm>
            <a:off x="2500141" y="5154381"/>
            <a:ext cx="105699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직선 화살표 연결선 365">
            <a:extLst>
              <a:ext uri="{FF2B5EF4-FFF2-40B4-BE49-F238E27FC236}">
                <a16:creationId xmlns:a16="http://schemas.microsoft.com/office/drawing/2014/main" id="{A9E527A8-760E-4193-95F5-68032A11055E}"/>
              </a:ext>
            </a:extLst>
          </p:cNvPr>
          <p:cNvCxnSpPr>
            <a:cxnSpLocks/>
            <a:stCxn id="364" idx="3"/>
            <a:endCxn id="368" idx="1"/>
          </p:cNvCxnSpPr>
          <p:nvPr/>
        </p:nvCxnSpPr>
        <p:spPr>
          <a:xfrm>
            <a:off x="2500141" y="5471272"/>
            <a:ext cx="103236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직사각형 366">
            <a:extLst>
              <a:ext uri="{FF2B5EF4-FFF2-40B4-BE49-F238E27FC236}">
                <a16:creationId xmlns:a16="http://schemas.microsoft.com/office/drawing/2014/main" id="{0603C77D-CE54-49F5-BF08-12670C2ED0FA}"/>
              </a:ext>
            </a:extLst>
          </p:cNvPr>
          <p:cNvSpPr/>
          <p:nvPr/>
        </p:nvSpPr>
        <p:spPr>
          <a:xfrm>
            <a:off x="3557139" y="5031270"/>
            <a:ext cx="68480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[is_cut_by]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8" name="직사각형 367">
            <a:extLst>
              <a:ext uri="{FF2B5EF4-FFF2-40B4-BE49-F238E27FC236}">
                <a16:creationId xmlns:a16="http://schemas.microsoft.com/office/drawing/2014/main" id="{68EF6F7C-1A7D-4A6A-8387-B78B1E27E95B}"/>
              </a:ext>
            </a:extLst>
          </p:cNvPr>
          <p:cNvSpPr/>
          <p:nvPr/>
        </p:nvSpPr>
        <p:spPr>
          <a:xfrm>
            <a:off x="3532506" y="5348161"/>
            <a:ext cx="68480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[is_cut_by]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9" name="직사각형 368">
            <a:extLst>
              <a:ext uri="{FF2B5EF4-FFF2-40B4-BE49-F238E27FC236}">
                <a16:creationId xmlns:a16="http://schemas.microsoft.com/office/drawing/2014/main" id="{8DB8FED0-9B60-495F-8D9D-581CD3B68B61}"/>
              </a:ext>
            </a:extLst>
          </p:cNvPr>
          <p:cNvSpPr/>
          <p:nvPr/>
        </p:nvSpPr>
        <p:spPr>
          <a:xfrm>
            <a:off x="5789167" y="5665051"/>
            <a:ext cx="18004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모노셀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70" name="직선 화살표 연결선 369">
            <a:extLst>
              <a:ext uri="{FF2B5EF4-FFF2-40B4-BE49-F238E27FC236}">
                <a16:creationId xmlns:a16="http://schemas.microsoft.com/office/drawing/2014/main" id="{55E7E546-75D4-474F-8A8C-0296D11D7C50}"/>
              </a:ext>
            </a:extLst>
          </p:cNvPr>
          <p:cNvCxnSpPr>
            <a:cxnSpLocks/>
            <a:stCxn id="373" idx="3"/>
            <a:endCxn id="369" idx="1"/>
          </p:cNvCxnSpPr>
          <p:nvPr/>
        </p:nvCxnSpPr>
        <p:spPr>
          <a:xfrm>
            <a:off x="5541186" y="5788162"/>
            <a:ext cx="2479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직사각형 370">
            <a:extLst>
              <a:ext uri="{FF2B5EF4-FFF2-40B4-BE49-F238E27FC236}">
                <a16:creationId xmlns:a16="http://schemas.microsoft.com/office/drawing/2014/main" id="{FEDD36B4-AE43-40AF-9B8E-054895FADA24}"/>
              </a:ext>
            </a:extLst>
          </p:cNvPr>
          <p:cNvSpPr/>
          <p:nvPr/>
        </p:nvSpPr>
        <p:spPr>
          <a:xfrm>
            <a:off x="47225" y="5665051"/>
            <a:ext cx="47248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(Cut)_Final Cut_</a:t>
            </a:r>
            <a:r>
              <a:rPr lang="ko-KR" altLang="en-US" sz="8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72" name="직선 화살표 연결선 371">
            <a:extLst>
              <a:ext uri="{FF2B5EF4-FFF2-40B4-BE49-F238E27FC236}">
                <a16:creationId xmlns:a16="http://schemas.microsoft.com/office/drawing/2014/main" id="{211EB260-2244-49E5-82EC-E4CC41F60F60}"/>
              </a:ext>
            </a:extLst>
          </p:cNvPr>
          <p:cNvCxnSpPr>
            <a:cxnSpLocks/>
            <a:stCxn id="371" idx="3"/>
            <a:endCxn id="373" idx="1"/>
          </p:cNvCxnSpPr>
          <p:nvPr/>
        </p:nvCxnSpPr>
        <p:spPr>
          <a:xfrm>
            <a:off x="4772025" y="5788162"/>
            <a:ext cx="9718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직사각형 372">
            <a:extLst>
              <a:ext uri="{FF2B5EF4-FFF2-40B4-BE49-F238E27FC236}">
                <a16:creationId xmlns:a16="http://schemas.microsoft.com/office/drawing/2014/main" id="{5DE9E47F-0DA5-4FAB-BF89-566140662F1B}"/>
              </a:ext>
            </a:extLst>
          </p:cNvPr>
          <p:cNvSpPr/>
          <p:nvPr/>
        </p:nvSpPr>
        <p:spPr>
          <a:xfrm>
            <a:off x="4869207" y="5665051"/>
            <a:ext cx="67197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[produces]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8" name="직사각형 377">
            <a:extLst>
              <a:ext uri="{FF2B5EF4-FFF2-40B4-BE49-F238E27FC236}">
                <a16:creationId xmlns:a16="http://schemas.microsoft.com/office/drawing/2014/main" id="{29AB8665-52C6-437D-9E3D-6BC84170ACFD}"/>
              </a:ext>
            </a:extLst>
          </p:cNvPr>
          <p:cNvSpPr/>
          <p:nvPr/>
        </p:nvSpPr>
        <p:spPr>
          <a:xfrm>
            <a:off x="9249398" y="561875"/>
            <a:ext cx="5677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dirty="0"/>
          </a:p>
        </p:txBody>
      </p:sp>
      <p:sp>
        <p:nvSpPr>
          <p:cNvPr id="379" name="직사각형 378">
            <a:extLst>
              <a:ext uri="{FF2B5EF4-FFF2-40B4-BE49-F238E27FC236}">
                <a16:creationId xmlns:a16="http://schemas.microsoft.com/office/drawing/2014/main" id="{B9514A73-19BB-483E-961C-445BDABE3400}"/>
              </a:ext>
            </a:extLst>
          </p:cNvPr>
          <p:cNvSpPr/>
          <p:nvPr/>
        </p:nvSpPr>
        <p:spPr>
          <a:xfrm>
            <a:off x="4671192" y="5968344"/>
            <a:ext cx="46410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설비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(Cut),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(Cut),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(Cut),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 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80" name="직선 화살표 연결선 379">
            <a:extLst>
              <a:ext uri="{FF2B5EF4-FFF2-40B4-BE49-F238E27FC236}">
                <a16:creationId xmlns:a16="http://schemas.microsoft.com/office/drawing/2014/main" id="{AA6F862E-9209-4838-81DC-7864EED20894}"/>
              </a:ext>
            </a:extLst>
          </p:cNvPr>
          <p:cNvCxnSpPr>
            <a:cxnSpLocks/>
            <a:stCxn id="383" idx="3"/>
            <a:endCxn id="379" idx="1"/>
          </p:cNvCxnSpPr>
          <p:nvPr/>
        </p:nvCxnSpPr>
        <p:spPr>
          <a:xfrm>
            <a:off x="4297573" y="6091455"/>
            <a:ext cx="37361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20B6B35C-3071-47E5-8D63-6672D93A5DEB}"/>
              </a:ext>
            </a:extLst>
          </p:cNvPr>
          <p:cNvSpPr/>
          <p:nvPr/>
        </p:nvSpPr>
        <p:spPr>
          <a:xfrm>
            <a:off x="47226" y="5968344"/>
            <a:ext cx="24529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(Class)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모노셀</a:t>
            </a:r>
            <a:endParaRPr lang="ko-KR" alt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82" name="직선 화살표 연결선 381">
            <a:extLst>
              <a:ext uri="{FF2B5EF4-FFF2-40B4-BE49-F238E27FC236}">
                <a16:creationId xmlns:a16="http://schemas.microsoft.com/office/drawing/2014/main" id="{FA153BB4-6344-42F1-81C2-7DD51A9A6118}"/>
              </a:ext>
            </a:extLst>
          </p:cNvPr>
          <p:cNvCxnSpPr>
            <a:cxnSpLocks/>
            <a:stCxn id="381" idx="3"/>
            <a:endCxn id="383" idx="1"/>
          </p:cNvCxnSpPr>
          <p:nvPr/>
        </p:nvCxnSpPr>
        <p:spPr>
          <a:xfrm>
            <a:off x="2500141" y="6091455"/>
            <a:ext cx="79363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E7766895-B335-46D6-950B-E00906A2A399}"/>
              </a:ext>
            </a:extLst>
          </p:cNvPr>
          <p:cNvSpPr/>
          <p:nvPr/>
        </p:nvSpPr>
        <p:spPr>
          <a:xfrm>
            <a:off x="3293772" y="5968344"/>
            <a:ext cx="10038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[is_composed_of]</a:t>
            </a:r>
            <a:endParaRPr lang="ko-KR" altLang="en-US" sz="1000" dirty="0">
              <a:solidFill>
                <a:srgbClr val="FF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963818-E988-E69C-4E05-3325A3B97E18}"/>
              </a:ext>
            </a:extLst>
          </p:cNvPr>
          <p:cNvSpPr/>
          <p:nvPr/>
        </p:nvSpPr>
        <p:spPr>
          <a:xfrm>
            <a:off x="0" y="1184988"/>
            <a:ext cx="9906000" cy="5243803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02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DA5B6-73E9-400F-9CE5-12EBF6541511}"/>
              </a:ext>
            </a:extLst>
          </p:cNvPr>
          <p:cNvSpPr txBox="1"/>
          <p:nvPr/>
        </p:nvSpPr>
        <p:spPr>
          <a:xfrm>
            <a:off x="7939143" y="37471"/>
            <a:ext cx="2012089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DX.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기획팀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신낙천 선임</a:t>
            </a:r>
            <a:endParaRPr kumimoji="0" lang="en-US" altLang="ko-KR" sz="10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0" name="제목 3">
            <a:extLst>
              <a:ext uri="{FF2B5EF4-FFF2-40B4-BE49-F238E27FC236}">
                <a16:creationId xmlns:a16="http://schemas.microsoft.com/office/drawing/2014/main" id="{5CB4ED72-0FD2-4B8B-B809-A589516A0E1A}"/>
              </a:ext>
            </a:extLst>
          </p:cNvPr>
          <p:cNvSpPr txBox="1">
            <a:spLocks/>
          </p:cNvSpPr>
          <p:nvPr/>
        </p:nvSpPr>
        <p:spPr>
          <a:xfrm>
            <a:off x="121795" y="150279"/>
            <a:ext cx="3594800" cy="38427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fontAlgn="base">
              <a:lnSpc>
                <a:spcPct val="113000"/>
              </a:lnSpc>
              <a:spcAft>
                <a:spcPct val="0"/>
              </a:spcAft>
              <a:defRPr/>
            </a:pP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Ontology PoC </a:t>
            </a:r>
            <a:r>
              <a:rPr kumimoji="1" lang="ko-KR" altLang="en-US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설계도</a:t>
            </a: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 _</a:t>
            </a:r>
            <a:r>
              <a:rPr kumimoji="1" lang="en-US" altLang="ko-KR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Relation </a:t>
            </a:r>
            <a:r>
              <a:rPr kumimoji="1" lang="ko-KR" altLang="en-US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정의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(4/X)</a:t>
            </a:r>
            <a:endParaRPr kumimoji="1" lang="ko-KR" altLang="en-US" i="0" u="none" strike="noStrike" kern="1200" cap="none" spc="0" normalizeH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Arial" panose="020B0604020202020204" pitchFamily="34" charset="0"/>
              <a:sym typeface="Wingdings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D35BAB4B-6C3A-4F0A-8B0B-AA619B4CBDD1}"/>
              </a:ext>
            </a:extLst>
          </p:cNvPr>
          <p:cNvSpPr/>
          <p:nvPr/>
        </p:nvSpPr>
        <p:spPr>
          <a:xfrm>
            <a:off x="0" y="1135559"/>
            <a:ext cx="269779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11.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CD3939AF-4FDF-419F-9DE4-669060AC99FA}"/>
              </a:ext>
            </a:extLst>
          </p:cNvPr>
          <p:cNvSpPr/>
          <p:nvPr/>
        </p:nvSpPr>
        <p:spPr>
          <a:xfrm>
            <a:off x="3254526" y="1135559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[is_smaller_than]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FB05CDAB-7DEE-4742-831C-799562C12927}"/>
              </a:ext>
            </a:extLst>
          </p:cNvPr>
          <p:cNvSpPr/>
          <p:nvPr/>
        </p:nvSpPr>
        <p:spPr>
          <a:xfrm>
            <a:off x="4715824" y="1135559"/>
            <a:ext cx="21755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0A65315A-6518-4DAC-937B-CE973C32E89A}"/>
              </a:ext>
            </a:extLst>
          </p:cNvPr>
          <p:cNvCxnSpPr>
            <a:cxnSpLocks/>
            <a:stCxn id="135" idx="3"/>
            <a:endCxn id="143" idx="1"/>
          </p:cNvCxnSpPr>
          <p:nvPr/>
        </p:nvCxnSpPr>
        <p:spPr>
          <a:xfrm>
            <a:off x="2697797" y="1258670"/>
            <a:ext cx="55672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EC946406-BE9B-4615-B9FD-D100BE9B00DB}"/>
              </a:ext>
            </a:extLst>
          </p:cNvPr>
          <p:cNvCxnSpPr>
            <a:cxnSpLocks/>
            <a:stCxn id="143" idx="3"/>
            <a:endCxn id="151" idx="1"/>
          </p:cNvCxnSpPr>
          <p:nvPr/>
        </p:nvCxnSpPr>
        <p:spPr>
          <a:xfrm>
            <a:off x="4231075" y="1258670"/>
            <a:ext cx="48474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C11289F2-1812-47EC-B4B5-2C3EB2A562F9}"/>
              </a:ext>
            </a:extLst>
          </p:cNvPr>
          <p:cNvSpPr/>
          <p:nvPr/>
        </p:nvSpPr>
        <p:spPr>
          <a:xfrm>
            <a:off x="-1" y="1292173"/>
            <a:ext cx="269779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3F3385-EC4E-424F-9B1F-48984DF59483}"/>
              </a:ext>
            </a:extLst>
          </p:cNvPr>
          <p:cNvSpPr/>
          <p:nvPr/>
        </p:nvSpPr>
        <p:spPr>
          <a:xfrm>
            <a:off x="3254526" y="1292173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[is_smaller_than]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FA1C0864-4DD2-450A-B915-0103044B61EA}"/>
              </a:ext>
            </a:extLst>
          </p:cNvPr>
          <p:cNvSpPr/>
          <p:nvPr/>
        </p:nvSpPr>
        <p:spPr>
          <a:xfrm>
            <a:off x="4715824" y="1292173"/>
            <a:ext cx="31486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(Cut),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161AE0EA-8569-4CCF-A823-A4976CE7109C}"/>
              </a:ext>
            </a:extLst>
          </p:cNvPr>
          <p:cNvCxnSpPr>
            <a:cxnSpLocks/>
            <a:stCxn id="157" idx="3"/>
            <a:endCxn id="158" idx="1"/>
          </p:cNvCxnSpPr>
          <p:nvPr/>
        </p:nvCxnSpPr>
        <p:spPr>
          <a:xfrm>
            <a:off x="2697796" y="1415284"/>
            <a:ext cx="55673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05A9EB5-B3C0-429C-9ECC-02EC6E28BA12}"/>
              </a:ext>
            </a:extLst>
          </p:cNvPr>
          <p:cNvCxnSpPr>
            <a:cxnSpLocks/>
            <a:stCxn id="158" idx="3"/>
            <a:endCxn id="160" idx="1"/>
          </p:cNvCxnSpPr>
          <p:nvPr/>
        </p:nvCxnSpPr>
        <p:spPr>
          <a:xfrm>
            <a:off x="4231075" y="1415284"/>
            <a:ext cx="48474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668C1177-BA61-4ED5-978B-D070E5E0602A}"/>
              </a:ext>
            </a:extLst>
          </p:cNvPr>
          <p:cNvSpPr/>
          <p:nvPr/>
        </p:nvSpPr>
        <p:spPr>
          <a:xfrm>
            <a:off x="4946016" y="956002"/>
            <a:ext cx="2993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크기가 분리막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&gt;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라는 것을 정의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CC1077B5-C296-4B05-9795-3B71802C2FEF}"/>
              </a:ext>
            </a:extLst>
          </p:cNvPr>
          <p:cNvSpPr/>
          <p:nvPr/>
        </p:nvSpPr>
        <p:spPr>
          <a:xfrm>
            <a:off x="0" y="1569948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12.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E68007CC-9990-40D8-98B2-D03590A9311C}"/>
              </a:ext>
            </a:extLst>
          </p:cNvPr>
          <p:cNvSpPr/>
          <p:nvPr/>
        </p:nvSpPr>
        <p:spPr>
          <a:xfrm>
            <a:off x="3131736" y="1569948"/>
            <a:ext cx="1072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[is_surrounded_by]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56932C55-52BF-472E-87CC-DDE1CCCD498F}"/>
              </a:ext>
            </a:extLst>
          </p:cNvPr>
          <p:cNvSpPr/>
          <p:nvPr/>
        </p:nvSpPr>
        <p:spPr>
          <a:xfrm>
            <a:off x="4715824" y="1569948"/>
            <a:ext cx="31486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(Cut),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FB9E10A1-14BC-4369-84C9-9E5DE30151B9}"/>
              </a:ext>
            </a:extLst>
          </p:cNvPr>
          <p:cNvCxnSpPr>
            <a:cxnSpLocks/>
            <a:stCxn id="164" idx="3"/>
            <a:endCxn id="166" idx="1"/>
          </p:cNvCxnSpPr>
          <p:nvPr/>
        </p:nvCxnSpPr>
        <p:spPr>
          <a:xfrm>
            <a:off x="2381250" y="1693059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5AAA2CFF-D8C0-436D-8D29-43800026F618}"/>
              </a:ext>
            </a:extLst>
          </p:cNvPr>
          <p:cNvCxnSpPr>
            <a:cxnSpLocks/>
            <a:stCxn id="166" idx="3"/>
            <a:endCxn id="167" idx="1"/>
          </p:cNvCxnSpPr>
          <p:nvPr/>
        </p:nvCxnSpPr>
        <p:spPr>
          <a:xfrm>
            <a:off x="4204466" y="1693059"/>
            <a:ext cx="51135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0D1AEDF-13BD-4037-AC30-AB2C44C7B3AE}"/>
              </a:ext>
            </a:extLst>
          </p:cNvPr>
          <p:cNvSpPr/>
          <p:nvPr/>
        </p:nvSpPr>
        <p:spPr>
          <a:xfrm>
            <a:off x="0" y="1726562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01D40D93-FC2C-45B4-A35F-860776B6C7F1}"/>
              </a:ext>
            </a:extLst>
          </p:cNvPr>
          <p:cNvSpPr/>
          <p:nvPr/>
        </p:nvSpPr>
        <p:spPr>
          <a:xfrm>
            <a:off x="3131736" y="1726562"/>
            <a:ext cx="1072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[is_surrounded_by]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CBED8F1E-BD57-44FD-AD73-D5E22317A61C}"/>
              </a:ext>
            </a:extLst>
          </p:cNvPr>
          <p:cNvSpPr/>
          <p:nvPr/>
        </p:nvSpPr>
        <p:spPr>
          <a:xfrm>
            <a:off x="4715824" y="1726562"/>
            <a:ext cx="21755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7FF501B1-8225-4DA7-94F4-CDE75EA29E00}"/>
              </a:ext>
            </a:extLst>
          </p:cNvPr>
          <p:cNvCxnSpPr>
            <a:cxnSpLocks/>
            <a:stCxn id="172" idx="3"/>
            <a:endCxn id="173" idx="1"/>
          </p:cNvCxnSpPr>
          <p:nvPr/>
        </p:nvCxnSpPr>
        <p:spPr>
          <a:xfrm>
            <a:off x="2381250" y="1849673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5B4B7594-1BBC-4CA6-B0DD-D3D1F2589E5A}"/>
              </a:ext>
            </a:extLst>
          </p:cNvPr>
          <p:cNvCxnSpPr>
            <a:cxnSpLocks/>
            <a:stCxn id="173" idx="3"/>
            <a:endCxn id="175" idx="1"/>
          </p:cNvCxnSpPr>
          <p:nvPr/>
        </p:nvCxnSpPr>
        <p:spPr>
          <a:xfrm>
            <a:off x="4204466" y="1849673"/>
            <a:ext cx="51135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85553DDA-A892-4594-B086-13652D031C91}"/>
              </a:ext>
            </a:extLst>
          </p:cNvPr>
          <p:cNvSpPr/>
          <p:nvPr/>
        </p:nvSpPr>
        <p:spPr>
          <a:xfrm>
            <a:off x="5357868" y="1874533"/>
            <a:ext cx="39549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11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번에서 정의한 크기 뿐만 아니라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음극의 사면은 분리막 사면안에 둘러 쌓여 있고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양극의 사면은 음극의 사면에 둘러 쌓여 있다는 것을 정의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238EA3A-02FA-4C62-BAF6-6D4D679ED75C}"/>
              </a:ext>
            </a:extLst>
          </p:cNvPr>
          <p:cNvSpPr/>
          <p:nvPr/>
        </p:nvSpPr>
        <p:spPr>
          <a:xfrm>
            <a:off x="0" y="2221373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13.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BBAFA9-24E0-47B5-9550-BC27FFBC1C0A}"/>
              </a:ext>
            </a:extLst>
          </p:cNvPr>
          <p:cNvSpPr/>
          <p:nvPr/>
        </p:nvSpPr>
        <p:spPr>
          <a:xfrm>
            <a:off x="3131736" y="2221373"/>
            <a:ext cx="83388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[is_a_type_of]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205308-E506-4D24-AA8C-6CB3970AFFE3}"/>
              </a:ext>
            </a:extLst>
          </p:cNvPr>
          <p:cNvSpPr/>
          <p:nvPr/>
        </p:nvSpPr>
        <p:spPr>
          <a:xfrm>
            <a:off x="4715824" y="2221373"/>
            <a:ext cx="18774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D3A206A-6C9E-4B10-B2CF-045068265C9D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2381250" y="2344484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AA5E59B-2E30-4F55-BFB6-9828D68CF2C3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3965619" y="2344484"/>
            <a:ext cx="75020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45F5D4-DAFE-4DCF-88C9-882AE50534E8}"/>
              </a:ext>
            </a:extLst>
          </p:cNvPr>
          <p:cNvSpPr/>
          <p:nvPr/>
        </p:nvSpPr>
        <p:spPr>
          <a:xfrm>
            <a:off x="0" y="2413038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051BF84-9D9C-4570-99AC-0B6477C0A617}"/>
              </a:ext>
            </a:extLst>
          </p:cNvPr>
          <p:cNvSpPr/>
          <p:nvPr/>
        </p:nvSpPr>
        <p:spPr>
          <a:xfrm>
            <a:off x="3131736" y="2413038"/>
            <a:ext cx="83388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[is_a_type_of]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6AD95EA-6C17-4964-91DE-B1E0A5A44F49}"/>
              </a:ext>
            </a:extLst>
          </p:cNvPr>
          <p:cNvSpPr/>
          <p:nvPr/>
        </p:nvSpPr>
        <p:spPr>
          <a:xfrm>
            <a:off x="4715824" y="2413038"/>
            <a:ext cx="176041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D5D9EF3-E504-4B46-8C9F-5612105E439B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2381250" y="2536149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F9D8FB8-9E25-4C84-ABE4-108EB40F87E6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3965619" y="2536149"/>
            <a:ext cx="75020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DB78C90-D3FE-4225-9B7F-815DBC115505}"/>
              </a:ext>
            </a:extLst>
          </p:cNvPr>
          <p:cNvSpPr/>
          <p:nvPr/>
        </p:nvSpPr>
        <p:spPr>
          <a:xfrm>
            <a:off x="0" y="2604703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17657C7-82DD-4A0F-A387-FA8F3909A07D}"/>
              </a:ext>
            </a:extLst>
          </p:cNvPr>
          <p:cNvSpPr/>
          <p:nvPr/>
        </p:nvSpPr>
        <p:spPr>
          <a:xfrm>
            <a:off x="3131736" y="2604703"/>
            <a:ext cx="83388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[is_a_type_of]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6009B0D-EB79-4A8F-A0CF-3DDA74A2F6C3}"/>
              </a:ext>
            </a:extLst>
          </p:cNvPr>
          <p:cNvSpPr/>
          <p:nvPr/>
        </p:nvSpPr>
        <p:spPr>
          <a:xfrm>
            <a:off x="4715824" y="2604703"/>
            <a:ext cx="19175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Separator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BC9DF40-7C40-40FC-B2BB-2CDEE19CC37B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2381250" y="2727814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EE40FE1-C25E-48B0-8C62-97F4DD110D51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3965619" y="2727814"/>
            <a:ext cx="75020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E0DB672-EDA1-4347-8ADB-E56A84FDDBE5}"/>
              </a:ext>
            </a:extLst>
          </p:cNvPr>
          <p:cNvSpPr/>
          <p:nvPr/>
        </p:nvSpPr>
        <p:spPr>
          <a:xfrm>
            <a:off x="0" y="2796367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A653A20-E776-47D0-8A76-B85631D895B4}"/>
              </a:ext>
            </a:extLst>
          </p:cNvPr>
          <p:cNvSpPr/>
          <p:nvPr/>
        </p:nvSpPr>
        <p:spPr>
          <a:xfrm>
            <a:off x="3131736" y="2796367"/>
            <a:ext cx="83388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[is_a_type_of]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25C1617-8706-46C8-B995-365A27896B45}"/>
              </a:ext>
            </a:extLst>
          </p:cNvPr>
          <p:cNvSpPr/>
          <p:nvPr/>
        </p:nvSpPr>
        <p:spPr>
          <a:xfrm>
            <a:off x="4715824" y="2796367"/>
            <a:ext cx="19175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Separator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C83AF85-9509-4583-B668-1CD575887153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2381250" y="2919478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463BA48E-9D31-457D-AFD5-5419DEFA4C8F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3965619" y="2919478"/>
            <a:ext cx="75020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B54DCC2-C30D-4CFF-9DBC-E19C7B974176}"/>
              </a:ext>
            </a:extLst>
          </p:cNvPr>
          <p:cNvSpPr/>
          <p:nvPr/>
        </p:nvSpPr>
        <p:spPr>
          <a:xfrm>
            <a:off x="6476242" y="2255103"/>
            <a:ext cx="29001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전극은 양극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전극은 음극 이라는 것을 정의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3200" b="1" dirty="0">
              <a:solidFill>
                <a:srgbClr val="0066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22E241F-F11A-4E97-BE83-694E3D9436B9}"/>
              </a:ext>
            </a:extLst>
          </p:cNvPr>
          <p:cNvSpPr/>
          <p:nvPr/>
        </p:nvSpPr>
        <p:spPr>
          <a:xfrm>
            <a:off x="0" y="3201342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14.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5F8E302-1C81-4988-8C5F-313E8B4687BC}"/>
              </a:ext>
            </a:extLst>
          </p:cNvPr>
          <p:cNvSpPr/>
          <p:nvPr/>
        </p:nvSpPr>
        <p:spPr>
          <a:xfrm>
            <a:off x="3131736" y="3201342"/>
            <a:ext cx="10374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[has_abbreviation]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96EB499-F51B-4386-8224-89C9B8A6A421}"/>
              </a:ext>
            </a:extLst>
          </p:cNvPr>
          <p:cNvSpPr/>
          <p:nvPr/>
        </p:nvSpPr>
        <p:spPr>
          <a:xfrm>
            <a:off x="4715824" y="3201342"/>
            <a:ext cx="26000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E5186A3-1375-472C-855A-DD435D953DF4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2381250" y="3324453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AF41164-2751-4D4E-9E45-A51FF8AA6F71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4169199" y="3324453"/>
            <a:ext cx="54662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6201284-F4F5-438B-87A1-D9196F51603C}"/>
              </a:ext>
            </a:extLst>
          </p:cNvPr>
          <p:cNvSpPr/>
          <p:nvPr/>
        </p:nvSpPr>
        <p:spPr>
          <a:xfrm>
            <a:off x="0" y="3393007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262FEC5-7B86-4BF5-8B1A-ED1CF70FBD39}"/>
              </a:ext>
            </a:extLst>
          </p:cNvPr>
          <p:cNvSpPr/>
          <p:nvPr/>
        </p:nvSpPr>
        <p:spPr>
          <a:xfrm>
            <a:off x="3131736" y="3393007"/>
            <a:ext cx="10374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[has_abbreviation]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D9093B3-0DCE-4041-866F-8D086C497354}"/>
              </a:ext>
            </a:extLst>
          </p:cNvPr>
          <p:cNvSpPr/>
          <p:nvPr/>
        </p:nvSpPr>
        <p:spPr>
          <a:xfrm>
            <a:off x="4715824" y="3393007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272FFED9-A821-452C-9588-A51CFAD7FEDA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2381250" y="3516118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17CA3EE-1599-435F-977E-9BE2FE6851C1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4169199" y="3516118"/>
            <a:ext cx="54662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5A859D1-7B9A-40EF-8F06-35FDB3E107D1}"/>
              </a:ext>
            </a:extLst>
          </p:cNvPr>
          <p:cNvSpPr/>
          <p:nvPr/>
        </p:nvSpPr>
        <p:spPr>
          <a:xfrm>
            <a:off x="0" y="3584672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Separator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66FEA24-F849-4A64-A001-C5F77E701D36}"/>
              </a:ext>
            </a:extLst>
          </p:cNvPr>
          <p:cNvSpPr/>
          <p:nvPr/>
        </p:nvSpPr>
        <p:spPr>
          <a:xfrm>
            <a:off x="3131736" y="3584672"/>
            <a:ext cx="10374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[has_abbreviation]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BAFCC84-3AC3-475D-AD3D-B5A594E7ADCD}"/>
              </a:ext>
            </a:extLst>
          </p:cNvPr>
          <p:cNvSpPr/>
          <p:nvPr/>
        </p:nvSpPr>
        <p:spPr>
          <a:xfrm>
            <a:off x="4715824" y="3584672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0CDB236A-23FC-4826-9292-1A36D796FE8B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>
            <a:off x="2381250" y="3707783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70F8967-9FA9-42A9-AF7C-E5FBF0CABDF0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4169199" y="3707783"/>
            <a:ext cx="54662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219637C-2CA6-4529-A5F7-7E6AF3882FB4}"/>
              </a:ext>
            </a:extLst>
          </p:cNvPr>
          <p:cNvSpPr/>
          <p:nvPr/>
        </p:nvSpPr>
        <p:spPr>
          <a:xfrm>
            <a:off x="4953000" y="3269896"/>
            <a:ext cx="42963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위치 불량 명칭이 의미하는 바에 대해서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LLM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에게 이해시키기 위해서 약자를 정의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3200" b="1" dirty="0">
              <a:solidFill>
                <a:srgbClr val="006600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6344203-7CA4-4D8F-8604-5B2C1597539E}"/>
              </a:ext>
            </a:extLst>
          </p:cNvPr>
          <p:cNvSpPr/>
          <p:nvPr/>
        </p:nvSpPr>
        <p:spPr>
          <a:xfrm>
            <a:off x="0" y="3923523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15.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AC_Gap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21B08FB-11D4-4EF9-8262-3199C8DC6F7D}"/>
              </a:ext>
            </a:extLst>
          </p:cNvPr>
          <p:cNvSpPr/>
          <p:nvPr/>
        </p:nvSpPr>
        <p:spPr>
          <a:xfrm>
            <a:off x="3131736" y="3923523"/>
            <a:ext cx="13837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[measures_gap_between]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5DE957A-719F-4215-9ED1-C8B1981CCDEB}"/>
              </a:ext>
            </a:extLst>
          </p:cNvPr>
          <p:cNvSpPr/>
          <p:nvPr/>
        </p:nvSpPr>
        <p:spPr>
          <a:xfrm>
            <a:off x="4971022" y="3923523"/>
            <a:ext cx="219803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Cathode, anode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2078B4F2-7CCB-4E4B-B8E2-A3784EE8C298}"/>
              </a:ext>
            </a:extLst>
          </p:cNvPr>
          <p:cNvCxnSpPr>
            <a:cxnSpLocks/>
          </p:cNvCxnSpPr>
          <p:nvPr/>
        </p:nvCxnSpPr>
        <p:spPr>
          <a:xfrm>
            <a:off x="2381250" y="3880295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2B184E0-AD59-471E-BBF1-2CB64FFCD03A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4515448" y="4046634"/>
            <a:ext cx="45557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6F234A6-F4E3-405F-836C-83F6868052AC}"/>
              </a:ext>
            </a:extLst>
          </p:cNvPr>
          <p:cNvSpPr/>
          <p:nvPr/>
        </p:nvSpPr>
        <p:spPr>
          <a:xfrm>
            <a:off x="0" y="4115188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AS_Gap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40D15CE-A4F2-4558-ABA0-0F996566F1FB}"/>
              </a:ext>
            </a:extLst>
          </p:cNvPr>
          <p:cNvSpPr/>
          <p:nvPr/>
        </p:nvSpPr>
        <p:spPr>
          <a:xfrm>
            <a:off x="3131736" y="4115188"/>
            <a:ext cx="13837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[measures_gap_between]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5F4C033-A81E-48FF-9599-988E52F51381}"/>
              </a:ext>
            </a:extLst>
          </p:cNvPr>
          <p:cNvSpPr/>
          <p:nvPr/>
        </p:nvSpPr>
        <p:spPr>
          <a:xfrm>
            <a:off x="4971022" y="4115188"/>
            <a:ext cx="22765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Anode, Separator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56B74AD-7F6E-474B-AD19-87747752E9CF}"/>
              </a:ext>
            </a:extLst>
          </p:cNvPr>
          <p:cNvCxnSpPr>
            <a:cxnSpLocks/>
            <a:stCxn id="69" idx="3"/>
            <a:endCxn id="70" idx="1"/>
          </p:cNvCxnSpPr>
          <p:nvPr/>
        </p:nvCxnSpPr>
        <p:spPr>
          <a:xfrm>
            <a:off x="2381250" y="4238299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F182C50A-07C3-4514-8795-40AD548C48A6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4515448" y="4238299"/>
            <a:ext cx="45557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1414A5A-E224-4DC4-AAA1-F7D1F84A7357}"/>
              </a:ext>
            </a:extLst>
          </p:cNvPr>
          <p:cNvSpPr/>
          <p:nvPr/>
        </p:nvSpPr>
        <p:spPr>
          <a:xfrm>
            <a:off x="0" y="4306853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CS_Gap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1114204-EA65-4491-B84E-96E68CCE12F3}"/>
              </a:ext>
            </a:extLst>
          </p:cNvPr>
          <p:cNvSpPr/>
          <p:nvPr/>
        </p:nvSpPr>
        <p:spPr>
          <a:xfrm>
            <a:off x="3131736" y="4306853"/>
            <a:ext cx="13837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[measures_gap_between]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ECF2EBD-8364-4A4C-8D16-4BEB21394E5A}"/>
              </a:ext>
            </a:extLst>
          </p:cNvPr>
          <p:cNvSpPr/>
          <p:nvPr/>
        </p:nvSpPr>
        <p:spPr>
          <a:xfrm>
            <a:off x="4971022" y="4306853"/>
            <a:ext cx="23679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Cathode, Separator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73E206F-3553-421C-B008-1DBDD7D40542}"/>
              </a:ext>
            </a:extLst>
          </p:cNvPr>
          <p:cNvCxnSpPr>
            <a:cxnSpLocks/>
            <a:stCxn id="74" idx="3"/>
            <a:endCxn id="75" idx="1"/>
          </p:cNvCxnSpPr>
          <p:nvPr/>
        </p:nvCxnSpPr>
        <p:spPr>
          <a:xfrm>
            <a:off x="2381250" y="4429964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45B92629-8BAD-42D8-8E67-2CF23F147EF6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>
          <a:xfrm>
            <a:off x="4515448" y="4429964"/>
            <a:ext cx="45557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461D83AE-C842-47F1-A0B2-258195638895}"/>
              </a:ext>
            </a:extLst>
          </p:cNvPr>
          <p:cNvSpPr/>
          <p:nvPr/>
        </p:nvSpPr>
        <p:spPr>
          <a:xfrm>
            <a:off x="7242237" y="3975049"/>
            <a:ext cx="17972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가장 기본적인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AC/AS/CS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3200" b="1" dirty="0">
              <a:solidFill>
                <a:srgbClr val="006600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BA629A8-AE0F-4D41-B89F-07707F4F2544}"/>
              </a:ext>
            </a:extLst>
          </p:cNvPr>
          <p:cNvSpPr/>
          <p:nvPr/>
        </p:nvSpPr>
        <p:spPr>
          <a:xfrm>
            <a:off x="0" y="4714259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16.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064DDA4-4D70-402A-BC75-6F813898FFD2}"/>
              </a:ext>
            </a:extLst>
          </p:cNvPr>
          <p:cNvSpPr/>
          <p:nvPr/>
        </p:nvSpPr>
        <p:spPr>
          <a:xfrm>
            <a:off x="3131736" y="4714259"/>
            <a:ext cx="79220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[has_feature]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81EFBD8-640D-4268-83E0-2BC811DBAA5A}"/>
              </a:ext>
            </a:extLst>
          </p:cNvPr>
          <p:cNvSpPr/>
          <p:nvPr/>
        </p:nvSpPr>
        <p:spPr>
          <a:xfrm>
            <a:off x="4971022" y="4714259"/>
            <a:ext cx="20537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Cathode_tab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F6B12FB-F38A-4477-BE40-782239BA8E34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>
            <a:off x="2381250" y="4837370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E12CA47-3421-4214-9C3E-19A17B1E7FBE}"/>
              </a:ext>
            </a:extLst>
          </p:cNvPr>
          <p:cNvCxnSpPr>
            <a:cxnSpLocks/>
            <a:stCxn id="85" idx="3"/>
            <a:endCxn id="86" idx="1"/>
          </p:cNvCxnSpPr>
          <p:nvPr/>
        </p:nvCxnSpPr>
        <p:spPr>
          <a:xfrm>
            <a:off x="3923941" y="4837370"/>
            <a:ext cx="10470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16DCBED5-B3A6-4304-AF03-6918A2C3C8AE}"/>
              </a:ext>
            </a:extLst>
          </p:cNvPr>
          <p:cNvSpPr/>
          <p:nvPr/>
        </p:nvSpPr>
        <p:spPr>
          <a:xfrm>
            <a:off x="0" y="4905924"/>
            <a:ext cx="23812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F2EB22C-2CD7-4228-9A25-06D03B12041F}"/>
              </a:ext>
            </a:extLst>
          </p:cNvPr>
          <p:cNvSpPr/>
          <p:nvPr/>
        </p:nvSpPr>
        <p:spPr>
          <a:xfrm>
            <a:off x="3131736" y="4905924"/>
            <a:ext cx="79220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[has_feature]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1133F99-78DC-42E2-B85E-E44EE7DB81C6}"/>
              </a:ext>
            </a:extLst>
          </p:cNvPr>
          <p:cNvSpPr/>
          <p:nvPr/>
        </p:nvSpPr>
        <p:spPr>
          <a:xfrm>
            <a:off x="4971022" y="4905924"/>
            <a:ext cx="196239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Anode_tab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25163845-E416-4574-B70D-05B72423004A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2381250" y="5029035"/>
            <a:ext cx="75048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7370C56-A486-4419-ADE9-3D8F8A4D599D}"/>
              </a:ext>
            </a:extLst>
          </p:cNvPr>
          <p:cNvCxnSpPr>
            <a:cxnSpLocks/>
            <a:stCxn id="90" idx="3"/>
            <a:endCxn id="91" idx="1"/>
          </p:cNvCxnSpPr>
          <p:nvPr/>
        </p:nvCxnSpPr>
        <p:spPr>
          <a:xfrm>
            <a:off x="3923941" y="5029035"/>
            <a:ext cx="10470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C5342C5-730D-48EE-902A-DAF2575E8AEF}"/>
              </a:ext>
            </a:extLst>
          </p:cNvPr>
          <p:cNvSpPr/>
          <p:nvPr/>
        </p:nvSpPr>
        <p:spPr>
          <a:xfrm>
            <a:off x="6977911" y="4714259"/>
            <a:ext cx="198964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전극에는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 있다는 것을 정의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3200" b="1" dirty="0">
              <a:solidFill>
                <a:srgbClr val="006600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7A1BF44-6BBE-4A9F-998A-F0E471864FC1}"/>
              </a:ext>
            </a:extLst>
          </p:cNvPr>
          <p:cNvSpPr/>
          <p:nvPr/>
        </p:nvSpPr>
        <p:spPr>
          <a:xfrm>
            <a:off x="0" y="5306727"/>
            <a:ext cx="15977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17.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방향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8D9D234B-368D-4564-AFA3-A9A63B110B87}"/>
              </a:ext>
            </a:extLst>
          </p:cNvPr>
          <p:cNvSpPr/>
          <p:nvPr/>
        </p:nvSpPr>
        <p:spPr>
          <a:xfrm>
            <a:off x="3131736" y="5306727"/>
            <a:ext cx="9060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[has_individual]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D344AA3-0944-4094-B9C8-3D33FFB56B2E}"/>
              </a:ext>
            </a:extLst>
          </p:cNvPr>
          <p:cNvSpPr/>
          <p:nvPr/>
        </p:nvSpPr>
        <p:spPr>
          <a:xfrm>
            <a:off x="4971022" y="5306727"/>
            <a:ext cx="222048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방향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Left_to_Right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53A40115-D054-4914-960F-4D4E1DE81F01}"/>
              </a:ext>
            </a:extLst>
          </p:cNvPr>
          <p:cNvCxnSpPr>
            <a:cxnSpLocks/>
            <a:stCxn id="101" idx="3"/>
            <a:endCxn id="102" idx="1"/>
          </p:cNvCxnSpPr>
          <p:nvPr/>
        </p:nvCxnSpPr>
        <p:spPr>
          <a:xfrm>
            <a:off x="1597794" y="5429838"/>
            <a:ext cx="153394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D7583B90-E6A8-4217-93A4-4BB07EDA020A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>
            <a:off x="4037753" y="5429838"/>
            <a:ext cx="93326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E712F2E-B328-4357-91E6-0B9FD31DDB05}"/>
              </a:ext>
            </a:extLst>
          </p:cNvPr>
          <p:cNvSpPr/>
          <p:nvPr/>
        </p:nvSpPr>
        <p:spPr>
          <a:xfrm>
            <a:off x="0" y="5498392"/>
            <a:ext cx="15977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방향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00F4E2E-9706-4885-A439-3195F09C5C08}"/>
              </a:ext>
            </a:extLst>
          </p:cNvPr>
          <p:cNvSpPr/>
          <p:nvPr/>
        </p:nvSpPr>
        <p:spPr>
          <a:xfrm>
            <a:off x="3131736" y="5498392"/>
            <a:ext cx="9060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[has_individual]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E54A7D8D-44F9-4ACB-934E-CC929915629C}"/>
              </a:ext>
            </a:extLst>
          </p:cNvPr>
          <p:cNvSpPr/>
          <p:nvPr/>
        </p:nvSpPr>
        <p:spPr>
          <a:xfrm>
            <a:off x="4971022" y="5498392"/>
            <a:ext cx="222048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방향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Right_to_Left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72DC757-8AD0-4B92-9A1A-875DEC3E2147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>
            <a:off x="1597794" y="5621503"/>
            <a:ext cx="153394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E2E6899E-B988-4648-BBDB-7A3DBCC182EA}"/>
              </a:ext>
            </a:extLst>
          </p:cNvPr>
          <p:cNvCxnSpPr>
            <a:cxnSpLocks/>
            <a:stCxn id="107" idx="3"/>
            <a:endCxn id="108" idx="1"/>
          </p:cNvCxnSpPr>
          <p:nvPr/>
        </p:nvCxnSpPr>
        <p:spPr>
          <a:xfrm>
            <a:off x="4037753" y="5621503"/>
            <a:ext cx="93326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930160A-B09D-4B3C-A9B8-476C34FC6C94}"/>
              </a:ext>
            </a:extLst>
          </p:cNvPr>
          <p:cNvSpPr/>
          <p:nvPr/>
        </p:nvSpPr>
        <p:spPr>
          <a:xfrm>
            <a:off x="0" y="5969929"/>
            <a:ext cx="15977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18.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Side Position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8D27C986-3A61-43C6-BDA3-A5782A53890F}"/>
              </a:ext>
            </a:extLst>
          </p:cNvPr>
          <p:cNvSpPr/>
          <p:nvPr/>
        </p:nvSpPr>
        <p:spPr>
          <a:xfrm>
            <a:off x="3131736" y="5969929"/>
            <a:ext cx="9060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[has_individual]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43A30AA8-79A3-4CE3-9BC1-5AC8A2CA77AC}"/>
              </a:ext>
            </a:extLst>
          </p:cNvPr>
          <p:cNvSpPr/>
          <p:nvPr/>
        </p:nvSpPr>
        <p:spPr>
          <a:xfrm>
            <a:off x="4971022" y="5969929"/>
            <a:ext cx="25490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Side Position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Upper_side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2ADCF67A-2C19-4F79-B0B1-D52CC9207FDD}"/>
              </a:ext>
            </a:extLst>
          </p:cNvPr>
          <p:cNvCxnSpPr>
            <a:cxnSpLocks/>
            <a:stCxn id="115" idx="3"/>
            <a:endCxn id="116" idx="1"/>
          </p:cNvCxnSpPr>
          <p:nvPr/>
        </p:nvCxnSpPr>
        <p:spPr>
          <a:xfrm>
            <a:off x="1597794" y="6093040"/>
            <a:ext cx="153394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F86088C7-8312-4870-AD22-56BBFF80750E}"/>
              </a:ext>
            </a:extLst>
          </p:cNvPr>
          <p:cNvCxnSpPr>
            <a:cxnSpLocks/>
            <a:stCxn id="116" idx="3"/>
            <a:endCxn id="117" idx="1"/>
          </p:cNvCxnSpPr>
          <p:nvPr/>
        </p:nvCxnSpPr>
        <p:spPr>
          <a:xfrm>
            <a:off x="4037753" y="6093040"/>
            <a:ext cx="93326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70599B29-0ABF-49EA-AB9E-BC27F80A97A5}"/>
              </a:ext>
            </a:extLst>
          </p:cNvPr>
          <p:cNvSpPr/>
          <p:nvPr/>
        </p:nvSpPr>
        <p:spPr>
          <a:xfrm>
            <a:off x="0" y="6161594"/>
            <a:ext cx="15977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Side Position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C5D59159-549B-4E1F-AC9E-BE3075C21A95}"/>
              </a:ext>
            </a:extLst>
          </p:cNvPr>
          <p:cNvSpPr/>
          <p:nvPr/>
        </p:nvSpPr>
        <p:spPr>
          <a:xfrm>
            <a:off x="3131736" y="6161594"/>
            <a:ext cx="9060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[has_individual]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4264C64D-3FDB-4223-BF94-85325B1ACE0D}"/>
              </a:ext>
            </a:extLst>
          </p:cNvPr>
          <p:cNvSpPr/>
          <p:nvPr/>
        </p:nvSpPr>
        <p:spPr>
          <a:xfrm>
            <a:off x="4971022" y="6161594"/>
            <a:ext cx="25490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Side Position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Lower_side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D7BDF42B-4488-40E4-9EAD-6E7DEA269884}"/>
              </a:ext>
            </a:extLst>
          </p:cNvPr>
          <p:cNvCxnSpPr>
            <a:cxnSpLocks/>
            <a:stCxn id="120" idx="3"/>
            <a:endCxn id="121" idx="1"/>
          </p:cNvCxnSpPr>
          <p:nvPr/>
        </p:nvCxnSpPr>
        <p:spPr>
          <a:xfrm>
            <a:off x="1597794" y="6284705"/>
            <a:ext cx="153394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488F3657-575E-4E18-86D8-AB9364943E18}"/>
              </a:ext>
            </a:extLst>
          </p:cNvPr>
          <p:cNvCxnSpPr>
            <a:cxnSpLocks/>
            <a:stCxn id="121" idx="3"/>
            <a:endCxn id="122" idx="1"/>
          </p:cNvCxnSpPr>
          <p:nvPr/>
        </p:nvCxnSpPr>
        <p:spPr>
          <a:xfrm>
            <a:off x="4037753" y="6284705"/>
            <a:ext cx="93326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0AB17C7-CA4B-4CEF-8E11-1B5B789EB445}"/>
              </a:ext>
            </a:extLst>
          </p:cNvPr>
          <p:cNvSpPr/>
          <p:nvPr/>
        </p:nvSpPr>
        <p:spPr>
          <a:xfrm>
            <a:off x="7152907" y="5281866"/>
            <a:ext cx="24609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방향에 따라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위치가 달라짐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</a:p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그에 따라 진행 방향을 우선 정의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3200" b="1" dirty="0">
              <a:solidFill>
                <a:srgbClr val="006600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DF040278-4B94-43B9-93E9-FB6CA8AA3E61}"/>
              </a:ext>
            </a:extLst>
          </p:cNvPr>
          <p:cNvSpPr/>
          <p:nvPr/>
        </p:nvSpPr>
        <p:spPr>
          <a:xfrm>
            <a:off x="7445070" y="5975077"/>
            <a:ext cx="20473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탭 위치가 위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아래에 있을 수 있으니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우선 위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아래가 존재한다는 것을 정의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3200" b="1" dirty="0">
              <a:solidFill>
                <a:srgbClr val="0066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93B33B-0059-77A1-F94E-E290A085C2AC}"/>
              </a:ext>
            </a:extLst>
          </p:cNvPr>
          <p:cNvSpPr/>
          <p:nvPr/>
        </p:nvSpPr>
        <p:spPr>
          <a:xfrm>
            <a:off x="0" y="867747"/>
            <a:ext cx="9906000" cy="563569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950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DA5B6-73E9-400F-9CE5-12EBF6541511}"/>
              </a:ext>
            </a:extLst>
          </p:cNvPr>
          <p:cNvSpPr txBox="1"/>
          <p:nvPr/>
        </p:nvSpPr>
        <p:spPr>
          <a:xfrm>
            <a:off x="7939143" y="37471"/>
            <a:ext cx="2012089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DX.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기획팀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신낙천 선임</a:t>
            </a:r>
            <a:endParaRPr kumimoji="0" lang="en-US" altLang="ko-KR" sz="10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0" name="제목 3">
            <a:extLst>
              <a:ext uri="{FF2B5EF4-FFF2-40B4-BE49-F238E27FC236}">
                <a16:creationId xmlns:a16="http://schemas.microsoft.com/office/drawing/2014/main" id="{5CB4ED72-0FD2-4B8B-B809-A589516A0E1A}"/>
              </a:ext>
            </a:extLst>
          </p:cNvPr>
          <p:cNvSpPr txBox="1">
            <a:spLocks/>
          </p:cNvSpPr>
          <p:nvPr/>
        </p:nvSpPr>
        <p:spPr>
          <a:xfrm>
            <a:off x="121795" y="150279"/>
            <a:ext cx="3594800" cy="38427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fontAlgn="base">
              <a:lnSpc>
                <a:spcPct val="113000"/>
              </a:lnSpc>
              <a:spcAft>
                <a:spcPct val="0"/>
              </a:spcAft>
              <a:defRPr/>
            </a:pP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Ontology PoC </a:t>
            </a:r>
            <a:r>
              <a:rPr kumimoji="1" lang="ko-KR" altLang="en-US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설계도</a:t>
            </a: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 _</a:t>
            </a:r>
            <a:r>
              <a:rPr kumimoji="1" lang="en-US" altLang="ko-KR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Relation </a:t>
            </a:r>
            <a:r>
              <a:rPr kumimoji="1" lang="ko-KR" altLang="en-US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정의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(5/X)</a:t>
            </a:r>
            <a:endParaRPr kumimoji="1" lang="ko-KR" altLang="en-US" i="0" u="none" strike="noStrike" kern="1200" cap="none" spc="0" normalizeH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Arial" panose="020B0604020202020204" pitchFamily="34" charset="0"/>
              <a:sym typeface="Wingdings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D35BAB4B-6C3A-4F0A-8B0B-AA619B4CBDD1}"/>
              </a:ext>
            </a:extLst>
          </p:cNvPr>
          <p:cNvSpPr/>
          <p:nvPr/>
        </p:nvSpPr>
        <p:spPr>
          <a:xfrm>
            <a:off x="0" y="1135559"/>
            <a:ext cx="41867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19.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Cathode,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방향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Left_To_Right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CD3939AF-4FDF-419F-9DE4-669060AC99FA}"/>
              </a:ext>
            </a:extLst>
          </p:cNvPr>
          <p:cNvSpPr/>
          <p:nvPr/>
        </p:nvSpPr>
        <p:spPr>
          <a:xfrm>
            <a:off x="4464725" y="1135559"/>
            <a:ext cx="16514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[has_tab_at_when_direction_is]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FB05CDAB-7DEE-4742-831C-799562C12927}"/>
              </a:ext>
            </a:extLst>
          </p:cNvPr>
          <p:cNvSpPr/>
          <p:nvPr/>
        </p:nvSpPr>
        <p:spPr>
          <a:xfrm>
            <a:off x="6394130" y="1135559"/>
            <a:ext cx="253787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Side Position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Lower_Side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0A65315A-6518-4DAC-937B-CE973C32E89A}"/>
              </a:ext>
            </a:extLst>
          </p:cNvPr>
          <p:cNvCxnSpPr>
            <a:cxnSpLocks/>
            <a:stCxn id="135" idx="3"/>
            <a:endCxn id="143" idx="1"/>
          </p:cNvCxnSpPr>
          <p:nvPr/>
        </p:nvCxnSpPr>
        <p:spPr>
          <a:xfrm>
            <a:off x="4186734" y="1258670"/>
            <a:ext cx="27799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EC946406-BE9B-4615-B9FD-D100BE9B00DB}"/>
              </a:ext>
            </a:extLst>
          </p:cNvPr>
          <p:cNvCxnSpPr>
            <a:cxnSpLocks/>
            <a:stCxn id="143" idx="3"/>
            <a:endCxn id="151" idx="1"/>
          </p:cNvCxnSpPr>
          <p:nvPr/>
        </p:nvCxnSpPr>
        <p:spPr>
          <a:xfrm>
            <a:off x="6116139" y="1258670"/>
            <a:ext cx="27799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668C1177-BA61-4ED5-978B-D070E5E0602A}"/>
              </a:ext>
            </a:extLst>
          </p:cNvPr>
          <p:cNvSpPr/>
          <p:nvPr/>
        </p:nvSpPr>
        <p:spPr>
          <a:xfrm>
            <a:off x="94134" y="2000705"/>
            <a:ext cx="168187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┌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[Tab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폭인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TWC / TWA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E90F249C-A6FE-4BAD-975C-0C6F4AC621C8}"/>
              </a:ext>
            </a:extLst>
          </p:cNvPr>
          <p:cNvSpPr/>
          <p:nvPr/>
        </p:nvSpPr>
        <p:spPr>
          <a:xfrm>
            <a:off x="0" y="1335665"/>
            <a:ext cx="41867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Anode,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방향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Left_To_Right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A88A9461-DC7E-44D0-A4AD-4133B343D509}"/>
              </a:ext>
            </a:extLst>
          </p:cNvPr>
          <p:cNvSpPr/>
          <p:nvPr/>
        </p:nvSpPr>
        <p:spPr>
          <a:xfrm>
            <a:off x="4464725" y="1335665"/>
            <a:ext cx="16514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[has_tab_at_when_direction_is]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8A709A81-EA41-4CAA-9FC0-2CB267F80B1B}"/>
              </a:ext>
            </a:extLst>
          </p:cNvPr>
          <p:cNvSpPr/>
          <p:nvPr/>
        </p:nvSpPr>
        <p:spPr>
          <a:xfrm>
            <a:off x="6394130" y="1335665"/>
            <a:ext cx="253787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Side Position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Upper_Side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6E3F1767-C981-4955-A93A-3D93512F55FA}"/>
              </a:ext>
            </a:extLst>
          </p:cNvPr>
          <p:cNvCxnSpPr>
            <a:cxnSpLocks/>
            <a:stCxn id="125" idx="3"/>
            <a:endCxn id="128" idx="1"/>
          </p:cNvCxnSpPr>
          <p:nvPr/>
        </p:nvCxnSpPr>
        <p:spPr>
          <a:xfrm>
            <a:off x="4186734" y="1458776"/>
            <a:ext cx="27799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58AC82B1-39A0-4803-AE43-FFAA06881A02}"/>
              </a:ext>
            </a:extLst>
          </p:cNvPr>
          <p:cNvCxnSpPr>
            <a:cxnSpLocks/>
            <a:stCxn id="128" idx="3"/>
            <a:endCxn id="129" idx="1"/>
          </p:cNvCxnSpPr>
          <p:nvPr/>
        </p:nvCxnSpPr>
        <p:spPr>
          <a:xfrm>
            <a:off x="6116139" y="1458776"/>
            <a:ext cx="27799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DD6E928-0253-4B02-BC39-5A22A348ECDC}"/>
              </a:ext>
            </a:extLst>
          </p:cNvPr>
          <p:cNvSpPr/>
          <p:nvPr/>
        </p:nvSpPr>
        <p:spPr>
          <a:xfrm>
            <a:off x="0" y="1535771"/>
            <a:ext cx="41867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Cathode,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방향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Right_To_Left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CDB288A7-04D1-4C58-8FF3-5B238F4AD909}"/>
              </a:ext>
            </a:extLst>
          </p:cNvPr>
          <p:cNvSpPr/>
          <p:nvPr/>
        </p:nvSpPr>
        <p:spPr>
          <a:xfrm>
            <a:off x="4464725" y="1535771"/>
            <a:ext cx="16514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[has_tab_at_when_direction_is]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BFCD04A1-8B6D-4C0A-B2AE-96E536F69FAA}"/>
              </a:ext>
            </a:extLst>
          </p:cNvPr>
          <p:cNvSpPr/>
          <p:nvPr/>
        </p:nvSpPr>
        <p:spPr>
          <a:xfrm>
            <a:off x="6394130" y="1535771"/>
            <a:ext cx="253787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Side Position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Upper_Side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777875D7-23E0-4DBF-A309-3609DFE0BA6F}"/>
              </a:ext>
            </a:extLst>
          </p:cNvPr>
          <p:cNvCxnSpPr>
            <a:cxnSpLocks/>
            <a:stCxn id="132" idx="3"/>
            <a:endCxn id="133" idx="1"/>
          </p:cNvCxnSpPr>
          <p:nvPr/>
        </p:nvCxnSpPr>
        <p:spPr>
          <a:xfrm>
            <a:off x="4186734" y="1658882"/>
            <a:ext cx="27799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955DD4F3-E797-496F-951A-D1A4D05B33E2}"/>
              </a:ext>
            </a:extLst>
          </p:cNvPr>
          <p:cNvCxnSpPr>
            <a:cxnSpLocks/>
            <a:stCxn id="133" idx="3"/>
            <a:endCxn id="134" idx="1"/>
          </p:cNvCxnSpPr>
          <p:nvPr/>
        </p:nvCxnSpPr>
        <p:spPr>
          <a:xfrm>
            <a:off x="6116139" y="1658882"/>
            <a:ext cx="27799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386152AE-64C1-469E-B7AB-34295A1EEB1F}"/>
              </a:ext>
            </a:extLst>
          </p:cNvPr>
          <p:cNvSpPr/>
          <p:nvPr/>
        </p:nvSpPr>
        <p:spPr>
          <a:xfrm>
            <a:off x="0" y="1735878"/>
            <a:ext cx="41867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Anode,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방향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Right_To_Left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11671523-9A6E-4673-8D59-25B0E7897B7C}"/>
              </a:ext>
            </a:extLst>
          </p:cNvPr>
          <p:cNvSpPr/>
          <p:nvPr/>
        </p:nvSpPr>
        <p:spPr>
          <a:xfrm>
            <a:off x="4464725" y="1735878"/>
            <a:ext cx="16514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[has_tab_at_when_direction_is]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30D7E5B-1A77-466E-BC65-7C961F53468F}"/>
              </a:ext>
            </a:extLst>
          </p:cNvPr>
          <p:cNvSpPr/>
          <p:nvPr/>
        </p:nvSpPr>
        <p:spPr>
          <a:xfrm>
            <a:off x="6394130" y="1735878"/>
            <a:ext cx="26308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Side Position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Lower_Side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52E7C83E-AAAE-41E2-BAB0-0D21A2110447}"/>
              </a:ext>
            </a:extLst>
          </p:cNvPr>
          <p:cNvCxnSpPr>
            <a:cxnSpLocks/>
            <a:stCxn id="138" idx="3"/>
            <a:endCxn id="139" idx="1"/>
          </p:cNvCxnSpPr>
          <p:nvPr/>
        </p:nvCxnSpPr>
        <p:spPr>
          <a:xfrm>
            <a:off x="4186734" y="1858989"/>
            <a:ext cx="27799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E484BEBA-1975-4A01-A115-6E338A847EB3}"/>
              </a:ext>
            </a:extLst>
          </p:cNvPr>
          <p:cNvCxnSpPr>
            <a:cxnSpLocks/>
            <a:stCxn id="139" idx="3"/>
            <a:endCxn id="140" idx="1"/>
          </p:cNvCxnSpPr>
          <p:nvPr/>
        </p:nvCxnSpPr>
        <p:spPr>
          <a:xfrm>
            <a:off x="6116139" y="1858989"/>
            <a:ext cx="27799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2658DFD-8C40-4E5A-AB90-ED51942209D6}"/>
              </a:ext>
            </a:extLst>
          </p:cNvPr>
          <p:cNvGrpSpPr/>
          <p:nvPr/>
        </p:nvGrpSpPr>
        <p:grpSpPr>
          <a:xfrm>
            <a:off x="8016845" y="473989"/>
            <a:ext cx="353911" cy="666549"/>
            <a:chOff x="2968666" y="2874452"/>
            <a:chExt cx="976206" cy="1652663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8207D4A1-4624-4CF9-B1DB-133EF4E4023E}"/>
                </a:ext>
              </a:extLst>
            </p:cNvPr>
            <p:cNvSpPr/>
            <p:nvPr/>
          </p:nvSpPr>
          <p:spPr>
            <a:xfrm>
              <a:off x="2968666" y="3055830"/>
              <a:ext cx="976206" cy="1357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7974360F-A46E-4C97-B679-FBDD124BF041}"/>
                </a:ext>
              </a:extLst>
            </p:cNvPr>
            <p:cNvSpPr/>
            <p:nvPr/>
          </p:nvSpPr>
          <p:spPr>
            <a:xfrm>
              <a:off x="3051050" y="3117542"/>
              <a:ext cx="811441" cy="12342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D712EBD7-CB40-45FC-A149-7B97C5CCA6A9}"/>
                </a:ext>
              </a:extLst>
            </p:cNvPr>
            <p:cNvSpPr/>
            <p:nvPr/>
          </p:nvSpPr>
          <p:spPr>
            <a:xfrm>
              <a:off x="3349932" y="2874452"/>
              <a:ext cx="213677" cy="166784"/>
            </a:xfrm>
            <a:prstGeom prst="rect">
              <a:avLst/>
            </a:prstGeom>
            <a:solidFill>
              <a:srgbClr val="CC9900"/>
            </a:solidFill>
            <a:ln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B446FA7A-1891-4B69-9A9F-1EE07F7B7C09}"/>
                </a:ext>
              </a:extLst>
            </p:cNvPr>
            <p:cNvSpPr/>
            <p:nvPr/>
          </p:nvSpPr>
          <p:spPr>
            <a:xfrm>
              <a:off x="3349932" y="4360331"/>
              <a:ext cx="213677" cy="1667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87144248-DA99-4B63-AC12-ED4806270E81}"/>
              </a:ext>
            </a:extLst>
          </p:cNvPr>
          <p:cNvGrpSpPr/>
          <p:nvPr/>
        </p:nvGrpSpPr>
        <p:grpSpPr>
          <a:xfrm flipV="1">
            <a:off x="9019946" y="473988"/>
            <a:ext cx="353911" cy="666549"/>
            <a:chOff x="2968666" y="2874452"/>
            <a:chExt cx="976206" cy="1652663"/>
          </a:xfrm>
        </p:grpSpPr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9090A0D4-94D6-42E4-887D-959DE37649D2}"/>
                </a:ext>
              </a:extLst>
            </p:cNvPr>
            <p:cNvSpPr/>
            <p:nvPr/>
          </p:nvSpPr>
          <p:spPr>
            <a:xfrm>
              <a:off x="2968666" y="3055830"/>
              <a:ext cx="976206" cy="1357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D3627148-1F38-4B95-95F6-F634456FD90F}"/>
                </a:ext>
              </a:extLst>
            </p:cNvPr>
            <p:cNvSpPr/>
            <p:nvPr/>
          </p:nvSpPr>
          <p:spPr>
            <a:xfrm>
              <a:off x="3051050" y="3117542"/>
              <a:ext cx="811441" cy="12342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521A00D9-4D1E-40F9-AC28-0E98C36D34E0}"/>
                </a:ext>
              </a:extLst>
            </p:cNvPr>
            <p:cNvSpPr/>
            <p:nvPr/>
          </p:nvSpPr>
          <p:spPr>
            <a:xfrm>
              <a:off x="3349932" y="2874452"/>
              <a:ext cx="213677" cy="166784"/>
            </a:xfrm>
            <a:prstGeom prst="rect">
              <a:avLst/>
            </a:prstGeom>
            <a:solidFill>
              <a:srgbClr val="CC9900"/>
            </a:solidFill>
            <a:ln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4059C4E5-E7D3-415D-B7A0-060893F204C3}"/>
                </a:ext>
              </a:extLst>
            </p:cNvPr>
            <p:cNvSpPr/>
            <p:nvPr/>
          </p:nvSpPr>
          <p:spPr>
            <a:xfrm>
              <a:off x="3349932" y="4360331"/>
              <a:ext cx="213677" cy="1667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B65BFECD-1C9C-4B2C-8406-BA7A0ED557DA}"/>
              </a:ext>
            </a:extLst>
          </p:cNvPr>
          <p:cNvSpPr/>
          <p:nvPr/>
        </p:nvSpPr>
        <p:spPr>
          <a:xfrm>
            <a:off x="7705525" y="232596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본도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좌 → 우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3722ED2D-07E2-4BFC-BCA9-690D2F594F05}"/>
              </a:ext>
            </a:extLst>
          </p:cNvPr>
          <p:cNvSpPr/>
          <p:nvPr/>
        </p:nvSpPr>
        <p:spPr>
          <a:xfrm>
            <a:off x="8708626" y="232596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미러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우 → 좌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A95E82F-382B-4415-A2F6-7A9CA5A1643C}"/>
              </a:ext>
            </a:extLst>
          </p:cNvPr>
          <p:cNvCxnSpPr/>
          <p:nvPr/>
        </p:nvCxnSpPr>
        <p:spPr>
          <a:xfrm>
            <a:off x="7839012" y="820927"/>
            <a:ext cx="709572" cy="0"/>
          </a:xfrm>
          <a:prstGeom prst="straightConnector1">
            <a:avLst/>
          </a:prstGeom>
          <a:ln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17526BD1-B7D1-424E-BD1D-D20CD0EBEC0D}"/>
              </a:ext>
            </a:extLst>
          </p:cNvPr>
          <p:cNvCxnSpPr>
            <a:cxnSpLocks/>
          </p:cNvCxnSpPr>
          <p:nvPr/>
        </p:nvCxnSpPr>
        <p:spPr>
          <a:xfrm flipH="1">
            <a:off x="8842114" y="820927"/>
            <a:ext cx="709572" cy="0"/>
          </a:xfrm>
          <a:prstGeom prst="straightConnector1">
            <a:avLst/>
          </a:prstGeom>
          <a:ln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F1DB10C9-02C9-4364-8E20-CD2F939C644A}"/>
              </a:ext>
            </a:extLst>
          </p:cNvPr>
          <p:cNvSpPr/>
          <p:nvPr/>
        </p:nvSpPr>
        <p:spPr>
          <a:xfrm>
            <a:off x="0" y="2147831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20.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TWC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58E39E28-1F54-494F-8207-DDDDE96466DA}"/>
              </a:ext>
            </a:extLst>
          </p:cNvPr>
          <p:cNvSpPr/>
          <p:nvPr/>
        </p:nvSpPr>
        <p:spPr>
          <a:xfrm>
            <a:off x="2554845" y="2147831"/>
            <a:ext cx="102463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[defines_width_of]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31097465-61BD-4B04-A1AA-EB5154477720}"/>
              </a:ext>
            </a:extLst>
          </p:cNvPr>
          <p:cNvSpPr/>
          <p:nvPr/>
        </p:nvSpPr>
        <p:spPr>
          <a:xfrm>
            <a:off x="4321679" y="2147831"/>
            <a:ext cx="20890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Cathode_Tab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C23CFFAD-2A4C-4465-B2A6-E2D981288F32}"/>
              </a:ext>
            </a:extLst>
          </p:cNvPr>
          <p:cNvCxnSpPr>
            <a:cxnSpLocks/>
            <a:stCxn id="179" idx="3"/>
            <a:endCxn id="180" idx="1"/>
          </p:cNvCxnSpPr>
          <p:nvPr/>
        </p:nvCxnSpPr>
        <p:spPr>
          <a:xfrm>
            <a:off x="1771650" y="2270942"/>
            <a:ext cx="783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885C1130-4E6E-4D57-81D4-A262C57DDD57}"/>
              </a:ext>
            </a:extLst>
          </p:cNvPr>
          <p:cNvCxnSpPr>
            <a:cxnSpLocks/>
            <a:stCxn id="180" idx="3"/>
            <a:endCxn id="181" idx="1"/>
          </p:cNvCxnSpPr>
          <p:nvPr/>
        </p:nvCxnSpPr>
        <p:spPr>
          <a:xfrm>
            <a:off x="3579484" y="2270942"/>
            <a:ext cx="742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F1287301-80CF-4E20-BC93-AE5F26311241}"/>
              </a:ext>
            </a:extLst>
          </p:cNvPr>
          <p:cNvSpPr/>
          <p:nvPr/>
        </p:nvSpPr>
        <p:spPr>
          <a:xfrm>
            <a:off x="0" y="2347937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TWA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D4C2E514-3B26-4CF3-9B01-B3534CA20DA6}"/>
              </a:ext>
            </a:extLst>
          </p:cNvPr>
          <p:cNvSpPr/>
          <p:nvPr/>
        </p:nvSpPr>
        <p:spPr>
          <a:xfrm>
            <a:off x="2554845" y="2347937"/>
            <a:ext cx="102463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[defines_width_of]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F7B6965F-D764-4160-A295-16C4A13FB694}"/>
              </a:ext>
            </a:extLst>
          </p:cNvPr>
          <p:cNvSpPr/>
          <p:nvPr/>
        </p:nvSpPr>
        <p:spPr>
          <a:xfrm>
            <a:off x="4321679" y="2347937"/>
            <a:ext cx="19976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Anode_Tab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4BDD110C-CA69-4E01-ABF4-D5FB6BB5F198}"/>
              </a:ext>
            </a:extLst>
          </p:cNvPr>
          <p:cNvCxnSpPr>
            <a:cxnSpLocks/>
            <a:stCxn id="184" idx="3"/>
            <a:endCxn id="185" idx="1"/>
          </p:cNvCxnSpPr>
          <p:nvPr/>
        </p:nvCxnSpPr>
        <p:spPr>
          <a:xfrm>
            <a:off x="1771650" y="2471048"/>
            <a:ext cx="783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C7D1A502-E29F-4080-92AD-831D1DC8B289}"/>
              </a:ext>
            </a:extLst>
          </p:cNvPr>
          <p:cNvCxnSpPr>
            <a:cxnSpLocks/>
            <a:stCxn id="185" idx="3"/>
            <a:endCxn id="186" idx="1"/>
          </p:cNvCxnSpPr>
          <p:nvPr/>
        </p:nvCxnSpPr>
        <p:spPr>
          <a:xfrm>
            <a:off x="3579484" y="2471048"/>
            <a:ext cx="742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CCD7E7A4-CBF2-4F17-AEFF-73FC2FA89CFD}"/>
              </a:ext>
            </a:extLst>
          </p:cNvPr>
          <p:cNvGrpSpPr/>
          <p:nvPr/>
        </p:nvGrpSpPr>
        <p:grpSpPr>
          <a:xfrm>
            <a:off x="7371533" y="2119683"/>
            <a:ext cx="1042308" cy="1521601"/>
            <a:chOff x="2968666" y="2874452"/>
            <a:chExt cx="976206" cy="1652663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C6353272-2787-4EAF-B6FC-9123A46C374F}"/>
                </a:ext>
              </a:extLst>
            </p:cNvPr>
            <p:cNvSpPr/>
            <p:nvPr/>
          </p:nvSpPr>
          <p:spPr>
            <a:xfrm>
              <a:off x="2968666" y="3055830"/>
              <a:ext cx="976206" cy="1357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D6E1E0CD-5DD9-43FD-89E6-97F3E2E4D175}"/>
                </a:ext>
              </a:extLst>
            </p:cNvPr>
            <p:cNvSpPr/>
            <p:nvPr/>
          </p:nvSpPr>
          <p:spPr>
            <a:xfrm>
              <a:off x="3051050" y="3117542"/>
              <a:ext cx="811441" cy="12342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7D22366B-42F7-4E15-A75B-C71D2231BC61}"/>
                </a:ext>
              </a:extLst>
            </p:cNvPr>
            <p:cNvSpPr/>
            <p:nvPr/>
          </p:nvSpPr>
          <p:spPr>
            <a:xfrm>
              <a:off x="3349932" y="2874452"/>
              <a:ext cx="213677" cy="166784"/>
            </a:xfrm>
            <a:prstGeom prst="rect">
              <a:avLst/>
            </a:prstGeom>
            <a:solidFill>
              <a:srgbClr val="CC9900"/>
            </a:solidFill>
            <a:ln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D2FBA98D-374B-4A89-9084-C8EFFB2FF1C9}"/>
                </a:ext>
              </a:extLst>
            </p:cNvPr>
            <p:cNvSpPr/>
            <p:nvPr/>
          </p:nvSpPr>
          <p:spPr>
            <a:xfrm>
              <a:off x="3349932" y="4360331"/>
              <a:ext cx="213677" cy="1667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A2D831B-ED2E-488B-837A-C71F38C8797A}"/>
              </a:ext>
            </a:extLst>
          </p:cNvPr>
          <p:cNvCxnSpPr>
            <a:stCxn id="192" idx="1"/>
            <a:endCxn id="192" idx="3"/>
          </p:cNvCxnSpPr>
          <p:nvPr/>
        </p:nvCxnSpPr>
        <p:spPr>
          <a:xfrm>
            <a:off x="7778616" y="2196462"/>
            <a:ext cx="228146" cy="0"/>
          </a:xfrm>
          <a:prstGeom prst="straightConnector1">
            <a:avLst/>
          </a:prstGeom>
          <a:ln>
            <a:solidFill>
              <a:srgbClr val="0066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793AE379-0BA2-4B09-8630-C799C4CF3E7F}"/>
              </a:ext>
            </a:extLst>
          </p:cNvPr>
          <p:cNvCxnSpPr>
            <a:cxnSpLocks/>
            <a:stCxn id="193" idx="1"/>
            <a:endCxn id="193" idx="3"/>
          </p:cNvCxnSpPr>
          <p:nvPr/>
        </p:nvCxnSpPr>
        <p:spPr>
          <a:xfrm>
            <a:off x="7778616" y="3564506"/>
            <a:ext cx="228146" cy="0"/>
          </a:xfrm>
          <a:prstGeom prst="straightConnector1">
            <a:avLst/>
          </a:prstGeom>
          <a:ln>
            <a:solidFill>
              <a:srgbClr val="0066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B2F00AF-1530-46D8-A3EE-4F6A07153B4D}"/>
              </a:ext>
            </a:extLst>
          </p:cNvPr>
          <p:cNvSpPr/>
          <p:nvPr/>
        </p:nvSpPr>
        <p:spPr>
          <a:xfrm>
            <a:off x="7677177" y="1937308"/>
            <a:ext cx="40107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TWA</a:t>
            </a:r>
            <a:endParaRPr lang="ko-KR" altLang="en-US" sz="900" dirty="0"/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883F47D4-2BE8-4AB0-B03E-3C40E5BBEE09}"/>
              </a:ext>
            </a:extLst>
          </p:cNvPr>
          <p:cNvSpPr/>
          <p:nvPr/>
        </p:nvSpPr>
        <p:spPr>
          <a:xfrm>
            <a:off x="7715637" y="3660764"/>
            <a:ext cx="40107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TWC</a:t>
            </a:r>
            <a:endParaRPr lang="ko-KR" altLang="en-US" sz="900" dirty="0"/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2582D7CC-5891-4DAD-9A77-03324DD23950}"/>
              </a:ext>
            </a:extLst>
          </p:cNvPr>
          <p:cNvSpPr/>
          <p:nvPr/>
        </p:nvSpPr>
        <p:spPr>
          <a:xfrm>
            <a:off x="0" y="2783188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21.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TPC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6B2BF739-ADF9-4ABC-B87C-31905CC2FADA}"/>
              </a:ext>
            </a:extLst>
          </p:cNvPr>
          <p:cNvSpPr/>
          <p:nvPr/>
        </p:nvSpPr>
        <p:spPr>
          <a:xfrm>
            <a:off x="2554845" y="2783188"/>
            <a:ext cx="12650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[measures_position_of]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0B021535-2220-4C96-ADF1-5555689BD756}"/>
              </a:ext>
            </a:extLst>
          </p:cNvPr>
          <p:cNvSpPr/>
          <p:nvPr/>
        </p:nvSpPr>
        <p:spPr>
          <a:xfrm>
            <a:off x="4321679" y="2783188"/>
            <a:ext cx="20890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Cathode_Tab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870E5FA2-D260-4855-BAB2-7CF9749D0B59}"/>
              </a:ext>
            </a:extLst>
          </p:cNvPr>
          <p:cNvCxnSpPr>
            <a:cxnSpLocks/>
            <a:stCxn id="196" idx="3"/>
            <a:endCxn id="197" idx="1"/>
          </p:cNvCxnSpPr>
          <p:nvPr/>
        </p:nvCxnSpPr>
        <p:spPr>
          <a:xfrm>
            <a:off x="1771650" y="2906299"/>
            <a:ext cx="783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E0422B6E-00A1-4A11-9F5B-23AFC8FA2CA2}"/>
              </a:ext>
            </a:extLst>
          </p:cNvPr>
          <p:cNvCxnSpPr>
            <a:cxnSpLocks/>
            <a:stCxn id="197" idx="3"/>
            <a:endCxn id="198" idx="1"/>
          </p:cNvCxnSpPr>
          <p:nvPr/>
        </p:nvCxnSpPr>
        <p:spPr>
          <a:xfrm>
            <a:off x="3819935" y="2906299"/>
            <a:ext cx="50174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93A21113-87EE-4BFA-B332-05E4F1F730CC}"/>
              </a:ext>
            </a:extLst>
          </p:cNvPr>
          <p:cNvSpPr/>
          <p:nvPr/>
        </p:nvSpPr>
        <p:spPr>
          <a:xfrm>
            <a:off x="0" y="2984672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TPC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87CAEEA7-5CAA-4ED2-B6E4-0407E6D825F5}"/>
              </a:ext>
            </a:extLst>
          </p:cNvPr>
          <p:cNvSpPr/>
          <p:nvPr/>
        </p:nvSpPr>
        <p:spPr>
          <a:xfrm>
            <a:off x="2554845" y="2984672"/>
            <a:ext cx="12939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[measures_distance_to]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EEAFB4D1-948E-4C1A-9078-BBDFFF207AE8}"/>
              </a:ext>
            </a:extLst>
          </p:cNvPr>
          <p:cNvSpPr/>
          <p:nvPr/>
        </p:nvSpPr>
        <p:spPr>
          <a:xfrm>
            <a:off x="4321679" y="2984672"/>
            <a:ext cx="21194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Cathode_Side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id="{F2F9CF90-C57E-4133-A7CA-23D0195D3CD4}"/>
              </a:ext>
            </a:extLst>
          </p:cNvPr>
          <p:cNvCxnSpPr>
            <a:cxnSpLocks/>
            <a:stCxn id="201" idx="3"/>
            <a:endCxn id="202" idx="1"/>
          </p:cNvCxnSpPr>
          <p:nvPr/>
        </p:nvCxnSpPr>
        <p:spPr>
          <a:xfrm>
            <a:off x="1771650" y="3107783"/>
            <a:ext cx="783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4F959BB7-1CF1-4A62-915C-0806B2030A44}"/>
              </a:ext>
            </a:extLst>
          </p:cNvPr>
          <p:cNvCxnSpPr>
            <a:cxnSpLocks/>
            <a:stCxn id="202" idx="3"/>
            <a:endCxn id="203" idx="1"/>
          </p:cNvCxnSpPr>
          <p:nvPr/>
        </p:nvCxnSpPr>
        <p:spPr>
          <a:xfrm>
            <a:off x="3848789" y="3107783"/>
            <a:ext cx="47289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CC722F5F-4555-4519-ACB0-E7A7CB2F8B9A}"/>
              </a:ext>
            </a:extLst>
          </p:cNvPr>
          <p:cNvSpPr/>
          <p:nvPr/>
        </p:nvSpPr>
        <p:spPr>
          <a:xfrm>
            <a:off x="94134" y="2599796"/>
            <a:ext cx="216437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┌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[Tab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위치를 정의하는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TPC/TPA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정의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390AE981-9159-411A-B622-AC156947672A}"/>
              </a:ext>
            </a:extLst>
          </p:cNvPr>
          <p:cNvCxnSpPr>
            <a:stCxn id="192" idx="3"/>
            <a:endCxn id="193" idx="3"/>
          </p:cNvCxnSpPr>
          <p:nvPr/>
        </p:nvCxnSpPr>
        <p:spPr>
          <a:xfrm>
            <a:off x="8006762" y="2196462"/>
            <a:ext cx="0" cy="13680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73C195D6-6060-473A-8BE0-B34AD8E0F843}"/>
              </a:ext>
            </a:extLst>
          </p:cNvPr>
          <p:cNvCxnSpPr>
            <a:cxnSpLocks/>
          </p:cNvCxnSpPr>
          <p:nvPr/>
        </p:nvCxnSpPr>
        <p:spPr>
          <a:xfrm>
            <a:off x="8330541" y="2119683"/>
            <a:ext cx="0" cy="13093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6258BAB6-9A5F-41BE-A684-1679B4BF9AE4}"/>
              </a:ext>
            </a:extLst>
          </p:cNvPr>
          <p:cNvCxnSpPr>
            <a:cxnSpLocks/>
          </p:cNvCxnSpPr>
          <p:nvPr/>
        </p:nvCxnSpPr>
        <p:spPr>
          <a:xfrm>
            <a:off x="8413841" y="2273240"/>
            <a:ext cx="0" cy="15029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8886F170-1886-4F11-8973-8F33A39BB766}"/>
              </a:ext>
            </a:extLst>
          </p:cNvPr>
          <p:cNvSpPr/>
          <p:nvPr/>
        </p:nvSpPr>
        <p:spPr>
          <a:xfrm>
            <a:off x="0" y="3387640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TPA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82F154FF-E878-472C-AE88-D426C2B9E59D}"/>
              </a:ext>
            </a:extLst>
          </p:cNvPr>
          <p:cNvSpPr/>
          <p:nvPr/>
        </p:nvSpPr>
        <p:spPr>
          <a:xfrm>
            <a:off x="2554845" y="3387640"/>
            <a:ext cx="12650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[measures_position_of]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67E35C0C-EEC1-439E-A0A9-E7316F5633F2}"/>
              </a:ext>
            </a:extLst>
          </p:cNvPr>
          <p:cNvSpPr/>
          <p:nvPr/>
        </p:nvSpPr>
        <p:spPr>
          <a:xfrm>
            <a:off x="4321679" y="3387640"/>
            <a:ext cx="19976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Anode_Tab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CDDEB04E-2BEA-4CC6-B7D1-D15114DAA136}"/>
              </a:ext>
            </a:extLst>
          </p:cNvPr>
          <p:cNvCxnSpPr>
            <a:cxnSpLocks/>
            <a:stCxn id="209" idx="3"/>
            <a:endCxn id="210" idx="1"/>
          </p:cNvCxnSpPr>
          <p:nvPr/>
        </p:nvCxnSpPr>
        <p:spPr>
          <a:xfrm>
            <a:off x="1771650" y="3510751"/>
            <a:ext cx="783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2EDB977A-5467-47F1-8778-776476867131}"/>
              </a:ext>
            </a:extLst>
          </p:cNvPr>
          <p:cNvCxnSpPr>
            <a:cxnSpLocks/>
            <a:stCxn id="210" idx="3"/>
            <a:endCxn id="211" idx="1"/>
          </p:cNvCxnSpPr>
          <p:nvPr/>
        </p:nvCxnSpPr>
        <p:spPr>
          <a:xfrm>
            <a:off x="3819935" y="3510751"/>
            <a:ext cx="50174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8EB8CE97-4338-423D-B2A0-FD10C974A296}"/>
              </a:ext>
            </a:extLst>
          </p:cNvPr>
          <p:cNvSpPr/>
          <p:nvPr/>
        </p:nvSpPr>
        <p:spPr>
          <a:xfrm>
            <a:off x="0" y="3589124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TPA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DE19A0CB-E999-4EF7-A4C8-4BF17FECD31D}"/>
              </a:ext>
            </a:extLst>
          </p:cNvPr>
          <p:cNvSpPr/>
          <p:nvPr/>
        </p:nvSpPr>
        <p:spPr>
          <a:xfrm>
            <a:off x="2554845" y="3589124"/>
            <a:ext cx="12939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[measures_distance_to]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D0EE8142-E028-46FC-BE29-CC8E14D084E6}"/>
              </a:ext>
            </a:extLst>
          </p:cNvPr>
          <p:cNvSpPr/>
          <p:nvPr/>
        </p:nvSpPr>
        <p:spPr>
          <a:xfrm>
            <a:off x="4321679" y="3589124"/>
            <a:ext cx="20281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Anode_Side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5C7F913A-9214-46F6-93C0-9A3D515D43B2}"/>
              </a:ext>
            </a:extLst>
          </p:cNvPr>
          <p:cNvCxnSpPr>
            <a:cxnSpLocks/>
            <a:stCxn id="214" idx="3"/>
            <a:endCxn id="215" idx="1"/>
          </p:cNvCxnSpPr>
          <p:nvPr/>
        </p:nvCxnSpPr>
        <p:spPr>
          <a:xfrm>
            <a:off x="1771650" y="3712235"/>
            <a:ext cx="783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51EA7A0A-FDB7-48FD-84C8-A3ACAE8ABB7A}"/>
              </a:ext>
            </a:extLst>
          </p:cNvPr>
          <p:cNvCxnSpPr>
            <a:cxnSpLocks/>
            <a:stCxn id="215" idx="3"/>
            <a:endCxn id="216" idx="1"/>
          </p:cNvCxnSpPr>
          <p:nvPr/>
        </p:nvCxnSpPr>
        <p:spPr>
          <a:xfrm>
            <a:off x="3848789" y="3712235"/>
            <a:ext cx="47289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B28FE858-1ABB-4300-9243-B3AA0D04474A}"/>
              </a:ext>
            </a:extLst>
          </p:cNvPr>
          <p:cNvCxnSpPr>
            <a:cxnSpLocks/>
            <a:stCxn id="192" idx="3"/>
          </p:cNvCxnSpPr>
          <p:nvPr/>
        </p:nvCxnSpPr>
        <p:spPr>
          <a:xfrm>
            <a:off x="8006762" y="2196462"/>
            <a:ext cx="319119" cy="7805"/>
          </a:xfrm>
          <a:prstGeom prst="straightConnector1">
            <a:avLst/>
          </a:prstGeom>
          <a:ln>
            <a:solidFill>
              <a:srgbClr val="0066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3455B71D-6FA4-4447-96A0-5DD1D504B7EF}"/>
              </a:ext>
            </a:extLst>
          </p:cNvPr>
          <p:cNvSpPr/>
          <p:nvPr/>
        </p:nvSpPr>
        <p:spPr>
          <a:xfrm>
            <a:off x="7972582" y="1937308"/>
            <a:ext cx="37382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TPA</a:t>
            </a:r>
            <a:endParaRPr lang="ko-KR" altLang="en-US" sz="900" dirty="0"/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E61875EE-25C9-4D82-AACC-7E7C5DDB6CAC}"/>
              </a:ext>
            </a:extLst>
          </p:cNvPr>
          <p:cNvCxnSpPr>
            <a:cxnSpLocks/>
          </p:cNvCxnSpPr>
          <p:nvPr/>
        </p:nvCxnSpPr>
        <p:spPr>
          <a:xfrm>
            <a:off x="8006762" y="3560603"/>
            <a:ext cx="407078" cy="5981"/>
          </a:xfrm>
          <a:prstGeom prst="straightConnector1">
            <a:avLst/>
          </a:prstGeom>
          <a:ln>
            <a:solidFill>
              <a:srgbClr val="0066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441F23F4-D0DC-4577-9AD7-028874A0E7F3}"/>
              </a:ext>
            </a:extLst>
          </p:cNvPr>
          <p:cNvSpPr/>
          <p:nvPr/>
        </p:nvSpPr>
        <p:spPr>
          <a:xfrm>
            <a:off x="8051370" y="3655211"/>
            <a:ext cx="37382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TPC</a:t>
            </a:r>
            <a:endParaRPr lang="ko-KR" altLang="en-US" sz="900" dirty="0"/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9D7C3AD5-87F9-407B-A1CC-19B798ECD630}"/>
              </a:ext>
            </a:extLst>
          </p:cNvPr>
          <p:cNvSpPr/>
          <p:nvPr/>
        </p:nvSpPr>
        <p:spPr>
          <a:xfrm>
            <a:off x="0" y="3186156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TPC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7B936EF6-8810-4F80-B4FC-53D54812A63B}"/>
              </a:ext>
            </a:extLst>
          </p:cNvPr>
          <p:cNvSpPr/>
          <p:nvPr/>
        </p:nvSpPr>
        <p:spPr>
          <a:xfrm>
            <a:off x="2554845" y="3186156"/>
            <a:ext cx="12939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[uses_reference_point]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0E33F1A0-21DF-4DB5-A762-790BCB0FE1C9}"/>
              </a:ext>
            </a:extLst>
          </p:cNvPr>
          <p:cNvSpPr/>
          <p:nvPr/>
        </p:nvSpPr>
        <p:spPr>
          <a:xfrm>
            <a:off x="4321679" y="3186156"/>
            <a:ext cx="304442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Measurement_Reference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Tab_Side_Edge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28" name="직선 화살표 연결선 227">
            <a:extLst>
              <a:ext uri="{FF2B5EF4-FFF2-40B4-BE49-F238E27FC236}">
                <a16:creationId xmlns:a16="http://schemas.microsoft.com/office/drawing/2014/main" id="{790FCCCD-F3D9-401D-9D50-681CFD1C7160}"/>
              </a:ext>
            </a:extLst>
          </p:cNvPr>
          <p:cNvCxnSpPr>
            <a:cxnSpLocks/>
            <a:stCxn id="225" idx="3"/>
            <a:endCxn id="226" idx="1"/>
          </p:cNvCxnSpPr>
          <p:nvPr/>
        </p:nvCxnSpPr>
        <p:spPr>
          <a:xfrm>
            <a:off x="1771650" y="3309267"/>
            <a:ext cx="783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1BEAC56B-FC8A-4A90-8993-5D04C6225425}"/>
              </a:ext>
            </a:extLst>
          </p:cNvPr>
          <p:cNvCxnSpPr>
            <a:cxnSpLocks/>
            <a:stCxn id="226" idx="3"/>
            <a:endCxn id="227" idx="1"/>
          </p:cNvCxnSpPr>
          <p:nvPr/>
        </p:nvCxnSpPr>
        <p:spPr>
          <a:xfrm>
            <a:off x="3848789" y="3309267"/>
            <a:ext cx="47289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B55CBB23-E4B4-4211-9322-A8359D54A6AD}"/>
              </a:ext>
            </a:extLst>
          </p:cNvPr>
          <p:cNvSpPr/>
          <p:nvPr/>
        </p:nvSpPr>
        <p:spPr>
          <a:xfrm>
            <a:off x="0" y="3790610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TPA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7DA1C2B9-3AE1-4DC3-A929-47D32B5DCF85}"/>
              </a:ext>
            </a:extLst>
          </p:cNvPr>
          <p:cNvSpPr/>
          <p:nvPr/>
        </p:nvSpPr>
        <p:spPr>
          <a:xfrm>
            <a:off x="2554845" y="3790610"/>
            <a:ext cx="12939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[uses_reference_point]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4ED38910-57CE-4750-95A3-57BF2E384917}"/>
              </a:ext>
            </a:extLst>
          </p:cNvPr>
          <p:cNvSpPr/>
          <p:nvPr/>
        </p:nvSpPr>
        <p:spPr>
          <a:xfrm>
            <a:off x="4321679" y="3790610"/>
            <a:ext cx="304442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Measurement_Reference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Tab_Side_Edge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34" name="직선 화살표 연결선 233">
            <a:extLst>
              <a:ext uri="{FF2B5EF4-FFF2-40B4-BE49-F238E27FC236}">
                <a16:creationId xmlns:a16="http://schemas.microsoft.com/office/drawing/2014/main" id="{C8C8C661-854E-4079-82D9-C65EACF0AEB3}"/>
              </a:ext>
            </a:extLst>
          </p:cNvPr>
          <p:cNvCxnSpPr>
            <a:cxnSpLocks/>
            <a:stCxn id="231" idx="3"/>
            <a:endCxn id="232" idx="1"/>
          </p:cNvCxnSpPr>
          <p:nvPr/>
        </p:nvCxnSpPr>
        <p:spPr>
          <a:xfrm>
            <a:off x="1771650" y="3913721"/>
            <a:ext cx="783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2CB1328E-2C13-4B67-8E94-5CB0B6F1D13D}"/>
              </a:ext>
            </a:extLst>
          </p:cNvPr>
          <p:cNvCxnSpPr>
            <a:cxnSpLocks/>
            <a:stCxn id="232" idx="3"/>
            <a:endCxn id="233" idx="1"/>
          </p:cNvCxnSpPr>
          <p:nvPr/>
        </p:nvCxnSpPr>
        <p:spPr>
          <a:xfrm>
            <a:off x="3848789" y="3913721"/>
            <a:ext cx="47289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CAB6F5BB-4620-43C5-B78C-4E7BEA3099F7}"/>
              </a:ext>
            </a:extLst>
          </p:cNvPr>
          <p:cNvSpPr/>
          <p:nvPr/>
        </p:nvSpPr>
        <p:spPr>
          <a:xfrm>
            <a:off x="94134" y="4069327"/>
            <a:ext cx="80823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┌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[AA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정의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4CA3780E-3F4B-41DC-B0E3-EB5F2B4B99A5}"/>
              </a:ext>
            </a:extLst>
          </p:cNvPr>
          <p:cNvSpPr/>
          <p:nvPr/>
        </p:nvSpPr>
        <p:spPr>
          <a:xfrm>
            <a:off x="0" y="4216453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22.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AA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997B1C0B-A9E0-4C27-AD13-62FB502D3E7E}"/>
              </a:ext>
            </a:extLst>
          </p:cNvPr>
          <p:cNvSpPr/>
          <p:nvPr/>
        </p:nvSpPr>
        <p:spPr>
          <a:xfrm>
            <a:off x="2554845" y="4216453"/>
            <a:ext cx="22108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[measures_distance_between_consecutive]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7AA72BD8-510D-445C-9702-78B9BB2B9B72}"/>
              </a:ext>
            </a:extLst>
          </p:cNvPr>
          <p:cNvSpPr/>
          <p:nvPr/>
        </p:nvSpPr>
        <p:spPr>
          <a:xfrm>
            <a:off x="5572268" y="4216453"/>
            <a:ext cx="176041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94C8DB08-AC7C-4052-B400-B1738A58DC4E}"/>
              </a:ext>
            </a:extLst>
          </p:cNvPr>
          <p:cNvCxnSpPr>
            <a:cxnSpLocks/>
            <a:stCxn id="237" idx="3"/>
            <a:endCxn id="238" idx="1"/>
          </p:cNvCxnSpPr>
          <p:nvPr/>
        </p:nvCxnSpPr>
        <p:spPr>
          <a:xfrm>
            <a:off x="1771650" y="4339564"/>
            <a:ext cx="78319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화살표 연결선 240">
            <a:extLst>
              <a:ext uri="{FF2B5EF4-FFF2-40B4-BE49-F238E27FC236}">
                <a16:creationId xmlns:a16="http://schemas.microsoft.com/office/drawing/2014/main" id="{29C2F441-7564-48EA-B197-96165D1CC631}"/>
              </a:ext>
            </a:extLst>
          </p:cNvPr>
          <p:cNvCxnSpPr>
            <a:cxnSpLocks/>
            <a:stCxn id="238" idx="3"/>
            <a:endCxn id="239" idx="1"/>
          </p:cNvCxnSpPr>
          <p:nvPr/>
        </p:nvCxnSpPr>
        <p:spPr>
          <a:xfrm>
            <a:off x="4765707" y="4339564"/>
            <a:ext cx="80656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74E9B58A-2BD2-4412-B7C2-2AEC4D55F145}"/>
              </a:ext>
            </a:extLst>
          </p:cNvPr>
          <p:cNvSpPr/>
          <p:nvPr/>
        </p:nvSpPr>
        <p:spPr>
          <a:xfrm>
            <a:off x="0" y="4416559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AA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3C806372-AE8D-468A-8A98-2FDA81169C17}"/>
              </a:ext>
            </a:extLst>
          </p:cNvPr>
          <p:cNvSpPr/>
          <p:nvPr/>
        </p:nvSpPr>
        <p:spPr>
          <a:xfrm>
            <a:off x="2008220" y="4416559"/>
            <a:ext cx="157126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[is_relevant_to_stage_Before]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0AEAD6D9-E85F-4FD0-95B1-6A2E7ECD6350}"/>
              </a:ext>
            </a:extLst>
          </p:cNvPr>
          <p:cNvSpPr/>
          <p:nvPr/>
        </p:nvSpPr>
        <p:spPr>
          <a:xfrm>
            <a:off x="4058272" y="4416559"/>
            <a:ext cx="58929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(Cut)_Final Cut_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45" name="직선 화살표 연결선 244">
            <a:extLst>
              <a:ext uri="{FF2B5EF4-FFF2-40B4-BE49-F238E27FC236}">
                <a16:creationId xmlns:a16="http://schemas.microsoft.com/office/drawing/2014/main" id="{6899A189-CBE9-4A69-B9FE-07F0B9394703}"/>
              </a:ext>
            </a:extLst>
          </p:cNvPr>
          <p:cNvCxnSpPr>
            <a:cxnSpLocks/>
            <a:stCxn id="242" idx="3"/>
            <a:endCxn id="243" idx="1"/>
          </p:cNvCxnSpPr>
          <p:nvPr/>
        </p:nvCxnSpPr>
        <p:spPr>
          <a:xfrm>
            <a:off x="1771650" y="4539670"/>
            <a:ext cx="23657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화살표 연결선 245">
            <a:extLst>
              <a:ext uri="{FF2B5EF4-FFF2-40B4-BE49-F238E27FC236}">
                <a16:creationId xmlns:a16="http://schemas.microsoft.com/office/drawing/2014/main" id="{9EA7DF4A-A853-4999-9F81-E8A17F4F170A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>
            <a:off x="3579484" y="4539670"/>
            <a:ext cx="47878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2" name="그림 251">
            <a:extLst>
              <a:ext uri="{FF2B5EF4-FFF2-40B4-BE49-F238E27FC236}">
                <a16:creationId xmlns:a16="http://schemas.microsoft.com/office/drawing/2014/main" id="{CB88295C-0C16-4C0E-A603-343E13E3E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943" y="4842402"/>
            <a:ext cx="2667893" cy="1141768"/>
          </a:xfrm>
          <a:prstGeom prst="rect">
            <a:avLst/>
          </a:prstGeom>
        </p:spPr>
      </p:pic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E6B4755C-7081-486C-9689-5780DA48E10D}"/>
              </a:ext>
            </a:extLst>
          </p:cNvPr>
          <p:cNvSpPr/>
          <p:nvPr/>
        </p:nvSpPr>
        <p:spPr>
          <a:xfrm>
            <a:off x="4085234" y="4603058"/>
            <a:ext cx="384752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모노셀이 만들어 지기전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즉 분리막이 컷팅 되기전 측정한다는 것을 정의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0EAA6BB6-B35A-4ABB-AE13-71F128FAADF3}"/>
              </a:ext>
            </a:extLst>
          </p:cNvPr>
          <p:cNvSpPr/>
          <p:nvPr/>
        </p:nvSpPr>
        <p:spPr>
          <a:xfrm>
            <a:off x="94134" y="5640909"/>
            <a:ext cx="114165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┌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[SAG/SCG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F2FB158A-8D2A-4D4E-BE2F-5EC15FC2F415}"/>
              </a:ext>
            </a:extLst>
          </p:cNvPr>
          <p:cNvSpPr/>
          <p:nvPr/>
        </p:nvSpPr>
        <p:spPr>
          <a:xfrm>
            <a:off x="0" y="5788035"/>
            <a:ext cx="33718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23. (Class)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Measurement_Reference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Sealing_Side_Edge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A243FA0A-6AA2-483A-AF59-306C11647BCA}"/>
              </a:ext>
            </a:extLst>
          </p:cNvPr>
          <p:cNvSpPr/>
          <p:nvPr/>
        </p:nvSpPr>
        <p:spPr>
          <a:xfrm>
            <a:off x="3777299" y="5788035"/>
            <a:ext cx="84510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[is_feature_of]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03AA4109-11DA-4F26-9F26-1236AD9A590F}"/>
              </a:ext>
            </a:extLst>
          </p:cNvPr>
          <p:cNvSpPr/>
          <p:nvPr/>
        </p:nvSpPr>
        <p:spPr>
          <a:xfrm>
            <a:off x="4812677" y="5788035"/>
            <a:ext cx="19175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Separator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D6ABB9D6-091C-4EF9-8A2A-103F4998BE42}"/>
              </a:ext>
            </a:extLst>
          </p:cNvPr>
          <p:cNvCxnSpPr>
            <a:cxnSpLocks/>
            <a:stCxn id="255" idx="3"/>
            <a:endCxn id="256" idx="1"/>
          </p:cNvCxnSpPr>
          <p:nvPr/>
        </p:nvCxnSpPr>
        <p:spPr>
          <a:xfrm>
            <a:off x="3371850" y="5911146"/>
            <a:ext cx="40544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C40638C8-7FF6-4E38-BA3E-701E14385126}"/>
              </a:ext>
            </a:extLst>
          </p:cNvPr>
          <p:cNvCxnSpPr>
            <a:cxnSpLocks/>
            <a:stCxn id="256" idx="3"/>
            <a:endCxn id="257" idx="1"/>
          </p:cNvCxnSpPr>
          <p:nvPr/>
        </p:nvCxnSpPr>
        <p:spPr>
          <a:xfrm>
            <a:off x="4622402" y="5911146"/>
            <a:ext cx="19027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E8962BB3-E72C-4E82-8BF1-183472078760}"/>
              </a:ext>
            </a:extLst>
          </p:cNvPr>
          <p:cNvSpPr/>
          <p:nvPr/>
        </p:nvSpPr>
        <p:spPr>
          <a:xfrm>
            <a:off x="0" y="6007507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SAG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5B7C3437-7B25-47A6-8AC8-DEA1474A5C15}"/>
              </a:ext>
            </a:extLst>
          </p:cNvPr>
          <p:cNvSpPr/>
          <p:nvPr/>
        </p:nvSpPr>
        <p:spPr>
          <a:xfrm>
            <a:off x="2047939" y="6007507"/>
            <a:ext cx="17988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[measures_distance_from_feature]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482F4EA8-9EAC-469F-8DA1-4F10B3BF1823}"/>
              </a:ext>
            </a:extLst>
          </p:cNvPr>
          <p:cNvSpPr/>
          <p:nvPr/>
        </p:nvSpPr>
        <p:spPr>
          <a:xfrm>
            <a:off x="4321679" y="6007507"/>
            <a:ext cx="48478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Anode,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Measurement_Reference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(Individual)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Sealing_Side_Edge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3552619B-48B5-43C3-BC24-AF5BF0B95468}"/>
              </a:ext>
            </a:extLst>
          </p:cNvPr>
          <p:cNvCxnSpPr>
            <a:cxnSpLocks/>
            <a:stCxn id="260" idx="3"/>
            <a:endCxn id="261" idx="1"/>
          </p:cNvCxnSpPr>
          <p:nvPr/>
        </p:nvCxnSpPr>
        <p:spPr>
          <a:xfrm>
            <a:off x="1771650" y="6130618"/>
            <a:ext cx="27628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화살표 연결선 263">
            <a:extLst>
              <a:ext uri="{FF2B5EF4-FFF2-40B4-BE49-F238E27FC236}">
                <a16:creationId xmlns:a16="http://schemas.microsoft.com/office/drawing/2014/main" id="{525791F6-633C-41AA-B711-6FE3F4FEA93D}"/>
              </a:ext>
            </a:extLst>
          </p:cNvPr>
          <p:cNvCxnSpPr>
            <a:cxnSpLocks/>
            <a:stCxn id="261" idx="3"/>
            <a:endCxn id="262" idx="1"/>
          </p:cNvCxnSpPr>
          <p:nvPr/>
        </p:nvCxnSpPr>
        <p:spPr>
          <a:xfrm>
            <a:off x="3846829" y="6130618"/>
            <a:ext cx="47485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E459B208-5547-4053-A726-3254002374A2}"/>
              </a:ext>
            </a:extLst>
          </p:cNvPr>
          <p:cNvSpPr/>
          <p:nvPr/>
        </p:nvSpPr>
        <p:spPr>
          <a:xfrm>
            <a:off x="0" y="6226979"/>
            <a:ext cx="17716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SCG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3952E5F5-7A5C-489D-BB9B-24F5891C524C}"/>
              </a:ext>
            </a:extLst>
          </p:cNvPr>
          <p:cNvSpPr/>
          <p:nvPr/>
        </p:nvSpPr>
        <p:spPr>
          <a:xfrm>
            <a:off x="2047939" y="6226979"/>
            <a:ext cx="17988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[measures_distance_from_feature]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4BAF2BDD-7FD2-4299-A8C4-CB386126F02B}"/>
              </a:ext>
            </a:extLst>
          </p:cNvPr>
          <p:cNvSpPr/>
          <p:nvPr/>
        </p:nvSpPr>
        <p:spPr>
          <a:xfrm>
            <a:off x="4321679" y="6226979"/>
            <a:ext cx="49391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Cathode,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Measurement_Reference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(Individual)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Sealing_Side_Edge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78" name="직선 화살표 연결선 277">
            <a:extLst>
              <a:ext uri="{FF2B5EF4-FFF2-40B4-BE49-F238E27FC236}">
                <a16:creationId xmlns:a16="http://schemas.microsoft.com/office/drawing/2014/main" id="{A06BCC9E-5B7F-493D-BBE5-75587A53CA3C}"/>
              </a:ext>
            </a:extLst>
          </p:cNvPr>
          <p:cNvCxnSpPr>
            <a:cxnSpLocks/>
            <a:stCxn id="275" idx="3"/>
            <a:endCxn id="276" idx="1"/>
          </p:cNvCxnSpPr>
          <p:nvPr/>
        </p:nvCxnSpPr>
        <p:spPr>
          <a:xfrm>
            <a:off x="1771650" y="6350090"/>
            <a:ext cx="27628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화살표 연결선 278">
            <a:extLst>
              <a:ext uri="{FF2B5EF4-FFF2-40B4-BE49-F238E27FC236}">
                <a16:creationId xmlns:a16="http://schemas.microsoft.com/office/drawing/2014/main" id="{8C5B61B4-4830-4E5A-B3E7-AC99EDE824CC}"/>
              </a:ext>
            </a:extLst>
          </p:cNvPr>
          <p:cNvCxnSpPr>
            <a:cxnSpLocks/>
            <a:stCxn id="276" idx="3"/>
            <a:endCxn id="277" idx="1"/>
          </p:cNvCxnSpPr>
          <p:nvPr/>
        </p:nvCxnSpPr>
        <p:spPr>
          <a:xfrm>
            <a:off x="3846829" y="6350090"/>
            <a:ext cx="47485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AE2BD77C-7141-4D37-8928-B67BC7B79D03}"/>
              </a:ext>
            </a:extLst>
          </p:cNvPr>
          <p:cNvSpPr/>
          <p:nvPr/>
        </p:nvSpPr>
        <p:spPr>
          <a:xfrm>
            <a:off x="-1" y="6446450"/>
            <a:ext cx="20329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(Class)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SAG, SCG</a:t>
            </a:r>
            <a:endParaRPr lang="ko-KR" altLang="en-US" sz="1000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C463BC7C-5512-4BA8-BC0E-9C51452450C6}"/>
              </a:ext>
            </a:extLst>
          </p:cNvPr>
          <p:cNvSpPr/>
          <p:nvPr/>
        </p:nvSpPr>
        <p:spPr>
          <a:xfrm>
            <a:off x="2246500" y="6446450"/>
            <a:ext cx="157126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FF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[is_relevant_to_stage_Before]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AEFDB6F1-A185-4D4E-8321-72024BF1AAF5}"/>
              </a:ext>
            </a:extLst>
          </p:cNvPr>
          <p:cNvSpPr/>
          <p:nvPr/>
        </p:nvSpPr>
        <p:spPr>
          <a:xfrm>
            <a:off x="4058272" y="6446450"/>
            <a:ext cx="58929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(Class)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공정 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(Individual) 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(Cut)_Final Cut_</a:t>
            </a:r>
            <a:r>
              <a: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BBB59E86-6BD2-4207-8326-B654D0AD87A3}"/>
              </a:ext>
            </a:extLst>
          </p:cNvPr>
          <p:cNvCxnSpPr>
            <a:cxnSpLocks/>
            <a:stCxn id="280" idx="3"/>
            <a:endCxn id="281" idx="1"/>
          </p:cNvCxnSpPr>
          <p:nvPr/>
        </p:nvCxnSpPr>
        <p:spPr>
          <a:xfrm>
            <a:off x="2032944" y="6569561"/>
            <a:ext cx="213556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화살표 연결선 283">
            <a:extLst>
              <a:ext uri="{FF2B5EF4-FFF2-40B4-BE49-F238E27FC236}">
                <a16:creationId xmlns:a16="http://schemas.microsoft.com/office/drawing/2014/main" id="{998AAB67-6F44-40C4-A3D8-F17F8FBC4C8E}"/>
              </a:ext>
            </a:extLst>
          </p:cNvPr>
          <p:cNvCxnSpPr>
            <a:cxnSpLocks/>
            <a:stCxn id="281" idx="3"/>
            <a:endCxn id="282" idx="1"/>
          </p:cNvCxnSpPr>
          <p:nvPr/>
        </p:nvCxnSpPr>
        <p:spPr>
          <a:xfrm>
            <a:off x="3817764" y="6569561"/>
            <a:ext cx="240508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78967112-21D1-4C90-A9BA-FBE592DB4F8C}"/>
              </a:ext>
            </a:extLst>
          </p:cNvPr>
          <p:cNvSpPr/>
          <p:nvPr/>
        </p:nvSpPr>
        <p:spPr>
          <a:xfrm>
            <a:off x="4085234" y="6632949"/>
            <a:ext cx="384752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└ 모노셀이 만들어 지기전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즉 분리막이 컷팅 되기전 측정한다는 것을 정의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4A28F0-F823-F3F4-7EEE-B5A6B302C553}"/>
              </a:ext>
            </a:extLst>
          </p:cNvPr>
          <p:cNvSpPr/>
          <p:nvPr/>
        </p:nvSpPr>
        <p:spPr>
          <a:xfrm>
            <a:off x="0" y="1135558"/>
            <a:ext cx="9906000" cy="5722441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035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DA5B6-73E9-400F-9CE5-12EBF6541511}"/>
              </a:ext>
            </a:extLst>
          </p:cNvPr>
          <p:cNvSpPr txBox="1"/>
          <p:nvPr/>
        </p:nvSpPr>
        <p:spPr>
          <a:xfrm>
            <a:off x="7939143" y="37471"/>
            <a:ext cx="2012089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DX.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기획팀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신낙천 선임</a:t>
            </a:r>
            <a:endParaRPr kumimoji="0" lang="en-US" altLang="ko-KR" sz="10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0" name="제목 3">
            <a:extLst>
              <a:ext uri="{FF2B5EF4-FFF2-40B4-BE49-F238E27FC236}">
                <a16:creationId xmlns:a16="http://schemas.microsoft.com/office/drawing/2014/main" id="{5CB4ED72-0FD2-4B8B-B809-A589516A0E1A}"/>
              </a:ext>
            </a:extLst>
          </p:cNvPr>
          <p:cNvSpPr txBox="1">
            <a:spLocks/>
          </p:cNvSpPr>
          <p:nvPr/>
        </p:nvSpPr>
        <p:spPr>
          <a:xfrm>
            <a:off x="121795" y="150279"/>
            <a:ext cx="3594800" cy="38427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fontAlgn="base">
              <a:lnSpc>
                <a:spcPct val="113000"/>
              </a:lnSpc>
              <a:spcAft>
                <a:spcPct val="0"/>
              </a:spcAft>
              <a:defRPr/>
            </a:pP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Ontology PoC </a:t>
            </a:r>
            <a:r>
              <a:rPr kumimoji="1" lang="ko-KR" altLang="en-US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설계도</a:t>
            </a: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 _</a:t>
            </a:r>
            <a:r>
              <a:rPr kumimoji="1" lang="en-US" altLang="ko-KR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Relation </a:t>
            </a:r>
            <a:r>
              <a:rPr kumimoji="1" lang="ko-KR" altLang="en-US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정의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(6/X)</a:t>
            </a:r>
            <a:endParaRPr kumimoji="1" lang="ko-KR" altLang="en-US" i="0" u="none" strike="noStrike" kern="1200" cap="none" spc="0" normalizeH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Arial" panose="020B0604020202020204" pitchFamily="34" charset="0"/>
              <a:sym typeface="Wingdings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7953B3D-BDC2-439B-8BCB-92732A228525}"/>
              </a:ext>
            </a:extLst>
          </p:cNvPr>
          <p:cNvGrpSpPr/>
          <p:nvPr/>
        </p:nvGrpSpPr>
        <p:grpSpPr>
          <a:xfrm>
            <a:off x="0" y="1364120"/>
            <a:ext cx="9300695" cy="846540"/>
            <a:chOff x="0" y="1364120"/>
            <a:chExt cx="9300695" cy="846540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35BAB4B-6C3A-4F0A-8B0B-AA619B4CBDD1}"/>
                </a:ext>
              </a:extLst>
            </p:cNvPr>
            <p:cNvSpPr/>
            <p:nvPr/>
          </p:nvSpPr>
          <p:spPr>
            <a:xfrm>
              <a:off x="0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24.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CD3939AF-4FDF-419F-9DE4-669060AC99FA}"/>
                </a:ext>
              </a:extLst>
            </p:cNvPr>
            <p:cNvSpPr/>
            <p:nvPr/>
          </p:nvSpPr>
          <p:spPr>
            <a:xfrm>
              <a:off x="3268319" y="1364120"/>
              <a:ext cx="262126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FB05CDAB-7DEE-4742-831C-799562C12927}"/>
                </a:ext>
              </a:extLst>
            </p:cNvPr>
            <p:cNvSpPr/>
            <p:nvPr/>
          </p:nvSpPr>
          <p:spPr>
            <a:xfrm>
              <a:off x="6394130" y="136412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0A65315A-6518-4DAC-937B-CE973C32E89A}"/>
                </a:ext>
              </a:extLst>
            </p:cNvPr>
            <p:cNvCxnSpPr>
              <a:cxnSpLocks/>
              <a:stCxn id="135" idx="3"/>
              <a:endCxn id="143" idx="1"/>
            </p:cNvCxnSpPr>
            <p:nvPr/>
          </p:nvCxnSpPr>
          <p:spPr>
            <a:xfrm>
              <a:off x="2818015" y="1487231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화살표 연결선 153">
              <a:extLst>
                <a:ext uri="{FF2B5EF4-FFF2-40B4-BE49-F238E27FC236}">
                  <a16:creationId xmlns:a16="http://schemas.microsoft.com/office/drawing/2014/main" id="{EC946406-BE9B-4615-B9FD-D100BE9B00DB}"/>
                </a:ext>
              </a:extLst>
            </p:cNvPr>
            <p:cNvCxnSpPr>
              <a:cxnSpLocks/>
              <a:stCxn id="143" idx="3"/>
              <a:endCxn id="151" idx="1"/>
            </p:cNvCxnSpPr>
            <p:nvPr/>
          </p:nvCxnSpPr>
          <p:spPr>
            <a:xfrm>
              <a:off x="5889586" y="1487231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E90F249C-A6FE-4BAD-975C-0C6F4AC621C8}"/>
                </a:ext>
              </a:extLst>
            </p:cNvPr>
            <p:cNvSpPr/>
            <p:nvPr/>
          </p:nvSpPr>
          <p:spPr>
            <a:xfrm>
              <a:off x="0" y="156422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A88A9461-DC7E-44D0-A4AD-4133B343D509}"/>
                </a:ext>
              </a:extLst>
            </p:cNvPr>
            <p:cNvSpPr/>
            <p:nvPr/>
          </p:nvSpPr>
          <p:spPr>
            <a:xfrm>
              <a:off x="3268356" y="1564226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8A709A81-EA41-4CAA-9FC0-2CB267F80B1B}"/>
                </a:ext>
              </a:extLst>
            </p:cNvPr>
            <p:cNvSpPr/>
            <p:nvPr/>
          </p:nvSpPr>
          <p:spPr>
            <a:xfrm>
              <a:off x="6394130" y="1564226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6E3F1767-C981-4955-A93A-3D93512F55FA}"/>
                </a:ext>
              </a:extLst>
            </p:cNvPr>
            <p:cNvCxnSpPr>
              <a:cxnSpLocks/>
              <a:stCxn id="125" idx="3"/>
              <a:endCxn id="128" idx="1"/>
            </p:cNvCxnSpPr>
            <p:nvPr/>
          </p:nvCxnSpPr>
          <p:spPr>
            <a:xfrm>
              <a:off x="2818015" y="168733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화살표 연결선 130">
              <a:extLst>
                <a:ext uri="{FF2B5EF4-FFF2-40B4-BE49-F238E27FC236}">
                  <a16:creationId xmlns:a16="http://schemas.microsoft.com/office/drawing/2014/main" id="{58AC82B1-39A0-4803-AE43-FFAA06881A02}"/>
                </a:ext>
              </a:extLst>
            </p:cNvPr>
            <p:cNvCxnSpPr>
              <a:cxnSpLocks/>
              <a:stCxn id="128" idx="3"/>
              <a:endCxn id="129" idx="1"/>
            </p:cNvCxnSpPr>
            <p:nvPr/>
          </p:nvCxnSpPr>
          <p:spPr>
            <a:xfrm>
              <a:off x="5889586" y="1687337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ADD6E928-0253-4B02-BC39-5A22A348ECDC}"/>
                </a:ext>
              </a:extLst>
            </p:cNvPr>
            <p:cNvSpPr/>
            <p:nvPr/>
          </p:nvSpPr>
          <p:spPr>
            <a:xfrm>
              <a:off x="0" y="1764332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AC_3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DB288A7-04D1-4C58-8FF3-5B238F4AD909}"/>
                </a:ext>
              </a:extLst>
            </p:cNvPr>
            <p:cNvSpPr/>
            <p:nvPr/>
          </p:nvSpPr>
          <p:spPr>
            <a:xfrm>
              <a:off x="3268356" y="1764332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BFCD04A1-8B6D-4C0A-B2AE-96E536F69FAA}"/>
                </a:ext>
              </a:extLst>
            </p:cNvPr>
            <p:cNvSpPr/>
            <p:nvPr/>
          </p:nvSpPr>
          <p:spPr>
            <a:xfrm>
              <a:off x="6394130" y="1764332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777875D7-23E0-4DBF-A309-3609DFE0BA6F}"/>
                </a:ext>
              </a:extLst>
            </p:cNvPr>
            <p:cNvCxnSpPr>
              <a:cxnSpLocks/>
              <a:stCxn id="132" idx="3"/>
              <a:endCxn id="133" idx="1"/>
            </p:cNvCxnSpPr>
            <p:nvPr/>
          </p:nvCxnSpPr>
          <p:spPr>
            <a:xfrm>
              <a:off x="2818015" y="1887443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화살표 연결선 136">
              <a:extLst>
                <a:ext uri="{FF2B5EF4-FFF2-40B4-BE49-F238E27FC236}">
                  <a16:creationId xmlns:a16="http://schemas.microsoft.com/office/drawing/2014/main" id="{955DD4F3-E797-496F-951A-D1A4D05B33E2}"/>
                </a:ext>
              </a:extLst>
            </p:cNvPr>
            <p:cNvCxnSpPr>
              <a:cxnSpLocks/>
              <a:stCxn id="133" idx="3"/>
              <a:endCxn id="134" idx="1"/>
            </p:cNvCxnSpPr>
            <p:nvPr/>
          </p:nvCxnSpPr>
          <p:spPr>
            <a:xfrm>
              <a:off x="5889586" y="1887443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386152AE-64C1-469E-B7AB-34295A1EEB1F}"/>
                </a:ext>
              </a:extLst>
            </p:cNvPr>
            <p:cNvSpPr/>
            <p:nvPr/>
          </p:nvSpPr>
          <p:spPr>
            <a:xfrm>
              <a:off x="0" y="196443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AC_4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11671523-9A6E-4673-8D59-25B0E7897B7C}"/>
                </a:ext>
              </a:extLst>
            </p:cNvPr>
            <p:cNvSpPr/>
            <p:nvPr/>
          </p:nvSpPr>
          <p:spPr>
            <a:xfrm>
              <a:off x="3268356" y="1964439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730D7E5B-1A77-466E-BC65-7C961F53468F}"/>
                </a:ext>
              </a:extLst>
            </p:cNvPr>
            <p:cNvSpPr/>
            <p:nvPr/>
          </p:nvSpPr>
          <p:spPr>
            <a:xfrm>
              <a:off x="6394130" y="1964439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41" name="직선 화살표 연결선 140">
              <a:extLst>
                <a:ext uri="{FF2B5EF4-FFF2-40B4-BE49-F238E27FC236}">
                  <a16:creationId xmlns:a16="http://schemas.microsoft.com/office/drawing/2014/main" id="{52E7C83E-AAAE-41E2-BAB0-0D21A2110447}"/>
                </a:ext>
              </a:extLst>
            </p:cNvPr>
            <p:cNvCxnSpPr>
              <a:cxnSpLocks/>
              <a:stCxn id="138" idx="3"/>
              <a:endCxn id="139" idx="1"/>
            </p:cNvCxnSpPr>
            <p:nvPr/>
          </p:nvCxnSpPr>
          <p:spPr>
            <a:xfrm>
              <a:off x="2818015" y="2087550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E484BEBA-1975-4A01-A115-6E338A847EB3}"/>
                </a:ext>
              </a:extLst>
            </p:cNvPr>
            <p:cNvCxnSpPr>
              <a:cxnSpLocks/>
              <a:stCxn id="139" idx="3"/>
              <a:endCxn id="140" idx="1"/>
            </p:cNvCxnSpPr>
            <p:nvPr/>
          </p:nvCxnSpPr>
          <p:spPr>
            <a:xfrm>
              <a:off x="5889586" y="2087550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2658DFD-8C40-4E5A-AB90-ED51942209D6}"/>
              </a:ext>
            </a:extLst>
          </p:cNvPr>
          <p:cNvGrpSpPr/>
          <p:nvPr/>
        </p:nvGrpSpPr>
        <p:grpSpPr>
          <a:xfrm>
            <a:off x="7794653" y="616883"/>
            <a:ext cx="353911" cy="666549"/>
            <a:chOff x="2968666" y="2874452"/>
            <a:chExt cx="976206" cy="1652663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8207D4A1-4624-4CF9-B1DB-133EF4E4023E}"/>
                </a:ext>
              </a:extLst>
            </p:cNvPr>
            <p:cNvSpPr/>
            <p:nvPr/>
          </p:nvSpPr>
          <p:spPr>
            <a:xfrm>
              <a:off x="2968666" y="3055830"/>
              <a:ext cx="976206" cy="1357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7974360F-A46E-4C97-B679-FBDD124BF041}"/>
                </a:ext>
              </a:extLst>
            </p:cNvPr>
            <p:cNvSpPr/>
            <p:nvPr/>
          </p:nvSpPr>
          <p:spPr>
            <a:xfrm>
              <a:off x="3051050" y="3117542"/>
              <a:ext cx="811441" cy="12342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D712EBD7-CB40-45FC-A149-7B97C5CCA6A9}"/>
                </a:ext>
              </a:extLst>
            </p:cNvPr>
            <p:cNvSpPr/>
            <p:nvPr/>
          </p:nvSpPr>
          <p:spPr>
            <a:xfrm>
              <a:off x="3349932" y="2874452"/>
              <a:ext cx="213677" cy="166784"/>
            </a:xfrm>
            <a:prstGeom prst="rect">
              <a:avLst/>
            </a:prstGeom>
            <a:solidFill>
              <a:srgbClr val="CC9900"/>
            </a:solidFill>
            <a:ln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B446FA7A-1891-4B69-9A9F-1EE07F7B7C09}"/>
                </a:ext>
              </a:extLst>
            </p:cNvPr>
            <p:cNvSpPr/>
            <p:nvPr/>
          </p:nvSpPr>
          <p:spPr>
            <a:xfrm>
              <a:off x="3349932" y="4360331"/>
              <a:ext cx="213677" cy="1667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87144248-DA99-4B63-AC12-ED4806270E81}"/>
              </a:ext>
            </a:extLst>
          </p:cNvPr>
          <p:cNvGrpSpPr/>
          <p:nvPr/>
        </p:nvGrpSpPr>
        <p:grpSpPr>
          <a:xfrm flipV="1">
            <a:off x="8974764" y="616883"/>
            <a:ext cx="353911" cy="666549"/>
            <a:chOff x="2968666" y="2874452"/>
            <a:chExt cx="976206" cy="1652663"/>
          </a:xfrm>
        </p:grpSpPr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9090A0D4-94D6-42E4-887D-959DE37649D2}"/>
                </a:ext>
              </a:extLst>
            </p:cNvPr>
            <p:cNvSpPr/>
            <p:nvPr/>
          </p:nvSpPr>
          <p:spPr>
            <a:xfrm>
              <a:off x="2968666" y="3055830"/>
              <a:ext cx="976206" cy="1357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D3627148-1F38-4B95-95F6-F634456FD90F}"/>
                </a:ext>
              </a:extLst>
            </p:cNvPr>
            <p:cNvSpPr/>
            <p:nvPr/>
          </p:nvSpPr>
          <p:spPr>
            <a:xfrm>
              <a:off x="3051050" y="3117542"/>
              <a:ext cx="811441" cy="12342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521A00D9-4D1E-40F9-AC28-0E98C36D34E0}"/>
                </a:ext>
              </a:extLst>
            </p:cNvPr>
            <p:cNvSpPr/>
            <p:nvPr/>
          </p:nvSpPr>
          <p:spPr>
            <a:xfrm>
              <a:off x="3349932" y="2874452"/>
              <a:ext cx="213677" cy="166784"/>
            </a:xfrm>
            <a:prstGeom prst="rect">
              <a:avLst/>
            </a:prstGeom>
            <a:solidFill>
              <a:srgbClr val="CC9900"/>
            </a:solidFill>
            <a:ln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4059C4E5-E7D3-415D-B7A0-060893F204C3}"/>
                </a:ext>
              </a:extLst>
            </p:cNvPr>
            <p:cNvSpPr/>
            <p:nvPr/>
          </p:nvSpPr>
          <p:spPr>
            <a:xfrm>
              <a:off x="3349932" y="4360331"/>
              <a:ext cx="213677" cy="1667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B65BFECD-1C9C-4B2C-8406-BA7A0ED557DA}"/>
              </a:ext>
            </a:extLst>
          </p:cNvPr>
          <p:cNvSpPr/>
          <p:nvPr/>
        </p:nvSpPr>
        <p:spPr>
          <a:xfrm>
            <a:off x="7483333" y="375490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본도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좌 → 우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3722ED2D-07E2-4BFC-BCA9-690D2F594F05}"/>
              </a:ext>
            </a:extLst>
          </p:cNvPr>
          <p:cNvSpPr/>
          <p:nvPr/>
        </p:nvSpPr>
        <p:spPr>
          <a:xfrm>
            <a:off x="8663444" y="375491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미러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우 → 좌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A95E82F-382B-4415-A2F6-7A9CA5A1643C}"/>
              </a:ext>
            </a:extLst>
          </p:cNvPr>
          <p:cNvCxnSpPr/>
          <p:nvPr/>
        </p:nvCxnSpPr>
        <p:spPr>
          <a:xfrm>
            <a:off x="7616820" y="963821"/>
            <a:ext cx="709572" cy="0"/>
          </a:xfrm>
          <a:prstGeom prst="straightConnector1">
            <a:avLst/>
          </a:prstGeom>
          <a:ln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17526BD1-B7D1-424E-BD1D-D20CD0EBEC0D}"/>
              </a:ext>
            </a:extLst>
          </p:cNvPr>
          <p:cNvCxnSpPr>
            <a:cxnSpLocks/>
          </p:cNvCxnSpPr>
          <p:nvPr/>
        </p:nvCxnSpPr>
        <p:spPr>
          <a:xfrm flipH="1">
            <a:off x="8796932" y="963822"/>
            <a:ext cx="709572" cy="0"/>
          </a:xfrm>
          <a:prstGeom prst="straightConnector1">
            <a:avLst/>
          </a:prstGeom>
          <a:ln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97966E-9928-4903-96D8-FF1056717B27}"/>
              </a:ext>
            </a:extLst>
          </p:cNvPr>
          <p:cNvSpPr/>
          <p:nvPr/>
        </p:nvSpPr>
        <p:spPr>
          <a:xfrm>
            <a:off x="8134782" y="588145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dirty="0"/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2646973F-74F2-47D1-8351-FC77F7D7603F}"/>
              </a:ext>
            </a:extLst>
          </p:cNvPr>
          <p:cNvSpPr/>
          <p:nvPr/>
        </p:nvSpPr>
        <p:spPr>
          <a:xfrm>
            <a:off x="8134782" y="1031499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dirty="0"/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3B05C451-E5BE-4CB5-AAA3-B3CE975DF930}"/>
              </a:ext>
            </a:extLst>
          </p:cNvPr>
          <p:cNvSpPr/>
          <p:nvPr/>
        </p:nvSpPr>
        <p:spPr>
          <a:xfrm>
            <a:off x="7488105" y="588145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endParaRPr lang="ko-KR" altLang="en-US" dirty="0"/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AA16732B-0D61-4057-A063-8471CCBAB8A5}"/>
              </a:ext>
            </a:extLst>
          </p:cNvPr>
          <p:cNvSpPr/>
          <p:nvPr/>
        </p:nvSpPr>
        <p:spPr>
          <a:xfrm>
            <a:off x="7488105" y="1031499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dirty="0"/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818855DE-0EDA-4B9A-A8A8-EB58FED96AF3}"/>
              </a:ext>
            </a:extLst>
          </p:cNvPr>
          <p:cNvSpPr/>
          <p:nvPr/>
        </p:nvSpPr>
        <p:spPr>
          <a:xfrm>
            <a:off x="9324590" y="588145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endParaRPr lang="ko-KR" altLang="en-US" dirty="0"/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787E77C8-5EEF-4B89-AD28-9A2808308A7A}"/>
              </a:ext>
            </a:extLst>
          </p:cNvPr>
          <p:cNvSpPr/>
          <p:nvPr/>
        </p:nvSpPr>
        <p:spPr>
          <a:xfrm>
            <a:off x="9324590" y="1031499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dirty="0"/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00FBFADA-9339-4A86-9D96-9484793DC9E9}"/>
              </a:ext>
            </a:extLst>
          </p:cNvPr>
          <p:cNvSpPr/>
          <p:nvPr/>
        </p:nvSpPr>
        <p:spPr>
          <a:xfrm>
            <a:off x="8677913" y="588145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dirty="0"/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7C01D649-A2E1-4006-BDB3-BA614DA8C82C}"/>
              </a:ext>
            </a:extLst>
          </p:cNvPr>
          <p:cNvSpPr/>
          <p:nvPr/>
        </p:nvSpPr>
        <p:spPr>
          <a:xfrm>
            <a:off x="8677913" y="1031499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63A029D-E1BA-4EA0-9A35-40B4455B5CF9}"/>
              </a:ext>
            </a:extLst>
          </p:cNvPr>
          <p:cNvGrpSpPr/>
          <p:nvPr/>
        </p:nvGrpSpPr>
        <p:grpSpPr>
          <a:xfrm>
            <a:off x="0" y="2256940"/>
            <a:ext cx="9300695" cy="846540"/>
            <a:chOff x="0" y="2241541"/>
            <a:chExt cx="9300695" cy="846540"/>
          </a:xfrm>
        </p:grpSpPr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5C498560-D284-451F-8721-A7D876ACCD96}"/>
                </a:ext>
              </a:extLst>
            </p:cNvPr>
            <p:cNvSpPr/>
            <p:nvPr/>
          </p:nvSpPr>
          <p:spPr>
            <a:xfrm>
              <a:off x="0" y="2241541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25.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74" name="직사각형 273">
              <a:extLst>
                <a:ext uri="{FF2B5EF4-FFF2-40B4-BE49-F238E27FC236}">
                  <a16:creationId xmlns:a16="http://schemas.microsoft.com/office/drawing/2014/main" id="{E5EC14F4-3023-475E-9550-00FAB377F03E}"/>
                </a:ext>
              </a:extLst>
            </p:cNvPr>
            <p:cNvSpPr/>
            <p:nvPr/>
          </p:nvSpPr>
          <p:spPr>
            <a:xfrm>
              <a:off x="3268319" y="2241541"/>
              <a:ext cx="2621231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86" name="직사각형 285">
              <a:extLst>
                <a:ext uri="{FF2B5EF4-FFF2-40B4-BE49-F238E27FC236}">
                  <a16:creationId xmlns:a16="http://schemas.microsoft.com/office/drawing/2014/main" id="{96378D48-22CD-40D1-AA30-A4692168967C}"/>
                </a:ext>
              </a:extLst>
            </p:cNvPr>
            <p:cNvSpPr/>
            <p:nvPr/>
          </p:nvSpPr>
          <p:spPr>
            <a:xfrm>
              <a:off x="6394130" y="2241541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EF231AE1-09A8-447B-A1D4-0D4DD836E1B5}"/>
                </a:ext>
              </a:extLst>
            </p:cNvPr>
            <p:cNvCxnSpPr>
              <a:cxnSpLocks/>
              <a:stCxn id="273" idx="3"/>
              <a:endCxn id="274" idx="1"/>
            </p:cNvCxnSpPr>
            <p:nvPr/>
          </p:nvCxnSpPr>
          <p:spPr>
            <a:xfrm>
              <a:off x="2818015" y="2364652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화살표 연결선 287">
              <a:extLst>
                <a:ext uri="{FF2B5EF4-FFF2-40B4-BE49-F238E27FC236}">
                  <a16:creationId xmlns:a16="http://schemas.microsoft.com/office/drawing/2014/main" id="{91B4F063-0B59-49A1-BE3A-F2E8F32BE17B}"/>
                </a:ext>
              </a:extLst>
            </p:cNvPr>
            <p:cNvCxnSpPr>
              <a:cxnSpLocks/>
              <a:stCxn id="274" idx="3"/>
              <a:endCxn id="286" idx="1"/>
            </p:cNvCxnSpPr>
            <p:nvPr/>
          </p:nvCxnSpPr>
          <p:spPr>
            <a:xfrm>
              <a:off x="5889550" y="2364652"/>
              <a:ext cx="50458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직사각형 288">
              <a:extLst>
                <a:ext uri="{FF2B5EF4-FFF2-40B4-BE49-F238E27FC236}">
                  <a16:creationId xmlns:a16="http://schemas.microsoft.com/office/drawing/2014/main" id="{C22C94A3-EF4F-44D0-A943-BD4F59B99DBD}"/>
                </a:ext>
              </a:extLst>
            </p:cNvPr>
            <p:cNvSpPr/>
            <p:nvPr/>
          </p:nvSpPr>
          <p:spPr>
            <a:xfrm>
              <a:off x="0" y="2441647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0" name="직사각형 289">
              <a:extLst>
                <a:ext uri="{FF2B5EF4-FFF2-40B4-BE49-F238E27FC236}">
                  <a16:creationId xmlns:a16="http://schemas.microsoft.com/office/drawing/2014/main" id="{F42135E0-26D0-4403-9029-C92BE4775BAC}"/>
                </a:ext>
              </a:extLst>
            </p:cNvPr>
            <p:cNvSpPr/>
            <p:nvPr/>
          </p:nvSpPr>
          <p:spPr>
            <a:xfrm>
              <a:off x="3268356" y="2441647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5D20DC63-05E6-439D-858D-64D6985FACE7}"/>
                </a:ext>
              </a:extLst>
            </p:cNvPr>
            <p:cNvSpPr/>
            <p:nvPr/>
          </p:nvSpPr>
          <p:spPr>
            <a:xfrm>
              <a:off x="6394130" y="2441647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92" name="직선 화살표 연결선 291">
              <a:extLst>
                <a:ext uri="{FF2B5EF4-FFF2-40B4-BE49-F238E27FC236}">
                  <a16:creationId xmlns:a16="http://schemas.microsoft.com/office/drawing/2014/main" id="{29D272FE-D6D9-456E-A90F-A9CA028D5597}"/>
                </a:ext>
              </a:extLst>
            </p:cNvPr>
            <p:cNvCxnSpPr>
              <a:cxnSpLocks/>
              <a:stCxn id="289" idx="3"/>
              <a:endCxn id="290" idx="1"/>
            </p:cNvCxnSpPr>
            <p:nvPr/>
          </p:nvCxnSpPr>
          <p:spPr>
            <a:xfrm>
              <a:off x="2818015" y="2564758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화살표 연결선 292">
              <a:extLst>
                <a:ext uri="{FF2B5EF4-FFF2-40B4-BE49-F238E27FC236}">
                  <a16:creationId xmlns:a16="http://schemas.microsoft.com/office/drawing/2014/main" id="{A0400896-7FF2-4531-802C-E97865443762}"/>
                </a:ext>
              </a:extLst>
            </p:cNvPr>
            <p:cNvCxnSpPr>
              <a:cxnSpLocks/>
              <a:stCxn id="290" idx="3"/>
              <a:endCxn id="291" idx="1"/>
            </p:cNvCxnSpPr>
            <p:nvPr/>
          </p:nvCxnSpPr>
          <p:spPr>
            <a:xfrm>
              <a:off x="5889586" y="2564758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직사각형 293">
              <a:extLst>
                <a:ext uri="{FF2B5EF4-FFF2-40B4-BE49-F238E27FC236}">
                  <a16:creationId xmlns:a16="http://schemas.microsoft.com/office/drawing/2014/main" id="{6A65B374-9EF4-443C-A6D7-AC18796E6E7A}"/>
                </a:ext>
              </a:extLst>
            </p:cNvPr>
            <p:cNvSpPr/>
            <p:nvPr/>
          </p:nvSpPr>
          <p:spPr>
            <a:xfrm>
              <a:off x="0" y="2641753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AC_3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6048A087-2507-4CBE-AC18-C828B01D7C74}"/>
                </a:ext>
              </a:extLst>
            </p:cNvPr>
            <p:cNvSpPr/>
            <p:nvPr/>
          </p:nvSpPr>
          <p:spPr>
            <a:xfrm>
              <a:off x="3268356" y="2641753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6" name="직사각형 295">
              <a:extLst>
                <a:ext uri="{FF2B5EF4-FFF2-40B4-BE49-F238E27FC236}">
                  <a16:creationId xmlns:a16="http://schemas.microsoft.com/office/drawing/2014/main" id="{853CC83F-1CD1-40C9-B5DB-BD1ACBCAB317}"/>
                </a:ext>
              </a:extLst>
            </p:cNvPr>
            <p:cNvSpPr/>
            <p:nvPr/>
          </p:nvSpPr>
          <p:spPr>
            <a:xfrm>
              <a:off x="6394130" y="2641753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B5F8C80A-4073-4E7E-9AEF-97AB687822D6}"/>
                </a:ext>
              </a:extLst>
            </p:cNvPr>
            <p:cNvCxnSpPr>
              <a:cxnSpLocks/>
              <a:stCxn id="294" idx="3"/>
              <a:endCxn id="295" idx="1"/>
            </p:cNvCxnSpPr>
            <p:nvPr/>
          </p:nvCxnSpPr>
          <p:spPr>
            <a:xfrm>
              <a:off x="2818015" y="2764864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직선 화살표 연결선 297">
              <a:extLst>
                <a:ext uri="{FF2B5EF4-FFF2-40B4-BE49-F238E27FC236}">
                  <a16:creationId xmlns:a16="http://schemas.microsoft.com/office/drawing/2014/main" id="{3D7B7933-E169-47B4-9B79-B9F8F13A5905}"/>
                </a:ext>
              </a:extLst>
            </p:cNvPr>
            <p:cNvCxnSpPr>
              <a:cxnSpLocks/>
              <a:stCxn id="295" idx="3"/>
              <a:endCxn id="296" idx="1"/>
            </p:cNvCxnSpPr>
            <p:nvPr/>
          </p:nvCxnSpPr>
          <p:spPr>
            <a:xfrm>
              <a:off x="5889586" y="2764864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id="{D3A04DD4-9493-472E-93E4-B5816375D2D9}"/>
                </a:ext>
              </a:extLst>
            </p:cNvPr>
            <p:cNvSpPr/>
            <p:nvPr/>
          </p:nvSpPr>
          <p:spPr>
            <a:xfrm>
              <a:off x="0" y="284186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AC_4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00" name="직사각형 299">
              <a:extLst>
                <a:ext uri="{FF2B5EF4-FFF2-40B4-BE49-F238E27FC236}">
                  <a16:creationId xmlns:a16="http://schemas.microsoft.com/office/drawing/2014/main" id="{21B8BED3-DAD8-424D-AC6E-2D60A9FA6703}"/>
                </a:ext>
              </a:extLst>
            </p:cNvPr>
            <p:cNvSpPr/>
            <p:nvPr/>
          </p:nvSpPr>
          <p:spPr>
            <a:xfrm>
              <a:off x="3268356" y="2841860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01" name="직사각형 300">
              <a:extLst>
                <a:ext uri="{FF2B5EF4-FFF2-40B4-BE49-F238E27FC236}">
                  <a16:creationId xmlns:a16="http://schemas.microsoft.com/office/drawing/2014/main" id="{AE7A1464-759D-4EE3-9263-F77D2D53915D}"/>
                </a:ext>
              </a:extLst>
            </p:cNvPr>
            <p:cNvSpPr/>
            <p:nvPr/>
          </p:nvSpPr>
          <p:spPr>
            <a:xfrm>
              <a:off x="6394130" y="284186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02" name="직선 화살표 연결선 301">
              <a:extLst>
                <a:ext uri="{FF2B5EF4-FFF2-40B4-BE49-F238E27FC236}">
                  <a16:creationId xmlns:a16="http://schemas.microsoft.com/office/drawing/2014/main" id="{6C9E5E1C-9715-4118-89BE-8BDCD1EB43CC}"/>
                </a:ext>
              </a:extLst>
            </p:cNvPr>
            <p:cNvCxnSpPr>
              <a:cxnSpLocks/>
              <a:stCxn id="299" idx="3"/>
              <a:endCxn id="300" idx="1"/>
            </p:cNvCxnSpPr>
            <p:nvPr/>
          </p:nvCxnSpPr>
          <p:spPr>
            <a:xfrm>
              <a:off x="2818015" y="2964971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37E082E4-A3ED-4055-BD2C-B0E8410B39E0}"/>
                </a:ext>
              </a:extLst>
            </p:cNvPr>
            <p:cNvCxnSpPr>
              <a:cxnSpLocks/>
              <a:stCxn id="300" idx="3"/>
              <a:endCxn id="301" idx="1"/>
            </p:cNvCxnSpPr>
            <p:nvPr/>
          </p:nvCxnSpPr>
          <p:spPr>
            <a:xfrm>
              <a:off x="5889586" y="2964971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4" name="직사각형 303">
            <a:extLst>
              <a:ext uri="{FF2B5EF4-FFF2-40B4-BE49-F238E27FC236}">
                <a16:creationId xmlns:a16="http://schemas.microsoft.com/office/drawing/2014/main" id="{E838254D-5669-4CD5-955E-0871C35502D2}"/>
              </a:ext>
            </a:extLst>
          </p:cNvPr>
          <p:cNvSpPr/>
          <p:nvPr/>
        </p:nvSpPr>
        <p:spPr>
          <a:xfrm>
            <a:off x="417453" y="790071"/>
            <a:ext cx="69336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해당 페이지는 설비 진행 방향에 따라 </a:t>
            </a:r>
            <a:r>
              <a:rPr lang="en-US" altLang="ko-KR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AC/CS/AS Gap</a:t>
            </a:r>
            <a:r>
              <a:rPr lang="ko-KR" altLang="en-US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측정위치</a:t>
            </a:r>
            <a:r>
              <a:rPr lang="en-US" altLang="ko-KR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(1,2,3,4) </a:t>
            </a:r>
            <a:r>
              <a:rPr lang="ko-KR" altLang="en-US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정의한 것</a:t>
            </a:r>
            <a:endParaRPr lang="ko-KR" altLang="en-US" sz="4400" b="1" dirty="0">
              <a:solidFill>
                <a:srgbClr val="006600"/>
              </a:solidFill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654412E-2B84-460D-9E11-5C3158D330A2}"/>
              </a:ext>
            </a:extLst>
          </p:cNvPr>
          <p:cNvGrpSpPr/>
          <p:nvPr/>
        </p:nvGrpSpPr>
        <p:grpSpPr>
          <a:xfrm>
            <a:off x="0" y="3149760"/>
            <a:ext cx="9300695" cy="846540"/>
            <a:chOff x="0" y="3149844"/>
            <a:chExt cx="9300695" cy="846540"/>
          </a:xfrm>
        </p:grpSpPr>
        <p:sp>
          <p:nvSpPr>
            <p:cNvPr id="345" name="직사각형 344">
              <a:extLst>
                <a:ext uri="{FF2B5EF4-FFF2-40B4-BE49-F238E27FC236}">
                  <a16:creationId xmlns:a16="http://schemas.microsoft.com/office/drawing/2014/main" id="{C217973B-EA21-4666-8E8F-11BA3AB9CEB4}"/>
                </a:ext>
              </a:extLst>
            </p:cNvPr>
            <p:cNvSpPr/>
            <p:nvPr/>
          </p:nvSpPr>
          <p:spPr>
            <a:xfrm>
              <a:off x="0" y="3149844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26.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46" name="직사각형 345">
              <a:extLst>
                <a:ext uri="{FF2B5EF4-FFF2-40B4-BE49-F238E27FC236}">
                  <a16:creationId xmlns:a16="http://schemas.microsoft.com/office/drawing/2014/main" id="{D5044FF3-BABD-4D8D-B473-043DE99F8520}"/>
                </a:ext>
              </a:extLst>
            </p:cNvPr>
            <p:cNvSpPr/>
            <p:nvPr/>
          </p:nvSpPr>
          <p:spPr>
            <a:xfrm>
              <a:off x="3268319" y="3149844"/>
              <a:ext cx="262126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47" name="직사각형 346">
              <a:extLst>
                <a:ext uri="{FF2B5EF4-FFF2-40B4-BE49-F238E27FC236}">
                  <a16:creationId xmlns:a16="http://schemas.microsoft.com/office/drawing/2014/main" id="{EE1C705C-9CAC-49A4-98A9-CF2A4F567B36}"/>
                </a:ext>
              </a:extLst>
            </p:cNvPr>
            <p:cNvSpPr/>
            <p:nvPr/>
          </p:nvSpPr>
          <p:spPr>
            <a:xfrm>
              <a:off x="6394130" y="3149844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48" name="직선 화살표 연결선 347">
              <a:extLst>
                <a:ext uri="{FF2B5EF4-FFF2-40B4-BE49-F238E27FC236}">
                  <a16:creationId xmlns:a16="http://schemas.microsoft.com/office/drawing/2014/main" id="{A3BCE167-525B-40B2-AB1E-3E60989DE652}"/>
                </a:ext>
              </a:extLst>
            </p:cNvPr>
            <p:cNvCxnSpPr>
              <a:cxnSpLocks/>
              <a:stCxn id="345" idx="3"/>
              <a:endCxn id="346" idx="1"/>
            </p:cNvCxnSpPr>
            <p:nvPr/>
          </p:nvCxnSpPr>
          <p:spPr>
            <a:xfrm>
              <a:off x="2818015" y="3272955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직선 화살표 연결선 348">
              <a:extLst>
                <a:ext uri="{FF2B5EF4-FFF2-40B4-BE49-F238E27FC236}">
                  <a16:creationId xmlns:a16="http://schemas.microsoft.com/office/drawing/2014/main" id="{CD311DB1-321D-456F-B0C9-20EA8EA1EF2F}"/>
                </a:ext>
              </a:extLst>
            </p:cNvPr>
            <p:cNvCxnSpPr>
              <a:cxnSpLocks/>
              <a:stCxn id="346" idx="3"/>
              <a:endCxn id="347" idx="1"/>
            </p:cNvCxnSpPr>
            <p:nvPr/>
          </p:nvCxnSpPr>
          <p:spPr>
            <a:xfrm>
              <a:off x="5889586" y="3272955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F3BDB352-3624-48A2-91AB-A3325E10E399}"/>
                </a:ext>
              </a:extLst>
            </p:cNvPr>
            <p:cNvSpPr/>
            <p:nvPr/>
          </p:nvSpPr>
          <p:spPr>
            <a:xfrm>
              <a:off x="0" y="334995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26C1CFDB-6A3B-4DB1-AB5D-01845F7C5C49}"/>
                </a:ext>
              </a:extLst>
            </p:cNvPr>
            <p:cNvSpPr/>
            <p:nvPr/>
          </p:nvSpPr>
          <p:spPr>
            <a:xfrm>
              <a:off x="3268356" y="3349950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52" name="직사각형 351">
              <a:extLst>
                <a:ext uri="{FF2B5EF4-FFF2-40B4-BE49-F238E27FC236}">
                  <a16:creationId xmlns:a16="http://schemas.microsoft.com/office/drawing/2014/main" id="{32717061-4F4A-473E-90F0-9C1E17D4A2D9}"/>
                </a:ext>
              </a:extLst>
            </p:cNvPr>
            <p:cNvSpPr/>
            <p:nvPr/>
          </p:nvSpPr>
          <p:spPr>
            <a:xfrm>
              <a:off x="6394130" y="334995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53" name="직선 화살표 연결선 352">
              <a:extLst>
                <a:ext uri="{FF2B5EF4-FFF2-40B4-BE49-F238E27FC236}">
                  <a16:creationId xmlns:a16="http://schemas.microsoft.com/office/drawing/2014/main" id="{7660A704-59AF-404A-9FCF-2B0FA7CD5BB5}"/>
                </a:ext>
              </a:extLst>
            </p:cNvPr>
            <p:cNvCxnSpPr>
              <a:cxnSpLocks/>
              <a:stCxn id="350" idx="3"/>
              <a:endCxn id="351" idx="1"/>
            </p:cNvCxnSpPr>
            <p:nvPr/>
          </p:nvCxnSpPr>
          <p:spPr>
            <a:xfrm>
              <a:off x="2818015" y="3473061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직선 화살표 연결선 353">
              <a:extLst>
                <a:ext uri="{FF2B5EF4-FFF2-40B4-BE49-F238E27FC236}">
                  <a16:creationId xmlns:a16="http://schemas.microsoft.com/office/drawing/2014/main" id="{B9EDEE02-168E-4587-93E7-7D0B759D86DB}"/>
                </a:ext>
              </a:extLst>
            </p:cNvPr>
            <p:cNvCxnSpPr>
              <a:cxnSpLocks/>
              <a:stCxn id="351" idx="3"/>
              <a:endCxn id="352" idx="1"/>
            </p:cNvCxnSpPr>
            <p:nvPr/>
          </p:nvCxnSpPr>
          <p:spPr>
            <a:xfrm>
              <a:off x="5889586" y="3473061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직사각형 354">
              <a:extLst>
                <a:ext uri="{FF2B5EF4-FFF2-40B4-BE49-F238E27FC236}">
                  <a16:creationId xmlns:a16="http://schemas.microsoft.com/office/drawing/2014/main" id="{E90D7692-28D5-4442-9E34-2AA4468BFB38}"/>
                </a:ext>
              </a:extLst>
            </p:cNvPr>
            <p:cNvSpPr/>
            <p:nvPr/>
          </p:nvSpPr>
          <p:spPr>
            <a:xfrm>
              <a:off x="0" y="355005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CS_3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56" name="직사각형 355">
              <a:extLst>
                <a:ext uri="{FF2B5EF4-FFF2-40B4-BE49-F238E27FC236}">
                  <a16:creationId xmlns:a16="http://schemas.microsoft.com/office/drawing/2014/main" id="{832247E1-468E-454E-BDD5-5252AE9713F7}"/>
                </a:ext>
              </a:extLst>
            </p:cNvPr>
            <p:cNvSpPr/>
            <p:nvPr/>
          </p:nvSpPr>
          <p:spPr>
            <a:xfrm>
              <a:off x="3268356" y="3550056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57" name="직사각형 356">
              <a:extLst>
                <a:ext uri="{FF2B5EF4-FFF2-40B4-BE49-F238E27FC236}">
                  <a16:creationId xmlns:a16="http://schemas.microsoft.com/office/drawing/2014/main" id="{B24814E0-ACA4-46EB-AF2A-93ECDB5FE914}"/>
                </a:ext>
              </a:extLst>
            </p:cNvPr>
            <p:cNvSpPr/>
            <p:nvPr/>
          </p:nvSpPr>
          <p:spPr>
            <a:xfrm>
              <a:off x="6394130" y="3550056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58" name="직선 화살표 연결선 357">
              <a:extLst>
                <a:ext uri="{FF2B5EF4-FFF2-40B4-BE49-F238E27FC236}">
                  <a16:creationId xmlns:a16="http://schemas.microsoft.com/office/drawing/2014/main" id="{0C3A1068-CB26-4F0E-B97F-20EB2815E045}"/>
                </a:ext>
              </a:extLst>
            </p:cNvPr>
            <p:cNvCxnSpPr>
              <a:cxnSpLocks/>
              <a:stCxn id="355" idx="3"/>
              <a:endCxn id="356" idx="1"/>
            </p:cNvCxnSpPr>
            <p:nvPr/>
          </p:nvCxnSpPr>
          <p:spPr>
            <a:xfrm>
              <a:off x="2818015" y="367316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화살표 연결선 358">
              <a:extLst>
                <a:ext uri="{FF2B5EF4-FFF2-40B4-BE49-F238E27FC236}">
                  <a16:creationId xmlns:a16="http://schemas.microsoft.com/office/drawing/2014/main" id="{5CDBA6FE-7EF6-4DB3-AF2F-1B4E2EC47FB1}"/>
                </a:ext>
              </a:extLst>
            </p:cNvPr>
            <p:cNvCxnSpPr>
              <a:cxnSpLocks/>
              <a:stCxn id="356" idx="3"/>
              <a:endCxn id="357" idx="1"/>
            </p:cNvCxnSpPr>
            <p:nvPr/>
          </p:nvCxnSpPr>
          <p:spPr>
            <a:xfrm>
              <a:off x="5889586" y="3673167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직사각형 359">
              <a:extLst>
                <a:ext uri="{FF2B5EF4-FFF2-40B4-BE49-F238E27FC236}">
                  <a16:creationId xmlns:a16="http://schemas.microsoft.com/office/drawing/2014/main" id="{E9BBB42C-4BED-4AA1-8CE0-5E6C84F570AC}"/>
                </a:ext>
              </a:extLst>
            </p:cNvPr>
            <p:cNvSpPr/>
            <p:nvPr/>
          </p:nvSpPr>
          <p:spPr>
            <a:xfrm>
              <a:off x="0" y="3750163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CS_4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61" name="직사각형 360">
              <a:extLst>
                <a:ext uri="{FF2B5EF4-FFF2-40B4-BE49-F238E27FC236}">
                  <a16:creationId xmlns:a16="http://schemas.microsoft.com/office/drawing/2014/main" id="{D6EF7D23-3317-47BA-A653-5F97B70A69DE}"/>
                </a:ext>
              </a:extLst>
            </p:cNvPr>
            <p:cNvSpPr/>
            <p:nvPr/>
          </p:nvSpPr>
          <p:spPr>
            <a:xfrm>
              <a:off x="3268356" y="3750163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62" name="직사각형 361">
              <a:extLst>
                <a:ext uri="{FF2B5EF4-FFF2-40B4-BE49-F238E27FC236}">
                  <a16:creationId xmlns:a16="http://schemas.microsoft.com/office/drawing/2014/main" id="{7EFDA9CB-46F9-44CF-A2C9-83A9607A8A8E}"/>
                </a:ext>
              </a:extLst>
            </p:cNvPr>
            <p:cNvSpPr/>
            <p:nvPr/>
          </p:nvSpPr>
          <p:spPr>
            <a:xfrm>
              <a:off x="6394130" y="3750163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63" name="직선 화살표 연결선 362">
              <a:extLst>
                <a:ext uri="{FF2B5EF4-FFF2-40B4-BE49-F238E27FC236}">
                  <a16:creationId xmlns:a16="http://schemas.microsoft.com/office/drawing/2014/main" id="{BE8E4D55-094E-4A12-A90A-53B04940AC95}"/>
                </a:ext>
              </a:extLst>
            </p:cNvPr>
            <p:cNvCxnSpPr>
              <a:cxnSpLocks/>
              <a:stCxn id="360" idx="3"/>
              <a:endCxn id="361" idx="1"/>
            </p:cNvCxnSpPr>
            <p:nvPr/>
          </p:nvCxnSpPr>
          <p:spPr>
            <a:xfrm>
              <a:off x="2818015" y="3873274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직선 화살표 연결선 363">
              <a:extLst>
                <a:ext uri="{FF2B5EF4-FFF2-40B4-BE49-F238E27FC236}">
                  <a16:creationId xmlns:a16="http://schemas.microsoft.com/office/drawing/2014/main" id="{1DD9F53E-64A6-439D-B1D0-FABAE4D08C39}"/>
                </a:ext>
              </a:extLst>
            </p:cNvPr>
            <p:cNvCxnSpPr>
              <a:cxnSpLocks/>
              <a:stCxn id="361" idx="3"/>
              <a:endCxn id="362" idx="1"/>
            </p:cNvCxnSpPr>
            <p:nvPr/>
          </p:nvCxnSpPr>
          <p:spPr>
            <a:xfrm>
              <a:off x="5889586" y="3873274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519ACCC-7D31-4D14-A5D9-C8A3188EA80B}"/>
              </a:ext>
            </a:extLst>
          </p:cNvPr>
          <p:cNvGrpSpPr/>
          <p:nvPr/>
        </p:nvGrpSpPr>
        <p:grpSpPr>
          <a:xfrm>
            <a:off x="0" y="4042580"/>
            <a:ext cx="9300695" cy="846540"/>
            <a:chOff x="0" y="4027265"/>
            <a:chExt cx="9300695" cy="846540"/>
          </a:xfrm>
        </p:grpSpPr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E4FC05C0-0D95-456E-8EA4-1610BF7F2176}"/>
                </a:ext>
              </a:extLst>
            </p:cNvPr>
            <p:cNvSpPr/>
            <p:nvPr/>
          </p:nvSpPr>
          <p:spPr>
            <a:xfrm>
              <a:off x="0" y="4027265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27.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66" name="직사각형 365">
              <a:extLst>
                <a:ext uri="{FF2B5EF4-FFF2-40B4-BE49-F238E27FC236}">
                  <a16:creationId xmlns:a16="http://schemas.microsoft.com/office/drawing/2014/main" id="{EE80E571-049C-4F2E-B810-51AD9608EEF3}"/>
                </a:ext>
              </a:extLst>
            </p:cNvPr>
            <p:cNvSpPr/>
            <p:nvPr/>
          </p:nvSpPr>
          <p:spPr>
            <a:xfrm>
              <a:off x="3268319" y="4027265"/>
              <a:ext cx="2621231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67" name="직사각형 366">
              <a:extLst>
                <a:ext uri="{FF2B5EF4-FFF2-40B4-BE49-F238E27FC236}">
                  <a16:creationId xmlns:a16="http://schemas.microsoft.com/office/drawing/2014/main" id="{10434D82-43D7-4F93-8605-82763D71E7F9}"/>
                </a:ext>
              </a:extLst>
            </p:cNvPr>
            <p:cNvSpPr/>
            <p:nvPr/>
          </p:nvSpPr>
          <p:spPr>
            <a:xfrm>
              <a:off x="6394130" y="4027265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68" name="직선 화살표 연결선 367">
              <a:extLst>
                <a:ext uri="{FF2B5EF4-FFF2-40B4-BE49-F238E27FC236}">
                  <a16:creationId xmlns:a16="http://schemas.microsoft.com/office/drawing/2014/main" id="{780D2A21-5CA5-4838-B719-8F51B8908280}"/>
                </a:ext>
              </a:extLst>
            </p:cNvPr>
            <p:cNvCxnSpPr>
              <a:cxnSpLocks/>
              <a:stCxn id="365" idx="3"/>
              <a:endCxn id="366" idx="1"/>
            </p:cNvCxnSpPr>
            <p:nvPr/>
          </p:nvCxnSpPr>
          <p:spPr>
            <a:xfrm>
              <a:off x="2818015" y="4150376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직선 화살표 연결선 368">
              <a:extLst>
                <a:ext uri="{FF2B5EF4-FFF2-40B4-BE49-F238E27FC236}">
                  <a16:creationId xmlns:a16="http://schemas.microsoft.com/office/drawing/2014/main" id="{01D2457E-0B11-4434-A831-79FD12F701D3}"/>
                </a:ext>
              </a:extLst>
            </p:cNvPr>
            <p:cNvCxnSpPr>
              <a:cxnSpLocks/>
              <a:stCxn id="366" idx="3"/>
              <a:endCxn id="367" idx="1"/>
            </p:cNvCxnSpPr>
            <p:nvPr/>
          </p:nvCxnSpPr>
          <p:spPr>
            <a:xfrm>
              <a:off x="5889550" y="4150376"/>
              <a:ext cx="50458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직사각형 369">
              <a:extLst>
                <a:ext uri="{FF2B5EF4-FFF2-40B4-BE49-F238E27FC236}">
                  <a16:creationId xmlns:a16="http://schemas.microsoft.com/office/drawing/2014/main" id="{8557B65D-C290-4843-8B5D-D00B4104A5FF}"/>
                </a:ext>
              </a:extLst>
            </p:cNvPr>
            <p:cNvSpPr/>
            <p:nvPr/>
          </p:nvSpPr>
          <p:spPr>
            <a:xfrm>
              <a:off x="0" y="4227371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71" name="직사각형 370">
              <a:extLst>
                <a:ext uri="{FF2B5EF4-FFF2-40B4-BE49-F238E27FC236}">
                  <a16:creationId xmlns:a16="http://schemas.microsoft.com/office/drawing/2014/main" id="{48B45404-043D-4ED5-A8CB-44D7EE109FBD}"/>
                </a:ext>
              </a:extLst>
            </p:cNvPr>
            <p:cNvSpPr/>
            <p:nvPr/>
          </p:nvSpPr>
          <p:spPr>
            <a:xfrm>
              <a:off x="3268356" y="4227371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3E8F8451-25B7-4E29-88A1-7E2F124BD644}"/>
                </a:ext>
              </a:extLst>
            </p:cNvPr>
            <p:cNvSpPr/>
            <p:nvPr/>
          </p:nvSpPr>
          <p:spPr>
            <a:xfrm>
              <a:off x="6394130" y="4227371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73" name="직선 화살표 연결선 372">
              <a:extLst>
                <a:ext uri="{FF2B5EF4-FFF2-40B4-BE49-F238E27FC236}">
                  <a16:creationId xmlns:a16="http://schemas.microsoft.com/office/drawing/2014/main" id="{707E5763-7FB2-4FE8-8426-2B76C8AAF468}"/>
                </a:ext>
              </a:extLst>
            </p:cNvPr>
            <p:cNvCxnSpPr>
              <a:cxnSpLocks/>
              <a:stCxn id="370" idx="3"/>
              <a:endCxn id="371" idx="1"/>
            </p:cNvCxnSpPr>
            <p:nvPr/>
          </p:nvCxnSpPr>
          <p:spPr>
            <a:xfrm>
              <a:off x="2818015" y="4350482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직선 화살표 연결선 373">
              <a:extLst>
                <a:ext uri="{FF2B5EF4-FFF2-40B4-BE49-F238E27FC236}">
                  <a16:creationId xmlns:a16="http://schemas.microsoft.com/office/drawing/2014/main" id="{94A7C61C-2627-4BAB-8F3D-1F806BD102C2}"/>
                </a:ext>
              </a:extLst>
            </p:cNvPr>
            <p:cNvCxnSpPr>
              <a:cxnSpLocks/>
              <a:stCxn id="371" idx="3"/>
              <a:endCxn id="372" idx="1"/>
            </p:cNvCxnSpPr>
            <p:nvPr/>
          </p:nvCxnSpPr>
          <p:spPr>
            <a:xfrm>
              <a:off x="5889586" y="4350482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5" name="직사각형 374">
              <a:extLst>
                <a:ext uri="{FF2B5EF4-FFF2-40B4-BE49-F238E27FC236}">
                  <a16:creationId xmlns:a16="http://schemas.microsoft.com/office/drawing/2014/main" id="{84658909-5BD6-40DD-BC7C-F12627120F7B}"/>
                </a:ext>
              </a:extLst>
            </p:cNvPr>
            <p:cNvSpPr/>
            <p:nvPr/>
          </p:nvSpPr>
          <p:spPr>
            <a:xfrm>
              <a:off x="0" y="4427477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CS_3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76" name="직사각형 375">
              <a:extLst>
                <a:ext uri="{FF2B5EF4-FFF2-40B4-BE49-F238E27FC236}">
                  <a16:creationId xmlns:a16="http://schemas.microsoft.com/office/drawing/2014/main" id="{76F6AE0E-8691-40DA-8E9E-20DA1BBA1539}"/>
                </a:ext>
              </a:extLst>
            </p:cNvPr>
            <p:cNvSpPr/>
            <p:nvPr/>
          </p:nvSpPr>
          <p:spPr>
            <a:xfrm>
              <a:off x="3268356" y="4427477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77" name="직사각형 376">
              <a:extLst>
                <a:ext uri="{FF2B5EF4-FFF2-40B4-BE49-F238E27FC236}">
                  <a16:creationId xmlns:a16="http://schemas.microsoft.com/office/drawing/2014/main" id="{D1852468-1008-4E72-803C-88539F32F38E}"/>
                </a:ext>
              </a:extLst>
            </p:cNvPr>
            <p:cNvSpPr/>
            <p:nvPr/>
          </p:nvSpPr>
          <p:spPr>
            <a:xfrm>
              <a:off x="6394130" y="4427477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78" name="직선 화살표 연결선 377">
              <a:extLst>
                <a:ext uri="{FF2B5EF4-FFF2-40B4-BE49-F238E27FC236}">
                  <a16:creationId xmlns:a16="http://schemas.microsoft.com/office/drawing/2014/main" id="{81D52345-3AC6-452B-8EB1-47EC39C43308}"/>
                </a:ext>
              </a:extLst>
            </p:cNvPr>
            <p:cNvCxnSpPr>
              <a:cxnSpLocks/>
              <a:stCxn id="375" idx="3"/>
              <a:endCxn id="376" idx="1"/>
            </p:cNvCxnSpPr>
            <p:nvPr/>
          </p:nvCxnSpPr>
          <p:spPr>
            <a:xfrm>
              <a:off x="2818015" y="4550588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화살표 연결선 378">
              <a:extLst>
                <a:ext uri="{FF2B5EF4-FFF2-40B4-BE49-F238E27FC236}">
                  <a16:creationId xmlns:a16="http://schemas.microsoft.com/office/drawing/2014/main" id="{FA65F0AB-B427-445D-9DE0-E4FE2E4F63DD}"/>
                </a:ext>
              </a:extLst>
            </p:cNvPr>
            <p:cNvCxnSpPr>
              <a:cxnSpLocks/>
              <a:stCxn id="376" idx="3"/>
              <a:endCxn id="377" idx="1"/>
            </p:cNvCxnSpPr>
            <p:nvPr/>
          </p:nvCxnSpPr>
          <p:spPr>
            <a:xfrm>
              <a:off x="5889586" y="4550588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0" name="직사각형 379">
              <a:extLst>
                <a:ext uri="{FF2B5EF4-FFF2-40B4-BE49-F238E27FC236}">
                  <a16:creationId xmlns:a16="http://schemas.microsoft.com/office/drawing/2014/main" id="{21489C34-3529-4812-AB5C-56B03AC08ECE}"/>
                </a:ext>
              </a:extLst>
            </p:cNvPr>
            <p:cNvSpPr/>
            <p:nvPr/>
          </p:nvSpPr>
          <p:spPr>
            <a:xfrm>
              <a:off x="0" y="4627584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CS_4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81" name="직사각형 380">
              <a:extLst>
                <a:ext uri="{FF2B5EF4-FFF2-40B4-BE49-F238E27FC236}">
                  <a16:creationId xmlns:a16="http://schemas.microsoft.com/office/drawing/2014/main" id="{4C09EA40-5E42-481A-87CB-DD4190646AE5}"/>
                </a:ext>
              </a:extLst>
            </p:cNvPr>
            <p:cNvSpPr/>
            <p:nvPr/>
          </p:nvSpPr>
          <p:spPr>
            <a:xfrm>
              <a:off x="3268356" y="4627584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82" name="직사각형 381">
              <a:extLst>
                <a:ext uri="{FF2B5EF4-FFF2-40B4-BE49-F238E27FC236}">
                  <a16:creationId xmlns:a16="http://schemas.microsoft.com/office/drawing/2014/main" id="{1CE63447-E9CA-49FB-A66C-1EEF5E9D4A47}"/>
                </a:ext>
              </a:extLst>
            </p:cNvPr>
            <p:cNvSpPr/>
            <p:nvPr/>
          </p:nvSpPr>
          <p:spPr>
            <a:xfrm>
              <a:off x="6394130" y="4627584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83" name="직선 화살표 연결선 382">
              <a:extLst>
                <a:ext uri="{FF2B5EF4-FFF2-40B4-BE49-F238E27FC236}">
                  <a16:creationId xmlns:a16="http://schemas.microsoft.com/office/drawing/2014/main" id="{A4DFE354-AA0C-462E-866B-F9C92B82CB09}"/>
                </a:ext>
              </a:extLst>
            </p:cNvPr>
            <p:cNvCxnSpPr>
              <a:cxnSpLocks/>
              <a:stCxn id="380" idx="3"/>
              <a:endCxn id="381" idx="1"/>
            </p:cNvCxnSpPr>
            <p:nvPr/>
          </p:nvCxnSpPr>
          <p:spPr>
            <a:xfrm>
              <a:off x="2818015" y="4750695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직선 화살표 연결선 383">
              <a:extLst>
                <a:ext uri="{FF2B5EF4-FFF2-40B4-BE49-F238E27FC236}">
                  <a16:creationId xmlns:a16="http://schemas.microsoft.com/office/drawing/2014/main" id="{D4EB9BCB-4F22-4262-B956-703970D2993E}"/>
                </a:ext>
              </a:extLst>
            </p:cNvPr>
            <p:cNvCxnSpPr>
              <a:cxnSpLocks/>
              <a:stCxn id="381" idx="3"/>
              <a:endCxn id="382" idx="1"/>
            </p:cNvCxnSpPr>
            <p:nvPr/>
          </p:nvCxnSpPr>
          <p:spPr>
            <a:xfrm>
              <a:off x="5889586" y="4750695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1E1D930-8653-4DA6-9D73-5F66505BE227}"/>
              </a:ext>
            </a:extLst>
          </p:cNvPr>
          <p:cNvGrpSpPr/>
          <p:nvPr/>
        </p:nvGrpSpPr>
        <p:grpSpPr>
          <a:xfrm>
            <a:off x="0" y="4935400"/>
            <a:ext cx="9300695" cy="846540"/>
            <a:chOff x="0" y="4950799"/>
            <a:chExt cx="9300695" cy="846540"/>
          </a:xfrm>
        </p:grpSpPr>
        <p:sp>
          <p:nvSpPr>
            <p:cNvPr id="385" name="직사각형 384">
              <a:extLst>
                <a:ext uri="{FF2B5EF4-FFF2-40B4-BE49-F238E27FC236}">
                  <a16:creationId xmlns:a16="http://schemas.microsoft.com/office/drawing/2014/main" id="{64DAE35F-1B70-429C-AC7C-0FB02A5AE263}"/>
                </a:ext>
              </a:extLst>
            </p:cNvPr>
            <p:cNvSpPr/>
            <p:nvPr/>
          </p:nvSpPr>
          <p:spPr>
            <a:xfrm>
              <a:off x="0" y="495079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28.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86" name="직사각형 385">
              <a:extLst>
                <a:ext uri="{FF2B5EF4-FFF2-40B4-BE49-F238E27FC236}">
                  <a16:creationId xmlns:a16="http://schemas.microsoft.com/office/drawing/2014/main" id="{DABF98CC-5F16-443E-9D57-5A36E327EFCB}"/>
                </a:ext>
              </a:extLst>
            </p:cNvPr>
            <p:cNvSpPr/>
            <p:nvPr/>
          </p:nvSpPr>
          <p:spPr>
            <a:xfrm>
              <a:off x="3268319" y="4950799"/>
              <a:ext cx="262126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87" name="직사각형 386">
              <a:extLst>
                <a:ext uri="{FF2B5EF4-FFF2-40B4-BE49-F238E27FC236}">
                  <a16:creationId xmlns:a16="http://schemas.microsoft.com/office/drawing/2014/main" id="{2B0AFF52-E43F-4437-8860-E4A6756D7046}"/>
                </a:ext>
              </a:extLst>
            </p:cNvPr>
            <p:cNvSpPr/>
            <p:nvPr/>
          </p:nvSpPr>
          <p:spPr>
            <a:xfrm>
              <a:off x="6394130" y="4950799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88" name="직선 화살표 연결선 387">
              <a:extLst>
                <a:ext uri="{FF2B5EF4-FFF2-40B4-BE49-F238E27FC236}">
                  <a16:creationId xmlns:a16="http://schemas.microsoft.com/office/drawing/2014/main" id="{816E002E-164D-4CCF-AA84-D2A004A0C33A}"/>
                </a:ext>
              </a:extLst>
            </p:cNvPr>
            <p:cNvCxnSpPr>
              <a:cxnSpLocks/>
              <a:stCxn id="385" idx="3"/>
              <a:endCxn id="386" idx="1"/>
            </p:cNvCxnSpPr>
            <p:nvPr/>
          </p:nvCxnSpPr>
          <p:spPr>
            <a:xfrm>
              <a:off x="2818015" y="5073910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직선 화살표 연결선 388">
              <a:extLst>
                <a:ext uri="{FF2B5EF4-FFF2-40B4-BE49-F238E27FC236}">
                  <a16:creationId xmlns:a16="http://schemas.microsoft.com/office/drawing/2014/main" id="{ED1D92C4-2059-4633-A3ED-17564AAFBECE}"/>
                </a:ext>
              </a:extLst>
            </p:cNvPr>
            <p:cNvCxnSpPr>
              <a:cxnSpLocks/>
              <a:stCxn id="386" idx="3"/>
              <a:endCxn id="387" idx="1"/>
            </p:cNvCxnSpPr>
            <p:nvPr/>
          </p:nvCxnSpPr>
          <p:spPr>
            <a:xfrm>
              <a:off x="5889586" y="5073910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" name="직사각형 389">
              <a:extLst>
                <a:ext uri="{FF2B5EF4-FFF2-40B4-BE49-F238E27FC236}">
                  <a16:creationId xmlns:a16="http://schemas.microsoft.com/office/drawing/2014/main" id="{A51AB8F8-4774-4D80-BF38-DE46E9588B61}"/>
                </a:ext>
              </a:extLst>
            </p:cNvPr>
            <p:cNvSpPr/>
            <p:nvPr/>
          </p:nvSpPr>
          <p:spPr>
            <a:xfrm>
              <a:off x="0" y="5150905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91" name="직사각형 390">
              <a:extLst>
                <a:ext uri="{FF2B5EF4-FFF2-40B4-BE49-F238E27FC236}">
                  <a16:creationId xmlns:a16="http://schemas.microsoft.com/office/drawing/2014/main" id="{BE90F05A-69FF-4754-AB91-B2263B9AEC1F}"/>
                </a:ext>
              </a:extLst>
            </p:cNvPr>
            <p:cNvSpPr/>
            <p:nvPr/>
          </p:nvSpPr>
          <p:spPr>
            <a:xfrm>
              <a:off x="3268356" y="5150905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92" name="직사각형 391">
              <a:extLst>
                <a:ext uri="{FF2B5EF4-FFF2-40B4-BE49-F238E27FC236}">
                  <a16:creationId xmlns:a16="http://schemas.microsoft.com/office/drawing/2014/main" id="{1E726198-2832-4350-8C47-3C13E4CEDC39}"/>
                </a:ext>
              </a:extLst>
            </p:cNvPr>
            <p:cNvSpPr/>
            <p:nvPr/>
          </p:nvSpPr>
          <p:spPr>
            <a:xfrm>
              <a:off x="6394130" y="5150905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847DC10B-8C56-44D3-9A9A-402271C6F1B6}"/>
                </a:ext>
              </a:extLst>
            </p:cNvPr>
            <p:cNvCxnSpPr>
              <a:cxnSpLocks/>
              <a:stCxn id="390" idx="3"/>
              <a:endCxn id="391" idx="1"/>
            </p:cNvCxnSpPr>
            <p:nvPr/>
          </p:nvCxnSpPr>
          <p:spPr>
            <a:xfrm>
              <a:off x="2818015" y="5274016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화살표 연결선 393">
              <a:extLst>
                <a:ext uri="{FF2B5EF4-FFF2-40B4-BE49-F238E27FC236}">
                  <a16:creationId xmlns:a16="http://schemas.microsoft.com/office/drawing/2014/main" id="{56AEF323-220A-4488-BB37-8CBF5BCD4B0E}"/>
                </a:ext>
              </a:extLst>
            </p:cNvPr>
            <p:cNvCxnSpPr>
              <a:cxnSpLocks/>
              <a:stCxn id="391" idx="3"/>
              <a:endCxn id="392" idx="1"/>
            </p:cNvCxnSpPr>
            <p:nvPr/>
          </p:nvCxnSpPr>
          <p:spPr>
            <a:xfrm>
              <a:off x="5889586" y="5274016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5" name="직사각형 394">
              <a:extLst>
                <a:ext uri="{FF2B5EF4-FFF2-40B4-BE49-F238E27FC236}">
                  <a16:creationId xmlns:a16="http://schemas.microsoft.com/office/drawing/2014/main" id="{A4315C83-DE35-4D99-BD24-640116B83937}"/>
                </a:ext>
              </a:extLst>
            </p:cNvPr>
            <p:cNvSpPr/>
            <p:nvPr/>
          </p:nvSpPr>
          <p:spPr>
            <a:xfrm>
              <a:off x="0" y="5351011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AS_3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96" name="직사각형 395">
              <a:extLst>
                <a:ext uri="{FF2B5EF4-FFF2-40B4-BE49-F238E27FC236}">
                  <a16:creationId xmlns:a16="http://schemas.microsoft.com/office/drawing/2014/main" id="{65698D07-1708-4098-8DC3-1A78AB50D35E}"/>
                </a:ext>
              </a:extLst>
            </p:cNvPr>
            <p:cNvSpPr/>
            <p:nvPr/>
          </p:nvSpPr>
          <p:spPr>
            <a:xfrm>
              <a:off x="3268356" y="5351011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97" name="직사각형 396">
              <a:extLst>
                <a:ext uri="{FF2B5EF4-FFF2-40B4-BE49-F238E27FC236}">
                  <a16:creationId xmlns:a16="http://schemas.microsoft.com/office/drawing/2014/main" id="{B72EA77C-2503-47CC-AB42-4BADEEDC13E0}"/>
                </a:ext>
              </a:extLst>
            </p:cNvPr>
            <p:cNvSpPr/>
            <p:nvPr/>
          </p:nvSpPr>
          <p:spPr>
            <a:xfrm>
              <a:off x="6394130" y="5351011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98" name="직선 화살표 연결선 397">
              <a:extLst>
                <a:ext uri="{FF2B5EF4-FFF2-40B4-BE49-F238E27FC236}">
                  <a16:creationId xmlns:a16="http://schemas.microsoft.com/office/drawing/2014/main" id="{1C48B3C6-3CF8-4294-A135-907478FC6C0D}"/>
                </a:ext>
              </a:extLst>
            </p:cNvPr>
            <p:cNvCxnSpPr>
              <a:cxnSpLocks/>
              <a:stCxn id="395" idx="3"/>
              <a:endCxn id="396" idx="1"/>
            </p:cNvCxnSpPr>
            <p:nvPr/>
          </p:nvCxnSpPr>
          <p:spPr>
            <a:xfrm>
              <a:off x="2818015" y="5474122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직선 화살표 연결선 398">
              <a:extLst>
                <a:ext uri="{FF2B5EF4-FFF2-40B4-BE49-F238E27FC236}">
                  <a16:creationId xmlns:a16="http://schemas.microsoft.com/office/drawing/2014/main" id="{6DC9C6E6-9961-4748-A6B7-0F1D10442385}"/>
                </a:ext>
              </a:extLst>
            </p:cNvPr>
            <p:cNvCxnSpPr>
              <a:cxnSpLocks/>
              <a:stCxn id="396" idx="3"/>
              <a:endCxn id="397" idx="1"/>
            </p:cNvCxnSpPr>
            <p:nvPr/>
          </p:nvCxnSpPr>
          <p:spPr>
            <a:xfrm>
              <a:off x="5889586" y="5474122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0" name="직사각형 399">
              <a:extLst>
                <a:ext uri="{FF2B5EF4-FFF2-40B4-BE49-F238E27FC236}">
                  <a16:creationId xmlns:a16="http://schemas.microsoft.com/office/drawing/2014/main" id="{4D7090A9-093B-4351-B5BB-465DB423B008}"/>
                </a:ext>
              </a:extLst>
            </p:cNvPr>
            <p:cNvSpPr/>
            <p:nvPr/>
          </p:nvSpPr>
          <p:spPr>
            <a:xfrm>
              <a:off x="0" y="5551118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AS_4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3721147D-2532-484E-A111-F46F3422E3A8}"/>
                </a:ext>
              </a:extLst>
            </p:cNvPr>
            <p:cNvSpPr/>
            <p:nvPr/>
          </p:nvSpPr>
          <p:spPr>
            <a:xfrm>
              <a:off x="3268356" y="5551118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02" name="직사각형 401">
              <a:extLst>
                <a:ext uri="{FF2B5EF4-FFF2-40B4-BE49-F238E27FC236}">
                  <a16:creationId xmlns:a16="http://schemas.microsoft.com/office/drawing/2014/main" id="{CE521541-35A5-4B89-84AC-6C73E145E1EE}"/>
                </a:ext>
              </a:extLst>
            </p:cNvPr>
            <p:cNvSpPr/>
            <p:nvPr/>
          </p:nvSpPr>
          <p:spPr>
            <a:xfrm>
              <a:off x="6394130" y="5551118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03" name="직선 화살표 연결선 402">
              <a:extLst>
                <a:ext uri="{FF2B5EF4-FFF2-40B4-BE49-F238E27FC236}">
                  <a16:creationId xmlns:a16="http://schemas.microsoft.com/office/drawing/2014/main" id="{836D0C91-FD1C-4817-BAE0-F23326420D36}"/>
                </a:ext>
              </a:extLst>
            </p:cNvPr>
            <p:cNvCxnSpPr>
              <a:cxnSpLocks/>
              <a:stCxn id="400" idx="3"/>
              <a:endCxn id="401" idx="1"/>
            </p:cNvCxnSpPr>
            <p:nvPr/>
          </p:nvCxnSpPr>
          <p:spPr>
            <a:xfrm>
              <a:off x="2818015" y="5674229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직선 화살표 연결선 403">
              <a:extLst>
                <a:ext uri="{FF2B5EF4-FFF2-40B4-BE49-F238E27FC236}">
                  <a16:creationId xmlns:a16="http://schemas.microsoft.com/office/drawing/2014/main" id="{99117317-EA60-4A4F-BFE0-6EF5D0539D5A}"/>
                </a:ext>
              </a:extLst>
            </p:cNvPr>
            <p:cNvCxnSpPr>
              <a:cxnSpLocks/>
              <a:stCxn id="401" idx="3"/>
              <a:endCxn id="402" idx="1"/>
            </p:cNvCxnSpPr>
            <p:nvPr/>
          </p:nvCxnSpPr>
          <p:spPr>
            <a:xfrm>
              <a:off x="5889586" y="5674229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25A1E99-4D14-42D4-A6C5-95FE8B370451}"/>
              </a:ext>
            </a:extLst>
          </p:cNvPr>
          <p:cNvGrpSpPr/>
          <p:nvPr/>
        </p:nvGrpSpPr>
        <p:grpSpPr>
          <a:xfrm>
            <a:off x="0" y="5828220"/>
            <a:ext cx="9300695" cy="846540"/>
            <a:chOff x="0" y="5828220"/>
            <a:chExt cx="9300695" cy="846540"/>
          </a:xfrm>
        </p:grpSpPr>
        <p:sp>
          <p:nvSpPr>
            <p:cNvPr id="405" name="직사각형 404">
              <a:extLst>
                <a:ext uri="{FF2B5EF4-FFF2-40B4-BE49-F238E27FC236}">
                  <a16:creationId xmlns:a16="http://schemas.microsoft.com/office/drawing/2014/main" id="{7303DEFC-B5D9-4ECC-87A8-445F9E0B9042}"/>
                </a:ext>
              </a:extLst>
            </p:cNvPr>
            <p:cNvSpPr/>
            <p:nvPr/>
          </p:nvSpPr>
          <p:spPr>
            <a:xfrm>
              <a:off x="0" y="58282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29.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06" name="직사각형 405">
              <a:extLst>
                <a:ext uri="{FF2B5EF4-FFF2-40B4-BE49-F238E27FC236}">
                  <a16:creationId xmlns:a16="http://schemas.microsoft.com/office/drawing/2014/main" id="{904D8FF5-6450-4655-BD22-AA3FE2E63172}"/>
                </a:ext>
              </a:extLst>
            </p:cNvPr>
            <p:cNvSpPr/>
            <p:nvPr/>
          </p:nvSpPr>
          <p:spPr>
            <a:xfrm>
              <a:off x="3268319" y="5828220"/>
              <a:ext cx="2621231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07" name="직사각형 406">
              <a:extLst>
                <a:ext uri="{FF2B5EF4-FFF2-40B4-BE49-F238E27FC236}">
                  <a16:creationId xmlns:a16="http://schemas.microsoft.com/office/drawing/2014/main" id="{85CBCDC9-E613-40D1-B48F-4485AA765B11}"/>
                </a:ext>
              </a:extLst>
            </p:cNvPr>
            <p:cNvSpPr/>
            <p:nvPr/>
          </p:nvSpPr>
          <p:spPr>
            <a:xfrm>
              <a:off x="6394130" y="5828220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08" name="직선 화살표 연결선 407">
              <a:extLst>
                <a:ext uri="{FF2B5EF4-FFF2-40B4-BE49-F238E27FC236}">
                  <a16:creationId xmlns:a16="http://schemas.microsoft.com/office/drawing/2014/main" id="{5F7944F8-0B82-40D0-956A-F8FF75A62D8C}"/>
                </a:ext>
              </a:extLst>
            </p:cNvPr>
            <p:cNvCxnSpPr>
              <a:cxnSpLocks/>
              <a:stCxn id="405" idx="3"/>
              <a:endCxn id="406" idx="1"/>
            </p:cNvCxnSpPr>
            <p:nvPr/>
          </p:nvCxnSpPr>
          <p:spPr>
            <a:xfrm>
              <a:off x="2818015" y="5951331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직선 화살표 연결선 408">
              <a:extLst>
                <a:ext uri="{FF2B5EF4-FFF2-40B4-BE49-F238E27FC236}">
                  <a16:creationId xmlns:a16="http://schemas.microsoft.com/office/drawing/2014/main" id="{8D9619D8-BC47-452C-9B72-25CF64995133}"/>
                </a:ext>
              </a:extLst>
            </p:cNvPr>
            <p:cNvCxnSpPr>
              <a:cxnSpLocks/>
              <a:stCxn id="406" idx="3"/>
              <a:endCxn id="407" idx="1"/>
            </p:cNvCxnSpPr>
            <p:nvPr/>
          </p:nvCxnSpPr>
          <p:spPr>
            <a:xfrm>
              <a:off x="5889550" y="5951331"/>
              <a:ext cx="50458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" name="직사각형 409">
              <a:extLst>
                <a:ext uri="{FF2B5EF4-FFF2-40B4-BE49-F238E27FC236}">
                  <a16:creationId xmlns:a16="http://schemas.microsoft.com/office/drawing/2014/main" id="{3D36FD13-1727-487D-AF7C-7F689DF6D453}"/>
                </a:ext>
              </a:extLst>
            </p:cNvPr>
            <p:cNvSpPr/>
            <p:nvPr/>
          </p:nvSpPr>
          <p:spPr>
            <a:xfrm>
              <a:off x="0" y="602832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11" name="직사각형 410">
              <a:extLst>
                <a:ext uri="{FF2B5EF4-FFF2-40B4-BE49-F238E27FC236}">
                  <a16:creationId xmlns:a16="http://schemas.microsoft.com/office/drawing/2014/main" id="{D201A152-1B75-4E49-A88B-0A05AA31B367}"/>
                </a:ext>
              </a:extLst>
            </p:cNvPr>
            <p:cNvSpPr/>
            <p:nvPr/>
          </p:nvSpPr>
          <p:spPr>
            <a:xfrm>
              <a:off x="3268356" y="6028326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12" name="직사각형 411">
              <a:extLst>
                <a:ext uri="{FF2B5EF4-FFF2-40B4-BE49-F238E27FC236}">
                  <a16:creationId xmlns:a16="http://schemas.microsoft.com/office/drawing/2014/main" id="{F6210C7C-C84E-4A9A-8577-7E862BD1B8F1}"/>
                </a:ext>
              </a:extLst>
            </p:cNvPr>
            <p:cNvSpPr/>
            <p:nvPr/>
          </p:nvSpPr>
          <p:spPr>
            <a:xfrm>
              <a:off x="6394130" y="6028326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13" name="직선 화살표 연결선 412">
              <a:extLst>
                <a:ext uri="{FF2B5EF4-FFF2-40B4-BE49-F238E27FC236}">
                  <a16:creationId xmlns:a16="http://schemas.microsoft.com/office/drawing/2014/main" id="{D1943030-8C5D-4B74-A285-9273CC945EDE}"/>
                </a:ext>
              </a:extLst>
            </p:cNvPr>
            <p:cNvCxnSpPr>
              <a:cxnSpLocks/>
              <a:stCxn id="410" idx="3"/>
              <a:endCxn id="411" idx="1"/>
            </p:cNvCxnSpPr>
            <p:nvPr/>
          </p:nvCxnSpPr>
          <p:spPr>
            <a:xfrm>
              <a:off x="2818015" y="615143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직선 화살표 연결선 413">
              <a:extLst>
                <a:ext uri="{FF2B5EF4-FFF2-40B4-BE49-F238E27FC236}">
                  <a16:creationId xmlns:a16="http://schemas.microsoft.com/office/drawing/2014/main" id="{4A18E143-838E-4B2B-9171-9BBF687FA50C}"/>
                </a:ext>
              </a:extLst>
            </p:cNvPr>
            <p:cNvCxnSpPr>
              <a:cxnSpLocks/>
              <a:stCxn id="411" idx="3"/>
              <a:endCxn id="412" idx="1"/>
            </p:cNvCxnSpPr>
            <p:nvPr/>
          </p:nvCxnSpPr>
          <p:spPr>
            <a:xfrm>
              <a:off x="5889586" y="6151437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" name="직사각형 414">
              <a:extLst>
                <a:ext uri="{FF2B5EF4-FFF2-40B4-BE49-F238E27FC236}">
                  <a16:creationId xmlns:a16="http://schemas.microsoft.com/office/drawing/2014/main" id="{29C37783-9F45-427A-8DF8-85022A56D4F0}"/>
                </a:ext>
              </a:extLst>
            </p:cNvPr>
            <p:cNvSpPr/>
            <p:nvPr/>
          </p:nvSpPr>
          <p:spPr>
            <a:xfrm>
              <a:off x="0" y="6228432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AS_3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16" name="직사각형 415">
              <a:extLst>
                <a:ext uri="{FF2B5EF4-FFF2-40B4-BE49-F238E27FC236}">
                  <a16:creationId xmlns:a16="http://schemas.microsoft.com/office/drawing/2014/main" id="{8837B209-F070-4110-96EB-5484A597C78F}"/>
                </a:ext>
              </a:extLst>
            </p:cNvPr>
            <p:cNvSpPr/>
            <p:nvPr/>
          </p:nvSpPr>
          <p:spPr>
            <a:xfrm>
              <a:off x="3268356" y="6228432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17" name="직사각형 416">
              <a:extLst>
                <a:ext uri="{FF2B5EF4-FFF2-40B4-BE49-F238E27FC236}">
                  <a16:creationId xmlns:a16="http://schemas.microsoft.com/office/drawing/2014/main" id="{8B661C94-1890-4250-9BD4-55621DD52B37}"/>
                </a:ext>
              </a:extLst>
            </p:cNvPr>
            <p:cNvSpPr/>
            <p:nvPr/>
          </p:nvSpPr>
          <p:spPr>
            <a:xfrm>
              <a:off x="6394130" y="6228432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18" name="직선 화살표 연결선 417">
              <a:extLst>
                <a:ext uri="{FF2B5EF4-FFF2-40B4-BE49-F238E27FC236}">
                  <a16:creationId xmlns:a16="http://schemas.microsoft.com/office/drawing/2014/main" id="{B8D5DB8F-F28D-46DB-B98E-E1A9E42D1C02}"/>
                </a:ext>
              </a:extLst>
            </p:cNvPr>
            <p:cNvCxnSpPr>
              <a:cxnSpLocks/>
              <a:stCxn id="415" idx="3"/>
              <a:endCxn id="416" idx="1"/>
            </p:cNvCxnSpPr>
            <p:nvPr/>
          </p:nvCxnSpPr>
          <p:spPr>
            <a:xfrm>
              <a:off x="2818015" y="6351543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직선 화살표 연결선 418">
              <a:extLst>
                <a:ext uri="{FF2B5EF4-FFF2-40B4-BE49-F238E27FC236}">
                  <a16:creationId xmlns:a16="http://schemas.microsoft.com/office/drawing/2014/main" id="{8854702A-D0FF-4A32-A6B7-EFB147C4FEB9}"/>
                </a:ext>
              </a:extLst>
            </p:cNvPr>
            <p:cNvCxnSpPr>
              <a:cxnSpLocks/>
              <a:stCxn id="416" idx="3"/>
              <a:endCxn id="417" idx="1"/>
            </p:cNvCxnSpPr>
            <p:nvPr/>
          </p:nvCxnSpPr>
          <p:spPr>
            <a:xfrm>
              <a:off x="5889586" y="6351543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0" name="직사각형 419">
              <a:extLst>
                <a:ext uri="{FF2B5EF4-FFF2-40B4-BE49-F238E27FC236}">
                  <a16:creationId xmlns:a16="http://schemas.microsoft.com/office/drawing/2014/main" id="{05378CE1-D51C-4B09-B18E-029AC776E829}"/>
                </a:ext>
              </a:extLst>
            </p:cNvPr>
            <p:cNvSpPr/>
            <p:nvPr/>
          </p:nvSpPr>
          <p:spPr>
            <a:xfrm>
              <a:off x="0" y="642853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AS_4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21" name="직사각형 420">
              <a:extLst>
                <a:ext uri="{FF2B5EF4-FFF2-40B4-BE49-F238E27FC236}">
                  <a16:creationId xmlns:a16="http://schemas.microsoft.com/office/drawing/2014/main" id="{16FEEE50-2577-4CC3-955B-00031DF68509}"/>
                </a:ext>
              </a:extLst>
            </p:cNvPr>
            <p:cNvSpPr/>
            <p:nvPr/>
          </p:nvSpPr>
          <p:spPr>
            <a:xfrm>
              <a:off x="3268356" y="6428539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22" name="직사각형 421">
              <a:extLst>
                <a:ext uri="{FF2B5EF4-FFF2-40B4-BE49-F238E27FC236}">
                  <a16:creationId xmlns:a16="http://schemas.microsoft.com/office/drawing/2014/main" id="{9EDA4CDD-E57F-4AF0-BA41-AC7A65045404}"/>
                </a:ext>
              </a:extLst>
            </p:cNvPr>
            <p:cNvSpPr/>
            <p:nvPr/>
          </p:nvSpPr>
          <p:spPr>
            <a:xfrm>
              <a:off x="6394130" y="6428539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23" name="직선 화살표 연결선 422">
              <a:extLst>
                <a:ext uri="{FF2B5EF4-FFF2-40B4-BE49-F238E27FC236}">
                  <a16:creationId xmlns:a16="http://schemas.microsoft.com/office/drawing/2014/main" id="{BCBA60F2-2B0A-4115-8217-D25AEB29D893}"/>
                </a:ext>
              </a:extLst>
            </p:cNvPr>
            <p:cNvCxnSpPr>
              <a:cxnSpLocks/>
              <a:stCxn id="420" idx="3"/>
              <a:endCxn id="421" idx="1"/>
            </p:cNvCxnSpPr>
            <p:nvPr/>
          </p:nvCxnSpPr>
          <p:spPr>
            <a:xfrm>
              <a:off x="2818015" y="6551650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직선 화살표 연결선 423">
              <a:extLst>
                <a:ext uri="{FF2B5EF4-FFF2-40B4-BE49-F238E27FC236}">
                  <a16:creationId xmlns:a16="http://schemas.microsoft.com/office/drawing/2014/main" id="{F2AC2A02-9787-4820-A261-88D4C14AFE0E}"/>
                </a:ext>
              </a:extLst>
            </p:cNvPr>
            <p:cNvCxnSpPr>
              <a:cxnSpLocks/>
              <a:stCxn id="421" idx="3"/>
              <a:endCxn id="422" idx="1"/>
            </p:cNvCxnSpPr>
            <p:nvPr/>
          </p:nvCxnSpPr>
          <p:spPr>
            <a:xfrm>
              <a:off x="5889586" y="6551650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325AF0-4FFE-B769-07AE-59080288285E}"/>
              </a:ext>
            </a:extLst>
          </p:cNvPr>
          <p:cNvSpPr/>
          <p:nvPr/>
        </p:nvSpPr>
        <p:spPr>
          <a:xfrm>
            <a:off x="0" y="1268193"/>
            <a:ext cx="9906000" cy="5439525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279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DA5B6-73E9-400F-9CE5-12EBF6541511}"/>
              </a:ext>
            </a:extLst>
          </p:cNvPr>
          <p:cNvSpPr txBox="1"/>
          <p:nvPr/>
        </p:nvSpPr>
        <p:spPr>
          <a:xfrm>
            <a:off x="7939143" y="37471"/>
            <a:ext cx="2012089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DX.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기획팀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신낙천 선임</a:t>
            </a:r>
            <a:endParaRPr kumimoji="0" lang="en-US" altLang="ko-KR" sz="10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0" name="제목 3">
            <a:extLst>
              <a:ext uri="{FF2B5EF4-FFF2-40B4-BE49-F238E27FC236}">
                <a16:creationId xmlns:a16="http://schemas.microsoft.com/office/drawing/2014/main" id="{5CB4ED72-0FD2-4B8B-B809-A589516A0E1A}"/>
              </a:ext>
            </a:extLst>
          </p:cNvPr>
          <p:cNvSpPr txBox="1">
            <a:spLocks/>
          </p:cNvSpPr>
          <p:nvPr/>
        </p:nvSpPr>
        <p:spPr>
          <a:xfrm>
            <a:off x="121795" y="150279"/>
            <a:ext cx="3594800" cy="38427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fontAlgn="base">
              <a:lnSpc>
                <a:spcPct val="113000"/>
              </a:lnSpc>
              <a:spcAft>
                <a:spcPct val="0"/>
              </a:spcAft>
              <a:defRPr/>
            </a:pP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Ontology PoC </a:t>
            </a:r>
            <a:r>
              <a:rPr kumimoji="1" lang="ko-KR" altLang="en-US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설계도</a:t>
            </a: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 _</a:t>
            </a:r>
            <a:r>
              <a:rPr kumimoji="1" lang="en-US" altLang="ko-KR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Relation </a:t>
            </a:r>
            <a:r>
              <a:rPr kumimoji="1" lang="ko-KR" altLang="en-US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정의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(6/X)</a:t>
            </a:r>
            <a:endParaRPr kumimoji="1" lang="ko-KR" altLang="en-US" i="0" u="none" strike="noStrike" kern="1200" cap="none" spc="0" normalizeH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Arial" panose="020B0604020202020204" pitchFamily="34" charset="0"/>
              <a:sym typeface="Wingdings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7953B3D-BDC2-439B-8BCB-92732A228525}"/>
              </a:ext>
            </a:extLst>
          </p:cNvPr>
          <p:cNvGrpSpPr/>
          <p:nvPr/>
        </p:nvGrpSpPr>
        <p:grpSpPr>
          <a:xfrm>
            <a:off x="0" y="1364120"/>
            <a:ext cx="9300695" cy="846540"/>
            <a:chOff x="0" y="1364120"/>
            <a:chExt cx="9300695" cy="846540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35BAB4B-6C3A-4F0A-8B0B-AA619B4CBDD1}"/>
                </a:ext>
              </a:extLst>
            </p:cNvPr>
            <p:cNvSpPr/>
            <p:nvPr/>
          </p:nvSpPr>
          <p:spPr>
            <a:xfrm>
              <a:off x="0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30.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AC_A1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CD3939AF-4FDF-419F-9DE4-669060AC99FA}"/>
                </a:ext>
              </a:extLst>
            </p:cNvPr>
            <p:cNvSpPr/>
            <p:nvPr/>
          </p:nvSpPr>
          <p:spPr>
            <a:xfrm>
              <a:off x="3268319" y="1364120"/>
              <a:ext cx="262126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FB05CDAB-7DEE-4742-831C-799562C12927}"/>
                </a:ext>
              </a:extLst>
            </p:cNvPr>
            <p:cNvSpPr/>
            <p:nvPr/>
          </p:nvSpPr>
          <p:spPr>
            <a:xfrm>
              <a:off x="6394130" y="136412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0A65315A-6518-4DAC-937B-CE973C32E89A}"/>
                </a:ext>
              </a:extLst>
            </p:cNvPr>
            <p:cNvCxnSpPr>
              <a:cxnSpLocks/>
              <a:stCxn id="135" idx="3"/>
              <a:endCxn id="143" idx="1"/>
            </p:cNvCxnSpPr>
            <p:nvPr/>
          </p:nvCxnSpPr>
          <p:spPr>
            <a:xfrm>
              <a:off x="2818015" y="1487231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화살표 연결선 153">
              <a:extLst>
                <a:ext uri="{FF2B5EF4-FFF2-40B4-BE49-F238E27FC236}">
                  <a16:creationId xmlns:a16="http://schemas.microsoft.com/office/drawing/2014/main" id="{EC946406-BE9B-4615-B9FD-D100BE9B00DB}"/>
                </a:ext>
              </a:extLst>
            </p:cNvPr>
            <p:cNvCxnSpPr>
              <a:cxnSpLocks/>
              <a:stCxn id="143" idx="3"/>
              <a:endCxn id="151" idx="1"/>
            </p:cNvCxnSpPr>
            <p:nvPr/>
          </p:nvCxnSpPr>
          <p:spPr>
            <a:xfrm>
              <a:off x="5889586" y="1487231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E90F249C-A6FE-4BAD-975C-0C6F4AC621C8}"/>
                </a:ext>
              </a:extLst>
            </p:cNvPr>
            <p:cNvSpPr/>
            <p:nvPr/>
          </p:nvSpPr>
          <p:spPr>
            <a:xfrm>
              <a:off x="0" y="156422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AC_A2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A88A9461-DC7E-44D0-A4AD-4133B343D509}"/>
                </a:ext>
              </a:extLst>
            </p:cNvPr>
            <p:cNvSpPr/>
            <p:nvPr/>
          </p:nvSpPr>
          <p:spPr>
            <a:xfrm>
              <a:off x="3268356" y="1564226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8A709A81-EA41-4CAA-9FC0-2CB267F80B1B}"/>
                </a:ext>
              </a:extLst>
            </p:cNvPr>
            <p:cNvSpPr/>
            <p:nvPr/>
          </p:nvSpPr>
          <p:spPr>
            <a:xfrm>
              <a:off x="6394130" y="1564226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6E3F1767-C981-4955-A93A-3D93512F55FA}"/>
                </a:ext>
              </a:extLst>
            </p:cNvPr>
            <p:cNvCxnSpPr>
              <a:cxnSpLocks/>
              <a:stCxn id="125" idx="3"/>
              <a:endCxn id="128" idx="1"/>
            </p:cNvCxnSpPr>
            <p:nvPr/>
          </p:nvCxnSpPr>
          <p:spPr>
            <a:xfrm>
              <a:off x="2818015" y="168733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화살표 연결선 130">
              <a:extLst>
                <a:ext uri="{FF2B5EF4-FFF2-40B4-BE49-F238E27FC236}">
                  <a16:creationId xmlns:a16="http://schemas.microsoft.com/office/drawing/2014/main" id="{58AC82B1-39A0-4803-AE43-FFAA06881A02}"/>
                </a:ext>
              </a:extLst>
            </p:cNvPr>
            <p:cNvCxnSpPr>
              <a:cxnSpLocks/>
              <a:stCxn id="128" idx="3"/>
              <a:endCxn id="129" idx="1"/>
            </p:cNvCxnSpPr>
            <p:nvPr/>
          </p:nvCxnSpPr>
          <p:spPr>
            <a:xfrm>
              <a:off x="5889586" y="1687337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ADD6E928-0253-4B02-BC39-5A22A348ECDC}"/>
                </a:ext>
              </a:extLst>
            </p:cNvPr>
            <p:cNvSpPr/>
            <p:nvPr/>
          </p:nvSpPr>
          <p:spPr>
            <a:xfrm>
              <a:off x="0" y="1764332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AC_C1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DB288A7-04D1-4C58-8FF3-5B238F4AD909}"/>
                </a:ext>
              </a:extLst>
            </p:cNvPr>
            <p:cNvSpPr/>
            <p:nvPr/>
          </p:nvSpPr>
          <p:spPr>
            <a:xfrm>
              <a:off x="3268356" y="1764332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BFCD04A1-8B6D-4C0A-B2AE-96E536F69FAA}"/>
                </a:ext>
              </a:extLst>
            </p:cNvPr>
            <p:cNvSpPr/>
            <p:nvPr/>
          </p:nvSpPr>
          <p:spPr>
            <a:xfrm>
              <a:off x="6394130" y="1764332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777875D7-23E0-4DBF-A309-3609DFE0BA6F}"/>
                </a:ext>
              </a:extLst>
            </p:cNvPr>
            <p:cNvCxnSpPr>
              <a:cxnSpLocks/>
              <a:stCxn id="132" idx="3"/>
              <a:endCxn id="133" idx="1"/>
            </p:cNvCxnSpPr>
            <p:nvPr/>
          </p:nvCxnSpPr>
          <p:spPr>
            <a:xfrm>
              <a:off x="2818015" y="1887443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화살표 연결선 136">
              <a:extLst>
                <a:ext uri="{FF2B5EF4-FFF2-40B4-BE49-F238E27FC236}">
                  <a16:creationId xmlns:a16="http://schemas.microsoft.com/office/drawing/2014/main" id="{955DD4F3-E797-496F-951A-D1A4D05B33E2}"/>
                </a:ext>
              </a:extLst>
            </p:cNvPr>
            <p:cNvCxnSpPr>
              <a:cxnSpLocks/>
              <a:stCxn id="133" idx="3"/>
              <a:endCxn id="134" idx="1"/>
            </p:cNvCxnSpPr>
            <p:nvPr/>
          </p:nvCxnSpPr>
          <p:spPr>
            <a:xfrm>
              <a:off x="5889586" y="1887443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386152AE-64C1-469E-B7AB-34295A1EEB1F}"/>
                </a:ext>
              </a:extLst>
            </p:cNvPr>
            <p:cNvSpPr/>
            <p:nvPr/>
          </p:nvSpPr>
          <p:spPr>
            <a:xfrm>
              <a:off x="0" y="196443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AC_C2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11671523-9A6E-4673-8D59-25B0E7897B7C}"/>
                </a:ext>
              </a:extLst>
            </p:cNvPr>
            <p:cNvSpPr/>
            <p:nvPr/>
          </p:nvSpPr>
          <p:spPr>
            <a:xfrm>
              <a:off x="3268356" y="1964439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730D7E5B-1A77-466E-BC65-7C961F53468F}"/>
                </a:ext>
              </a:extLst>
            </p:cNvPr>
            <p:cNvSpPr/>
            <p:nvPr/>
          </p:nvSpPr>
          <p:spPr>
            <a:xfrm>
              <a:off x="6394130" y="1964439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41" name="직선 화살표 연결선 140">
              <a:extLst>
                <a:ext uri="{FF2B5EF4-FFF2-40B4-BE49-F238E27FC236}">
                  <a16:creationId xmlns:a16="http://schemas.microsoft.com/office/drawing/2014/main" id="{52E7C83E-AAAE-41E2-BAB0-0D21A2110447}"/>
                </a:ext>
              </a:extLst>
            </p:cNvPr>
            <p:cNvCxnSpPr>
              <a:cxnSpLocks/>
              <a:stCxn id="138" idx="3"/>
              <a:endCxn id="139" idx="1"/>
            </p:cNvCxnSpPr>
            <p:nvPr/>
          </p:nvCxnSpPr>
          <p:spPr>
            <a:xfrm>
              <a:off x="2818015" y="2087550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E484BEBA-1975-4A01-A115-6E338A847EB3}"/>
                </a:ext>
              </a:extLst>
            </p:cNvPr>
            <p:cNvCxnSpPr>
              <a:cxnSpLocks/>
              <a:stCxn id="139" idx="3"/>
              <a:endCxn id="140" idx="1"/>
            </p:cNvCxnSpPr>
            <p:nvPr/>
          </p:nvCxnSpPr>
          <p:spPr>
            <a:xfrm>
              <a:off x="5889586" y="2087550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63A029D-E1BA-4EA0-9A35-40B4455B5CF9}"/>
              </a:ext>
            </a:extLst>
          </p:cNvPr>
          <p:cNvGrpSpPr/>
          <p:nvPr/>
        </p:nvGrpSpPr>
        <p:grpSpPr>
          <a:xfrm>
            <a:off x="0" y="2243961"/>
            <a:ext cx="9300695" cy="846540"/>
            <a:chOff x="0" y="2241541"/>
            <a:chExt cx="9300695" cy="846540"/>
          </a:xfrm>
        </p:grpSpPr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5C498560-D284-451F-8721-A7D876ACCD96}"/>
                </a:ext>
              </a:extLst>
            </p:cNvPr>
            <p:cNvSpPr/>
            <p:nvPr/>
          </p:nvSpPr>
          <p:spPr>
            <a:xfrm>
              <a:off x="0" y="2241541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31.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AC_A1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74" name="직사각형 273">
              <a:extLst>
                <a:ext uri="{FF2B5EF4-FFF2-40B4-BE49-F238E27FC236}">
                  <a16:creationId xmlns:a16="http://schemas.microsoft.com/office/drawing/2014/main" id="{E5EC14F4-3023-475E-9550-00FAB377F03E}"/>
                </a:ext>
              </a:extLst>
            </p:cNvPr>
            <p:cNvSpPr/>
            <p:nvPr/>
          </p:nvSpPr>
          <p:spPr>
            <a:xfrm>
              <a:off x="3268319" y="2241541"/>
              <a:ext cx="2621231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86" name="직사각형 285">
              <a:extLst>
                <a:ext uri="{FF2B5EF4-FFF2-40B4-BE49-F238E27FC236}">
                  <a16:creationId xmlns:a16="http://schemas.microsoft.com/office/drawing/2014/main" id="{96378D48-22CD-40D1-AA30-A4692168967C}"/>
                </a:ext>
              </a:extLst>
            </p:cNvPr>
            <p:cNvSpPr/>
            <p:nvPr/>
          </p:nvSpPr>
          <p:spPr>
            <a:xfrm>
              <a:off x="6394130" y="2241541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EF231AE1-09A8-447B-A1D4-0D4DD836E1B5}"/>
                </a:ext>
              </a:extLst>
            </p:cNvPr>
            <p:cNvCxnSpPr>
              <a:cxnSpLocks/>
              <a:stCxn id="273" idx="3"/>
              <a:endCxn id="274" idx="1"/>
            </p:cNvCxnSpPr>
            <p:nvPr/>
          </p:nvCxnSpPr>
          <p:spPr>
            <a:xfrm>
              <a:off x="2818015" y="2364652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화살표 연결선 287">
              <a:extLst>
                <a:ext uri="{FF2B5EF4-FFF2-40B4-BE49-F238E27FC236}">
                  <a16:creationId xmlns:a16="http://schemas.microsoft.com/office/drawing/2014/main" id="{91B4F063-0B59-49A1-BE3A-F2E8F32BE17B}"/>
                </a:ext>
              </a:extLst>
            </p:cNvPr>
            <p:cNvCxnSpPr>
              <a:cxnSpLocks/>
              <a:stCxn id="274" idx="3"/>
              <a:endCxn id="286" idx="1"/>
            </p:cNvCxnSpPr>
            <p:nvPr/>
          </p:nvCxnSpPr>
          <p:spPr>
            <a:xfrm>
              <a:off x="5889550" y="2364652"/>
              <a:ext cx="50458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직사각형 288">
              <a:extLst>
                <a:ext uri="{FF2B5EF4-FFF2-40B4-BE49-F238E27FC236}">
                  <a16:creationId xmlns:a16="http://schemas.microsoft.com/office/drawing/2014/main" id="{C22C94A3-EF4F-44D0-A943-BD4F59B99DBD}"/>
                </a:ext>
              </a:extLst>
            </p:cNvPr>
            <p:cNvSpPr/>
            <p:nvPr/>
          </p:nvSpPr>
          <p:spPr>
            <a:xfrm>
              <a:off x="0" y="2441647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AC_A2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0" name="직사각형 289">
              <a:extLst>
                <a:ext uri="{FF2B5EF4-FFF2-40B4-BE49-F238E27FC236}">
                  <a16:creationId xmlns:a16="http://schemas.microsoft.com/office/drawing/2014/main" id="{F42135E0-26D0-4403-9029-C92BE4775BAC}"/>
                </a:ext>
              </a:extLst>
            </p:cNvPr>
            <p:cNvSpPr/>
            <p:nvPr/>
          </p:nvSpPr>
          <p:spPr>
            <a:xfrm>
              <a:off x="3268356" y="2441647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5D20DC63-05E6-439D-858D-64D6985FACE7}"/>
                </a:ext>
              </a:extLst>
            </p:cNvPr>
            <p:cNvSpPr/>
            <p:nvPr/>
          </p:nvSpPr>
          <p:spPr>
            <a:xfrm>
              <a:off x="6394130" y="2441647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92" name="직선 화살표 연결선 291">
              <a:extLst>
                <a:ext uri="{FF2B5EF4-FFF2-40B4-BE49-F238E27FC236}">
                  <a16:creationId xmlns:a16="http://schemas.microsoft.com/office/drawing/2014/main" id="{29D272FE-D6D9-456E-A90F-A9CA028D5597}"/>
                </a:ext>
              </a:extLst>
            </p:cNvPr>
            <p:cNvCxnSpPr>
              <a:cxnSpLocks/>
              <a:stCxn id="289" idx="3"/>
              <a:endCxn id="290" idx="1"/>
            </p:cNvCxnSpPr>
            <p:nvPr/>
          </p:nvCxnSpPr>
          <p:spPr>
            <a:xfrm>
              <a:off x="2818015" y="2564758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화살표 연결선 292">
              <a:extLst>
                <a:ext uri="{FF2B5EF4-FFF2-40B4-BE49-F238E27FC236}">
                  <a16:creationId xmlns:a16="http://schemas.microsoft.com/office/drawing/2014/main" id="{A0400896-7FF2-4531-802C-E97865443762}"/>
                </a:ext>
              </a:extLst>
            </p:cNvPr>
            <p:cNvCxnSpPr>
              <a:cxnSpLocks/>
              <a:stCxn id="290" idx="3"/>
              <a:endCxn id="291" idx="1"/>
            </p:cNvCxnSpPr>
            <p:nvPr/>
          </p:nvCxnSpPr>
          <p:spPr>
            <a:xfrm>
              <a:off x="5889586" y="2564758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직사각형 293">
              <a:extLst>
                <a:ext uri="{FF2B5EF4-FFF2-40B4-BE49-F238E27FC236}">
                  <a16:creationId xmlns:a16="http://schemas.microsoft.com/office/drawing/2014/main" id="{6A65B374-9EF4-443C-A6D7-AC18796E6E7A}"/>
                </a:ext>
              </a:extLst>
            </p:cNvPr>
            <p:cNvSpPr/>
            <p:nvPr/>
          </p:nvSpPr>
          <p:spPr>
            <a:xfrm>
              <a:off x="0" y="2641753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AC_C1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6048A087-2507-4CBE-AC18-C828B01D7C74}"/>
                </a:ext>
              </a:extLst>
            </p:cNvPr>
            <p:cNvSpPr/>
            <p:nvPr/>
          </p:nvSpPr>
          <p:spPr>
            <a:xfrm>
              <a:off x="3268356" y="2641753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6" name="직사각형 295">
              <a:extLst>
                <a:ext uri="{FF2B5EF4-FFF2-40B4-BE49-F238E27FC236}">
                  <a16:creationId xmlns:a16="http://schemas.microsoft.com/office/drawing/2014/main" id="{853CC83F-1CD1-40C9-B5DB-BD1ACBCAB317}"/>
                </a:ext>
              </a:extLst>
            </p:cNvPr>
            <p:cNvSpPr/>
            <p:nvPr/>
          </p:nvSpPr>
          <p:spPr>
            <a:xfrm>
              <a:off x="6394130" y="2641753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B5F8C80A-4073-4E7E-9AEF-97AB687822D6}"/>
                </a:ext>
              </a:extLst>
            </p:cNvPr>
            <p:cNvCxnSpPr>
              <a:cxnSpLocks/>
              <a:stCxn id="294" idx="3"/>
              <a:endCxn id="295" idx="1"/>
            </p:cNvCxnSpPr>
            <p:nvPr/>
          </p:nvCxnSpPr>
          <p:spPr>
            <a:xfrm>
              <a:off x="2818015" y="2764864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직선 화살표 연결선 297">
              <a:extLst>
                <a:ext uri="{FF2B5EF4-FFF2-40B4-BE49-F238E27FC236}">
                  <a16:creationId xmlns:a16="http://schemas.microsoft.com/office/drawing/2014/main" id="{3D7B7933-E169-47B4-9B79-B9F8F13A5905}"/>
                </a:ext>
              </a:extLst>
            </p:cNvPr>
            <p:cNvCxnSpPr>
              <a:cxnSpLocks/>
              <a:stCxn id="295" idx="3"/>
              <a:endCxn id="296" idx="1"/>
            </p:cNvCxnSpPr>
            <p:nvPr/>
          </p:nvCxnSpPr>
          <p:spPr>
            <a:xfrm>
              <a:off x="5889586" y="2764864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id="{D3A04DD4-9493-472E-93E4-B5816375D2D9}"/>
                </a:ext>
              </a:extLst>
            </p:cNvPr>
            <p:cNvSpPr/>
            <p:nvPr/>
          </p:nvSpPr>
          <p:spPr>
            <a:xfrm>
              <a:off x="0" y="284186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AC_C2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00" name="직사각형 299">
              <a:extLst>
                <a:ext uri="{FF2B5EF4-FFF2-40B4-BE49-F238E27FC236}">
                  <a16:creationId xmlns:a16="http://schemas.microsoft.com/office/drawing/2014/main" id="{21B8BED3-DAD8-424D-AC6E-2D60A9FA6703}"/>
                </a:ext>
              </a:extLst>
            </p:cNvPr>
            <p:cNvSpPr/>
            <p:nvPr/>
          </p:nvSpPr>
          <p:spPr>
            <a:xfrm>
              <a:off x="3268356" y="2841860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01" name="직사각형 300">
              <a:extLst>
                <a:ext uri="{FF2B5EF4-FFF2-40B4-BE49-F238E27FC236}">
                  <a16:creationId xmlns:a16="http://schemas.microsoft.com/office/drawing/2014/main" id="{AE7A1464-759D-4EE3-9263-F77D2D53915D}"/>
                </a:ext>
              </a:extLst>
            </p:cNvPr>
            <p:cNvSpPr/>
            <p:nvPr/>
          </p:nvSpPr>
          <p:spPr>
            <a:xfrm>
              <a:off x="6394130" y="284186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02" name="직선 화살표 연결선 301">
              <a:extLst>
                <a:ext uri="{FF2B5EF4-FFF2-40B4-BE49-F238E27FC236}">
                  <a16:creationId xmlns:a16="http://schemas.microsoft.com/office/drawing/2014/main" id="{6C9E5E1C-9715-4118-89BE-8BDCD1EB43CC}"/>
                </a:ext>
              </a:extLst>
            </p:cNvPr>
            <p:cNvCxnSpPr>
              <a:cxnSpLocks/>
              <a:stCxn id="299" idx="3"/>
              <a:endCxn id="300" idx="1"/>
            </p:cNvCxnSpPr>
            <p:nvPr/>
          </p:nvCxnSpPr>
          <p:spPr>
            <a:xfrm>
              <a:off x="2818015" y="2964971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37E082E4-A3ED-4055-BD2C-B0E8410B39E0}"/>
                </a:ext>
              </a:extLst>
            </p:cNvPr>
            <p:cNvCxnSpPr>
              <a:cxnSpLocks/>
              <a:stCxn id="300" idx="3"/>
              <a:endCxn id="301" idx="1"/>
            </p:cNvCxnSpPr>
            <p:nvPr/>
          </p:nvCxnSpPr>
          <p:spPr>
            <a:xfrm>
              <a:off x="5889586" y="2964971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AA56FBBC-B25E-48AB-B056-09ADFC8A1561}"/>
              </a:ext>
            </a:extLst>
          </p:cNvPr>
          <p:cNvGrpSpPr/>
          <p:nvPr/>
        </p:nvGrpSpPr>
        <p:grpSpPr>
          <a:xfrm>
            <a:off x="7794653" y="616883"/>
            <a:ext cx="353911" cy="666549"/>
            <a:chOff x="2968666" y="2874452"/>
            <a:chExt cx="976206" cy="1652663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7AF6725B-FDB6-4F15-AFEB-C4D6E6D4A8D9}"/>
                </a:ext>
              </a:extLst>
            </p:cNvPr>
            <p:cNvSpPr/>
            <p:nvPr/>
          </p:nvSpPr>
          <p:spPr>
            <a:xfrm>
              <a:off x="2968666" y="3055830"/>
              <a:ext cx="976206" cy="1357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90E00052-317E-4FDF-AE44-EC477A3F30B2}"/>
                </a:ext>
              </a:extLst>
            </p:cNvPr>
            <p:cNvSpPr/>
            <p:nvPr/>
          </p:nvSpPr>
          <p:spPr>
            <a:xfrm>
              <a:off x="3051050" y="3117542"/>
              <a:ext cx="811441" cy="12342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DD304BA0-CDCE-4D3F-97B5-7C2FAE3C874C}"/>
                </a:ext>
              </a:extLst>
            </p:cNvPr>
            <p:cNvSpPr/>
            <p:nvPr/>
          </p:nvSpPr>
          <p:spPr>
            <a:xfrm>
              <a:off x="3349932" y="2874452"/>
              <a:ext cx="213677" cy="166784"/>
            </a:xfrm>
            <a:prstGeom prst="rect">
              <a:avLst/>
            </a:prstGeom>
            <a:solidFill>
              <a:srgbClr val="CC9900"/>
            </a:solidFill>
            <a:ln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BF5C7F75-6500-4FD8-B2D5-5E14B4F8D920}"/>
                </a:ext>
              </a:extLst>
            </p:cNvPr>
            <p:cNvSpPr/>
            <p:nvPr/>
          </p:nvSpPr>
          <p:spPr>
            <a:xfrm>
              <a:off x="3349932" y="4360331"/>
              <a:ext cx="213677" cy="1667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CB73F52F-FB7E-4C9A-A8AA-7957889DD34B}"/>
              </a:ext>
            </a:extLst>
          </p:cNvPr>
          <p:cNvGrpSpPr/>
          <p:nvPr/>
        </p:nvGrpSpPr>
        <p:grpSpPr>
          <a:xfrm flipV="1">
            <a:off x="8974764" y="616883"/>
            <a:ext cx="353911" cy="666549"/>
            <a:chOff x="2968666" y="2874452"/>
            <a:chExt cx="976206" cy="1652663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1CEA9BFB-8671-4099-87ED-4ED63D5766F7}"/>
                </a:ext>
              </a:extLst>
            </p:cNvPr>
            <p:cNvSpPr/>
            <p:nvPr/>
          </p:nvSpPr>
          <p:spPr>
            <a:xfrm>
              <a:off x="2968666" y="3055830"/>
              <a:ext cx="976206" cy="1357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2E9C33CB-8B5C-42C2-97D6-A37BDEF29CA3}"/>
                </a:ext>
              </a:extLst>
            </p:cNvPr>
            <p:cNvSpPr/>
            <p:nvPr/>
          </p:nvSpPr>
          <p:spPr>
            <a:xfrm>
              <a:off x="3051050" y="3117542"/>
              <a:ext cx="811441" cy="12342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9445E743-F428-479B-A12C-57076F798CD0}"/>
                </a:ext>
              </a:extLst>
            </p:cNvPr>
            <p:cNvSpPr/>
            <p:nvPr/>
          </p:nvSpPr>
          <p:spPr>
            <a:xfrm>
              <a:off x="3349932" y="2874452"/>
              <a:ext cx="213677" cy="166784"/>
            </a:xfrm>
            <a:prstGeom prst="rect">
              <a:avLst/>
            </a:prstGeom>
            <a:solidFill>
              <a:srgbClr val="CC9900"/>
            </a:solidFill>
            <a:ln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C2493DD-9D3A-4F6C-9B13-A9C501413D4D}"/>
                </a:ext>
              </a:extLst>
            </p:cNvPr>
            <p:cNvSpPr/>
            <p:nvPr/>
          </p:nvSpPr>
          <p:spPr>
            <a:xfrm>
              <a:off x="3349932" y="4360331"/>
              <a:ext cx="213677" cy="1667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10B6CA22-2F90-428B-9D60-E641503702F3}"/>
              </a:ext>
            </a:extLst>
          </p:cNvPr>
          <p:cNvSpPr/>
          <p:nvPr/>
        </p:nvSpPr>
        <p:spPr>
          <a:xfrm>
            <a:off x="7483333" y="267320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본도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좌 → 우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5256D205-391F-4D3A-B9A0-49702D3C466B}"/>
              </a:ext>
            </a:extLst>
          </p:cNvPr>
          <p:cNvSpPr/>
          <p:nvPr/>
        </p:nvSpPr>
        <p:spPr>
          <a:xfrm>
            <a:off x="8663444" y="267321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미러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우 → 좌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71C9992D-B068-4525-8E4A-5872C5DB535D}"/>
              </a:ext>
            </a:extLst>
          </p:cNvPr>
          <p:cNvCxnSpPr/>
          <p:nvPr/>
        </p:nvCxnSpPr>
        <p:spPr>
          <a:xfrm>
            <a:off x="7616820" y="963821"/>
            <a:ext cx="709572" cy="0"/>
          </a:xfrm>
          <a:prstGeom prst="straightConnector1">
            <a:avLst/>
          </a:prstGeom>
          <a:ln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48FFE5D6-6D88-4F40-B2F6-A6E2EBCE1F8F}"/>
              </a:ext>
            </a:extLst>
          </p:cNvPr>
          <p:cNvCxnSpPr>
            <a:cxnSpLocks/>
          </p:cNvCxnSpPr>
          <p:nvPr/>
        </p:nvCxnSpPr>
        <p:spPr>
          <a:xfrm flipH="1">
            <a:off x="8796932" y="963822"/>
            <a:ext cx="709572" cy="0"/>
          </a:xfrm>
          <a:prstGeom prst="straightConnector1">
            <a:avLst/>
          </a:prstGeom>
          <a:ln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5D9DF7A7-5AF2-4912-B5C6-09ED6E29A50F}"/>
              </a:ext>
            </a:extLst>
          </p:cNvPr>
          <p:cNvSpPr/>
          <p:nvPr/>
        </p:nvSpPr>
        <p:spPr>
          <a:xfrm>
            <a:off x="7968624" y="446640"/>
            <a:ext cx="372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A1</a:t>
            </a:r>
            <a:endParaRPr lang="ko-KR" altLang="en-US" sz="1400" dirty="0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1A2960F-389A-4C84-B552-89EE702DAE71}"/>
              </a:ext>
            </a:extLst>
          </p:cNvPr>
          <p:cNvSpPr/>
          <p:nvPr/>
        </p:nvSpPr>
        <p:spPr>
          <a:xfrm>
            <a:off x="25127" y="790071"/>
            <a:ext cx="74209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해당 페이지는 설비 진행 방향에 따라 </a:t>
            </a:r>
            <a:r>
              <a:rPr lang="en-US" altLang="ko-KR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AC/CS/AS Gap</a:t>
            </a:r>
            <a:r>
              <a:rPr lang="ko-KR" altLang="en-US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측정위치</a:t>
            </a:r>
            <a:r>
              <a:rPr lang="en-US" altLang="ko-KR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(A1,A2,C1,C2) </a:t>
            </a:r>
            <a:r>
              <a:rPr lang="ko-KR" altLang="en-US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정의한 것</a:t>
            </a:r>
            <a:endParaRPr lang="ko-KR" altLang="en-US" sz="4400" b="1" dirty="0">
              <a:solidFill>
                <a:srgbClr val="006600"/>
              </a:solidFill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4DB5FA45-4B96-45EE-86AD-22AEB9D359A4}"/>
              </a:ext>
            </a:extLst>
          </p:cNvPr>
          <p:cNvSpPr/>
          <p:nvPr/>
        </p:nvSpPr>
        <p:spPr>
          <a:xfrm>
            <a:off x="7968624" y="1178725"/>
            <a:ext cx="372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C1</a:t>
            </a:r>
            <a:endParaRPr lang="ko-KR" altLang="en-US" sz="1400" dirty="0"/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4FD9970A-1DC7-4667-8C50-5FAA6D0E3637}"/>
              </a:ext>
            </a:extLst>
          </p:cNvPr>
          <p:cNvSpPr/>
          <p:nvPr/>
        </p:nvSpPr>
        <p:spPr>
          <a:xfrm>
            <a:off x="7586408" y="446640"/>
            <a:ext cx="372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A2</a:t>
            </a:r>
            <a:endParaRPr lang="ko-KR" altLang="en-US" sz="1400" dirty="0"/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DD5C9012-6E62-4505-9A57-A34C651A01F1}"/>
              </a:ext>
            </a:extLst>
          </p:cNvPr>
          <p:cNvSpPr/>
          <p:nvPr/>
        </p:nvSpPr>
        <p:spPr>
          <a:xfrm>
            <a:off x="7586408" y="1178725"/>
            <a:ext cx="372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C2</a:t>
            </a:r>
            <a:endParaRPr lang="ko-KR" altLang="en-US" sz="1400" dirty="0"/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BDA1511D-F9C7-4636-BF94-90EDB650CBD4}"/>
              </a:ext>
            </a:extLst>
          </p:cNvPr>
          <p:cNvSpPr/>
          <p:nvPr/>
        </p:nvSpPr>
        <p:spPr>
          <a:xfrm>
            <a:off x="9142566" y="446640"/>
            <a:ext cx="372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C2</a:t>
            </a:r>
            <a:endParaRPr lang="ko-KR" altLang="en-US" sz="1400" dirty="0"/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0256ED2B-B1B7-4336-9BB7-E2B1C0623BB7}"/>
              </a:ext>
            </a:extLst>
          </p:cNvPr>
          <p:cNvSpPr/>
          <p:nvPr/>
        </p:nvSpPr>
        <p:spPr>
          <a:xfrm>
            <a:off x="9142566" y="1178725"/>
            <a:ext cx="372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A2</a:t>
            </a:r>
            <a:endParaRPr lang="ko-KR" altLang="en-US" sz="1400" dirty="0"/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C61BAF88-6378-4EF3-981B-26C5388AC6D7}"/>
              </a:ext>
            </a:extLst>
          </p:cNvPr>
          <p:cNvSpPr/>
          <p:nvPr/>
        </p:nvSpPr>
        <p:spPr>
          <a:xfrm>
            <a:off x="8760350" y="446640"/>
            <a:ext cx="372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C1</a:t>
            </a:r>
            <a:endParaRPr lang="ko-KR" altLang="en-US" sz="1400" dirty="0"/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42DF9CEC-B138-49A9-9523-00047E208B57}"/>
              </a:ext>
            </a:extLst>
          </p:cNvPr>
          <p:cNvSpPr/>
          <p:nvPr/>
        </p:nvSpPr>
        <p:spPr>
          <a:xfrm>
            <a:off x="8760350" y="1178725"/>
            <a:ext cx="372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A1</a:t>
            </a:r>
            <a:endParaRPr lang="ko-KR" altLang="en-US" sz="1400" dirty="0"/>
          </a:p>
        </p:txBody>
      </p: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51EF25EB-DD50-4E4A-99E8-29F3F0496D7A}"/>
              </a:ext>
            </a:extLst>
          </p:cNvPr>
          <p:cNvGrpSpPr/>
          <p:nvPr/>
        </p:nvGrpSpPr>
        <p:grpSpPr>
          <a:xfrm>
            <a:off x="0" y="3123802"/>
            <a:ext cx="9300695" cy="846540"/>
            <a:chOff x="0" y="1364120"/>
            <a:chExt cx="9300695" cy="846540"/>
          </a:xfrm>
        </p:grpSpPr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1D49F159-8D9A-4DE1-8A70-F69BD097D899}"/>
                </a:ext>
              </a:extLst>
            </p:cNvPr>
            <p:cNvSpPr/>
            <p:nvPr/>
          </p:nvSpPr>
          <p:spPr>
            <a:xfrm>
              <a:off x="0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32.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CS_A1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745D9CB3-A488-481D-8883-8F4BF7B58288}"/>
                </a:ext>
              </a:extLst>
            </p:cNvPr>
            <p:cNvSpPr/>
            <p:nvPr/>
          </p:nvSpPr>
          <p:spPr>
            <a:xfrm>
              <a:off x="3268319" y="1364120"/>
              <a:ext cx="262126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25424F95-8DC7-4BCA-A470-520B0170C8F1}"/>
                </a:ext>
              </a:extLst>
            </p:cNvPr>
            <p:cNvSpPr/>
            <p:nvPr/>
          </p:nvSpPr>
          <p:spPr>
            <a:xfrm>
              <a:off x="6394130" y="136412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98" name="직선 화살표 연결선 197">
              <a:extLst>
                <a:ext uri="{FF2B5EF4-FFF2-40B4-BE49-F238E27FC236}">
                  <a16:creationId xmlns:a16="http://schemas.microsoft.com/office/drawing/2014/main" id="{34891977-18EF-4493-8002-ED578C83658D}"/>
                </a:ext>
              </a:extLst>
            </p:cNvPr>
            <p:cNvCxnSpPr>
              <a:cxnSpLocks/>
              <a:stCxn id="195" idx="3"/>
              <a:endCxn id="196" idx="1"/>
            </p:cNvCxnSpPr>
            <p:nvPr/>
          </p:nvCxnSpPr>
          <p:spPr>
            <a:xfrm>
              <a:off x="2818015" y="1487231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화살표 연결선 198">
              <a:extLst>
                <a:ext uri="{FF2B5EF4-FFF2-40B4-BE49-F238E27FC236}">
                  <a16:creationId xmlns:a16="http://schemas.microsoft.com/office/drawing/2014/main" id="{376A3849-2D1C-496A-B954-3D7B586FEB94}"/>
                </a:ext>
              </a:extLst>
            </p:cNvPr>
            <p:cNvCxnSpPr>
              <a:cxnSpLocks/>
              <a:stCxn id="196" idx="3"/>
              <a:endCxn id="197" idx="1"/>
            </p:cNvCxnSpPr>
            <p:nvPr/>
          </p:nvCxnSpPr>
          <p:spPr>
            <a:xfrm>
              <a:off x="5889586" y="1487231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AD67271E-F367-45CB-8D96-B9458BFC2F30}"/>
                </a:ext>
              </a:extLst>
            </p:cNvPr>
            <p:cNvSpPr/>
            <p:nvPr/>
          </p:nvSpPr>
          <p:spPr>
            <a:xfrm>
              <a:off x="0" y="156422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CS_A2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E50FB9CA-A979-408C-8534-169C45035C41}"/>
                </a:ext>
              </a:extLst>
            </p:cNvPr>
            <p:cNvSpPr/>
            <p:nvPr/>
          </p:nvSpPr>
          <p:spPr>
            <a:xfrm>
              <a:off x="3268356" y="1564226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227D15C5-94E5-4638-84F5-184CF60A9485}"/>
                </a:ext>
              </a:extLst>
            </p:cNvPr>
            <p:cNvSpPr/>
            <p:nvPr/>
          </p:nvSpPr>
          <p:spPr>
            <a:xfrm>
              <a:off x="6394130" y="1564226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03" name="직선 화살표 연결선 202">
              <a:extLst>
                <a:ext uri="{FF2B5EF4-FFF2-40B4-BE49-F238E27FC236}">
                  <a16:creationId xmlns:a16="http://schemas.microsoft.com/office/drawing/2014/main" id="{61042510-33B0-4189-917C-7799D63D7AB8}"/>
                </a:ext>
              </a:extLst>
            </p:cNvPr>
            <p:cNvCxnSpPr>
              <a:cxnSpLocks/>
              <a:stCxn id="200" idx="3"/>
              <a:endCxn id="201" idx="1"/>
            </p:cNvCxnSpPr>
            <p:nvPr/>
          </p:nvCxnSpPr>
          <p:spPr>
            <a:xfrm>
              <a:off x="2818015" y="168733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9AAD6695-F242-4991-BD5E-D82DF58CC954}"/>
                </a:ext>
              </a:extLst>
            </p:cNvPr>
            <p:cNvCxnSpPr>
              <a:cxnSpLocks/>
              <a:stCxn id="201" idx="3"/>
              <a:endCxn id="202" idx="1"/>
            </p:cNvCxnSpPr>
            <p:nvPr/>
          </p:nvCxnSpPr>
          <p:spPr>
            <a:xfrm>
              <a:off x="5889586" y="1687337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07DD9874-6A14-48AF-A4FD-3999507826DF}"/>
                </a:ext>
              </a:extLst>
            </p:cNvPr>
            <p:cNvSpPr/>
            <p:nvPr/>
          </p:nvSpPr>
          <p:spPr>
            <a:xfrm>
              <a:off x="0" y="1764332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CS_C1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86EAB693-EEA7-4144-AFDA-77F12CC5396F}"/>
                </a:ext>
              </a:extLst>
            </p:cNvPr>
            <p:cNvSpPr/>
            <p:nvPr/>
          </p:nvSpPr>
          <p:spPr>
            <a:xfrm>
              <a:off x="3268356" y="1764332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CC51C33A-EAA7-41E1-9196-FF2811B526B2}"/>
                </a:ext>
              </a:extLst>
            </p:cNvPr>
            <p:cNvSpPr/>
            <p:nvPr/>
          </p:nvSpPr>
          <p:spPr>
            <a:xfrm>
              <a:off x="6394130" y="1764332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08" name="직선 화살표 연결선 207">
              <a:extLst>
                <a:ext uri="{FF2B5EF4-FFF2-40B4-BE49-F238E27FC236}">
                  <a16:creationId xmlns:a16="http://schemas.microsoft.com/office/drawing/2014/main" id="{68954696-5CC5-47A0-8E67-9B7105045401}"/>
                </a:ext>
              </a:extLst>
            </p:cNvPr>
            <p:cNvCxnSpPr>
              <a:cxnSpLocks/>
              <a:stCxn id="205" idx="3"/>
              <a:endCxn id="206" idx="1"/>
            </p:cNvCxnSpPr>
            <p:nvPr/>
          </p:nvCxnSpPr>
          <p:spPr>
            <a:xfrm>
              <a:off x="2818015" y="1887443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화살표 연결선 208">
              <a:extLst>
                <a:ext uri="{FF2B5EF4-FFF2-40B4-BE49-F238E27FC236}">
                  <a16:creationId xmlns:a16="http://schemas.microsoft.com/office/drawing/2014/main" id="{3513D716-1839-414D-861C-1CAE5A9B9F6E}"/>
                </a:ext>
              </a:extLst>
            </p:cNvPr>
            <p:cNvCxnSpPr>
              <a:cxnSpLocks/>
              <a:stCxn id="206" idx="3"/>
              <a:endCxn id="207" idx="1"/>
            </p:cNvCxnSpPr>
            <p:nvPr/>
          </p:nvCxnSpPr>
          <p:spPr>
            <a:xfrm>
              <a:off x="5889586" y="1887443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49DD919D-3745-4FDB-B9EB-53A4DB3B3181}"/>
                </a:ext>
              </a:extLst>
            </p:cNvPr>
            <p:cNvSpPr/>
            <p:nvPr/>
          </p:nvSpPr>
          <p:spPr>
            <a:xfrm>
              <a:off x="0" y="196443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CS_C2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CA87B5EE-B962-498C-A0A7-545FF9B0FF10}"/>
                </a:ext>
              </a:extLst>
            </p:cNvPr>
            <p:cNvSpPr/>
            <p:nvPr/>
          </p:nvSpPr>
          <p:spPr>
            <a:xfrm>
              <a:off x="3268356" y="1964439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8D58DE1E-84F3-4449-A1A1-53B71294C5AB}"/>
                </a:ext>
              </a:extLst>
            </p:cNvPr>
            <p:cNvSpPr/>
            <p:nvPr/>
          </p:nvSpPr>
          <p:spPr>
            <a:xfrm>
              <a:off x="6394130" y="1964439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13" name="직선 화살표 연결선 212">
              <a:extLst>
                <a:ext uri="{FF2B5EF4-FFF2-40B4-BE49-F238E27FC236}">
                  <a16:creationId xmlns:a16="http://schemas.microsoft.com/office/drawing/2014/main" id="{9098D3DC-4459-4C0E-B375-6D096B9B2CB3}"/>
                </a:ext>
              </a:extLst>
            </p:cNvPr>
            <p:cNvCxnSpPr>
              <a:cxnSpLocks/>
              <a:stCxn id="210" idx="3"/>
              <a:endCxn id="211" idx="1"/>
            </p:cNvCxnSpPr>
            <p:nvPr/>
          </p:nvCxnSpPr>
          <p:spPr>
            <a:xfrm>
              <a:off x="2818015" y="2087550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화살표 연결선 213">
              <a:extLst>
                <a:ext uri="{FF2B5EF4-FFF2-40B4-BE49-F238E27FC236}">
                  <a16:creationId xmlns:a16="http://schemas.microsoft.com/office/drawing/2014/main" id="{00EB59AD-6943-47E9-9BD0-6F8453AC51E7}"/>
                </a:ext>
              </a:extLst>
            </p:cNvPr>
            <p:cNvCxnSpPr>
              <a:cxnSpLocks/>
              <a:stCxn id="211" idx="3"/>
              <a:endCxn id="212" idx="1"/>
            </p:cNvCxnSpPr>
            <p:nvPr/>
          </p:nvCxnSpPr>
          <p:spPr>
            <a:xfrm>
              <a:off x="5889586" y="2087550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26A42C94-E4CA-41AD-A6B2-91BF128A15CB}"/>
              </a:ext>
            </a:extLst>
          </p:cNvPr>
          <p:cNvGrpSpPr/>
          <p:nvPr/>
        </p:nvGrpSpPr>
        <p:grpSpPr>
          <a:xfrm>
            <a:off x="0" y="4003643"/>
            <a:ext cx="9300695" cy="846540"/>
            <a:chOff x="0" y="2241541"/>
            <a:chExt cx="9300695" cy="846540"/>
          </a:xfrm>
        </p:grpSpPr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8650C537-436F-4231-8639-1FF90EFFEE00}"/>
                </a:ext>
              </a:extLst>
            </p:cNvPr>
            <p:cNvSpPr/>
            <p:nvPr/>
          </p:nvSpPr>
          <p:spPr>
            <a:xfrm>
              <a:off x="0" y="2241541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33.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CS_A1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CDEE04D5-90BA-472C-897C-CC1992677DED}"/>
                </a:ext>
              </a:extLst>
            </p:cNvPr>
            <p:cNvSpPr/>
            <p:nvPr/>
          </p:nvSpPr>
          <p:spPr>
            <a:xfrm>
              <a:off x="3268319" y="2241541"/>
              <a:ext cx="2621231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9F709A21-DE8E-4742-95FF-E5F8F8CAD02D}"/>
                </a:ext>
              </a:extLst>
            </p:cNvPr>
            <p:cNvSpPr/>
            <p:nvPr/>
          </p:nvSpPr>
          <p:spPr>
            <a:xfrm>
              <a:off x="6394130" y="2241541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CEB7B7F5-294A-4B0A-9A55-D762493D4976}"/>
                </a:ext>
              </a:extLst>
            </p:cNvPr>
            <p:cNvCxnSpPr>
              <a:cxnSpLocks/>
              <a:stCxn id="216" idx="3"/>
              <a:endCxn id="217" idx="1"/>
            </p:cNvCxnSpPr>
            <p:nvPr/>
          </p:nvCxnSpPr>
          <p:spPr>
            <a:xfrm>
              <a:off x="2818015" y="2364652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화살표 연결선 220">
              <a:extLst>
                <a:ext uri="{FF2B5EF4-FFF2-40B4-BE49-F238E27FC236}">
                  <a16:creationId xmlns:a16="http://schemas.microsoft.com/office/drawing/2014/main" id="{E6DADE79-DD26-45ED-8823-6E9F971376A2}"/>
                </a:ext>
              </a:extLst>
            </p:cNvPr>
            <p:cNvCxnSpPr>
              <a:cxnSpLocks/>
              <a:stCxn id="217" idx="3"/>
              <a:endCxn id="218" idx="1"/>
            </p:cNvCxnSpPr>
            <p:nvPr/>
          </p:nvCxnSpPr>
          <p:spPr>
            <a:xfrm>
              <a:off x="5889550" y="2364652"/>
              <a:ext cx="50458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9C831978-4300-4E6F-9F3F-B59CE280EF7B}"/>
                </a:ext>
              </a:extLst>
            </p:cNvPr>
            <p:cNvSpPr/>
            <p:nvPr/>
          </p:nvSpPr>
          <p:spPr>
            <a:xfrm>
              <a:off x="0" y="2441647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CS_A2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F534ED01-A600-43E7-8B1F-81A3C010F31A}"/>
                </a:ext>
              </a:extLst>
            </p:cNvPr>
            <p:cNvSpPr/>
            <p:nvPr/>
          </p:nvSpPr>
          <p:spPr>
            <a:xfrm>
              <a:off x="3268356" y="2441647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A599417C-8379-4305-AA85-DF18D3D5F488}"/>
                </a:ext>
              </a:extLst>
            </p:cNvPr>
            <p:cNvSpPr/>
            <p:nvPr/>
          </p:nvSpPr>
          <p:spPr>
            <a:xfrm>
              <a:off x="6394130" y="2441647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25" name="직선 화살표 연결선 224">
              <a:extLst>
                <a:ext uri="{FF2B5EF4-FFF2-40B4-BE49-F238E27FC236}">
                  <a16:creationId xmlns:a16="http://schemas.microsoft.com/office/drawing/2014/main" id="{05215888-ED59-42F3-A830-4F3C78926E33}"/>
                </a:ext>
              </a:extLst>
            </p:cNvPr>
            <p:cNvCxnSpPr>
              <a:cxnSpLocks/>
              <a:stCxn id="222" idx="3"/>
              <a:endCxn id="223" idx="1"/>
            </p:cNvCxnSpPr>
            <p:nvPr/>
          </p:nvCxnSpPr>
          <p:spPr>
            <a:xfrm>
              <a:off x="2818015" y="2564758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화살표 연결선 225">
              <a:extLst>
                <a:ext uri="{FF2B5EF4-FFF2-40B4-BE49-F238E27FC236}">
                  <a16:creationId xmlns:a16="http://schemas.microsoft.com/office/drawing/2014/main" id="{B72D625C-F352-49B9-8CD5-0FDA5D8504EB}"/>
                </a:ext>
              </a:extLst>
            </p:cNvPr>
            <p:cNvCxnSpPr>
              <a:cxnSpLocks/>
              <a:stCxn id="223" idx="3"/>
              <a:endCxn id="224" idx="1"/>
            </p:cNvCxnSpPr>
            <p:nvPr/>
          </p:nvCxnSpPr>
          <p:spPr>
            <a:xfrm>
              <a:off x="5889586" y="2564758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A73F1760-E27E-44C5-A1B4-54C843586C70}"/>
                </a:ext>
              </a:extLst>
            </p:cNvPr>
            <p:cNvSpPr/>
            <p:nvPr/>
          </p:nvSpPr>
          <p:spPr>
            <a:xfrm>
              <a:off x="0" y="2641753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CS_C1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51D53665-19FA-41B2-87B9-8E3D40DE0817}"/>
                </a:ext>
              </a:extLst>
            </p:cNvPr>
            <p:cNvSpPr/>
            <p:nvPr/>
          </p:nvSpPr>
          <p:spPr>
            <a:xfrm>
              <a:off x="3268356" y="2641753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461E6839-914F-46D7-A605-A711EDE45FDD}"/>
                </a:ext>
              </a:extLst>
            </p:cNvPr>
            <p:cNvSpPr/>
            <p:nvPr/>
          </p:nvSpPr>
          <p:spPr>
            <a:xfrm>
              <a:off x="6394130" y="2641753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30" name="직선 화살표 연결선 229">
              <a:extLst>
                <a:ext uri="{FF2B5EF4-FFF2-40B4-BE49-F238E27FC236}">
                  <a16:creationId xmlns:a16="http://schemas.microsoft.com/office/drawing/2014/main" id="{62D0FD07-B5BA-4016-8197-04A5F8B3A26E}"/>
                </a:ext>
              </a:extLst>
            </p:cNvPr>
            <p:cNvCxnSpPr>
              <a:cxnSpLocks/>
              <a:stCxn id="227" idx="3"/>
              <a:endCxn id="228" idx="1"/>
            </p:cNvCxnSpPr>
            <p:nvPr/>
          </p:nvCxnSpPr>
          <p:spPr>
            <a:xfrm>
              <a:off x="2818015" y="2764864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직선 화살표 연결선 230">
              <a:extLst>
                <a:ext uri="{FF2B5EF4-FFF2-40B4-BE49-F238E27FC236}">
                  <a16:creationId xmlns:a16="http://schemas.microsoft.com/office/drawing/2014/main" id="{938BC430-A8F1-4C64-894E-FB6EAB7E5E91}"/>
                </a:ext>
              </a:extLst>
            </p:cNvPr>
            <p:cNvCxnSpPr>
              <a:cxnSpLocks/>
              <a:stCxn id="228" idx="3"/>
              <a:endCxn id="229" idx="1"/>
            </p:cNvCxnSpPr>
            <p:nvPr/>
          </p:nvCxnSpPr>
          <p:spPr>
            <a:xfrm>
              <a:off x="5889586" y="2764864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D8A70AA5-53A2-4AFB-AE11-6D95677DBDF6}"/>
                </a:ext>
              </a:extLst>
            </p:cNvPr>
            <p:cNvSpPr/>
            <p:nvPr/>
          </p:nvSpPr>
          <p:spPr>
            <a:xfrm>
              <a:off x="0" y="284186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CS_C2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E4E900FF-925A-4436-8C61-62B2223B0F86}"/>
                </a:ext>
              </a:extLst>
            </p:cNvPr>
            <p:cNvSpPr/>
            <p:nvPr/>
          </p:nvSpPr>
          <p:spPr>
            <a:xfrm>
              <a:off x="3268356" y="2841860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D56783E8-A4A3-4AC6-A53F-C394F4D44A43}"/>
                </a:ext>
              </a:extLst>
            </p:cNvPr>
            <p:cNvSpPr/>
            <p:nvPr/>
          </p:nvSpPr>
          <p:spPr>
            <a:xfrm>
              <a:off x="6394130" y="284186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35" name="직선 화살표 연결선 234">
              <a:extLst>
                <a:ext uri="{FF2B5EF4-FFF2-40B4-BE49-F238E27FC236}">
                  <a16:creationId xmlns:a16="http://schemas.microsoft.com/office/drawing/2014/main" id="{E6E574CC-C3DC-4851-8169-BAF8A162BEE2}"/>
                </a:ext>
              </a:extLst>
            </p:cNvPr>
            <p:cNvCxnSpPr>
              <a:cxnSpLocks/>
              <a:stCxn id="232" idx="3"/>
              <a:endCxn id="233" idx="1"/>
            </p:cNvCxnSpPr>
            <p:nvPr/>
          </p:nvCxnSpPr>
          <p:spPr>
            <a:xfrm>
              <a:off x="2818015" y="2964971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화살표 연결선 235">
              <a:extLst>
                <a:ext uri="{FF2B5EF4-FFF2-40B4-BE49-F238E27FC236}">
                  <a16:creationId xmlns:a16="http://schemas.microsoft.com/office/drawing/2014/main" id="{13755550-D3E0-4F8C-A02A-1F8D7F575E0F}"/>
                </a:ext>
              </a:extLst>
            </p:cNvPr>
            <p:cNvCxnSpPr>
              <a:cxnSpLocks/>
              <a:stCxn id="233" idx="3"/>
              <a:endCxn id="234" idx="1"/>
            </p:cNvCxnSpPr>
            <p:nvPr/>
          </p:nvCxnSpPr>
          <p:spPr>
            <a:xfrm>
              <a:off x="5889586" y="2964971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45ADC522-B952-408F-A5EE-769FE190079B}"/>
              </a:ext>
            </a:extLst>
          </p:cNvPr>
          <p:cNvGrpSpPr/>
          <p:nvPr/>
        </p:nvGrpSpPr>
        <p:grpSpPr>
          <a:xfrm>
            <a:off x="0" y="4883484"/>
            <a:ext cx="9300695" cy="846540"/>
            <a:chOff x="0" y="1364120"/>
            <a:chExt cx="9300695" cy="846540"/>
          </a:xfrm>
        </p:grpSpPr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4F4DF3FE-CBC5-4849-B98C-6A47F20B6C94}"/>
                </a:ext>
              </a:extLst>
            </p:cNvPr>
            <p:cNvSpPr/>
            <p:nvPr/>
          </p:nvSpPr>
          <p:spPr>
            <a:xfrm>
              <a:off x="0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34.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AS_A1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39" name="직사각형 238">
              <a:extLst>
                <a:ext uri="{FF2B5EF4-FFF2-40B4-BE49-F238E27FC236}">
                  <a16:creationId xmlns:a16="http://schemas.microsoft.com/office/drawing/2014/main" id="{68019E3B-6658-432B-9A87-7AD6F4749A3F}"/>
                </a:ext>
              </a:extLst>
            </p:cNvPr>
            <p:cNvSpPr/>
            <p:nvPr/>
          </p:nvSpPr>
          <p:spPr>
            <a:xfrm>
              <a:off x="3268319" y="1364120"/>
              <a:ext cx="262126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A378318A-548A-4E82-BD07-E03E5B5B8FF3}"/>
                </a:ext>
              </a:extLst>
            </p:cNvPr>
            <p:cNvSpPr/>
            <p:nvPr/>
          </p:nvSpPr>
          <p:spPr>
            <a:xfrm>
              <a:off x="6394130" y="136412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41" name="직선 화살표 연결선 240">
              <a:extLst>
                <a:ext uri="{FF2B5EF4-FFF2-40B4-BE49-F238E27FC236}">
                  <a16:creationId xmlns:a16="http://schemas.microsoft.com/office/drawing/2014/main" id="{06B07C57-8992-4E75-BFB5-08F2E88FC581}"/>
                </a:ext>
              </a:extLst>
            </p:cNvPr>
            <p:cNvCxnSpPr>
              <a:cxnSpLocks/>
              <a:stCxn id="238" idx="3"/>
              <a:endCxn id="239" idx="1"/>
            </p:cNvCxnSpPr>
            <p:nvPr/>
          </p:nvCxnSpPr>
          <p:spPr>
            <a:xfrm>
              <a:off x="2818015" y="1487231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직선 화살표 연결선 241">
              <a:extLst>
                <a:ext uri="{FF2B5EF4-FFF2-40B4-BE49-F238E27FC236}">
                  <a16:creationId xmlns:a16="http://schemas.microsoft.com/office/drawing/2014/main" id="{82650DBC-37DD-432F-B53C-DE3DB9946BFC}"/>
                </a:ext>
              </a:extLst>
            </p:cNvPr>
            <p:cNvCxnSpPr>
              <a:cxnSpLocks/>
              <a:stCxn id="239" idx="3"/>
              <a:endCxn id="240" idx="1"/>
            </p:cNvCxnSpPr>
            <p:nvPr/>
          </p:nvCxnSpPr>
          <p:spPr>
            <a:xfrm>
              <a:off x="5889586" y="1487231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직사각형 242">
              <a:extLst>
                <a:ext uri="{FF2B5EF4-FFF2-40B4-BE49-F238E27FC236}">
                  <a16:creationId xmlns:a16="http://schemas.microsoft.com/office/drawing/2014/main" id="{29AD5187-1F4D-43DF-9F0C-F98018200303}"/>
                </a:ext>
              </a:extLst>
            </p:cNvPr>
            <p:cNvSpPr/>
            <p:nvPr/>
          </p:nvSpPr>
          <p:spPr>
            <a:xfrm>
              <a:off x="0" y="156422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AS_A2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20D776C2-6A10-4BD9-B34C-F31081D851E9}"/>
                </a:ext>
              </a:extLst>
            </p:cNvPr>
            <p:cNvSpPr/>
            <p:nvPr/>
          </p:nvSpPr>
          <p:spPr>
            <a:xfrm>
              <a:off x="3268356" y="1564226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38CFDFC0-4D5F-4FF5-A422-5F6ACFB6B4DF}"/>
                </a:ext>
              </a:extLst>
            </p:cNvPr>
            <p:cNvSpPr/>
            <p:nvPr/>
          </p:nvSpPr>
          <p:spPr>
            <a:xfrm>
              <a:off x="6394130" y="1564226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46" name="직선 화살표 연결선 245">
              <a:extLst>
                <a:ext uri="{FF2B5EF4-FFF2-40B4-BE49-F238E27FC236}">
                  <a16:creationId xmlns:a16="http://schemas.microsoft.com/office/drawing/2014/main" id="{78AF773E-173A-48DC-B3F2-94EC49103860}"/>
                </a:ext>
              </a:extLst>
            </p:cNvPr>
            <p:cNvCxnSpPr>
              <a:cxnSpLocks/>
              <a:stCxn id="243" idx="3"/>
              <a:endCxn id="244" idx="1"/>
            </p:cNvCxnSpPr>
            <p:nvPr/>
          </p:nvCxnSpPr>
          <p:spPr>
            <a:xfrm>
              <a:off x="2818015" y="168733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직선 화살표 연결선 246">
              <a:extLst>
                <a:ext uri="{FF2B5EF4-FFF2-40B4-BE49-F238E27FC236}">
                  <a16:creationId xmlns:a16="http://schemas.microsoft.com/office/drawing/2014/main" id="{41DDAA48-42D8-4F8B-A900-08F84F58B818}"/>
                </a:ext>
              </a:extLst>
            </p:cNvPr>
            <p:cNvCxnSpPr>
              <a:cxnSpLocks/>
              <a:stCxn id="244" idx="3"/>
              <a:endCxn id="245" idx="1"/>
            </p:cNvCxnSpPr>
            <p:nvPr/>
          </p:nvCxnSpPr>
          <p:spPr>
            <a:xfrm>
              <a:off x="5889586" y="1687337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23521E15-2910-492A-9FAC-34142804B75B}"/>
                </a:ext>
              </a:extLst>
            </p:cNvPr>
            <p:cNvSpPr/>
            <p:nvPr/>
          </p:nvSpPr>
          <p:spPr>
            <a:xfrm>
              <a:off x="0" y="1764332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AS_C1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1658CC8C-1368-4785-88D2-3FFC53707BEC}"/>
                </a:ext>
              </a:extLst>
            </p:cNvPr>
            <p:cNvSpPr/>
            <p:nvPr/>
          </p:nvSpPr>
          <p:spPr>
            <a:xfrm>
              <a:off x="3268356" y="1764332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E32CDBA3-CF42-4A5F-9B38-4B30619F7DF2}"/>
                </a:ext>
              </a:extLst>
            </p:cNvPr>
            <p:cNvSpPr/>
            <p:nvPr/>
          </p:nvSpPr>
          <p:spPr>
            <a:xfrm>
              <a:off x="6394130" y="1764332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51" name="직선 화살표 연결선 250">
              <a:extLst>
                <a:ext uri="{FF2B5EF4-FFF2-40B4-BE49-F238E27FC236}">
                  <a16:creationId xmlns:a16="http://schemas.microsoft.com/office/drawing/2014/main" id="{E61425C8-7BC4-44D0-86DF-8AA3DB7F5C5D}"/>
                </a:ext>
              </a:extLst>
            </p:cNvPr>
            <p:cNvCxnSpPr>
              <a:cxnSpLocks/>
              <a:stCxn id="248" idx="3"/>
              <a:endCxn id="249" idx="1"/>
            </p:cNvCxnSpPr>
            <p:nvPr/>
          </p:nvCxnSpPr>
          <p:spPr>
            <a:xfrm>
              <a:off x="2818015" y="1887443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직선 화살표 연결선 251">
              <a:extLst>
                <a:ext uri="{FF2B5EF4-FFF2-40B4-BE49-F238E27FC236}">
                  <a16:creationId xmlns:a16="http://schemas.microsoft.com/office/drawing/2014/main" id="{D48655D3-FF30-4FCE-AA50-036B31F784FA}"/>
                </a:ext>
              </a:extLst>
            </p:cNvPr>
            <p:cNvCxnSpPr>
              <a:cxnSpLocks/>
              <a:stCxn id="249" idx="3"/>
              <a:endCxn id="250" idx="1"/>
            </p:cNvCxnSpPr>
            <p:nvPr/>
          </p:nvCxnSpPr>
          <p:spPr>
            <a:xfrm>
              <a:off x="5889586" y="1887443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직사각형 252">
              <a:extLst>
                <a:ext uri="{FF2B5EF4-FFF2-40B4-BE49-F238E27FC236}">
                  <a16:creationId xmlns:a16="http://schemas.microsoft.com/office/drawing/2014/main" id="{BD8BA685-3907-431F-A9EC-DAF997CB41E7}"/>
                </a:ext>
              </a:extLst>
            </p:cNvPr>
            <p:cNvSpPr/>
            <p:nvPr/>
          </p:nvSpPr>
          <p:spPr>
            <a:xfrm>
              <a:off x="0" y="196443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AS_C2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1ACA9FDD-4A4A-4763-8060-DA0042CE24E9}"/>
                </a:ext>
              </a:extLst>
            </p:cNvPr>
            <p:cNvSpPr/>
            <p:nvPr/>
          </p:nvSpPr>
          <p:spPr>
            <a:xfrm>
              <a:off x="3268356" y="1964439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_is_Left_To_Right]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55" name="직사각형 254">
              <a:extLst>
                <a:ext uri="{FF2B5EF4-FFF2-40B4-BE49-F238E27FC236}">
                  <a16:creationId xmlns:a16="http://schemas.microsoft.com/office/drawing/2014/main" id="{F38C8590-9386-42E0-92BA-075A0D734B1F}"/>
                </a:ext>
              </a:extLst>
            </p:cNvPr>
            <p:cNvSpPr/>
            <p:nvPr/>
          </p:nvSpPr>
          <p:spPr>
            <a:xfrm>
              <a:off x="6394130" y="1964439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56" name="직선 화살표 연결선 255">
              <a:extLst>
                <a:ext uri="{FF2B5EF4-FFF2-40B4-BE49-F238E27FC236}">
                  <a16:creationId xmlns:a16="http://schemas.microsoft.com/office/drawing/2014/main" id="{89964211-331F-40AA-BB4C-46F097507160}"/>
                </a:ext>
              </a:extLst>
            </p:cNvPr>
            <p:cNvCxnSpPr>
              <a:cxnSpLocks/>
              <a:stCxn id="253" idx="3"/>
              <a:endCxn id="254" idx="1"/>
            </p:cNvCxnSpPr>
            <p:nvPr/>
          </p:nvCxnSpPr>
          <p:spPr>
            <a:xfrm>
              <a:off x="2818015" y="2087550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직선 화살표 연결선 256">
              <a:extLst>
                <a:ext uri="{FF2B5EF4-FFF2-40B4-BE49-F238E27FC236}">
                  <a16:creationId xmlns:a16="http://schemas.microsoft.com/office/drawing/2014/main" id="{467B2BEE-5500-42EA-A4B9-DF474F243262}"/>
                </a:ext>
              </a:extLst>
            </p:cNvPr>
            <p:cNvCxnSpPr>
              <a:cxnSpLocks/>
              <a:stCxn id="254" idx="3"/>
              <a:endCxn id="255" idx="1"/>
            </p:cNvCxnSpPr>
            <p:nvPr/>
          </p:nvCxnSpPr>
          <p:spPr>
            <a:xfrm>
              <a:off x="5889586" y="2087550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E5402D8F-DE04-4EFE-A068-B3ECDA0D4891}"/>
              </a:ext>
            </a:extLst>
          </p:cNvPr>
          <p:cNvGrpSpPr/>
          <p:nvPr/>
        </p:nvGrpSpPr>
        <p:grpSpPr>
          <a:xfrm>
            <a:off x="0" y="5763324"/>
            <a:ext cx="9300695" cy="846540"/>
            <a:chOff x="0" y="2241541"/>
            <a:chExt cx="9300695" cy="846540"/>
          </a:xfrm>
        </p:grpSpPr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63301EA2-4AE2-46BB-952E-3353D379C080}"/>
                </a:ext>
              </a:extLst>
            </p:cNvPr>
            <p:cNvSpPr/>
            <p:nvPr/>
          </p:nvSpPr>
          <p:spPr>
            <a:xfrm>
              <a:off x="0" y="2241541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35.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AS_A1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2513EBD3-736D-4B52-AD38-B1DB605D3A45}"/>
                </a:ext>
              </a:extLst>
            </p:cNvPr>
            <p:cNvSpPr/>
            <p:nvPr/>
          </p:nvSpPr>
          <p:spPr>
            <a:xfrm>
              <a:off x="3268319" y="2241541"/>
              <a:ext cx="2621231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61" name="직사각형 260">
              <a:extLst>
                <a:ext uri="{FF2B5EF4-FFF2-40B4-BE49-F238E27FC236}">
                  <a16:creationId xmlns:a16="http://schemas.microsoft.com/office/drawing/2014/main" id="{D552B431-4B7E-4ECC-A7A7-0F10807D8B6C}"/>
                </a:ext>
              </a:extLst>
            </p:cNvPr>
            <p:cNvSpPr/>
            <p:nvPr/>
          </p:nvSpPr>
          <p:spPr>
            <a:xfrm>
              <a:off x="6394130" y="2241541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62" name="직선 화살표 연결선 261">
              <a:extLst>
                <a:ext uri="{FF2B5EF4-FFF2-40B4-BE49-F238E27FC236}">
                  <a16:creationId xmlns:a16="http://schemas.microsoft.com/office/drawing/2014/main" id="{60D0293D-7988-4724-9454-3C4A3E171574}"/>
                </a:ext>
              </a:extLst>
            </p:cNvPr>
            <p:cNvCxnSpPr>
              <a:cxnSpLocks/>
              <a:stCxn id="259" idx="3"/>
              <a:endCxn id="260" idx="1"/>
            </p:cNvCxnSpPr>
            <p:nvPr/>
          </p:nvCxnSpPr>
          <p:spPr>
            <a:xfrm>
              <a:off x="2818015" y="2364652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직선 화살표 연결선 262">
              <a:extLst>
                <a:ext uri="{FF2B5EF4-FFF2-40B4-BE49-F238E27FC236}">
                  <a16:creationId xmlns:a16="http://schemas.microsoft.com/office/drawing/2014/main" id="{0FD3B5FE-030F-43C5-BB62-C2848BD642A9}"/>
                </a:ext>
              </a:extLst>
            </p:cNvPr>
            <p:cNvCxnSpPr>
              <a:cxnSpLocks/>
              <a:stCxn id="260" idx="3"/>
              <a:endCxn id="261" idx="1"/>
            </p:cNvCxnSpPr>
            <p:nvPr/>
          </p:nvCxnSpPr>
          <p:spPr>
            <a:xfrm>
              <a:off x="5889550" y="2364652"/>
              <a:ext cx="50458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직사각형 263">
              <a:extLst>
                <a:ext uri="{FF2B5EF4-FFF2-40B4-BE49-F238E27FC236}">
                  <a16:creationId xmlns:a16="http://schemas.microsoft.com/office/drawing/2014/main" id="{0AE67ED9-767E-45C3-8C81-C0DD0957039C}"/>
                </a:ext>
              </a:extLst>
            </p:cNvPr>
            <p:cNvSpPr/>
            <p:nvPr/>
          </p:nvSpPr>
          <p:spPr>
            <a:xfrm>
              <a:off x="0" y="2441647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AS_A2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65" name="직사각형 264">
              <a:extLst>
                <a:ext uri="{FF2B5EF4-FFF2-40B4-BE49-F238E27FC236}">
                  <a16:creationId xmlns:a16="http://schemas.microsoft.com/office/drawing/2014/main" id="{25F52FB6-3C03-492E-8452-680C055998E9}"/>
                </a:ext>
              </a:extLst>
            </p:cNvPr>
            <p:cNvSpPr/>
            <p:nvPr/>
          </p:nvSpPr>
          <p:spPr>
            <a:xfrm>
              <a:off x="3268356" y="2441647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25EB47CB-9D43-45D3-8FF3-2413D7B2E83C}"/>
                </a:ext>
              </a:extLst>
            </p:cNvPr>
            <p:cNvSpPr/>
            <p:nvPr/>
          </p:nvSpPr>
          <p:spPr>
            <a:xfrm>
              <a:off x="6394130" y="2441647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Lower_Side_Right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67" name="직선 화살표 연결선 266">
              <a:extLst>
                <a:ext uri="{FF2B5EF4-FFF2-40B4-BE49-F238E27FC236}">
                  <a16:creationId xmlns:a16="http://schemas.microsoft.com/office/drawing/2014/main" id="{7663668F-A54C-400D-812A-5E1EAAC7E161}"/>
                </a:ext>
              </a:extLst>
            </p:cNvPr>
            <p:cNvCxnSpPr>
              <a:cxnSpLocks/>
              <a:stCxn id="264" idx="3"/>
              <a:endCxn id="265" idx="1"/>
            </p:cNvCxnSpPr>
            <p:nvPr/>
          </p:nvCxnSpPr>
          <p:spPr>
            <a:xfrm>
              <a:off x="2818015" y="2564758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직선 화살표 연결선 267">
              <a:extLst>
                <a:ext uri="{FF2B5EF4-FFF2-40B4-BE49-F238E27FC236}">
                  <a16:creationId xmlns:a16="http://schemas.microsoft.com/office/drawing/2014/main" id="{23587705-E04B-4908-A852-B98A118F41BD}"/>
                </a:ext>
              </a:extLst>
            </p:cNvPr>
            <p:cNvCxnSpPr>
              <a:cxnSpLocks/>
              <a:stCxn id="265" idx="3"/>
              <a:endCxn id="266" idx="1"/>
            </p:cNvCxnSpPr>
            <p:nvPr/>
          </p:nvCxnSpPr>
          <p:spPr>
            <a:xfrm>
              <a:off x="5889586" y="2564758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직사각형 274">
              <a:extLst>
                <a:ext uri="{FF2B5EF4-FFF2-40B4-BE49-F238E27FC236}">
                  <a16:creationId xmlns:a16="http://schemas.microsoft.com/office/drawing/2014/main" id="{7B9EB975-9788-4D90-8A93-3E3A834BFFD7}"/>
                </a:ext>
              </a:extLst>
            </p:cNvPr>
            <p:cNvSpPr/>
            <p:nvPr/>
          </p:nvSpPr>
          <p:spPr>
            <a:xfrm>
              <a:off x="0" y="2641753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AS_C1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76" name="직사각형 275">
              <a:extLst>
                <a:ext uri="{FF2B5EF4-FFF2-40B4-BE49-F238E27FC236}">
                  <a16:creationId xmlns:a16="http://schemas.microsoft.com/office/drawing/2014/main" id="{5A61C65A-FF58-4FAE-B18B-10F656955A81}"/>
                </a:ext>
              </a:extLst>
            </p:cNvPr>
            <p:cNvSpPr/>
            <p:nvPr/>
          </p:nvSpPr>
          <p:spPr>
            <a:xfrm>
              <a:off x="3268356" y="2641753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77" name="직사각형 276">
              <a:extLst>
                <a:ext uri="{FF2B5EF4-FFF2-40B4-BE49-F238E27FC236}">
                  <a16:creationId xmlns:a16="http://schemas.microsoft.com/office/drawing/2014/main" id="{45A4C6FF-3384-420D-BBC4-EC93F014AB5D}"/>
                </a:ext>
              </a:extLst>
            </p:cNvPr>
            <p:cNvSpPr/>
            <p:nvPr/>
          </p:nvSpPr>
          <p:spPr>
            <a:xfrm>
              <a:off x="6394130" y="2641753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Upper_Side_Left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78" name="직선 화살표 연결선 277">
              <a:extLst>
                <a:ext uri="{FF2B5EF4-FFF2-40B4-BE49-F238E27FC236}">
                  <a16:creationId xmlns:a16="http://schemas.microsoft.com/office/drawing/2014/main" id="{86688C05-0E0B-447E-9795-47111721CF5F}"/>
                </a:ext>
              </a:extLst>
            </p:cNvPr>
            <p:cNvCxnSpPr>
              <a:cxnSpLocks/>
              <a:stCxn id="275" idx="3"/>
              <a:endCxn id="276" idx="1"/>
            </p:cNvCxnSpPr>
            <p:nvPr/>
          </p:nvCxnSpPr>
          <p:spPr>
            <a:xfrm>
              <a:off x="2818015" y="2764864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화살표 연결선 278">
              <a:extLst>
                <a:ext uri="{FF2B5EF4-FFF2-40B4-BE49-F238E27FC236}">
                  <a16:creationId xmlns:a16="http://schemas.microsoft.com/office/drawing/2014/main" id="{B9042496-856B-4CC0-A5EB-F478A72C8DB0}"/>
                </a:ext>
              </a:extLst>
            </p:cNvPr>
            <p:cNvCxnSpPr>
              <a:cxnSpLocks/>
              <a:stCxn id="276" idx="3"/>
              <a:endCxn id="277" idx="1"/>
            </p:cNvCxnSpPr>
            <p:nvPr/>
          </p:nvCxnSpPr>
          <p:spPr>
            <a:xfrm>
              <a:off x="5889586" y="2764864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직사각형 279">
              <a:extLst>
                <a:ext uri="{FF2B5EF4-FFF2-40B4-BE49-F238E27FC236}">
                  <a16:creationId xmlns:a16="http://schemas.microsoft.com/office/drawing/2014/main" id="{37370D45-1E65-4685-BA83-A0F077478DDA}"/>
                </a:ext>
              </a:extLst>
            </p:cNvPr>
            <p:cNvSpPr/>
            <p:nvPr/>
          </p:nvSpPr>
          <p:spPr>
            <a:xfrm>
              <a:off x="0" y="284186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AS_C2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81" name="직사각형 280">
              <a:extLst>
                <a:ext uri="{FF2B5EF4-FFF2-40B4-BE49-F238E27FC236}">
                  <a16:creationId xmlns:a16="http://schemas.microsoft.com/office/drawing/2014/main" id="{476FE53C-A3D0-442B-999A-F02F8912197C}"/>
                </a:ext>
              </a:extLst>
            </p:cNvPr>
            <p:cNvSpPr/>
            <p:nvPr/>
          </p:nvSpPr>
          <p:spPr>
            <a:xfrm>
              <a:off x="3268356" y="2841860"/>
              <a:ext cx="2621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[maps_to_point_when_</a:t>
              </a:r>
              <a:r>
                <a:rPr lang="ko-KR" altLang="en-US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진행 방향</a:t>
              </a:r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_is_Right_To_Left]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82" name="직사각형 281">
              <a:extLst>
                <a:ext uri="{FF2B5EF4-FFF2-40B4-BE49-F238E27FC236}">
                  <a16:creationId xmlns:a16="http://schemas.microsoft.com/office/drawing/2014/main" id="{3F6BB8A8-48A6-488C-9713-D1F83ADA5BA2}"/>
                </a:ext>
              </a:extLst>
            </p:cNvPr>
            <p:cNvSpPr/>
            <p:nvPr/>
          </p:nvSpPr>
          <p:spPr>
            <a:xfrm>
              <a:off x="6394130" y="284186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Upper_Side_Right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83" name="직선 화살표 연결선 282">
              <a:extLst>
                <a:ext uri="{FF2B5EF4-FFF2-40B4-BE49-F238E27FC236}">
                  <a16:creationId xmlns:a16="http://schemas.microsoft.com/office/drawing/2014/main" id="{CFB7245E-467F-4E31-9BB9-C717B7E057CE}"/>
                </a:ext>
              </a:extLst>
            </p:cNvPr>
            <p:cNvCxnSpPr>
              <a:cxnSpLocks/>
              <a:stCxn id="280" idx="3"/>
              <a:endCxn id="281" idx="1"/>
            </p:cNvCxnSpPr>
            <p:nvPr/>
          </p:nvCxnSpPr>
          <p:spPr>
            <a:xfrm>
              <a:off x="2818015" y="2964971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직선 화살표 연결선 283">
              <a:extLst>
                <a:ext uri="{FF2B5EF4-FFF2-40B4-BE49-F238E27FC236}">
                  <a16:creationId xmlns:a16="http://schemas.microsoft.com/office/drawing/2014/main" id="{F30186A8-1D2A-4199-9CEF-20B037F1C2E4}"/>
                </a:ext>
              </a:extLst>
            </p:cNvPr>
            <p:cNvCxnSpPr>
              <a:cxnSpLocks/>
              <a:stCxn id="281" idx="3"/>
              <a:endCxn id="282" idx="1"/>
            </p:cNvCxnSpPr>
            <p:nvPr/>
          </p:nvCxnSpPr>
          <p:spPr>
            <a:xfrm>
              <a:off x="5889586" y="2964971"/>
              <a:ext cx="50454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9742CA-E01C-BDA2-1751-125AA4EFEBA6}"/>
              </a:ext>
            </a:extLst>
          </p:cNvPr>
          <p:cNvSpPr/>
          <p:nvPr/>
        </p:nvSpPr>
        <p:spPr>
          <a:xfrm>
            <a:off x="0" y="1268192"/>
            <a:ext cx="9906000" cy="5439525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94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DA5B6-73E9-400F-9CE5-12EBF6541511}"/>
              </a:ext>
            </a:extLst>
          </p:cNvPr>
          <p:cNvSpPr txBox="1"/>
          <p:nvPr/>
        </p:nvSpPr>
        <p:spPr>
          <a:xfrm>
            <a:off x="7939143" y="37471"/>
            <a:ext cx="2012089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DX.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기획팀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신낙천 선임</a:t>
            </a:r>
            <a:endParaRPr kumimoji="0" lang="en-US" altLang="ko-KR" sz="10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0" name="제목 3">
            <a:extLst>
              <a:ext uri="{FF2B5EF4-FFF2-40B4-BE49-F238E27FC236}">
                <a16:creationId xmlns:a16="http://schemas.microsoft.com/office/drawing/2014/main" id="{5CB4ED72-0FD2-4B8B-B809-A589516A0E1A}"/>
              </a:ext>
            </a:extLst>
          </p:cNvPr>
          <p:cNvSpPr txBox="1">
            <a:spLocks/>
          </p:cNvSpPr>
          <p:nvPr/>
        </p:nvSpPr>
        <p:spPr>
          <a:xfrm>
            <a:off x="121795" y="150279"/>
            <a:ext cx="3594800" cy="38427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fontAlgn="base">
              <a:lnSpc>
                <a:spcPct val="113000"/>
              </a:lnSpc>
              <a:spcAft>
                <a:spcPct val="0"/>
              </a:spcAft>
              <a:defRPr/>
            </a:pP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Ontology PoC </a:t>
            </a:r>
            <a:r>
              <a:rPr kumimoji="1" lang="ko-KR" altLang="en-US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설계도</a:t>
            </a: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 _</a:t>
            </a:r>
            <a:r>
              <a:rPr kumimoji="1" lang="en-US" altLang="ko-KR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Relation </a:t>
            </a:r>
            <a:r>
              <a:rPr kumimoji="1" lang="ko-KR" altLang="en-US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정의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(6/X)</a:t>
            </a:r>
            <a:endParaRPr kumimoji="1" lang="ko-KR" altLang="en-US" i="0" u="none" strike="noStrike" kern="1200" cap="none" spc="0" normalizeH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Arial" panose="020B0604020202020204" pitchFamily="34" charset="0"/>
              <a:sym typeface="Wingdings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7953B3D-BDC2-439B-8BCB-92732A228525}"/>
              </a:ext>
            </a:extLst>
          </p:cNvPr>
          <p:cNvGrpSpPr/>
          <p:nvPr/>
        </p:nvGrpSpPr>
        <p:grpSpPr>
          <a:xfrm>
            <a:off x="0" y="2419837"/>
            <a:ext cx="8778116" cy="846540"/>
            <a:chOff x="0" y="1364120"/>
            <a:chExt cx="8778116" cy="846540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35BAB4B-6C3A-4F0A-8B0B-AA619B4CBDD1}"/>
                </a:ext>
              </a:extLst>
            </p:cNvPr>
            <p:cNvSpPr/>
            <p:nvPr/>
          </p:nvSpPr>
          <p:spPr>
            <a:xfrm>
              <a:off x="0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36. (Class) 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불량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CD3939AF-4FDF-419F-9DE4-669060AC99FA}"/>
                </a:ext>
              </a:extLst>
            </p:cNvPr>
            <p:cNvSpPr/>
            <p:nvPr/>
          </p:nvSpPr>
          <p:spPr>
            <a:xfrm>
              <a:off x="3268319" y="1364120"/>
              <a:ext cx="134844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[involves_cell_sequence]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FB05CDAB-7DEE-4742-831C-799562C12927}"/>
                </a:ext>
              </a:extLst>
            </p:cNvPr>
            <p:cNvSpPr/>
            <p:nvPr/>
          </p:nvSpPr>
          <p:spPr>
            <a:xfrm>
              <a:off x="6394130" y="1364120"/>
              <a:ext cx="238398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Cell Sequence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Leading_cell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0A65315A-6518-4DAC-937B-CE973C32E89A}"/>
                </a:ext>
              </a:extLst>
            </p:cNvPr>
            <p:cNvCxnSpPr>
              <a:cxnSpLocks/>
              <a:stCxn id="135" idx="3"/>
              <a:endCxn id="143" idx="1"/>
            </p:cNvCxnSpPr>
            <p:nvPr/>
          </p:nvCxnSpPr>
          <p:spPr>
            <a:xfrm>
              <a:off x="2818015" y="1487231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화살표 연결선 153">
              <a:extLst>
                <a:ext uri="{FF2B5EF4-FFF2-40B4-BE49-F238E27FC236}">
                  <a16:creationId xmlns:a16="http://schemas.microsoft.com/office/drawing/2014/main" id="{EC946406-BE9B-4615-B9FD-D100BE9B00DB}"/>
                </a:ext>
              </a:extLst>
            </p:cNvPr>
            <p:cNvCxnSpPr>
              <a:cxnSpLocks/>
              <a:stCxn id="143" idx="3"/>
              <a:endCxn id="151" idx="1"/>
            </p:cNvCxnSpPr>
            <p:nvPr/>
          </p:nvCxnSpPr>
          <p:spPr>
            <a:xfrm>
              <a:off x="4616766" y="1487231"/>
              <a:ext cx="177736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E90F249C-A6FE-4BAD-975C-0C6F4AC621C8}"/>
                </a:ext>
              </a:extLst>
            </p:cNvPr>
            <p:cNvSpPr/>
            <p:nvPr/>
          </p:nvSpPr>
          <p:spPr>
            <a:xfrm>
              <a:off x="0" y="156422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불량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A88A9461-DC7E-44D0-A4AD-4133B343D509}"/>
                </a:ext>
              </a:extLst>
            </p:cNvPr>
            <p:cNvSpPr/>
            <p:nvPr/>
          </p:nvSpPr>
          <p:spPr>
            <a:xfrm>
              <a:off x="3268356" y="1564226"/>
              <a:ext cx="134844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[involves_cell_sequence]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8A709A81-EA41-4CAA-9FC0-2CB267F80B1B}"/>
                </a:ext>
              </a:extLst>
            </p:cNvPr>
            <p:cNvSpPr/>
            <p:nvPr/>
          </p:nvSpPr>
          <p:spPr>
            <a:xfrm>
              <a:off x="6394130" y="1564226"/>
              <a:ext cx="235833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Cell Sequence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Trailing_cell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6E3F1767-C981-4955-A93A-3D93512F55FA}"/>
                </a:ext>
              </a:extLst>
            </p:cNvPr>
            <p:cNvCxnSpPr>
              <a:cxnSpLocks/>
              <a:stCxn id="125" idx="3"/>
              <a:endCxn id="128" idx="1"/>
            </p:cNvCxnSpPr>
            <p:nvPr/>
          </p:nvCxnSpPr>
          <p:spPr>
            <a:xfrm>
              <a:off x="2818015" y="168733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화살표 연결선 130">
              <a:extLst>
                <a:ext uri="{FF2B5EF4-FFF2-40B4-BE49-F238E27FC236}">
                  <a16:creationId xmlns:a16="http://schemas.microsoft.com/office/drawing/2014/main" id="{58AC82B1-39A0-4803-AE43-FFAA06881A02}"/>
                </a:ext>
              </a:extLst>
            </p:cNvPr>
            <p:cNvCxnSpPr>
              <a:cxnSpLocks/>
              <a:stCxn id="128" idx="3"/>
              <a:endCxn id="129" idx="1"/>
            </p:cNvCxnSpPr>
            <p:nvPr/>
          </p:nvCxnSpPr>
          <p:spPr>
            <a:xfrm>
              <a:off x="4616802" y="1687337"/>
              <a:ext cx="1777328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ADD6E928-0253-4B02-BC39-5A22A348ECDC}"/>
                </a:ext>
              </a:extLst>
            </p:cNvPr>
            <p:cNvSpPr/>
            <p:nvPr/>
          </p:nvSpPr>
          <p:spPr>
            <a:xfrm>
              <a:off x="0" y="1764332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불량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SCG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CDB288A7-04D1-4C58-8FF3-5B238F4AD909}"/>
                </a:ext>
              </a:extLst>
            </p:cNvPr>
            <p:cNvSpPr/>
            <p:nvPr/>
          </p:nvSpPr>
          <p:spPr>
            <a:xfrm>
              <a:off x="3268356" y="1764332"/>
              <a:ext cx="134844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[involves_cell_sequence]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BFCD04A1-8B6D-4C0A-B2AE-96E536F69FAA}"/>
                </a:ext>
              </a:extLst>
            </p:cNvPr>
            <p:cNvSpPr/>
            <p:nvPr/>
          </p:nvSpPr>
          <p:spPr>
            <a:xfrm>
              <a:off x="6394130" y="1764332"/>
              <a:ext cx="238398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Cell Sequence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Leading_cell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777875D7-23E0-4DBF-A309-3609DFE0BA6F}"/>
                </a:ext>
              </a:extLst>
            </p:cNvPr>
            <p:cNvCxnSpPr>
              <a:cxnSpLocks/>
              <a:stCxn id="132" idx="3"/>
              <a:endCxn id="133" idx="1"/>
            </p:cNvCxnSpPr>
            <p:nvPr/>
          </p:nvCxnSpPr>
          <p:spPr>
            <a:xfrm>
              <a:off x="2818015" y="1887443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화살표 연결선 136">
              <a:extLst>
                <a:ext uri="{FF2B5EF4-FFF2-40B4-BE49-F238E27FC236}">
                  <a16:creationId xmlns:a16="http://schemas.microsoft.com/office/drawing/2014/main" id="{955DD4F3-E797-496F-951A-D1A4D05B33E2}"/>
                </a:ext>
              </a:extLst>
            </p:cNvPr>
            <p:cNvCxnSpPr>
              <a:cxnSpLocks/>
              <a:stCxn id="133" idx="3"/>
              <a:endCxn id="134" idx="1"/>
            </p:cNvCxnSpPr>
            <p:nvPr/>
          </p:nvCxnSpPr>
          <p:spPr>
            <a:xfrm>
              <a:off x="4616802" y="1887443"/>
              <a:ext cx="1777328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386152AE-64C1-469E-B7AB-34295A1EEB1F}"/>
                </a:ext>
              </a:extLst>
            </p:cNvPr>
            <p:cNvSpPr/>
            <p:nvPr/>
          </p:nvSpPr>
          <p:spPr>
            <a:xfrm>
              <a:off x="0" y="196443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불량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SCG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11671523-9A6E-4673-8D59-25B0E7897B7C}"/>
                </a:ext>
              </a:extLst>
            </p:cNvPr>
            <p:cNvSpPr/>
            <p:nvPr/>
          </p:nvSpPr>
          <p:spPr>
            <a:xfrm>
              <a:off x="3268356" y="1964439"/>
              <a:ext cx="134844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[involves_cell_sequence]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730D7E5B-1A77-466E-BC65-7C961F53468F}"/>
                </a:ext>
              </a:extLst>
            </p:cNvPr>
            <p:cNvSpPr/>
            <p:nvPr/>
          </p:nvSpPr>
          <p:spPr>
            <a:xfrm>
              <a:off x="6394130" y="1964439"/>
              <a:ext cx="235833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Cell Sequence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Trailing_cell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41" name="직선 화살표 연결선 140">
              <a:extLst>
                <a:ext uri="{FF2B5EF4-FFF2-40B4-BE49-F238E27FC236}">
                  <a16:creationId xmlns:a16="http://schemas.microsoft.com/office/drawing/2014/main" id="{52E7C83E-AAAE-41E2-BAB0-0D21A2110447}"/>
                </a:ext>
              </a:extLst>
            </p:cNvPr>
            <p:cNvCxnSpPr>
              <a:cxnSpLocks/>
              <a:stCxn id="138" idx="3"/>
              <a:endCxn id="139" idx="1"/>
            </p:cNvCxnSpPr>
            <p:nvPr/>
          </p:nvCxnSpPr>
          <p:spPr>
            <a:xfrm>
              <a:off x="2818015" y="2087550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화살표 연결선 141">
              <a:extLst>
                <a:ext uri="{FF2B5EF4-FFF2-40B4-BE49-F238E27FC236}">
                  <a16:creationId xmlns:a16="http://schemas.microsoft.com/office/drawing/2014/main" id="{E484BEBA-1975-4A01-A115-6E338A847EB3}"/>
                </a:ext>
              </a:extLst>
            </p:cNvPr>
            <p:cNvCxnSpPr>
              <a:cxnSpLocks/>
              <a:stCxn id="139" idx="3"/>
              <a:endCxn id="140" idx="1"/>
            </p:cNvCxnSpPr>
            <p:nvPr/>
          </p:nvCxnSpPr>
          <p:spPr>
            <a:xfrm>
              <a:off x="4616802" y="2087550"/>
              <a:ext cx="1777328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1A2960F-389A-4C84-B552-89EE702DAE71}"/>
              </a:ext>
            </a:extLst>
          </p:cNvPr>
          <p:cNvSpPr/>
          <p:nvPr/>
        </p:nvSpPr>
        <p:spPr>
          <a:xfrm>
            <a:off x="25127" y="790071"/>
            <a:ext cx="65389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해당 페이지는 설비 진행 방향에 따라 </a:t>
            </a:r>
            <a:r>
              <a:rPr lang="en-US" altLang="ko-KR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SAG/SCG</a:t>
            </a:r>
            <a:r>
              <a:rPr lang="ko-KR" altLang="en-US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불량의 측정위치</a:t>
            </a:r>
            <a:r>
              <a:rPr lang="en-US" altLang="ko-KR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(1,2,3,4)</a:t>
            </a:r>
            <a:r>
              <a:rPr lang="ko-KR" altLang="en-US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</a:t>
            </a:r>
            <a:r>
              <a:rPr lang="en-US" altLang="ko-KR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 </a:t>
            </a:r>
            <a:endParaRPr lang="ko-KR" altLang="en-US" sz="4400" b="1" dirty="0">
              <a:solidFill>
                <a:srgbClr val="006600"/>
              </a:solidFill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57D480DA-E244-4907-B37E-42D6A75E42F8}"/>
              </a:ext>
            </a:extLst>
          </p:cNvPr>
          <p:cNvSpPr/>
          <p:nvPr/>
        </p:nvSpPr>
        <p:spPr>
          <a:xfrm>
            <a:off x="25127" y="2204341"/>
            <a:ext cx="53655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┌ </a:t>
            </a:r>
            <a:r>
              <a:rPr lang="en-US" altLang="ko-KR" sz="105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SAG/SCG</a:t>
            </a:r>
            <a:r>
              <a:rPr lang="ko-KR" altLang="en-US" sz="105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는 두 전극 사이를 측정한다는 것을 </a:t>
            </a:r>
            <a:r>
              <a:rPr lang="ko-KR" altLang="en-US" sz="1050" b="1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정의해야함으로</a:t>
            </a:r>
            <a:r>
              <a:rPr lang="ko-KR" altLang="en-US" sz="105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50" b="1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선두셀과</a:t>
            </a:r>
            <a:r>
              <a:rPr lang="ko-KR" altLang="en-US" sz="105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50" b="1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후발셀이</a:t>
            </a:r>
            <a:r>
              <a:rPr lang="ko-KR" altLang="en-US" sz="105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있다고 표현</a:t>
            </a:r>
            <a:endParaRPr lang="ko-KR" altLang="en-US" sz="2800" b="1" dirty="0">
              <a:solidFill>
                <a:srgbClr val="006600"/>
              </a:solidFill>
            </a:endParaRP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E31D33C7-EF2F-484C-B43E-F877CF395809}"/>
              </a:ext>
            </a:extLst>
          </p:cNvPr>
          <p:cNvGrpSpPr/>
          <p:nvPr/>
        </p:nvGrpSpPr>
        <p:grpSpPr>
          <a:xfrm>
            <a:off x="0" y="3291463"/>
            <a:ext cx="9300695" cy="846540"/>
            <a:chOff x="0" y="1364120"/>
            <a:chExt cx="9300695" cy="846540"/>
          </a:xfrm>
        </p:grpSpPr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A49FC7D4-278B-446D-B36F-1A40CE187DD7}"/>
                </a:ext>
              </a:extLst>
            </p:cNvPr>
            <p:cNvSpPr/>
            <p:nvPr/>
          </p:nvSpPr>
          <p:spPr>
            <a:xfrm>
              <a:off x="0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37.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DC332FB3-1B37-438E-89E9-14E5A8B11C1B}"/>
                </a:ext>
              </a:extLst>
            </p:cNvPr>
            <p:cNvSpPr/>
            <p:nvPr/>
          </p:nvSpPr>
          <p:spPr>
            <a:xfrm>
              <a:off x="3268319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Trailing_Cell when_Left_To_Right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B6AC7CFA-3007-4471-B73B-694FD474F271}"/>
                </a:ext>
              </a:extLst>
            </p:cNvPr>
            <p:cNvSpPr/>
            <p:nvPr/>
          </p:nvSpPr>
          <p:spPr>
            <a:xfrm>
              <a:off x="6394130" y="136412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76" name="직선 화살표 연결선 175">
              <a:extLst>
                <a:ext uri="{FF2B5EF4-FFF2-40B4-BE49-F238E27FC236}">
                  <a16:creationId xmlns:a16="http://schemas.microsoft.com/office/drawing/2014/main" id="{37B21325-B939-4B9E-AEEE-35C697365E3A}"/>
                </a:ext>
              </a:extLst>
            </p:cNvPr>
            <p:cNvCxnSpPr>
              <a:cxnSpLocks/>
              <a:stCxn id="168" idx="3"/>
              <a:endCxn id="174" idx="1"/>
            </p:cNvCxnSpPr>
            <p:nvPr/>
          </p:nvCxnSpPr>
          <p:spPr>
            <a:xfrm>
              <a:off x="2818015" y="1487231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화살표 연결선 176">
              <a:extLst>
                <a:ext uri="{FF2B5EF4-FFF2-40B4-BE49-F238E27FC236}">
                  <a16:creationId xmlns:a16="http://schemas.microsoft.com/office/drawing/2014/main" id="{2A23F517-2A1D-459E-A601-463AF9D506B2}"/>
                </a:ext>
              </a:extLst>
            </p:cNvPr>
            <p:cNvCxnSpPr>
              <a:cxnSpLocks/>
              <a:stCxn id="174" idx="3"/>
              <a:endCxn id="175" idx="1"/>
            </p:cNvCxnSpPr>
            <p:nvPr/>
          </p:nvCxnSpPr>
          <p:spPr>
            <a:xfrm>
              <a:off x="6086334" y="1487231"/>
              <a:ext cx="307796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D05DAE3D-2EAF-4659-9D73-425C540A44B6}"/>
                </a:ext>
              </a:extLst>
            </p:cNvPr>
            <p:cNvSpPr/>
            <p:nvPr/>
          </p:nvSpPr>
          <p:spPr>
            <a:xfrm>
              <a:off x="0" y="156422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54A73927-4DDF-417A-B6BD-6C0C6E7BF29B}"/>
                </a:ext>
              </a:extLst>
            </p:cNvPr>
            <p:cNvSpPr/>
            <p:nvPr/>
          </p:nvSpPr>
          <p:spPr>
            <a:xfrm>
              <a:off x="3268356" y="1564226"/>
              <a:ext cx="27751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Trailing_Cell when_Left_To_Right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70FC4E3A-3D3B-4B2E-9D0C-039EFAC50ACE}"/>
                </a:ext>
              </a:extLst>
            </p:cNvPr>
            <p:cNvSpPr/>
            <p:nvPr/>
          </p:nvSpPr>
          <p:spPr>
            <a:xfrm>
              <a:off x="6394130" y="1564226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82" name="직선 화살표 연결선 181">
              <a:extLst>
                <a:ext uri="{FF2B5EF4-FFF2-40B4-BE49-F238E27FC236}">
                  <a16:creationId xmlns:a16="http://schemas.microsoft.com/office/drawing/2014/main" id="{5D8D646B-F9A5-4AEB-876F-0DCC311F5B45}"/>
                </a:ext>
              </a:extLst>
            </p:cNvPr>
            <p:cNvCxnSpPr>
              <a:cxnSpLocks/>
              <a:stCxn id="179" idx="3"/>
              <a:endCxn id="180" idx="1"/>
            </p:cNvCxnSpPr>
            <p:nvPr/>
          </p:nvCxnSpPr>
          <p:spPr>
            <a:xfrm>
              <a:off x="2818015" y="168733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화살표 연결선 182">
              <a:extLst>
                <a:ext uri="{FF2B5EF4-FFF2-40B4-BE49-F238E27FC236}">
                  <a16:creationId xmlns:a16="http://schemas.microsoft.com/office/drawing/2014/main" id="{6A9C4E8D-6501-4170-B0B8-945600C6C5FA}"/>
                </a:ext>
              </a:extLst>
            </p:cNvPr>
            <p:cNvCxnSpPr>
              <a:cxnSpLocks/>
              <a:stCxn id="180" idx="3"/>
              <a:endCxn id="181" idx="1"/>
            </p:cNvCxnSpPr>
            <p:nvPr/>
          </p:nvCxnSpPr>
          <p:spPr>
            <a:xfrm>
              <a:off x="6043475" y="1687337"/>
              <a:ext cx="350655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D600EC55-75A7-4425-ACE0-17F7B0A59338}"/>
                </a:ext>
              </a:extLst>
            </p:cNvPr>
            <p:cNvSpPr/>
            <p:nvPr/>
          </p:nvSpPr>
          <p:spPr>
            <a:xfrm>
              <a:off x="0" y="1764332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SAG3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364F41C0-9605-4E0D-9BEF-24CC0ABB3D7C}"/>
                </a:ext>
              </a:extLst>
            </p:cNvPr>
            <p:cNvSpPr/>
            <p:nvPr/>
          </p:nvSpPr>
          <p:spPr>
            <a:xfrm>
              <a:off x="3268356" y="1764332"/>
              <a:ext cx="280076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Leading_Cell when_Left_To_Right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DC54BDBE-29B5-4365-AB0B-E5B961F7293A}"/>
                </a:ext>
              </a:extLst>
            </p:cNvPr>
            <p:cNvSpPr/>
            <p:nvPr/>
          </p:nvSpPr>
          <p:spPr>
            <a:xfrm>
              <a:off x="6394130" y="1764332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70" name="직선 화살표 연결선 269">
              <a:extLst>
                <a:ext uri="{FF2B5EF4-FFF2-40B4-BE49-F238E27FC236}">
                  <a16:creationId xmlns:a16="http://schemas.microsoft.com/office/drawing/2014/main" id="{4B211F65-ABBA-4D02-AD90-96FCA78E809A}"/>
                </a:ext>
              </a:extLst>
            </p:cNvPr>
            <p:cNvCxnSpPr>
              <a:cxnSpLocks/>
              <a:stCxn id="184" idx="3"/>
              <a:endCxn id="185" idx="1"/>
            </p:cNvCxnSpPr>
            <p:nvPr/>
          </p:nvCxnSpPr>
          <p:spPr>
            <a:xfrm>
              <a:off x="2818015" y="1887443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9A626B6F-4DBE-4EFC-80E9-C1ACDB3781C6}"/>
                </a:ext>
              </a:extLst>
            </p:cNvPr>
            <p:cNvCxnSpPr>
              <a:cxnSpLocks/>
              <a:stCxn id="185" idx="3"/>
              <a:endCxn id="269" idx="1"/>
            </p:cNvCxnSpPr>
            <p:nvPr/>
          </p:nvCxnSpPr>
          <p:spPr>
            <a:xfrm>
              <a:off x="6069123" y="1887443"/>
              <a:ext cx="325007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55CA4B5E-6194-4EF9-AD68-AEE93CC8DF3A}"/>
                </a:ext>
              </a:extLst>
            </p:cNvPr>
            <p:cNvSpPr/>
            <p:nvPr/>
          </p:nvSpPr>
          <p:spPr>
            <a:xfrm>
              <a:off x="0" y="196443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SAG4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D01ED190-9F88-4FB7-B91F-4A857811732C}"/>
                </a:ext>
              </a:extLst>
            </p:cNvPr>
            <p:cNvSpPr/>
            <p:nvPr/>
          </p:nvSpPr>
          <p:spPr>
            <a:xfrm>
              <a:off x="3268356" y="1964439"/>
              <a:ext cx="282962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Leading_Cell when_Left_To_Right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04" name="직사각형 303">
              <a:extLst>
                <a:ext uri="{FF2B5EF4-FFF2-40B4-BE49-F238E27FC236}">
                  <a16:creationId xmlns:a16="http://schemas.microsoft.com/office/drawing/2014/main" id="{778751C8-DA7C-468B-9CD0-B97D84940CCF}"/>
                </a:ext>
              </a:extLst>
            </p:cNvPr>
            <p:cNvSpPr/>
            <p:nvPr/>
          </p:nvSpPr>
          <p:spPr>
            <a:xfrm>
              <a:off x="6394130" y="1964439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05" name="직선 화살표 연결선 304">
              <a:extLst>
                <a:ext uri="{FF2B5EF4-FFF2-40B4-BE49-F238E27FC236}">
                  <a16:creationId xmlns:a16="http://schemas.microsoft.com/office/drawing/2014/main" id="{F215FD26-1739-4E4A-B8F3-5B5119D14FE6}"/>
                </a:ext>
              </a:extLst>
            </p:cNvPr>
            <p:cNvCxnSpPr>
              <a:cxnSpLocks/>
              <a:stCxn id="272" idx="3"/>
              <a:endCxn id="285" idx="1"/>
            </p:cNvCxnSpPr>
            <p:nvPr/>
          </p:nvCxnSpPr>
          <p:spPr>
            <a:xfrm>
              <a:off x="2818015" y="2087550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화살표 연결선 305">
              <a:extLst>
                <a:ext uri="{FF2B5EF4-FFF2-40B4-BE49-F238E27FC236}">
                  <a16:creationId xmlns:a16="http://schemas.microsoft.com/office/drawing/2014/main" id="{C4C01877-E942-4165-B9C2-792E789BAE4D}"/>
                </a:ext>
              </a:extLst>
            </p:cNvPr>
            <p:cNvCxnSpPr>
              <a:cxnSpLocks/>
              <a:stCxn id="285" idx="3"/>
              <a:endCxn id="304" idx="1"/>
            </p:cNvCxnSpPr>
            <p:nvPr/>
          </p:nvCxnSpPr>
          <p:spPr>
            <a:xfrm>
              <a:off x="6097977" y="2087550"/>
              <a:ext cx="296153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91C2F242-7E1E-45E9-9126-8C358BB04094}"/>
              </a:ext>
            </a:extLst>
          </p:cNvPr>
          <p:cNvGrpSpPr/>
          <p:nvPr/>
        </p:nvGrpSpPr>
        <p:grpSpPr>
          <a:xfrm>
            <a:off x="0" y="4183644"/>
            <a:ext cx="9300695" cy="846540"/>
            <a:chOff x="0" y="1364120"/>
            <a:chExt cx="9300695" cy="846540"/>
          </a:xfrm>
        </p:grpSpPr>
        <p:sp>
          <p:nvSpPr>
            <p:cNvPr id="308" name="직사각형 307">
              <a:extLst>
                <a:ext uri="{FF2B5EF4-FFF2-40B4-BE49-F238E27FC236}">
                  <a16:creationId xmlns:a16="http://schemas.microsoft.com/office/drawing/2014/main" id="{1AD0E196-9EBD-4448-97DD-516F0FB5172F}"/>
                </a:ext>
              </a:extLst>
            </p:cNvPr>
            <p:cNvSpPr/>
            <p:nvPr/>
          </p:nvSpPr>
          <p:spPr>
            <a:xfrm>
              <a:off x="0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38.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09" name="직사각형 308">
              <a:extLst>
                <a:ext uri="{FF2B5EF4-FFF2-40B4-BE49-F238E27FC236}">
                  <a16:creationId xmlns:a16="http://schemas.microsoft.com/office/drawing/2014/main" id="{502D2CDA-D183-4F99-9AF6-177E368DBBB7}"/>
                </a:ext>
              </a:extLst>
            </p:cNvPr>
            <p:cNvSpPr/>
            <p:nvPr/>
          </p:nvSpPr>
          <p:spPr>
            <a:xfrm>
              <a:off x="3268319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Trailing_Cell when_Right_To_Left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98F20A2F-5E22-410D-A8DD-6F43CDC9EC3A}"/>
                </a:ext>
              </a:extLst>
            </p:cNvPr>
            <p:cNvSpPr/>
            <p:nvPr/>
          </p:nvSpPr>
          <p:spPr>
            <a:xfrm>
              <a:off x="6394130" y="136412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11" name="직선 화살표 연결선 310">
              <a:extLst>
                <a:ext uri="{FF2B5EF4-FFF2-40B4-BE49-F238E27FC236}">
                  <a16:creationId xmlns:a16="http://schemas.microsoft.com/office/drawing/2014/main" id="{1FFDF758-E397-433F-9BE5-5FCC941CCA28}"/>
                </a:ext>
              </a:extLst>
            </p:cNvPr>
            <p:cNvCxnSpPr>
              <a:cxnSpLocks/>
              <a:stCxn id="308" idx="3"/>
              <a:endCxn id="309" idx="1"/>
            </p:cNvCxnSpPr>
            <p:nvPr/>
          </p:nvCxnSpPr>
          <p:spPr>
            <a:xfrm>
              <a:off x="2818015" y="1487231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화살표 연결선 311">
              <a:extLst>
                <a:ext uri="{FF2B5EF4-FFF2-40B4-BE49-F238E27FC236}">
                  <a16:creationId xmlns:a16="http://schemas.microsoft.com/office/drawing/2014/main" id="{B5CD0693-9D5B-402F-A715-449E5C38B6BE}"/>
                </a:ext>
              </a:extLst>
            </p:cNvPr>
            <p:cNvCxnSpPr>
              <a:cxnSpLocks/>
              <a:stCxn id="309" idx="3"/>
              <a:endCxn id="310" idx="1"/>
            </p:cNvCxnSpPr>
            <p:nvPr/>
          </p:nvCxnSpPr>
          <p:spPr>
            <a:xfrm>
              <a:off x="6086334" y="1487231"/>
              <a:ext cx="307796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직사각형 312">
              <a:extLst>
                <a:ext uri="{FF2B5EF4-FFF2-40B4-BE49-F238E27FC236}">
                  <a16:creationId xmlns:a16="http://schemas.microsoft.com/office/drawing/2014/main" id="{7261B301-0785-49F4-A185-1029EC6B8070}"/>
                </a:ext>
              </a:extLst>
            </p:cNvPr>
            <p:cNvSpPr/>
            <p:nvPr/>
          </p:nvSpPr>
          <p:spPr>
            <a:xfrm>
              <a:off x="0" y="156422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14" name="직사각형 313">
              <a:extLst>
                <a:ext uri="{FF2B5EF4-FFF2-40B4-BE49-F238E27FC236}">
                  <a16:creationId xmlns:a16="http://schemas.microsoft.com/office/drawing/2014/main" id="{6CB7A0AA-E6D3-45E5-BF26-2B5DDE9DF6A5}"/>
                </a:ext>
              </a:extLst>
            </p:cNvPr>
            <p:cNvSpPr/>
            <p:nvPr/>
          </p:nvSpPr>
          <p:spPr>
            <a:xfrm>
              <a:off x="3268356" y="1564226"/>
              <a:ext cx="27751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Trailing_Cell when_Right_To_Left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15" name="직사각형 314">
              <a:extLst>
                <a:ext uri="{FF2B5EF4-FFF2-40B4-BE49-F238E27FC236}">
                  <a16:creationId xmlns:a16="http://schemas.microsoft.com/office/drawing/2014/main" id="{586B75DC-E48F-4A0A-9739-FAAA3CDF1AA9}"/>
                </a:ext>
              </a:extLst>
            </p:cNvPr>
            <p:cNvSpPr/>
            <p:nvPr/>
          </p:nvSpPr>
          <p:spPr>
            <a:xfrm>
              <a:off x="6394130" y="1564226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16" name="직선 화살표 연결선 315">
              <a:extLst>
                <a:ext uri="{FF2B5EF4-FFF2-40B4-BE49-F238E27FC236}">
                  <a16:creationId xmlns:a16="http://schemas.microsoft.com/office/drawing/2014/main" id="{0224A2CC-0AC6-47D4-92CB-48F0CB6CB34B}"/>
                </a:ext>
              </a:extLst>
            </p:cNvPr>
            <p:cNvCxnSpPr>
              <a:cxnSpLocks/>
              <a:stCxn id="313" idx="3"/>
              <a:endCxn id="314" idx="1"/>
            </p:cNvCxnSpPr>
            <p:nvPr/>
          </p:nvCxnSpPr>
          <p:spPr>
            <a:xfrm>
              <a:off x="2818015" y="168733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직선 화살표 연결선 316">
              <a:extLst>
                <a:ext uri="{FF2B5EF4-FFF2-40B4-BE49-F238E27FC236}">
                  <a16:creationId xmlns:a16="http://schemas.microsoft.com/office/drawing/2014/main" id="{D5AACCAE-4F6E-4FEC-B19E-7CCFB9812821}"/>
                </a:ext>
              </a:extLst>
            </p:cNvPr>
            <p:cNvCxnSpPr>
              <a:cxnSpLocks/>
              <a:stCxn id="314" idx="3"/>
              <a:endCxn id="315" idx="1"/>
            </p:cNvCxnSpPr>
            <p:nvPr/>
          </p:nvCxnSpPr>
          <p:spPr>
            <a:xfrm>
              <a:off x="6043475" y="1687337"/>
              <a:ext cx="350655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8" name="직사각형 317">
              <a:extLst>
                <a:ext uri="{FF2B5EF4-FFF2-40B4-BE49-F238E27FC236}">
                  <a16:creationId xmlns:a16="http://schemas.microsoft.com/office/drawing/2014/main" id="{E258F76E-46C3-4075-818D-0C55A392BAAF}"/>
                </a:ext>
              </a:extLst>
            </p:cNvPr>
            <p:cNvSpPr/>
            <p:nvPr/>
          </p:nvSpPr>
          <p:spPr>
            <a:xfrm>
              <a:off x="0" y="1764332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SAG3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19" name="직사각형 318">
              <a:extLst>
                <a:ext uri="{FF2B5EF4-FFF2-40B4-BE49-F238E27FC236}">
                  <a16:creationId xmlns:a16="http://schemas.microsoft.com/office/drawing/2014/main" id="{C7EA0B3B-0A05-4048-8DDB-D47D6FD61ECD}"/>
                </a:ext>
              </a:extLst>
            </p:cNvPr>
            <p:cNvSpPr/>
            <p:nvPr/>
          </p:nvSpPr>
          <p:spPr>
            <a:xfrm>
              <a:off x="3268356" y="1764332"/>
              <a:ext cx="282962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Leading_Cell when_Right_To_Left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20" name="직사각형 319">
              <a:extLst>
                <a:ext uri="{FF2B5EF4-FFF2-40B4-BE49-F238E27FC236}">
                  <a16:creationId xmlns:a16="http://schemas.microsoft.com/office/drawing/2014/main" id="{DCDC59FB-E9BE-44B8-8EAA-A02559816DAD}"/>
                </a:ext>
              </a:extLst>
            </p:cNvPr>
            <p:cNvSpPr/>
            <p:nvPr/>
          </p:nvSpPr>
          <p:spPr>
            <a:xfrm>
              <a:off x="6394130" y="1764332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21" name="직선 화살표 연결선 320">
              <a:extLst>
                <a:ext uri="{FF2B5EF4-FFF2-40B4-BE49-F238E27FC236}">
                  <a16:creationId xmlns:a16="http://schemas.microsoft.com/office/drawing/2014/main" id="{3083D2A7-7F1E-488D-898E-5AD232667359}"/>
                </a:ext>
              </a:extLst>
            </p:cNvPr>
            <p:cNvCxnSpPr>
              <a:cxnSpLocks/>
              <a:stCxn id="318" idx="3"/>
              <a:endCxn id="319" idx="1"/>
            </p:cNvCxnSpPr>
            <p:nvPr/>
          </p:nvCxnSpPr>
          <p:spPr>
            <a:xfrm>
              <a:off x="2818015" y="1887443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화살표 연결선 321">
              <a:extLst>
                <a:ext uri="{FF2B5EF4-FFF2-40B4-BE49-F238E27FC236}">
                  <a16:creationId xmlns:a16="http://schemas.microsoft.com/office/drawing/2014/main" id="{BE78F117-433D-4C5D-947E-F625E5345F11}"/>
                </a:ext>
              </a:extLst>
            </p:cNvPr>
            <p:cNvCxnSpPr>
              <a:cxnSpLocks/>
              <a:stCxn id="319" idx="3"/>
              <a:endCxn id="320" idx="1"/>
            </p:cNvCxnSpPr>
            <p:nvPr/>
          </p:nvCxnSpPr>
          <p:spPr>
            <a:xfrm>
              <a:off x="6097977" y="1887443"/>
              <a:ext cx="296153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직사각형 322">
              <a:extLst>
                <a:ext uri="{FF2B5EF4-FFF2-40B4-BE49-F238E27FC236}">
                  <a16:creationId xmlns:a16="http://schemas.microsoft.com/office/drawing/2014/main" id="{34F3132E-7A75-459F-B2E7-F4547331792D}"/>
                </a:ext>
              </a:extLst>
            </p:cNvPr>
            <p:cNvSpPr/>
            <p:nvPr/>
          </p:nvSpPr>
          <p:spPr>
            <a:xfrm>
              <a:off x="0" y="196443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SAG4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24" name="직사각형 323">
              <a:extLst>
                <a:ext uri="{FF2B5EF4-FFF2-40B4-BE49-F238E27FC236}">
                  <a16:creationId xmlns:a16="http://schemas.microsoft.com/office/drawing/2014/main" id="{4F22E9B1-4C0E-46E9-AC36-85BAAC5D92C9}"/>
                </a:ext>
              </a:extLst>
            </p:cNvPr>
            <p:cNvSpPr/>
            <p:nvPr/>
          </p:nvSpPr>
          <p:spPr>
            <a:xfrm>
              <a:off x="3268356" y="1964439"/>
              <a:ext cx="282962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Leading_Cell when_Right_To_Left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25" name="직사각형 324">
              <a:extLst>
                <a:ext uri="{FF2B5EF4-FFF2-40B4-BE49-F238E27FC236}">
                  <a16:creationId xmlns:a16="http://schemas.microsoft.com/office/drawing/2014/main" id="{62EB09A6-201D-42A2-93AD-B5C70C2824A7}"/>
                </a:ext>
              </a:extLst>
            </p:cNvPr>
            <p:cNvSpPr/>
            <p:nvPr/>
          </p:nvSpPr>
          <p:spPr>
            <a:xfrm>
              <a:off x="6394130" y="1964439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26" name="직선 화살표 연결선 325">
              <a:extLst>
                <a:ext uri="{FF2B5EF4-FFF2-40B4-BE49-F238E27FC236}">
                  <a16:creationId xmlns:a16="http://schemas.microsoft.com/office/drawing/2014/main" id="{67DBFEE9-AE45-4EAA-BA4E-B403F40D50CE}"/>
                </a:ext>
              </a:extLst>
            </p:cNvPr>
            <p:cNvCxnSpPr>
              <a:cxnSpLocks/>
              <a:stCxn id="323" idx="3"/>
              <a:endCxn id="324" idx="1"/>
            </p:cNvCxnSpPr>
            <p:nvPr/>
          </p:nvCxnSpPr>
          <p:spPr>
            <a:xfrm>
              <a:off x="2818015" y="2087550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직선 화살표 연결선 326">
              <a:extLst>
                <a:ext uri="{FF2B5EF4-FFF2-40B4-BE49-F238E27FC236}">
                  <a16:creationId xmlns:a16="http://schemas.microsoft.com/office/drawing/2014/main" id="{36D6666F-9DE6-4678-A34C-6F8A6DD2FB3A}"/>
                </a:ext>
              </a:extLst>
            </p:cNvPr>
            <p:cNvCxnSpPr>
              <a:cxnSpLocks/>
              <a:stCxn id="324" idx="3"/>
              <a:endCxn id="325" idx="1"/>
            </p:cNvCxnSpPr>
            <p:nvPr/>
          </p:nvCxnSpPr>
          <p:spPr>
            <a:xfrm>
              <a:off x="6097977" y="2087550"/>
              <a:ext cx="296153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0" name="그룹 369">
            <a:extLst>
              <a:ext uri="{FF2B5EF4-FFF2-40B4-BE49-F238E27FC236}">
                <a16:creationId xmlns:a16="http://schemas.microsoft.com/office/drawing/2014/main" id="{54DED3CA-FCF2-43FA-87FA-76A3FD1664F3}"/>
              </a:ext>
            </a:extLst>
          </p:cNvPr>
          <p:cNvGrpSpPr/>
          <p:nvPr/>
        </p:nvGrpSpPr>
        <p:grpSpPr>
          <a:xfrm>
            <a:off x="0" y="5043817"/>
            <a:ext cx="9300695" cy="846540"/>
            <a:chOff x="0" y="1364120"/>
            <a:chExt cx="9300695" cy="846540"/>
          </a:xfrm>
        </p:grpSpPr>
        <p:sp>
          <p:nvSpPr>
            <p:cNvPr id="371" name="직사각형 370">
              <a:extLst>
                <a:ext uri="{FF2B5EF4-FFF2-40B4-BE49-F238E27FC236}">
                  <a16:creationId xmlns:a16="http://schemas.microsoft.com/office/drawing/2014/main" id="{F6A255AE-265A-4DC4-B376-5418EF2DD71A}"/>
                </a:ext>
              </a:extLst>
            </p:cNvPr>
            <p:cNvSpPr/>
            <p:nvPr/>
          </p:nvSpPr>
          <p:spPr>
            <a:xfrm>
              <a:off x="0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39.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SCG1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480583DF-971A-4528-AC0F-4A38DCD28ECE}"/>
                </a:ext>
              </a:extLst>
            </p:cNvPr>
            <p:cNvSpPr/>
            <p:nvPr/>
          </p:nvSpPr>
          <p:spPr>
            <a:xfrm>
              <a:off x="3268319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Trailing_Cell when_Left_To_Right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08112E2B-D5A4-4366-9A6E-ABAFC0F9B0F7}"/>
                </a:ext>
              </a:extLst>
            </p:cNvPr>
            <p:cNvSpPr/>
            <p:nvPr/>
          </p:nvSpPr>
          <p:spPr>
            <a:xfrm>
              <a:off x="6394130" y="136412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74" name="직선 화살표 연결선 373">
              <a:extLst>
                <a:ext uri="{FF2B5EF4-FFF2-40B4-BE49-F238E27FC236}">
                  <a16:creationId xmlns:a16="http://schemas.microsoft.com/office/drawing/2014/main" id="{EE9E41E8-10E5-466E-83E1-51771364615C}"/>
                </a:ext>
              </a:extLst>
            </p:cNvPr>
            <p:cNvCxnSpPr>
              <a:cxnSpLocks/>
              <a:stCxn id="371" idx="3"/>
              <a:endCxn id="372" idx="1"/>
            </p:cNvCxnSpPr>
            <p:nvPr/>
          </p:nvCxnSpPr>
          <p:spPr>
            <a:xfrm>
              <a:off x="2818015" y="1487231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직선 화살표 연결선 374">
              <a:extLst>
                <a:ext uri="{FF2B5EF4-FFF2-40B4-BE49-F238E27FC236}">
                  <a16:creationId xmlns:a16="http://schemas.microsoft.com/office/drawing/2014/main" id="{D7DE3C70-8DE3-4B74-BEDE-EF89DB89A8AB}"/>
                </a:ext>
              </a:extLst>
            </p:cNvPr>
            <p:cNvCxnSpPr>
              <a:cxnSpLocks/>
              <a:stCxn id="372" idx="3"/>
              <a:endCxn id="373" idx="1"/>
            </p:cNvCxnSpPr>
            <p:nvPr/>
          </p:nvCxnSpPr>
          <p:spPr>
            <a:xfrm>
              <a:off x="6086334" y="1487231"/>
              <a:ext cx="307796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" name="직사각형 375">
              <a:extLst>
                <a:ext uri="{FF2B5EF4-FFF2-40B4-BE49-F238E27FC236}">
                  <a16:creationId xmlns:a16="http://schemas.microsoft.com/office/drawing/2014/main" id="{2A6C1212-DCE2-47D9-B9F0-7B0EBEA0CCEC}"/>
                </a:ext>
              </a:extLst>
            </p:cNvPr>
            <p:cNvSpPr/>
            <p:nvPr/>
          </p:nvSpPr>
          <p:spPr>
            <a:xfrm>
              <a:off x="0" y="156422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SCG2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77" name="직사각형 376">
              <a:extLst>
                <a:ext uri="{FF2B5EF4-FFF2-40B4-BE49-F238E27FC236}">
                  <a16:creationId xmlns:a16="http://schemas.microsoft.com/office/drawing/2014/main" id="{0DD139FA-1548-49BF-9EE6-FF09DC09DA59}"/>
                </a:ext>
              </a:extLst>
            </p:cNvPr>
            <p:cNvSpPr/>
            <p:nvPr/>
          </p:nvSpPr>
          <p:spPr>
            <a:xfrm>
              <a:off x="3268356" y="1564226"/>
              <a:ext cx="27751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Trailing_Cell when_Left_To_Right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EE5ED838-0D6B-43EC-83BE-9849894038DE}"/>
                </a:ext>
              </a:extLst>
            </p:cNvPr>
            <p:cNvSpPr/>
            <p:nvPr/>
          </p:nvSpPr>
          <p:spPr>
            <a:xfrm>
              <a:off x="6394130" y="1564226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79" name="직선 화살표 연결선 378">
              <a:extLst>
                <a:ext uri="{FF2B5EF4-FFF2-40B4-BE49-F238E27FC236}">
                  <a16:creationId xmlns:a16="http://schemas.microsoft.com/office/drawing/2014/main" id="{957F86E7-3099-4E4F-AF75-31FBEE765BB7}"/>
                </a:ext>
              </a:extLst>
            </p:cNvPr>
            <p:cNvCxnSpPr>
              <a:cxnSpLocks/>
              <a:stCxn id="376" idx="3"/>
              <a:endCxn id="377" idx="1"/>
            </p:cNvCxnSpPr>
            <p:nvPr/>
          </p:nvCxnSpPr>
          <p:spPr>
            <a:xfrm>
              <a:off x="2818015" y="168733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직선 화살표 연결선 379">
              <a:extLst>
                <a:ext uri="{FF2B5EF4-FFF2-40B4-BE49-F238E27FC236}">
                  <a16:creationId xmlns:a16="http://schemas.microsoft.com/office/drawing/2014/main" id="{43E26AD4-881D-4278-B27F-CCCE7D183EF7}"/>
                </a:ext>
              </a:extLst>
            </p:cNvPr>
            <p:cNvCxnSpPr>
              <a:cxnSpLocks/>
              <a:stCxn id="377" idx="3"/>
              <a:endCxn id="378" idx="1"/>
            </p:cNvCxnSpPr>
            <p:nvPr/>
          </p:nvCxnSpPr>
          <p:spPr>
            <a:xfrm>
              <a:off x="6043475" y="1687337"/>
              <a:ext cx="350655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직사각형 380">
              <a:extLst>
                <a:ext uri="{FF2B5EF4-FFF2-40B4-BE49-F238E27FC236}">
                  <a16:creationId xmlns:a16="http://schemas.microsoft.com/office/drawing/2014/main" id="{8DE1DBC6-2692-46CC-8F27-80C4C0011134}"/>
                </a:ext>
              </a:extLst>
            </p:cNvPr>
            <p:cNvSpPr/>
            <p:nvPr/>
          </p:nvSpPr>
          <p:spPr>
            <a:xfrm>
              <a:off x="0" y="1764332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SCG3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82" name="직사각형 381">
              <a:extLst>
                <a:ext uri="{FF2B5EF4-FFF2-40B4-BE49-F238E27FC236}">
                  <a16:creationId xmlns:a16="http://schemas.microsoft.com/office/drawing/2014/main" id="{F22A7420-A00E-434C-ADA2-5445F3F5D0A6}"/>
                </a:ext>
              </a:extLst>
            </p:cNvPr>
            <p:cNvSpPr/>
            <p:nvPr/>
          </p:nvSpPr>
          <p:spPr>
            <a:xfrm>
              <a:off x="3268356" y="1764332"/>
              <a:ext cx="280076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Leading_Cell when_Left_To_Right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83" name="직사각형 382">
              <a:extLst>
                <a:ext uri="{FF2B5EF4-FFF2-40B4-BE49-F238E27FC236}">
                  <a16:creationId xmlns:a16="http://schemas.microsoft.com/office/drawing/2014/main" id="{C52479A1-4CAB-4467-A732-693A733F3E25}"/>
                </a:ext>
              </a:extLst>
            </p:cNvPr>
            <p:cNvSpPr/>
            <p:nvPr/>
          </p:nvSpPr>
          <p:spPr>
            <a:xfrm>
              <a:off x="6394130" y="1764332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84" name="직선 화살표 연결선 383">
              <a:extLst>
                <a:ext uri="{FF2B5EF4-FFF2-40B4-BE49-F238E27FC236}">
                  <a16:creationId xmlns:a16="http://schemas.microsoft.com/office/drawing/2014/main" id="{5A86DC49-7367-4CB0-9A44-8DA5BAA392ED}"/>
                </a:ext>
              </a:extLst>
            </p:cNvPr>
            <p:cNvCxnSpPr>
              <a:cxnSpLocks/>
              <a:stCxn id="381" idx="3"/>
              <a:endCxn id="382" idx="1"/>
            </p:cNvCxnSpPr>
            <p:nvPr/>
          </p:nvCxnSpPr>
          <p:spPr>
            <a:xfrm>
              <a:off x="2818015" y="1887443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직선 화살표 연결선 384">
              <a:extLst>
                <a:ext uri="{FF2B5EF4-FFF2-40B4-BE49-F238E27FC236}">
                  <a16:creationId xmlns:a16="http://schemas.microsoft.com/office/drawing/2014/main" id="{296FA958-AB35-4CE1-B09B-E19C15014F70}"/>
                </a:ext>
              </a:extLst>
            </p:cNvPr>
            <p:cNvCxnSpPr>
              <a:cxnSpLocks/>
              <a:stCxn id="382" idx="3"/>
              <a:endCxn id="383" idx="1"/>
            </p:cNvCxnSpPr>
            <p:nvPr/>
          </p:nvCxnSpPr>
          <p:spPr>
            <a:xfrm>
              <a:off x="6069123" y="1887443"/>
              <a:ext cx="325007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직사각형 385">
              <a:extLst>
                <a:ext uri="{FF2B5EF4-FFF2-40B4-BE49-F238E27FC236}">
                  <a16:creationId xmlns:a16="http://schemas.microsoft.com/office/drawing/2014/main" id="{24B48471-C406-40EC-8D15-9DE25D84604C}"/>
                </a:ext>
              </a:extLst>
            </p:cNvPr>
            <p:cNvSpPr/>
            <p:nvPr/>
          </p:nvSpPr>
          <p:spPr>
            <a:xfrm>
              <a:off x="0" y="196443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SCG4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87" name="직사각형 386">
              <a:extLst>
                <a:ext uri="{FF2B5EF4-FFF2-40B4-BE49-F238E27FC236}">
                  <a16:creationId xmlns:a16="http://schemas.microsoft.com/office/drawing/2014/main" id="{22D3B0AA-E795-4DB3-9682-0D0A7997034D}"/>
                </a:ext>
              </a:extLst>
            </p:cNvPr>
            <p:cNvSpPr/>
            <p:nvPr/>
          </p:nvSpPr>
          <p:spPr>
            <a:xfrm>
              <a:off x="3268356" y="1964439"/>
              <a:ext cx="282962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Leading_Cell when_Left_To_Right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88" name="직사각형 387">
              <a:extLst>
                <a:ext uri="{FF2B5EF4-FFF2-40B4-BE49-F238E27FC236}">
                  <a16:creationId xmlns:a16="http://schemas.microsoft.com/office/drawing/2014/main" id="{D29A779D-DA1C-4DCB-94F7-69CA5BC21BEF}"/>
                </a:ext>
              </a:extLst>
            </p:cNvPr>
            <p:cNvSpPr/>
            <p:nvPr/>
          </p:nvSpPr>
          <p:spPr>
            <a:xfrm>
              <a:off x="6394130" y="1964439"/>
              <a:ext cx="283603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89" name="직선 화살표 연결선 388">
              <a:extLst>
                <a:ext uri="{FF2B5EF4-FFF2-40B4-BE49-F238E27FC236}">
                  <a16:creationId xmlns:a16="http://schemas.microsoft.com/office/drawing/2014/main" id="{A570A538-AC53-4B77-8CFB-089117D025BF}"/>
                </a:ext>
              </a:extLst>
            </p:cNvPr>
            <p:cNvCxnSpPr>
              <a:cxnSpLocks/>
              <a:stCxn id="386" idx="3"/>
              <a:endCxn id="387" idx="1"/>
            </p:cNvCxnSpPr>
            <p:nvPr/>
          </p:nvCxnSpPr>
          <p:spPr>
            <a:xfrm>
              <a:off x="2818015" y="2087550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직선 화살표 연결선 389">
              <a:extLst>
                <a:ext uri="{FF2B5EF4-FFF2-40B4-BE49-F238E27FC236}">
                  <a16:creationId xmlns:a16="http://schemas.microsoft.com/office/drawing/2014/main" id="{F847D4C3-275C-43C7-A3C9-0BF77F9646ED}"/>
                </a:ext>
              </a:extLst>
            </p:cNvPr>
            <p:cNvCxnSpPr>
              <a:cxnSpLocks/>
              <a:stCxn id="387" idx="3"/>
              <a:endCxn id="388" idx="1"/>
            </p:cNvCxnSpPr>
            <p:nvPr/>
          </p:nvCxnSpPr>
          <p:spPr>
            <a:xfrm>
              <a:off x="6097977" y="2087550"/>
              <a:ext cx="296153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그룹 390">
            <a:extLst>
              <a:ext uri="{FF2B5EF4-FFF2-40B4-BE49-F238E27FC236}">
                <a16:creationId xmlns:a16="http://schemas.microsoft.com/office/drawing/2014/main" id="{F791F4F6-A8B8-4BB4-A744-DF2E4CDDF44E}"/>
              </a:ext>
            </a:extLst>
          </p:cNvPr>
          <p:cNvGrpSpPr/>
          <p:nvPr/>
        </p:nvGrpSpPr>
        <p:grpSpPr>
          <a:xfrm>
            <a:off x="0" y="5935998"/>
            <a:ext cx="9300695" cy="846540"/>
            <a:chOff x="0" y="1364120"/>
            <a:chExt cx="9300695" cy="846540"/>
          </a:xfrm>
        </p:grpSpPr>
        <p:sp>
          <p:nvSpPr>
            <p:cNvPr id="392" name="직사각형 391">
              <a:extLst>
                <a:ext uri="{FF2B5EF4-FFF2-40B4-BE49-F238E27FC236}">
                  <a16:creationId xmlns:a16="http://schemas.microsoft.com/office/drawing/2014/main" id="{B8AF40BD-6CBF-4672-8DA0-4A2E1CAB9E06}"/>
                </a:ext>
              </a:extLst>
            </p:cNvPr>
            <p:cNvSpPr/>
            <p:nvPr/>
          </p:nvSpPr>
          <p:spPr>
            <a:xfrm>
              <a:off x="0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40.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SCG1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93" name="직사각형 392">
              <a:extLst>
                <a:ext uri="{FF2B5EF4-FFF2-40B4-BE49-F238E27FC236}">
                  <a16:creationId xmlns:a16="http://schemas.microsoft.com/office/drawing/2014/main" id="{1D8ADF81-9FC7-4DAA-BF47-0B92E3488EC0}"/>
                </a:ext>
              </a:extLst>
            </p:cNvPr>
            <p:cNvSpPr/>
            <p:nvPr/>
          </p:nvSpPr>
          <p:spPr>
            <a:xfrm>
              <a:off x="3268319" y="1364120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Trailing_Cell when_Right_To_Left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94" name="직사각형 393">
              <a:extLst>
                <a:ext uri="{FF2B5EF4-FFF2-40B4-BE49-F238E27FC236}">
                  <a16:creationId xmlns:a16="http://schemas.microsoft.com/office/drawing/2014/main" id="{39F34754-5F51-4889-9444-AB37DFB056D0}"/>
                </a:ext>
              </a:extLst>
            </p:cNvPr>
            <p:cNvSpPr/>
            <p:nvPr/>
          </p:nvSpPr>
          <p:spPr>
            <a:xfrm>
              <a:off x="6394130" y="1364120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21C3CA98-17D5-4858-BFDD-F1A132774C18}"/>
                </a:ext>
              </a:extLst>
            </p:cNvPr>
            <p:cNvCxnSpPr>
              <a:cxnSpLocks/>
              <a:stCxn id="392" idx="3"/>
              <a:endCxn id="393" idx="1"/>
            </p:cNvCxnSpPr>
            <p:nvPr/>
          </p:nvCxnSpPr>
          <p:spPr>
            <a:xfrm>
              <a:off x="2818015" y="1487231"/>
              <a:ext cx="450304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509AE5AE-8E8D-4CFC-8AE0-109F5FAE8A98}"/>
                </a:ext>
              </a:extLst>
            </p:cNvPr>
            <p:cNvCxnSpPr>
              <a:cxnSpLocks/>
              <a:stCxn id="393" idx="3"/>
              <a:endCxn id="394" idx="1"/>
            </p:cNvCxnSpPr>
            <p:nvPr/>
          </p:nvCxnSpPr>
          <p:spPr>
            <a:xfrm>
              <a:off x="6086334" y="1487231"/>
              <a:ext cx="307796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직사각형 396">
              <a:extLst>
                <a:ext uri="{FF2B5EF4-FFF2-40B4-BE49-F238E27FC236}">
                  <a16:creationId xmlns:a16="http://schemas.microsoft.com/office/drawing/2014/main" id="{5BD8C662-A5D0-4210-8EAB-20274E334198}"/>
                </a:ext>
              </a:extLst>
            </p:cNvPr>
            <p:cNvSpPr/>
            <p:nvPr/>
          </p:nvSpPr>
          <p:spPr>
            <a:xfrm>
              <a:off x="0" y="1564226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SCG2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98" name="직사각형 397">
              <a:extLst>
                <a:ext uri="{FF2B5EF4-FFF2-40B4-BE49-F238E27FC236}">
                  <a16:creationId xmlns:a16="http://schemas.microsoft.com/office/drawing/2014/main" id="{65C027FF-A8F6-4082-B90C-2365637187A3}"/>
                </a:ext>
              </a:extLst>
            </p:cNvPr>
            <p:cNvSpPr/>
            <p:nvPr/>
          </p:nvSpPr>
          <p:spPr>
            <a:xfrm>
              <a:off x="3268356" y="1564226"/>
              <a:ext cx="27751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Trailing_Cell when_Right_To_Left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99" name="직사각형 398">
              <a:extLst>
                <a:ext uri="{FF2B5EF4-FFF2-40B4-BE49-F238E27FC236}">
                  <a16:creationId xmlns:a16="http://schemas.microsoft.com/office/drawing/2014/main" id="{3E494D7C-B22D-4A97-8351-60FBCFA52B31}"/>
                </a:ext>
              </a:extLst>
            </p:cNvPr>
            <p:cNvSpPr/>
            <p:nvPr/>
          </p:nvSpPr>
          <p:spPr>
            <a:xfrm>
              <a:off x="6394130" y="1564226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Left_Side_Lower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00" name="직선 화살표 연결선 399">
              <a:extLst>
                <a:ext uri="{FF2B5EF4-FFF2-40B4-BE49-F238E27FC236}">
                  <a16:creationId xmlns:a16="http://schemas.microsoft.com/office/drawing/2014/main" id="{B4552E93-8237-4C0D-8124-7F71E6C09C4A}"/>
                </a:ext>
              </a:extLst>
            </p:cNvPr>
            <p:cNvCxnSpPr>
              <a:cxnSpLocks/>
              <a:stCxn id="397" idx="3"/>
              <a:endCxn id="398" idx="1"/>
            </p:cNvCxnSpPr>
            <p:nvPr/>
          </p:nvCxnSpPr>
          <p:spPr>
            <a:xfrm>
              <a:off x="2818015" y="1687337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직선 화살표 연결선 400">
              <a:extLst>
                <a:ext uri="{FF2B5EF4-FFF2-40B4-BE49-F238E27FC236}">
                  <a16:creationId xmlns:a16="http://schemas.microsoft.com/office/drawing/2014/main" id="{6A8E0EAF-B19B-462F-9B77-492C9D184272}"/>
                </a:ext>
              </a:extLst>
            </p:cNvPr>
            <p:cNvCxnSpPr>
              <a:cxnSpLocks/>
              <a:stCxn id="398" idx="3"/>
              <a:endCxn id="399" idx="1"/>
            </p:cNvCxnSpPr>
            <p:nvPr/>
          </p:nvCxnSpPr>
          <p:spPr>
            <a:xfrm>
              <a:off x="6043475" y="1687337"/>
              <a:ext cx="350655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직사각형 401">
              <a:extLst>
                <a:ext uri="{FF2B5EF4-FFF2-40B4-BE49-F238E27FC236}">
                  <a16:creationId xmlns:a16="http://schemas.microsoft.com/office/drawing/2014/main" id="{B95AB591-1A0C-43CF-BE75-EBB431124063}"/>
                </a:ext>
              </a:extLst>
            </p:cNvPr>
            <p:cNvSpPr/>
            <p:nvPr/>
          </p:nvSpPr>
          <p:spPr>
            <a:xfrm>
              <a:off x="0" y="1764332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SCG3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03" name="직사각형 402">
              <a:extLst>
                <a:ext uri="{FF2B5EF4-FFF2-40B4-BE49-F238E27FC236}">
                  <a16:creationId xmlns:a16="http://schemas.microsoft.com/office/drawing/2014/main" id="{4083F3A1-B7BD-4C9E-B260-5A3C78B0714D}"/>
                </a:ext>
              </a:extLst>
            </p:cNvPr>
            <p:cNvSpPr/>
            <p:nvPr/>
          </p:nvSpPr>
          <p:spPr>
            <a:xfrm>
              <a:off x="3268356" y="1764332"/>
              <a:ext cx="282962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Leading_Cell when_Right_To_Left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04" name="직사각형 403">
              <a:extLst>
                <a:ext uri="{FF2B5EF4-FFF2-40B4-BE49-F238E27FC236}">
                  <a16:creationId xmlns:a16="http://schemas.microsoft.com/office/drawing/2014/main" id="{2232D8F2-0F81-4EA6-9BE8-CEF317AF3F21}"/>
                </a:ext>
              </a:extLst>
            </p:cNvPr>
            <p:cNvSpPr/>
            <p:nvPr/>
          </p:nvSpPr>
          <p:spPr>
            <a:xfrm>
              <a:off x="6394130" y="1764332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Right_Side_Lower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05" name="직선 화살표 연결선 404">
              <a:extLst>
                <a:ext uri="{FF2B5EF4-FFF2-40B4-BE49-F238E27FC236}">
                  <a16:creationId xmlns:a16="http://schemas.microsoft.com/office/drawing/2014/main" id="{CE6DB873-7275-445F-9DD1-E6FD681E63D9}"/>
                </a:ext>
              </a:extLst>
            </p:cNvPr>
            <p:cNvCxnSpPr>
              <a:cxnSpLocks/>
              <a:stCxn id="402" idx="3"/>
              <a:endCxn id="403" idx="1"/>
            </p:cNvCxnSpPr>
            <p:nvPr/>
          </p:nvCxnSpPr>
          <p:spPr>
            <a:xfrm>
              <a:off x="2818015" y="1887443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직선 화살표 연결선 405">
              <a:extLst>
                <a:ext uri="{FF2B5EF4-FFF2-40B4-BE49-F238E27FC236}">
                  <a16:creationId xmlns:a16="http://schemas.microsoft.com/office/drawing/2014/main" id="{DDC272F0-538B-4E96-A777-693B865783FB}"/>
                </a:ext>
              </a:extLst>
            </p:cNvPr>
            <p:cNvCxnSpPr>
              <a:cxnSpLocks/>
              <a:stCxn id="403" idx="3"/>
              <a:endCxn id="404" idx="1"/>
            </p:cNvCxnSpPr>
            <p:nvPr/>
          </p:nvCxnSpPr>
          <p:spPr>
            <a:xfrm>
              <a:off x="6097977" y="1887443"/>
              <a:ext cx="296153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7" name="직사각형 406">
              <a:extLst>
                <a:ext uri="{FF2B5EF4-FFF2-40B4-BE49-F238E27FC236}">
                  <a16:creationId xmlns:a16="http://schemas.microsoft.com/office/drawing/2014/main" id="{BCD8474B-D082-4ED7-9E03-552C2CBA92F5}"/>
                </a:ext>
              </a:extLst>
            </p:cNvPr>
            <p:cNvSpPr/>
            <p:nvPr/>
          </p:nvSpPr>
          <p:spPr>
            <a:xfrm>
              <a:off x="0" y="1964439"/>
              <a:ext cx="281801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Gap_Data_Field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SCG4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08" name="직사각형 407">
              <a:extLst>
                <a:ext uri="{FF2B5EF4-FFF2-40B4-BE49-F238E27FC236}">
                  <a16:creationId xmlns:a16="http://schemas.microsoft.com/office/drawing/2014/main" id="{1923CC02-AD76-46B3-BD7A-B77561002585}"/>
                </a:ext>
              </a:extLst>
            </p:cNvPr>
            <p:cNvSpPr/>
            <p:nvPr/>
          </p:nvSpPr>
          <p:spPr>
            <a:xfrm>
              <a:off x="3268356" y="1964439"/>
              <a:ext cx="282962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solidFill>
                    <a:srgbClr val="FF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is_measured_on_cell Leading_Cell when_Right_To_Left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409" name="직사각형 408">
              <a:extLst>
                <a:ext uri="{FF2B5EF4-FFF2-40B4-BE49-F238E27FC236}">
                  <a16:creationId xmlns:a16="http://schemas.microsoft.com/office/drawing/2014/main" id="{673E1C3F-C307-4041-9F24-F824F636230E}"/>
                </a:ext>
              </a:extLst>
            </p:cNvPr>
            <p:cNvSpPr/>
            <p:nvPr/>
          </p:nvSpPr>
          <p:spPr>
            <a:xfrm>
              <a:off x="6394130" y="1964439"/>
              <a:ext cx="290656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(Class)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Measurement_Point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(Individual)</a:t>
              </a:r>
              <a:r>
                <a:rPr lang="ko-KR" altLang="en-US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Right_Side_Upper</a:t>
              </a:r>
              <a:endParaRPr lang="ko-KR" altLang="en-US" sz="10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10" name="직선 화살표 연결선 409">
              <a:extLst>
                <a:ext uri="{FF2B5EF4-FFF2-40B4-BE49-F238E27FC236}">
                  <a16:creationId xmlns:a16="http://schemas.microsoft.com/office/drawing/2014/main" id="{C97C39F7-EEA6-42E3-B914-486613E12234}"/>
                </a:ext>
              </a:extLst>
            </p:cNvPr>
            <p:cNvCxnSpPr>
              <a:cxnSpLocks/>
              <a:stCxn id="407" idx="3"/>
              <a:endCxn id="408" idx="1"/>
            </p:cNvCxnSpPr>
            <p:nvPr/>
          </p:nvCxnSpPr>
          <p:spPr>
            <a:xfrm>
              <a:off x="2818015" y="2087550"/>
              <a:ext cx="45034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직선 화살표 연결선 410">
              <a:extLst>
                <a:ext uri="{FF2B5EF4-FFF2-40B4-BE49-F238E27FC236}">
                  <a16:creationId xmlns:a16="http://schemas.microsoft.com/office/drawing/2014/main" id="{C27FE4A3-B0E2-4C5C-8BF7-1A95486D438D}"/>
                </a:ext>
              </a:extLst>
            </p:cNvPr>
            <p:cNvCxnSpPr>
              <a:cxnSpLocks/>
              <a:stCxn id="408" idx="3"/>
              <a:endCxn id="409" idx="1"/>
            </p:cNvCxnSpPr>
            <p:nvPr/>
          </p:nvCxnSpPr>
          <p:spPr>
            <a:xfrm>
              <a:off x="6097977" y="2087550"/>
              <a:ext cx="296153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753F4111-3CE8-4EFA-91F7-6E5EBBDD68C8}"/>
              </a:ext>
            </a:extLst>
          </p:cNvPr>
          <p:cNvGrpSpPr/>
          <p:nvPr/>
        </p:nvGrpSpPr>
        <p:grpSpPr>
          <a:xfrm>
            <a:off x="6394130" y="909097"/>
            <a:ext cx="1545013" cy="1307338"/>
            <a:chOff x="1505520" y="1268760"/>
            <a:chExt cx="2423537" cy="2899858"/>
          </a:xfrm>
        </p:grpSpPr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FD607522-7191-418C-BC25-72D19BE0FFE6}"/>
                </a:ext>
              </a:extLst>
            </p:cNvPr>
            <p:cNvGrpSpPr/>
            <p:nvPr/>
          </p:nvGrpSpPr>
          <p:grpSpPr>
            <a:xfrm>
              <a:off x="1640632" y="1268760"/>
              <a:ext cx="2153313" cy="2813055"/>
              <a:chOff x="848233" y="1844824"/>
              <a:chExt cx="2376575" cy="4341836"/>
            </a:xfrm>
          </p:grpSpPr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379938E1-8E29-4D7E-A6ED-05E65E65DB0A}"/>
                  </a:ext>
                </a:extLst>
              </p:cNvPr>
              <p:cNvSpPr/>
              <p:nvPr/>
            </p:nvSpPr>
            <p:spPr>
              <a:xfrm>
                <a:off x="848233" y="1844824"/>
                <a:ext cx="720080" cy="434183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457DFF44-C91D-4FD6-B59D-91781163F079}"/>
                  </a:ext>
                </a:extLst>
              </p:cNvPr>
              <p:cNvSpPr/>
              <p:nvPr/>
            </p:nvSpPr>
            <p:spPr>
              <a:xfrm>
                <a:off x="2504728" y="1844824"/>
                <a:ext cx="720080" cy="434183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6AD2C9AA-5B41-4D92-B385-76AA3BAC96B0}"/>
                  </a:ext>
                </a:extLst>
              </p:cNvPr>
              <p:cNvSpPr/>
              <p:nvPr/>
            </p:nvSpPr>
            <p:spPr>
              <a:xfrm>
                <a:off x="1572082" y="1844824"/>
                <a:ext cx="917986" cy="43418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0" name="양쪽 모서리가 둥근 사각형 76">
                <a:extLst>
                  <a:ext uri="{FF2B5EF4-FFF2-40B4-BE49-F238E27FC236}">
                    <a16:creationId xmlns:a16="http://schemas.microsoft.com/office/drawing/2014/main" id="{E3C9B19A-81B6-4544-A3A6-82F9247A196B}"/>
                  </a:ext>
                </a:extLst>
              </p:cNvPr>
              <p:cNvSpPr/>
              <p:nvPr/>
            </p:nvSpPr>
            <p:spPr>
              <a:xfrm flipV="1">
                <a:off x="1853137" y="1844824"/>
                <a:ext cx="357593" cy="1026964"/>
              </a:xfrm>
              <a:prstGeom prst="round2Same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1" name="양쪽 모서리가 둥근 사각형 77">
                <a:extLst>
                  <a:ext uri="{FF2B5EF4-FFF2-40B4-BE49-F238E27FC236}">
                    <a16:creationId xmlns:a16="http://schemas.microsoft.com/office/drawing/2014/main" id="{A1C6E8F5-924B-4E1E-AC2D-7D477A16C55A}"/>
                  </a:ext>
                </a:extLst>
              </p:cNvPr>
              <p:cNvSpPr/>
              <p:nvPr/>
            </p:nvSpPr>
            <p:spPr>
              <a:xfrm flipV="1">
                <a:off x="1853137" y="3586467"/>
                <a:ext cx="357593" cy="1116000"/>
              </a:xfrm>
              <a:prstGeom prst="round2Same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2" name="양쪽 모서리가 둥근 사각형 78">
                <a:extLst>
                  <a:ext uri="{FF2B5EF4-FFF2-40B4-BE49-F238E27FC236}">
                    <a16:creationId xmlns:a16="http://schemas.microsoft.com/office/drawing/2014/main" id="{C3449391-C363-4068-87D8-EF7F29A92FBB}"/>
                  </a:ext>
                </a:extLst>
              </p:cNvPr>
              <p:cNvSpPr/>
              <p:nvPr/>
            </p:nvSpPr>
            <p:spPr>
              <a:xfrm>
                <a:off x="1853137" y="5183729"/>
                <a:ext cx="357593" cy="1002929"/>
              </a:xfrm>
              <a:prstGeom prst="round2Same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3" name="양쪽 모서리가 둥근 사각형 79">
                <a:extLst>
                  <a:ext uri="{FF2B5EF4-FFF2-40B4-BE49-F238E27FC236}">
                    <a16:creationId xmlns:a16="http://schemas.microsoft.com/office/drawing/2014/main" id="{91681BFD-FD1E-485E-BDD5-FB25A973CC1C}"/>
                  </a:ext>
                </a:extLst>
              </p:cNvPr>
              <p:cNvSpPr/>
              <p:nvPr/>
            </p:nvSpPr>
            <p:spPr>
              <a:xfrm>
                <a:off x="1853137" y="3387856"/>
                <a:ext cx="357593" cy="1116000"/>
              </a:xfrm>
              <a:prstGeom prst="round2Same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ECCA422-A586-4432-A22C-A7B8C5B1A435}"/>
                </a:ext>
              </a:extLst>
            </p:cNvPr>
            <p:cNvSpPr txBox="1"/>
            <p:nvPr/>
          </p:nvSpPr>
          <p:spPr bwMode="auto">
            <a:xfrm>
              <a:off x="1505520" y="2645232"/>
              <a:ext cx="562786" cy="3486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음극</a:t>
              </a:r>
              <a:endParaRPr lang="en-US" altLang="ko-KR" sz="6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869559A9-D366-4043-B9F3-C1F94E37884A}"/>
                </a:ext>
              </a:extLst>
            </p:cNvPr>
            <p:cNvSpPr txBox="1"/>
            <p:nvPr/>
          </p:nvSpPr>
          <p:spPr bwMode="auto">
            <a:xfrm>
              <a:off x="3366271" y="2645232"/>
              <a:ext cx="562786" cy="3486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음극</a:t>
              </a:r>
              <a:endParaRPr lang="en-US" altLang="ko-KR" sz="6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32425310-8339-4BB3-BE84-E061C7BB1945}"/>
                </a:ext>
              </a:extLst>
            </p:cNvPr>
            <p:cNvCxnSpPr/>
            <p:nvPr/>
          </p:nvCxnSpPr>
          <p:spPr>
            <a:xfrm>
              <a:off x="2283082" y="1700808"/>
              <a:ext cx="26776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화살표 연결선 125">
              <a:extLst>
                <a:ext uri="{FF2B5EF4-FFF2-40B4-BE49-F238E27FC236}">
                  <a16:creationId xmlns:a16="http://schemas.microsoft.com/office/drawing/2014/main" id="{69C32A93-B5A9-4B73-B6BA-A73CE63C2913}"/>
                </a:ext>
              </a:extLst>
            </p:cNvPr>
            <p:cNvCxnSpPr/>
            <p:nvPr/>
          </p:nvCxnSpPr>
          <p:spPr>
            <a:xfrm>
              <a:off x="2873743" y="1700808"/>
              <a:ext cx="26776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화살표 연결선 126">
              <a:extLst>
                <a:ext uri="{FF2B5EF4-FFF2-40B4-BE49-F238E27FC236}">
                  <a16:creationId xmlns:a16="http://schemas.microsoft.com/office/drawing/2014/main" id="{CEBAF51F-3BB6-478F-9CF0-4FBF4CF47308}"/>
                </a:ext>
              </a:extLst>
            </p:cNvPr>
            <p:cNvCxnSpPr/>
            <p:nvPr/>
          </p:nvCxnSpPr>
          <p:spPr>
            <a:xfrm>
              <a:off x="2283082" y="3645024"/>
              <a:ext cx="26776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화살표 연결선 143">
              <a:extLst>
                <a:ext uri="{FF2B5EF4-FFF2-40B4-BE49-F238E27FC236}">
                  <a16:creationId xmlns:a16="http://schemas.microsoft.com/office/drawing/2014/main" id="{7D745410-BF4B-4DFF-9691-50FA306DCDFD}"/>
                </a:ext>
              </a:extLst>
            </p:cNvPr>
            <p:cNvCxnSpPr/>
            <p:nvPr/>
          </p:nvCxnSpPr>
          <p:spPr>
            <a:xfrm>
              <a:off x="2873743" y="3645024"/>
              <a:ext cx="26776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ACA17D9B-504E-4B0C-9DD1-B25331E0A9A3}"/>
                </a:ext>
              </a:extLst>
            </p:cNvPr>
            <p:cNvSpPr/>
            <p:nvPr/>
          </p:nvSpPr>
          <p:spPr>
            <a:xfrm>
              <a:off x="2504728" y="3151884"/>
              <a:ext cx="430788" cy="2082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5646571-49E5-45F5-8C96-68BCB44E7698}"/>
                </a:ext>
              </a:extLst>
            </p:cNvPr>
            <p:cNvSpPr txBox="1"/>
            <p:nvPr/>
          </p:nvSpPr>
          <p:spPr bwMode="auto">
            <a:xfrm>
              <a:off x="3027498" y="3484515"/>
              <a:ext cx="677546" cy="442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SAG3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F750796-5D73-4081-A973-BC07280FD99B}"/>
                </a:ext>
              </a:extLst>
            </p:cNvPr>
            <p:cNvSpPr txBox="1"/>
            <p:nvPr/>
          </p:nvSpPr>
          <p:spPr bwMode="auto">
            <a:xfrm>
              <a:off x="1712280" y="3484515"/>
              <a:ext cx="677547" cy="442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SAG2</a:t>
              </a: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F642DFEE-BC24-4170-AEB6-D5BA4E4B0E13}"/>
                </a:ext>
              </a:extLst>
            </p:cNvPr>
            <p:cNvSpPr/>
            <p:nvPr/>
          </p:nvSpPr>
          <p:spPr>
            <a:xfrm>
              <a:off x="2504728" y="1994731"/>
              <a:ext cx="430788" cy="2082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43E0F1C-FED1-4F38-A4ED-BE3F1E9624C9}"/>
                </a:ext>
              </a:extLst>
            </p:cNvPr>
            <p:cNvSpPr txBox="1"/>
            <p:nvPr/>
          </p:nvSpPr>
          <p:spPr bwMode="auto">
            <a:xfrm>
              <a:off x="3027498" y="1561197"/>
              <a:ext cx="677546" cy="442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SAG4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106753D-166D-4861-9027-444F3A097333}"/>
                </a:ext>
              </a:extLst>
            </p:cNvPr>
            <p:cNvSpPr txBox="1"/>
            <p:nvPr/>
          </p:nvSpPr>
          <p:spPr bwMode="auto">
            <a:xfrm>
              <a:off x="1694052" y="1561197"/>
              <a:ext cx="677547" cy="442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*SAG1</a:t>
              </a:r>
            </a:p>
          </p:txBody>
        </p: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7F5F1F95-32D6-4273-9516-02FFECC4F633}"/>
                </a:ext>
              </a:extLst>
            </p:cNvPr>
            <p:cNvCxnSpPr>
              <a:cxnSpLocks/>
              <a:stCxn id="170" idx="1"/>
            </p:cNvCxnSpPr>
            <p:nvPr/>
          </p:nvCxnSpPr>
          <p:spPr>
            <a:xfrm>
              <a:off x="2713132" y="1268760"/>
              <a:ext cx="6990" cy="2899858"/>
            </a:xfrm>
            <a:prstGeom prst="line">
              <a:avLst/>
            </a:prstGeom>
            <a:ln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87840803-3A1C-4DA9-A9D1-E6AB65D50678}"/>
              </a:ext>
            </a:extLst>
          </p:cNvPr>
          <p:cNvSpPr/>
          <p:nvPr/>
        </p:nvSpPr>
        <p:spPr>
          <a:xfrm>
            <a:off x="6668494" y="609099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본도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좌 → 우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D50B74A1-909C-438D-8871-FA2DA464E1C4}"/>
              </a:ext>
            </a:extLst>
          </p:cNvPr>
          <p:cNvGrpSpPr/>
          <p:nvPr/>
        </p:nvGrpSpPr>
        <p:grpSpPr>
          <a:xfrm>
            <a:off x="8132246" y="909097"/>
            <a:ext cx="1545013" cy="1307338"/>
            <a:chOff x="1505520" y="1268760"/>
            <a:chExt cx="2423537" cy="2899858"/>
          </a:xfrm>
        </p:grpSpPr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9FE3D74C-EEA1-481A-8980-B68334E29A14}"/>
                </a:ext>
              </a:extLst>
            </p:cNvPr>
            <p:cNvGrpSpPr/>
            <p:nvPr/>
          </p:nvGrpSpPr>
          <p:grpSpPr>
            <a:xfrm>
              <a:off x="1640632" y="1268760"/>
              <a:ext cx="2153313" cy="2813055"/>
              <a:chOff x="848233" y="1844824"/>
              <a:chExt cx="2376575" cy="4341836"/>
            </a:xfrm>
          </p:grpSpPr>
          <p:sp>
            <p:nvSpPr>
              <p:cNvPr id="227" name="직사각형 226">
                <a:extLst>
                  <a:ext uri="{FF2B5EF4-FFF2-40B4-BE49-F238E27FC236}">
                    <a16:creationId xmlns:a16="http://schemas.microsoft.com/office/drawing/2014/main" id="{25A7A0FE-A463-441C-B6CA-F8B4E77AE0CD}"/>
                  </a:ext>
                </a:extLst>
              </p:cNvPr>
              <p:cNvSpPr/>
              <p:nvPr/>
            </p:nvSpPr>
            <p:spPr>
              <a:xfrm>
                <a:off x="848233" y="1844824"/>
                <a:ext cx="720080" cy="434183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28" name="직사각형 227">
                <a:extLst>
                  <a:ext uri="{FF2B5EF4-FFF2-40B4-BE49-F238E27FC236}">
                    <a16:creationId xmlns:a16="http://schemas.microsoft.com/office/drawing/2014/main" id="{17F7B9B5-C8CC-450C-B482-460AF43A0798}"/>
                  </a:ext>
                </a:extLst>
              </p:cNvPr>
              <p:cNvSpPr/>
              <p:nvPr/>
            </p:nvSpPr>
            <p:spPr>
              <a:xfrm>
                <a:off x="2504728" y="1844824"/>
                <a:ext cx="720080" cy="434183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29" name="직사각형 228">
                <a:extLst>
                  <a:ext uri="{FF2B5EF4-FFF2-40B4-BE49-F238E27FC236}">
                    <a16:creationId xmlns:a16="http://schemas.microsoft.com/office/drawing/2014/main" id="{0A9097D2-099F-4647-B705-ADFC3A2F74FF}"/>
                  </a:ext>
                </a:extLst>
              </p:cNvPr>
              <p:cNvSpPr/>
              <p:nvPr/>
            </p:nvSpPr>
            <p:spPr>
              <a:xfrm>
                <a:off x="1572082" y="1844824"/>
                <a:ext cx="917986" cy="43418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30" name="양쪽 모서리가 둥근 사각형 76">
                <a:extLst>
                  <a:ext uri="{FF2B5EF4-FFF2-40B4-BE49-F238E27FC236}">
                    <a16:creationId xmlns:a16="http://schemas.microsoft.com/office/drawing/2014/main" id="{4724BA52-929D-4E77-AB72-1A827467B958}"/>
                  </a:ext>
                </a:extLst>
              </p:cNvPr>
              <p:cNvSpPr/>
              <p:nvPr/>
            </p:nvSpPr>
            <p:spPr>
              <a:xfrm flipV="1">
                <a:off x="1853137" y="1844824"/>
                <a:ext cx="357593" cy="1026964"/>
              </a:xfrm>
              <a:prstGeom prst="round2Same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31" name="양쪽 모서리가 둥근 사각형 77">
                <a:extLst>
                  <a:ext uri="{FF2B5EF4-FFF2-40B4-BE49-F238E27FC236}">
                    <a16:creationId xmlns:a16="http://schemas.microsoft.com/office/drawing/2014/main" id="{12BD800C-05DA-4B21-A855-D9631BA6FC4B}"/>
                  </a:ext>
                </a:extLst>
              </p:cNvPr>
              <p:cNvSpPr/>
              <p:nvPr/>
            </p:nvSpPr>
            <p:spPr>
              <a:xfrm flipV="1">
                <a:off x="1853137" y="3586467"/>
                <a:ext cx="357593" cy="1116000"/>
              </a:xfrm>
              <a:prstGeom prst="round2Same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32" name="양쪽 모서리가 둥근 사각형 78">
                <a:extLst>
                  <a:ext uri="{FF2B5EF4-FFF2-40B4-BE49-F238E27FC236}">
                    <a16:creationId xmlns:a16="http://schemas.microsoft.com/office/drawing/2014/main" id="{4A00F88E-7267-40C1-A938-D8C01F2A18EF}"/>
                  </a:ext>
                </a:extLst>
              </p:cNvPr>
              <p:cNvSpPr/>
              <p:nvPr/>
            </p:nvSpPr>
            <p:spPr>
              <a:xfrm>
                <a:off x="1853137" y="5183729"/>
                <a:ext cx="357593" cy="1002929"/>
              </a:xfrm>
              <a:prstGeom prst="round2Same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33" name="양쪽 모서리가 둥근 사각형 79">
                <a:extLst>
                  <a:ext uri="{FF2B5EF4-FFF2-40B4-BE49-F238E27FC236}">
                    <a16:creationId xmlns:a16="http://schemas.microsoft.com/office/drawing/2014/main" id="{128C527C-CA70-4100-AAFA-4D06F68B3E10}"/>
                  </a:ext>
                </a:extLst>
              </p:cNvPr>
              <p:cNvSpPr/>
              <p:nvPr/>
            </p:nvSpPr>
            <p:spPr>
              <a:xfrm>
                <a:off x="1853137" y="3387856"/>
                <a:ext cx="357593" cy="1116000"/>
              </a:xfrm>
              <a:prstGeom prst="round2Same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C51208DE-C53B-49DA-86EA-88389762CCC6}"/>
                </a:ext>
              </a:extLst>
            </p:cNvPr>
            <p:cNvSpPr txBox="1"/>
            <p:nvPr/>
          </p:nvSpPr>
          <p:spPr bwMode="auto">
            <a:xfrm>
              <a:off x="1505520" y="2645232"/>
              <a:ext cx="562786" cy="3486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음극</a:t>
              </a:r>
              <a:endParaRPr lang="en-US" altLang="ko-KR" sz="6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A33CCD62-4482-4A7B-8777-ACB50B9AA4C7}"/>
                </a:ext>
              </a:extLst>
            </p:cNvPr>
            <p:cNvSpPr txBox="1"/>
            <p:nvPr/>
          </p:nvSpPr>
          <p:spPr bwMode="auto">
            <a:xfrm>
              <a:off x="3366271" y="2645232"/>
              <a:ext cx="562786" cy="3486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음극</a:t>
              </a:r>
              <a:endParaRPr lang="en-US" altLang="ko-KR" sz="6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15" name="직선 화살표 연결선 214">
              <a:extLst>
                <a:ext uri="{FF2B5EF4-FFF2-40B4-BE49-F238E27FC236}">
                  <a16:creationId xmlns:a16="http://schemas.microsoft.com/office/drawing/2014/main" id="{9DEB912F-C182-4AB5-AD9D-82A945EA67E4}"/>
                </a:ext>
              </a:extLst>
            </p:cNvPr>
            <p:cNvCxnSpPr/>
            <p:nvPr/>
          </p:nvCxnSpPr>
          <p:spPr>
            <a:xfrm>
              <a:off x="2283082" y="1700808"/>
              <a:ext cx="26776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화살표 연결선 215">
              <a:extLst>
                <a:ext uri="{FF2B5EF4-FFF2-40B4-BE49-F238E27FC236}">
                  <a16:creationId xmlns:a16="http://schemas.microsoft.com/office/drawing/2014/main" id="{D53C6CAF-4F12-4DA2-AE33-69604E005C02}"/>
                </a:ext>
              </a:extLst>
            </p:cNvPr>
            <p:cNvCxnSpPr/>
            <p:nvPr/>
          </p:nvCxnSpPr>
          <p:spPr>
            <a:xfrm>
              <a:off x="2873743" y="1700808"/>
              <a:ext cx="26776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3E379DB7-8554-4847-84BC-B6BAC4AA9828}"/>
                </a:ext>
              </a:extLst>
            </p:cNvPr>
            <p:cNvCxnSpPr/>
            <p:nvPr/>
          </p:nvCxnSpPr>
          <p:spPr>
            <a:xfrm>
              <a:off x="2283082" y="3645024"/>
              <a:ext cx="26776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화살표 연결선 217">
              <a:extLst>
                <a:ext uri="{FF2B5EF4-FFF2-40B4-BE49-F238E27FC236}">
                  <a16:creationId xmlns:a16="http://schemas.microsoft.com/office/drawing/2014/main" id="{B587FA9B-0E2B-47C4-B02A-99E0C2B54658}"/>
                </a:ext>
              </a:extLst>
            </p:cNvPr>
            <p:cNvCxnSpPr/>
            <p:nvPr/>
          </p:nvCxnSpPr>
          <p:spPr>
            <a:xfrm>
              <a:off x="2873743" y="3645024"/>
              <a:ext cx="26776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4AC21F2F-6B3B-4342-BBBD-0708CE4EBE49}"/>
                </a:ext>
              </a:extLst>
            </p:cNvPr>
            <p:cNvSpPr/>
            <p:nvPr/>
          </p:nvSpPr>
          <p:spPr>
            <a:xfrm>
              <a:off x="2504728" y="3151884"/>
              <a:ext cx="430788" cy="2082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AD17E5A5-1B3C-49AD-A24C-A3B4BA8E30C5}"/>
                </a:ext>
              </a:extLst>
            </p:cNvPr>
            <p:cNvSpPr txBox="1"/>
            <p:nvPr/>
          </p:nvSpPr>
          <p:spPr bwMode="auto">
            <a:xfrm>
              <a:off x="3027498" y="3484516"/>
              <a:ext cx="677547" cy="345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SAG2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17D148E4-E6C0-472B-84E0-063F0F13508B}"/>
                </a:ext>
              </a:extLst>
            </p:cNvPr>
            <p:cNvSpPr txBox="1"/>
            <p:nvPr/>
          </p:nvSpPr>
          <p:spPr bwMode="auto">
            <a:xfrm>
              <a:off x="1712280" y="3484515"/>
              <a:ext cx="677547" cy="442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SAG3</a:t>
              </a:r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D26ACE63-2310-4A17-924D-D6A9AAED0A6E}"/>
                </a:ext>
              </a:extLst>
            </p:cNvPr>
            <p:cNvSpPr/>
            <p:nvPr/>
          </p:nvSpPr>
          <p:spPr>
            <a:xfrm>
              <a:off x="2504728" y="1994731"/>
              <a:ext cx="430788" cy="2082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167E7061-448E-4D98-AECE-B4EE12ED5263}"/>
                </a:ext>
              </a:extLst>
            </p:cNvPr>
            <p:cNvSpPr txBox="1"/>
            <p:nvPr/>
          </p:nvSpPr>
          <p:spPr bwMode="auto">
            <a:xfrm>
              <a:off x="3027498" y="1561197"/>
              <a:ext cx="677547" cy="345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SAG1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6F975F80-E8A2-4D84-9910-967576A9B5BB}"/>
                </a:ext>
              </a:extLst>
            </p:cNvPr>
            <p:cNvSpPr txBox="1"/>
            <p:nvPr/>
          </p:nvSpPr>
          <p:spPr bwMode="auto">
            <a:xfrm>
              <a:off x="1694052" y="1561197"/>
              <a:ext cx="677547" cy="442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6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*SAG4</a:t>
              </a:r>
            </a:p>
          </p:txBody>
        </p: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FDE0D103-A13B-4D99-9D28-793F0C15F5C5}"/>
                </a:ext>
              </a:extLst>
            </p:cNvPr>
            <p:cNvCxnSpPr>
              <a:cxnSpLocks/>
              <a:stCxn id="230" idx="1"/>
            </p:cNvCxnSpPr>
            <p:nvPr/>
          </p:nvCxnSpPr>
          <p:spPr>
            <a:xfrm>
              <a:off x="2713132" y="1268760"/>
              <a:ext cx="6990" cy="2899858"/>
            </a:xfrm>
            <a:prstGeom prst="line">
              <a:avLst/>
            </a:prstGeom>
            <a:ln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F27F3F3A-3EDC-46C9-9864-5683425C4729}"/>
              </a:ext>
            </a:extLst>
          </p:cNvPr>
          <p:cNvSpPr/>
          <p:nvPr/>
        </p:nvSpPr>
        <p:spPr>
          <a:xfrm>
            <a:off x="8421652" y="609260"/>
            <a:ext cx="9765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미러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 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우 → 좌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2400" b="1" dirty="0">
              <a:solidFill>
                <a:srgbClr val="0066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A6332AE-B94A-B004-5FEB-1109E605DD98}"/>
              </a:ext>
            </a:extLst>
          </p:cNvPr>
          <p:cNvSpPr/>
          <p:nvPr/>
        </p:nvSpPr>
        <p:spPr>
          <a:xfrm>
            <a:off x="0" y="2204341"/>
            <a:ext cx="9906000" cy="1957112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541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F5A360C-08C9-4448-AF82-27D9E5891D02}"/>
              </a:ext>
            </a:extLst>
          </p:cNvPr>
          <p:cNvSpPr txBox="1">
            <a:spLocks/>
          </p:cNvSpPr>
          <p:nvPr/>
        </p:nvSpPr>
        <p:spPr>
          <a:xfrm>
            <a:off x="121794" y="150279"/>
            <a:ext cx="4155237" cy="38427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fontAlgn="base">
              <a:lnSpc>
                <a:spcPct val="113000"/>
              </a:lnSpc>
              <a:spcAft>
                <a:spcPct val="0"/>
              </a:spcAft>
              <a:defRPr/>
            </a:pP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Ontology PoC </a:t>
            </a:r>
            <a:r>
              <a:rPr kumimoji="1" lang="ko-KR" altLang="en-US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설계도</a:t>
            </a: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 _</a:t>
            </a:r>
            <a:r>
              <a:rPr kumimoji="1" lang="en-US" altLang="ko-KR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Class / Individual </a:t>
            </a:r>
            <a:r>
              <a:rPr kumimoji="1" lang="ko-KR" altLang="en-US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정의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(1/X)</a:t>
            </a:r>
            <a:endParaRPr kumimoji="1" lang="ko-KR" altLang="en-US" i="0" u="none" strike="noStrike" kern="1200" cap="none" spc="0" normalizeH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Arial" panose="020B0604020202020204" pitchFamily="34" charset="0"/>
              <a:sym typeface="Wingding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DA5B6-73E9-400F-9CE5-12EBF6541511}"/>
              </a:ext>
            </a:extLst>
          </p:cNvPr>
          <p:cNvSpPr txBox="1"/>
          <p:nvPr/>
        </p:nvSpPr>
        <p:spPr>
          <a:xfrm>
            <a:off x="7939143" y="37471"/>
            <a:ext cx="2012089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DX.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기획팀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신낙천 선임</a:t>
            </a:r>
            <a:endParaRPr kumimoji="0" lang="en-US" altLang="ko-KR" sz="10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A89E4F-5216-4772-9E9B-D522DCC9D840}"/>
              </a:ext>
            </a:extLst>
          </p:cNvPr>
          <p:cNvSpPr/>
          <p:nvPr/>
        </p:nvSpPr>
        <p:spPr>
          <a:xfrm>
            <a:off x="441228" y="947863"/>
            <a:ext cx="6319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Class</a:t>
            </a:r>
            <a:endParaRPr lang="ko-KR" altLang="en-US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96D6D3-7646-4101-B79D-527A739D665B}"/>
              </a:ext>
            </a:extLst>
          </p:cNvPr>
          <p:cNvSpPr/>
          <p:nvPr/>
        </p:nvSpPr>
        <p:spPr>
          <a:xfrm>
            <a:off x="551032" y="1352466"/>
            <a:ext cx="4122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62955B-0E35-4DFA-815A-D58EF4B2AF1D}"/>
              </a:ext>
            </a:extLst>
          </p:cNvPr>
          <p:cNvSpPr/>
          <p:nvPr/>
        </p:nvSpPr>
        <p:spPr>
          <a:xfrm>
            <a:off x="1449373" y="947863"/>
            <a:ext cx="9669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Individual</a:t>
            </a:r>
            <a:endParaRPr lang="ko-KR" altLang="en-US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F94A69-FD74-480F-8E64-F23C24F48E93}"/>
              </a:ext>
            </a:extLst>
          </p:cNvPr>
          <p:cNvSpPr/>
          <p:nvPr/>
        </p:nvSpPr>
        <p:spPr>
          <a:xfrm>
            <a:off x="1726691" y="1352466"/>
            <a:ext cx="4122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814592A-EA36-4A9D-AFD4-C69091B6BCAE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963325" y="1475577"/>
            <a:ext cx="763366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185AA4-0123-4FC0-8A9D-AC11462A3A7A}"/>
              </a:ext>
            </a:extLst>
          </p:cNvPr>
          <p:cNvSpPr/>
          <p:nvPr/>
        </p:nvSpPr>
        <p:spPr>
          <a:xfrm>
            <a:off x="2902350" y="1352466"/>
            <a:ext cx="40142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(Cut)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합치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DE4450F-F620-4D46-B6CE-A6CD62157716}"/>
              </a:ext>
            </a:extLst>
          </p:cNvPr>
          <p:cNvSpPr/>
          <p:nvPr/>
        </p:nvSpPr>
        <p:spPr>
          <a:xfrm>
            <a:off x="7726443" y="1322876"/>
            <a:ext cx="200055" cy="200055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8DA69E8-C87F-45BC-AEEA-63976F7AA46C}"/>
              </a:ext>
            </a:extLst>
          </p:cNvPr>
          <p:cNvSpPr/>
          <p:nvPr/>
        </p:nvSpPr>
        <p:spPr>
          <a:xfrm>
            <a:off x="7726443" y="1018763"/>
            <a:ext cx="200055" cy="200055"/>
          </a:xfrm>
          <a:prstGeom prst="ellipse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D9AFC91-ACD0-401E-AD8D-578DAB33EAD7}"/>
              </a:ext>
            </a:extLst>
          </p:cNvPr>
          <p:cNvSpPr/>
          <p:nvPr/>
        </p:nvSpPr>
        <p:spPr>
          <a:xfrm>
            <a:off x="7726443" y="1626989"/>
            <a:ext cx="200055" cy="200055"/>
          </a:xfrm>
          <a:prstGeom prst="ellipse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7C3D592-0F9A-41AF-9DF0-900CAC81FE86}"/>
              </a:ext>
            </a:extLst>
          </p:cNvPr>
          <p:cNvSpPr/>
          <p:nvPr/>
        </p:nvSpPr>
        <p:spPr>
          <a:xfrm>
            <a:off x="7726443" y="1931102"/>
            <a:ext cx="200055" cy="200055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ED8F5B7-D84A-409E-9178-DAB71C733B6A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7826471" y="1618949"/>
            <a:ext cx="852472" cy="804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FD84CC9D-A15E-4331-B7A3-DD33D104E7E3}"/>
              </a:ext>
            </a:extLst>
          </p:cNvPr>
          <p:cNvSpPr/>
          <p:nvPr/>
        </p:nvSpPr>
        <p:spPr>
          <a:xfrm flipV="1">
            <a:off x="8641058" y="1589249"/>
            <a:ext cx="28142" cy="19389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8DB0654-1B9F-4243-854E-F317C388787F}"/>
              </a:ext>
            </a:extLst>
          </p:cNvPr>
          <p:cNvCxnSpPr>
            <a:cxnSpLocks/>
          </p:cNvCxnSpPr>
          <p:nvPr/>
        </p:nvCxnSpPr>
        <p:spPr>
          <a:xfrm>
            <a:off x="8713868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F76BB45-210A-4C50-8AAC-F3C4D9C957BF}"/>
              </a:ext>
            </a:extLst>
          </p:cNvPr>
          <p:cNvCxnSpPr>
            <a:cxnSpLocks/>
          </p:cNvCxnSpPr>
          <p:nvPr/>
        </p:nvCxnSpPr>
        <p:spPr>
          <a:xfrm>
            <a:off x="8762951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FC9C218-F931-4256-8245-ADF957B374CF}"/>
              </a:ext>
            </a:extLst>
          </p:cNvPr>
          <p:cNvCxnSpPr>
            <a:cxnSpLocks/>
          </p:cNvCxnSpPr>
          <p:nvPr/>
        </p:nvCxnSpPr>
        <p:spPr>
          <a:xfrm>
            <a:off x="8812034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5F9E85E-ABF1-4C6A-93E6-9CFCA92253E0}"/>
              </a:ext>
            </a:extLst>
          </p:cNvPr>
          <p:cNvCxnSpPr>
            <a:cxnSpLocks/>
          </p:cNvCxnSpPr>
          <p:nvPr/>
        </p:nvCxnSpPr>
        <p:spPr>
          <a:xfrm>
            <a:off x="8861117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694B13B-AC4F-4BEB-8CEA-C4E6839C19FC}"/>
              </a:ext>
            </a:extLst>
          </p:cNvPr>
          <p:cNvCxnSpPr>
            <a:cxnSpLocks/>
          </p:cNvCxnSpPr>
          <p:nvPr/>
        </p:nvCxnSpPr>
        <p:spPr>
          <a:xfrm>
            <a:off x="8910200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A7359AB-B354-49BD-A57F-AAF6E97AC1AD}"/>
              </a:ext>
            </a:extLst>
          </p:cNvPr>
          <p:cNvCxnSpPr>
            <a:cxnSpLocks/>
          </p:cNvCxnSpPr>
          <p:nvPr/>
        </p:nvCxnSpPr>
        <p:spPr>
          <a:xfrm>
            <a:off x="8959283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0EF4BD2-6AAF-45B6-BE14-4C893EA97989}"/>
              </a:ext>
            </a:extLst>
          </p:cNvPr>
          <p:cNvCxnSpPr>
            <a:cxnSpLocks/>
          </p:cNvCxnSpPr>
          <p:nvPr/>
        </p:nvCxnSpPr>
        <p:spPr>
          <a:xfrm>
            <a:off x="9008365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EE03F08-DBFA-4255-854F-E715E5016B50}"/>
              </a:ext>
            </a:extLst>
          </p:cNvPr>
          <p:cNvCxnSpPr>
            <a:cxnSpLocks/>
            <a:stCxn id="18" idx="0"/>
          </p:cNvCxnSpPr>
          <p:nvPr/>
        </p:nvCxnSpPr>
        <p:spPr>
          <a:xfrm>
            <a:off x="7826471" y="1322876"/>
            <a:ext cx="974580" cy="2857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51ED173-98E0-4472-92F9-DEE91493A86F}"/>
              </a:ext>
            </a:extLst>
          </p:cNvPr>
          <p:cNvCxnSpPr>
            <a:cxnSpLocks/>
            <a:stCxn id="21" idx="4"/>
          </p:cNvCxnSpPr>
          <p:nvPr/>
        </p:nvCxnSpPr>
        <p:spPr>
          <a:xfrm flipV="1">
            <a:off x="7826471" y="1642556"/>
            <a:ext cx="974580" cy="48860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4A14DA4-4931-4E89-A2A0-90FF4483364B}"/>
              </a:ext>
            </a:extLst>
          </p:cNvPr>
          <p:cNvCxnSpPr>
            <a:cxnSpLocks/>
          </p:cNvCxnSpPr>
          <p:nvPr/>
        </p:nvCxnSpPr>
        <p:spPr>
          <a:xfrm>
            <a:off x="8802438" y="1609631"/>
            <a:ext cx="63885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79A7D4C-8A0B-46A1-9D93-E7219275ABB2}"/>
              </a:ext>
            </a:extLst>
          </p:cNvPr>
          <p:cNvCxnSpPr>
            <a:cxnSpLocks/>
          </p:cNvCxnSpPr>
          <p:nvPr/>
        </p:nvCxnSpPr>
        <p:spPr>
          <a:xfrm>
            <a:off x="8802438" y="1642556"/>
            <a:ext cx="63885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0CF34FF-8D47-4236-9E5B-9018635C61A6}"/>
              </a:ext>
            </a:extLst>
          </p:cNvPr>
          <p:cNvCxnSpPr>
            <a:cxnSpLocks/>
          </p:cNvCxnSpPr>
          <p:nvPr/>
        </p:nvCxnSpPr>
        <p:spPr>
          <a:xfrm>
            <a:off x="9056062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1A4583B-DD65-4ACE-B001-A458C3265B21}"/>
              </a:ext>
            </a:extLst>
          </p:cNvPr>
          <p:cNvCxnSpPr>
            <a:cxnSpLocks/>
          </p:cNvCxnSpPr>
          <p:nvPr/>
        </p:nvCxnSpPr>
        <p:spPr>
          <a:xfrm>
            <a:off x="9105145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15110EBD-AE3F-4E50-B198-5945AFDE42A4}"/>
              </a:ext>
            </a:extLst>
          </p:cNvPr>
          <p:cNvCxnSpPr>
            <a:cxnSpLocks/>
          </p:cNvCxnSpPr>
          <p:nvPr/>
        </p:nvCxnSpPr>
        <p:spPr>
          <a:xfrm>
            <a:off x="9154227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1FB3778-7C88-49C2-9036-FF0482164F23}"/>
              </a:ext>
            </a:extLst>
          </p:cNvPr>
          <p:cNvCxnSpPr>
            <a:cxnSpLocks/>
            <a:stCxn id="19" idx="0"/>
          </p:cNvCxnSpPr>
          <p:nvPr/>
        </p:nvCxnSpPr>
        <p:spPr>
          <a:xfrm>
            <a:off x="7826471" y="1018763"/>
            <a:ext cx="1248641" cy="579924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7417C55C-C670-47AF-BCFE-759C57263535}"/>
              </a:ext>
            </a:extLst>
          </p:cNvPr>
          <p:cNvSpPr/>
          <p:nvPr/>
        </p:nvSpPr>
        <p:spPr>
          <a:xfrm rot="1805662" flipV="1">
            <a:off x="9053708" y="1563466"/>
            <a:ext cx="28142" cy="19389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B47617A-0292-4760-A786-37D8540EE2E0}"/>
              </a:ext>
            </a:extLst>
          </p:cNvPr>
          <p:cNvCxnSpPr>
            <a:cxnSpLocks/>
          </p:cNvCxnSpPr>
          <p:nvPr/>
        </p:nvCxnSpPr>
        <p:spPr>
          <a:xfrm>
            <a:off x="9105145" y="1598687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805EEF7-3C26-4E83-88CB-E4FF3A0014C6}"/>
              </a:ext>
            </a:extLst>
          </p:cNvPr>
          <p:cNvCxnSpPr>
            <a:cxnSpLocks/>
          </p:cNvCxnSpPr>
          <p:nvPr/>
        </p:nvCxnSpPr>
        <p:spPr>
          <a:xfrm>
            <a:off x="9154227" y="1598687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44878FE-61B7-4889-93C1-C1BAB93EC5EE}"/>
              </a:ext>
            </a:extLst>
          </p:cNvPr>
          <p:cNvCxnSpPr>
            <a:cxnSpLocks/>
          </p:cNvCxnSpPr>
          <p:nvPr/>
        </p:nvCxnSpPr>
        <p:spPr>
          <a:xfrm>
            <a:off x="9211557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92BFB9B-FE3C-406F-A246-0C53A595C235}"/>
              </a:ext>
            </a:extLst>
          </p:cNvPr>
          <p:cNvCxnSpPr>
            <a:cxnSpLocks/>
          </p:cNvCxnSpPr>
          <p:nvPr/>
        </p:nvCxnSpPr>
        <p:spPr>
          <a:xfrm>
            <a:off x="9259254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6F96195-6419-40B3-9BBF-616755728604}"/>
              </a:ext>
            </a:extLst>
          </p:cNvPr>
          <p:cNvCxnSpPr>
            <a:cxnSpLocks/>
          </p:cNvCxnSpPr>
          <p:nvPr/>
        </p:nvCxnSpPr>
        <p:spPr>
          <a:xfrm>
            <a:off x="9308337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94AFF44-5AAA-4B02-8A42-6D654E302738}"/>
              </a:ext>
            </a:extLst>
          </p:cNvPr>
          <p:cNvCxnSpPr>
            <a:cxnSpLocks/>
          </p:cNvCxnSpPr>
          <p:nvPr/>
        </p:nvCxnSpPr>
        <p:spPr>
          <a:xfrm>
            <a:off x="9357419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95BDC59-0BB8-4846-B99D-1728527CC899}"/>
              </a:ext>
            </a:extLst>
          </p:cNvPr>
          <p:cNvCxnSpPr>
            <a:cxnSpLocks/>
          </p:cNvCxnSpPr>
          <p:nvPr/>
        </p:nvCxnSpPr>
        <p:spPr>
          <a:xfrm>
            <a:off x="9211587" y="1598687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C150014-623F-48B3-A575-952A8D26D0F3}"/>
              </a:ext>
            </a:extLst>
          </p:cNvPr>
          <p:cNvCxnSpPr>
            <a:cxnSpLocks/>
          </p:cNvCxnSpPr>
          <p:nvPr/>
        </p:nvCxnSpPr>
        <p:spPr>
          <a:xfrm>
            <a:off x="9260669" y="1598687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0BCB2AD-8651-4451-93D4-FDD945DEB723}"/>
              </a:ext>
            </a:extLst>
          </p:cNvPr>
          <p:cNvCxnSpPr>
            <a:cxnSpLocks/>
          </p:cNvCxnSpPr>
          <p:nvPr/>
        </p:nvCxnSpPr>
        <p:spPr>
          <a:xfrm>
            <a:off x="9308337" y="1598687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FEED819-F0B1-426C-A544-BD8EC1FACB2F}"/>
              </a:ext>
            </a:extLst>
          </p:cNvPr>
          <p:cNvCxnSpPr>
            <a:cxnSpLocks/>
          </p:cNvCxnSpPr>
          <p:nvPr/>
        </p:nvCxnSpPr>
        <p:spPr>
          <a:xfrm>
            <a:off x="9357419" y="1598687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D1280206-7524-4506-B89F-1CBF6EFAE1F6}"/>
              </a:ext>
            </a:extLst>
          </p:cNvPr>
          <p:cNvCxnSpPr>
            <a:cxnSpLocks/>
          </p:cNvCxnSpPr>
          <p:nvPr/>
        </p:nvCxnSpPr>
        <p:spPr>
          <a:xfrm>
            <a:off x="9412442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DC54EBA-0144-42FD-B892-58F14F43C59C}"/>
              </a:ext>
            </a:extLst>
          </p:cNvPr>
          <p:cNvCxnSpPr>
            <a:cxnSpLocks/>
          </p:cNvCxnSpPr>
          <p:nvPr/>
        </p:nvCxnSpPr>
        <p:spPr>
          <a:xfrm>
            <a:off x="9412442" y="1598687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4ED9F1CD-5CF5-4FDE-8FE2-D32CA9D9F0AB}"/>
              </a:ext>
            </a:extLst>
          </p:cNvPr>
          <p:cNvSpPr/>
          <p:nvPr/>
        </p:nvSpPr>
        <p:spPr>
          <a:xfrm flipV="1">
            <a:off x="9436471" y="1565436"/>
            <a:ext cx="28142" cy="19389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698DE0B-45F0-4996-A24F-B0A4539E4144}"/>
              </a:ext>
            </a:extLst>
          </p:cNvPr>
          <p:cNvCxnSpPr>
            <a:cxnSpLocks/>
          </p:cNvCxnSpPr>
          <p:nvPr/>
        </p:nvCxnSpPr>
        <p:spPr>
          <a:xfrm>
            <a:off x="9464613" y="1642556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26529D8-306B-485A-B49C-4AFA4853A6D6}"/>
              </a:ext>
            </a:extLst>
          </p:cNvPr>
          <p:cNvCxnSpPr>
            <a:cxnSpLocks/>
          </p:cNvCxnSpPr>
          <p:nvPr/>
        </p:nvCxnSpPr>
        <p:spPr>
          <a:xfrm>
            <a:off x="9464613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EE7D54B-0022-47A2-9D08-3157DAF61DDC}"/>
              </a:ext>
            </a:extLst>
          </p:cNvPr>
          <p:cNvCxnSpPr>
            <a:cxnSpLocks/>
          </p:cNvCxnSpPr>
          <p:nvPr/>
        </p:nvCxnSpPr>
        <p:spPr>
          <a:xfrm>
            <a:off x="9464613" y="1598687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87D75B0-0AA1-4898-9F0F-59563AD690F7}"/>
              </a:ext>
            </a:extLst>
          </p:cNvPr>
          <p:cNvCxnSpPr>
            <a:cxnSpLocks/>
          </p:cNvCxnSpPr>
          <p:nvPr/>
        </p:nvCxnSpPr>
        <p:spPr>
          <a:xfrm>
            <a:off x="9464613" y="1612973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9941309-A8BD-4114-BABB-FBFF60F4102C}"/>
              </a:ext>
            </a:extLst>
          </p:cNvPr>
          <p:cNvCxnSpPr>
            <a:cxnSpLocks/>
          </p:cNvCxnSpPr>
          <p:nvPr/>
        </p:nvCxnSpPr>
        <p:spPr>
          <a:xfrm>
            <a:off x="9531304" y="1642556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1153723C-D7C9-4BDF-94CC-9D6CCAA52265}"/>
              </a:ext>
            </a:extLst>
          </p:cNvPr>
          <p:cNvCxnSpPr>
            <a:cxnSpLocks/>
          </p:cNvCxnSpPr>
          <p:nvPr/>
        </p:nvCxnSpPr>
        <p:spPr>
          <a:xfrm>
            <a:off x="9531304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15A5A10-8260-40FF-98DC-D04B1D7B9DCF}"/>
              </a:ext>
            </a:extLst>
          </p:cNvPr>
          <p:cNvCxnSpPr>
            <a:cxnSpLocks/>
          </p:cNvCxnSpPr>
          <p:nvPr/>
        </p:nvCxnSpPr>
        <p:spPr>
          <a:xfrm>
            <a:off x="9531304" y="1598687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C66232C9-89F8-4CE4-B74D-FC124A4F751C}"/>
              </a:ext>
            </a:extLst>
          </p:cNvPr>
          <p:cNvCxnSpPr>
            <a:cxnSpLocks/>
          </p:cNvCxnSpPr>
          <p:nvPr/>
        </p:nvCxnSpPr>
        <p:spPr>
          <a:xfrm>
            <a:off x="9531304" y="1612973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8456413-3F98-4FD6-9396-EABB872E61E4}"/>
              </a:ext>
            </a:extLst>
          </p:cNvPr>
          <p:cNvCxnSpPr>
            <a:cxnSpLocks/>
          </p:cNvCxnSpPr>
          <p:nvPr/>
        </p:nvCxnSpPr>
        <p:spPr>
          <a:xfrm>
            <a:off x="9605606" y="1642556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1CDF2717-65BD-43BF-A44F-D04BDCCCC73C}"/>
              </a:ext>
            </a:extLst>
          </p:cNvPr>
          <p:cNvCxnSpPr>
            <a:cxnSpLocks/>
          </p:cNvCxnSpPr>
          <p:nvPr/>
        </p:nvCxnSpPr>
        <p:spPr>
          <a:xfrm>
            <a:off x="9605606" y="1626989"/>
            <a:ext cx="38100" cy="0"/>
          </a:xfrm>
          <a:prstGeom prst="line">
            <a:avLst/>
          </a:prstGeom>
          <a:ln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C0ABE90-904A-4950-B5BB-B982501F4B8D}"/>
              </a:ext>
            </a:extLst>
          </p:cNvPr>
          <p:cNvCxnSpPr>
            <a:cxnSpLocks/>
          </p:cNvCxnSpPr>
          <p:nvPr/>
        </p:nvCxnSpPr>
        <p:spPr>
          <a:xfrm>
            <a:off x="9605606" y="1598687"/>
            <a:ext cx="381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8D01BCF-BE7E-419E-9278-34F128B9E296}"/>
              </a:ext>
            </a:extLst>
          </p:cNvPr>
          <p:cNvCxnSpPr>
            <a:cxnSpLocks/>
          </p:cNvCxnSpPr>
          <p:nvPr/>
        </p:nvCxnSpPr>
        <p:spPr>
          <a:xfrm>
            <a:off x="9605606" y="1612973"/>
            <a:ext cx="38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99F0D2D-3E64-4339-B570-5239E6986478}"/>
              </a:ext>
            </a:extLst>
          </p:cNvPr>
          <p:cNvSpPr/>
          <p:nvPr/>
        </p:nvSpPr>
        <p:spPr>
          <a:xfrm>
            <a:off x="8257459" y="1496271"/>
            <a:ext cx="4090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 1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A8392DE-F634-43F6-9A39-E5176185F051}"/>
              </a:ext>
            </a:extLst>
          </p:cNvPr>
          <p:cNvSpPr/>
          <p:nvPr/>
        </p:nvSpPr>
        <p:spPr>
          <a:xfrm>
            <a:off x="8871039" y="1391092"/>
            <a:ext cx="4090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 2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1124C59-E3B7-4252-9821-2A7CA7E4DC85}"/>
              </a:ext>
            </a:extLst>
          </p:cNvPr>
          <p:cNvSpPr/>
          <p:nvPr/>
        </p:nvSpPr>
        <p:spPr>
          <a:xfrm>
            <a:off x="9254815" y="1391092"/>
            <a:ext cx="4090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 3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F3481BE-FA9D-4433-862C-024C96609A1A}"/>
              </a:ext>
            </a:extLst>
          </p:cNvPr>
          <p:cNvSpPr/>
          <p:nvPr/>
        </p:nvSpPr>
        <p:spPr>
          <a:xfrm>
            <a:off x="8764478" y="1522307"/>
            <a:ext cx="147335" cy="206018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D24D7DC-F41C-45B3-B0AA-CC79AF6E18C7}"/>
              </a:ext>
            </a:extLst>
          </p:cNvPr>
          <p:cNvSpPr/>
          <p:nvPr/>
        </p:nvSpPr>
        <p:spPr>
          <a:xfrm>
            <a:off x="9093875" y="1522307"/>
            <a:ext cx="110695" cy="206018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3CE9D00-AA5A-45BA-AE6B-CE3214EC8215}"/>
              </a:ext>
            </a:extLst>
          </p:cNvPr>
          <p:cNvSpPr/>
          <p:nvPr/>
        </p:nvSpPr>
        <p:spPr>
          <a:xfrm>
            <a:off x="9497572" y="1522307"/>
            <a:ext cx="133941" cy="206018"/>
          </a:xfrm>
          <a:prstGeom prst="rect">
            <a:avLst/>
          </a:prstGeom>
          <a:noFill/>
          <a:ln w="63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7271CE4-1445-42E7-B58F-8253F6756639}"/>
              </a:ext>
            </a:extLst>
          </p:cNvPr>
          <p:cNvSpPr/>
          <p:nvPr/>
        </p:nvSpPr>
        <p:spPr>
          <a:xfrm>
            <a:off x="8441921" y="1758279"/>
            <a:ext cx="5677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F64D7E2-8F39-4F83-9E1B-6053CC95E9BD}"/>
              </a:ext>
            </a:extLst>
          </p:cNvPr>
          <p:cNvSpPr/>
          <p:nvPr/>
        </p:nvSpPr>
        <p:spPr>
          <a:xfrm>
            <a:off x="8920678" y="1758279"/>
            <a:ext cx="5677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337240D-B67A-4A06-B81A-AA85EDC83EB7}"/>
              </a:ext>
            </a:extLst>
          </p:cNvPr>
          <p:cNvSpPr/>
          <p:nvPr/>
        </p:nvSpPr>
        <p:spPr>
          <a:xfrm>
            <a:off x="9292491" y="1276895"/>
            <a:ext cx="56778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700" dirty="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C58758D-535E-4DA2-B5FC-C621727C1D95}"/>
              </a:ext>
            </a:extLst>
          </p:cNvPr>
          <p:cNvSpPr/>
          <p:nvPr/>
        </p:nvSpPr>
        <p:spPr>
          <a:xfrm>
            <a:off x="2902350" y="1519570"/>
            <a:ext cx="46666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합치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D9D5731-3311-4870-96F0-9286FC54B07D}"/>
              </a:ext>
            </a:extLst>
          </p:cNvPr>
          <p:cNvSpPr/>
          <p:nvPr/>
        </p:nvSpPr>
        <p:spPr>
          <a:xfrm>
            <a:off x="2902350" y="1686675"/>
            <a:ext cx="4876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Final Cut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 공정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A25187E7-07F7-43B7-BF44-C1730210951C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2138984" y="1475577"/>
            <a:ext cx="763366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60455EE5-A4ED-4D21-B93B-00FF6DC63A9F}"/>
              </a:ext>
            </a:extLst>
          </p:cNvPr>
          <p:cNvCxnSpPr>
            <a:cxnSpLocks/>
            <a:stCxn id="13" idx="3"/>
            <a:endCxn id="74" idx="1"/>
          </p:cNvCxnSpPr>
          <p:nvPr/>
        </p:nvCxnSpPr>
        <p:spPr>
          <a:xfrm>
            <a:off x="2138984" y="1475577"/>
            <a:ext cx="763366" cy="167104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5641DF87-35EA-4E0C-926B-C506B44EAEE5}"/>
              </a:ext>
            </a:extLst>
          </p:cNvPr>
          <p:cNvCxnSpPr>
            <a:cxnSpLocks/>
            <a:stCxn id="13" idx="3"/>
            <a:endCxn id="75" idx="1"/>
          </p:cNvCxnSpPr>
          <p:nvPr/>
        </p:nvCxnSpPr>
        <p:spPr>
          <a:xfrm>
            <a:off x="2138984" y="1475577"/>
            <a:ext cx="763366" cy="334209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FAF30FB-E9D6-4E92-A329-D7C0EF40E7D4}"/>
              </a:ext>
            </a:extLst>
          </p:cNvPr>
          <p:cNvSpPr/>
          <p:nvPr/>
        </p:nvSpPr>
        <p:spPr>
          <a:xfrm>
            <a:off x="4157778" y="1030541"/>
            <a:ext cx="36375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자재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형태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(Roll/Cut)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 변화되는 시점을 기준으로 상세 구분 </a:t>
            </a:r>
            <a:endParaRPr lang="en-US" altLang="ko-KR" sz="800" b="1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위치 불량은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Roll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합치 되는 과정에서 발생함으로 해당 기준으로 구분하였음</a:t>
            </a:r>
            <a:endParaRPr lang="ko-KR" altLang="en-US" b="1" dirty="0">
              <a:solidFill>
                <a:srgbClr val="006600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D629397-A112-4E09-BA98-25C60CD45C6A}"/>
              </a:ext>
            </a:extLst>
          </p:cNvPr>
          <p:cNvSpPr/>
          <p:nvPr/>
        </p:nvSpPr>
        <p:spPr>
          <a:xfrm>
            <a:off x="494126" y="2025229"/>
            <a:ext cx="5261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CD40F476-BC3F-489A-BFD8-9CCEB526E5F0}"/>
              </a:ext>
            </a:extLst>
          </p:cNvPr>
          <p:cNvCxnSpPr>
            <a:stCxn id="88" idx="3"/>
            <a:endCxn id="89" idx="1"/>
          </p:cNvCxnSpPr>
          <p:nvPr/>
        </p:nvCxnSpPr>
        <p:spPr>
          <a:xfrm>
            <a:off x="1020232" y="2148340"/>
            <a:ext cx="57822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8D92DB-5C93-49A5-B28D-FF101E4A953F}"/>
              </a:ext>
            </a:extLst>
          </p:cNvPr>
          <p:cNvGrpSpPr/>
          <p:nvPr/>
        </p:nvGrpSpPr>
        <p:grpSpPr>
          <a:xfrm>
            <a:off x="1598452" y="2025229"/>
            <a:ext cx="2224343" cy="395886"/>
            <a:chOff x="1598452" y="2227443"/>
            <a:chExt cx="2224343" cy="395886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D0EAEF1E-1825-4A0F-BB49-6F0D40537A52}"/>
                </a:ext>
              </a:extLst>
            </p:cNvPr>
            <p:cNvSpPr/>
            <p:nvPr/>
          </p:nvSpPr>
          <p:spPr>
            <a:xfrm>
              <a:off x="1598452" y="2227443"/>
              <a:ext cx="66877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상부 전극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334876DC-2A4B-40C7-BAD9-C1DB6FC9BA29}"/>
                </a:ext>
              </a:extLst>
            </p:cNvPr>
            <p:cNvSpPr/>
            <p:nvPr/>
          </p:nvSpPr>
          <p:spPr>
            <a:xfrm>
              <a:off x="2902350" y="2227443"/>
              <a:ext cx="92044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상부 전극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(Roll)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FDFC233E-9EB8-42E8-B509-373C971988B8}"/>
                </a:ext>
              </a:extLst>
            </p:cNvPr>
            <p:cNvCxnSpPr>
              <a:cxnSpLocks/>
              <a:stCxn id="89" idx="3"/>
              <a:endCxn id="91" idx="1"/>
            </p:cNvCxnSpPr>
            <p:nvPr/>
          </p:nvCxnSpPr>
          <p:spPr>
            <a:xfrm>
              <a:off x="2267225" y="2350554"/>
              <a:ext cx="635125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C02DB577-A895-42FA-BB4A-00F2C989A194}"/>
                </a:ext>
              </a:extLst>
            </p:cNvPr>
            <p:cNvSpPr/>
            <p:nvPr/>
          </p:nvSpPr>
          <p:spPr>
            <a:xfrm>
              <a:off x="2902350" y="2377108"/>
              <a:ext cx="90120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상부 전극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(Cut)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051CCFCA-5772-4FEC-9709-4D52357BFB49}"/>
                </a:ext>
              </a:extLst>
            </p:cNvPr>
            <p:cNvCxnSpPr>
              <a:cxnSpLocks/>
              <a:stCxn id="89" idx="3"/>
              <a:endCxn id="94" idx="1"/>
            </p:cNvCxnSpPr>
            <p:nvPr/>
          </p:nvCxnSpPr>
          <p:spPr>
            <a:xfrm>
              <a:off x="2267225" y="2350554"/>
              <a:ext cx="635125" cy="149665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8DCBF9DD-0F58-4D11-B823-E419A18F4623}"/>
              </a:ext>
            </a:extLst>
          </p:cNvPr>
          <p:cNvGrpSpPr/>
          <p:nvPr/>
        </p:nvGrpSpPr>
        <p:grpSpPr>
          <a:xfrm>
            <a:off x="1598452" y="2329044"/>
            <a:ext cx="2224343" cy="395886"/>
            <a:chOff x="1598452" y="2227443"/>
            <a:chExt cx="2224343" cy="395886"/>
          </a:xfrm>
        </p:grpSpPr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B3BB3F7B-9BE7-45A4-BDAC-4C8682651A33}"/>
                </a:ext>
              </a:extLst>
            </p:cNvPr>
            <p:cNvSpPr/>
            <p:nvPr/>
          </p:nvSpPr>
          <p:spPr>
            <a:xfrm>
              <a:off x="1598452" y="2227443"/>
              <a:ext cx="66877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중앙 전극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97EF3B6B-44FB-4CED-9D5F-EE38FEB8707F}"/>
                </a:ext>
              </a:extLst>
            </p:cNvPr>
            <p:cNvSpPr/>
            <p:nvPr/>
          </p:nvSpPr>
          <p:spPr>
            <a:xfrm>
              <a:off x="2902350" y="2227443"/>
              <a:ext cx="92044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중앙 전극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(Roll)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42119F0B-655A-4726-9C37-1F0622514221}"/>
                </a:ext>
              </a:extLst>
            </p:cNvPr>
            <p:cNvCxnSpPr>
              <a:cxnSpLocks/>
              <a:stCxn id="100" idx="3"/>
              <a:endCxn id="101" idx="1"/>
            </p:cNvCxnSpPr>
            <p:nvPr/>
          </p:nvCxnSpPr>
          <p:spPr>
            <a:xfrm>
              <a:off x="2267225" y="2350554"/>
              <a:ext cx="635125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C197AB64-C80E-4519-B6F6-3117EF1C5CF2}"/>
                </a:ext>
              </a:extLst>
            </p:cNvPr>
            <p:cNvSpPr/>
            <p:nvPr/>
          </p:nvSpPr>
          <p:spPr>
            <a:xfrm>
              <a:off x="2902350" y="2377108"/>
              <a:ext cx="90120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중앙 전극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(Cut)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7728FAFA-6AE9-4E55-B46A-85602818006C}"/>
                </a:ext>
              </a:extLst>
            </p:cNvPr>
            <p:cNvCxnSpPr>
              <a:cxnSpLocks/>
              <a:stCxn id="100" idx="3"/>
              <a:endCxn id="103" idx="1"/>
            </p:cNvCxnSpPr>
            <p:nvPr/>
          </p:nvCxnSpPr>
          <p:spPr>
            <a:xfrm>
              <a:off x="2267225" y="2350554"/>
              <a:ext cx="635125" cy="149665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6A5E6330-620D-4C8C-846A-41D29C34F3B3}"/>
              </a:ext>
            </a:extLst>
          </p:cNvPr>
          <p:cNvGrpSpPr/>
          <p:nvPr/>
        </p:nvGrpSpPr>
        <p:grpSpPr>
          <a:xfrm>
            <a:off x="1541545" y="2632859"/>
            <a:ext cx="2395062" cy="395886"/>
            <a:chOff x="1541545" y="2227443"/>
            <a:chExt cx="2395062" cy="395886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1423099D-7044-45B8-B1CC-FFBE37E121AC}"/>
                </a:ext>
              </a:extLst>
            </p:cNvPr>
            <p:cNvSpPr/>
            <p:nvPr/>
          </p:nvSpPr>
          <p:spPr>
            <a:xfrm>
              <a:off x="1541545" y="2227443"/>
              <a:ext cx="78258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상부 분리막</a:t>
              </a: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A9884AB9-8A60-4C43-9F92-E6ADDE783664}"/>
                </a:ext>
              </a:extLst>
            </p:cNvPr>
            <p:cNvSpPr/>
            <p:nvPr/>
          </p:nvSpPr>
          <p:spPr>
            <a:xfrm>
              <a:off x="2902350" y="2227443"/>
              <a:ext cx="103425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상부 분리막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(Roll)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629199E1-F3E8-4F2B-BADB-D7D319ECAF7E}"/>
                </a:ext>
              </a:extLst>
            </p:cNvPr>
            <p:cNvCxnSpPr>
              <a:cxnSpLocks/>
              <a:stCxn id="106" idx="3"/>
              <a:endCxn id="107" idx="1"/>
            </p:cNvCxnSpPr>
            <p:nvPr/>
          </p:nvCxnSpPr>
          <p:spPr>
            <a:xfrm>
              <a:off x="2324132" y="2350554"/>
              <a:ext cx="57821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1FB4C3CB-213E-402E-A6A0-82D490D3A1BA}"/>
                </a:ext>
              </a:extLst>
            </p:cNvPr>
            <p:cNvSpPr/>
            <p:nvPr/>
          </p:nvSpPr>
          <p:spPr>
            <a:xfrm>
              <a:off x="2902350" y="2377108"/>
              <a:ext cx="101502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상부 분리막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(Cut)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F05459E8-91DE-43C8-BF20-4D18B28D8F6D}"/>
                </a:ext>
              </a:extLst>
            </p:cNvPr>
            <p:cNvCxnSpPr>
              <a:cxnSpLocks/>
              <a:stCxn id="106" idx="3"/>
              <a:endCxn id="109" idx="1"/>
            </p:cNvCxnSpPr>
            <p:nvPr/>
          </p:nvCxnSpPr>
          <p:spPr>
            <a:xfrm>
              <a:off x="2324132" y="2350554"/>
              <a:ext cx="578218" cy="149665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533949E-EA32-4674-A586-0EF83D98C1C2}"/>
              </a:ext>
            </a:extLst>
          </p:cNvPr>
          <p:cNvGrpSpPr/>
          <p:nvPr/>
        </p:nvGrpSpPr>
        <p:grpSpPr>
          <a:xfrm>
            <a:off x="1541546" y="2936675"/>
            <a:ext cx="2395061" cy="395886"/>
            <a:chOff x="1541546" y="3383764"/>
            <a:chExt cx="2395061" cy="395886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0229309C-BEAA-4C97-A5C3-C09E855149E2}"/>
                </a:ext>
              </a:extLst>
            </p:cNvPr>
            <p:cNvSpPr/>
            <p:nvPr/>
          </p:nvSpPr>
          <p:spPr>
            <a:xfrm>
              <a:off x="1541546" y="3383764"/>
              <a:ext cx="78258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하부 분리막</a:t>
              </a: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1D364805-DBF8-4163-853E-3FE2B4548CDA}"/>
                </a:ext>
              </a:extLst>
            </p:cNvPr>
            <p:cNvSpPr/>
            <p:nvPr/>
          </p:nvSpPr>
          <p:spPr>
            <a:xfrm>
              <a:off x="2902350" y="3383764"/>
              <a:ext cx="103425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하부 분리막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(Roll)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A0C140DA-0E85-49BD-98D8-D06A321663C1}"/>
                </a:ext>
              </a:extLst>
            </p:cNvPr>
            <p:cNvCxnSpPr>
              <a:cxnSpLocks/>
              <a:stCxn id="112" idx="3"/>
              <a:endCxn id="113" idx="1"/>
            </p:cNvCxnSpPr>
            <p:nvPr/>
          </p:nvCxnSpPr>
          <p:spPr>
            <a:xfrm>
              <a:off x="2324133" y="3506875"/>
              <a:ext cx="57821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44E569C1-F2EA-4EFE-9E3E-522F6EA1C0B2}"/>
                </a:ext>
              </a:extLst>
            </p:cNvPr>
            <p:cNvSpPr/>
            <p:nvPr/>
          </p:nvSpPr>
          <p:spPr>
            <a:xfrm>
              <a:off x="2902350" y="3533429"/>
              <a:ext cx="101502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하부 분리막</a:t>
              </a:r>
              <a:r>
                <a:rPr lang="en-US" altLang="ko-KR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(Cut)</a:t>
              </a:r>
              <a:endPara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79574E93-F143-4FBB-8D05-43D3F179AB99}"/>
                </a:ext>
              </a:extLst>
            </p:cNvPr>
            <p:cNvCxnSpPr>
              <a:cxnSpLocks/>
              <a:stCxn id="112" idx="3"/>
              <a:endCxn id="115" idx="1"/>
            </p:cNvCxnSpPr>
            <p:nvPr/>
          </p:nvCxnSpPr>
          <p:spPr>
            <a:xfrm>
              <a:off x="2324133" y="3506875"/>
              <a:ext cx="578217" cy="149665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4DF4B962-5ECA-471D-A639-E16516711B48}"/>
              </a:ext>
            </a:extLst>
          </p:cNvPr>
          <p:cNvSpPr/>
          <p:nvPr/>
        </p:nvSpPr>
        <p:spPr>
          <a:xfrm>
            <a:off x="2995749" y="1391092"/>
            <a:ext cx="4651019" cy="515571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47BEAF5-6012-4F57-AF8D-6C1126BD270B}"/>
              </a:ext>
            </a:extLst>
          </p:cNvPr>
          <p:cNvSpPr/>
          <p:nvPr/>
        </p:nvSpPr>
        <p:spPr>
          <a:xfrm>
            <a:off x="2949533" y="2063596"/>
            <a:ext cx="893375" cy="1259436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F5008ABC-9DEC-495F-8D35-388131E1D1EC}"/>
              </a:ext>
            </a:extLst>
          </p:cNvPr>
          <p:cNvSpPr/>
          <p:nvPr/>
        </p:nvSpPr>
        <p:spPr>
          <a:xfrm>
            <a:off x="3788606" y="2887416"/>
            <a:ext cx="359104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공정에서는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자재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형태가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Roll /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 같이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가지로 존재함으로 구분</a:t>
            </a:r>
            <a:endParaRPr lang="ko-KR" altLang="en-US" b="1" dirty="0">
              <a:solidFill>
                <a:srgbClr val="006600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7A297D75-4664-47F5-9771-4FDD90BD7AD8}"/>
              </a:ext>
            </a:extLst>
          </p:cNvPr>
          <p:cNvSpPr/>
          <p:nvPr/>
        </p:nvSpPr>
        <p:spPr>
          <a:xfrm>
            <a:off x="1669787" y="3561618"/>
            <a:ext cx="5261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모노셀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3EA2FD2A-A0E1-4C6D-B86F-89FE82C27EF2}"/>
              </a:ext>
            </a:extLst>
          </p:cNvPr>
          <p:cNvSpPr/>
          <p:nvPr/>
        </p:nvSpPr>
        <p:spPr>
          <a:xfrm>
            <a:off x="1384457" y="3340612"/>
            <a:ext cx="109677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중간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반제품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0EF8D177-47DA-4A6C-BBF2-A6F1067C2908}"/>
              </a:ext>
            </a:extLst>
          </p:cNvPr>
          <p:cNvSpPr/>
          <p:nvPr/>
        </p:nvSpPr>
        <p:spPr>
          <a:xfrm>
            <a:off x="2902350" y="3334871"/>
            <a:ext cx="277351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(Cut)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38462E1-2B96-4341-97D3-ABEEB666C074}"/>
              </a:ext>
            </a:extLst>
          </p:cNvPr>
          <p:cNvSpPr/>
          <p:nvPr/>
        </p:nvSpPr>
        <p:spPr>
          <a:xfrm>
            <a:off x="2902350" y="3501975"/>
            <a:ext cx="349005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분리막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(Cut)_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하부 분리막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1EFD9D09-AB80-4242-8A03-BAF5B05E5CA4}"/>
              </a:ext>
            </a:extLst>
          </p:cNvPr>
          <p:cNvCxnSpPr>
            <a:cxnSpLocks/>
            <a:stCxn id="123" idx="3"/>
            <a:endCxn id="127" idx="1"/>
          </p:cNvCxnSpPr>
          <p:nvPr/>
        </p:nvCxnSpPr>
        <p:spPr>
          <a:xfrm>
            <a:off x="2481231" y="3463723"/>
            <a:ext cx="421119" cy="161363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2E59443-5343-48DC-907E-00C12ADE247D}"/>
              </a:ext>
            </a:extLst>
          </p:cNvPr>
          <p:cNvCxnSpPr>
            <a:cxnSpLocks/>
            <a:stCxn id="123" idx="3"/>
            <a:endCxn id="126" idx="1"/>
          </p:cNvCxnSpPr>
          <p:nvPr/>
        </p:nvCxnSpPr>
        <p:spPr>
          <a:xfrm flipV="1">
            <a:off x="2481231" y="3457982"/>
            <a:ext cx="421119" cy="574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87EF751A-9F45-4200-B405-6D9A863BA05F}"/>
              </a:ext>
            </a:extLst>
          </p:cNvPr>
          <p:cNvSpPr/>
          <p:nvPr/>
        </p:nvSpPr>
        <p:spPr>
          <a:xfrm>
            <a:off x="2949533" y="3334871"/>
            <a:ext cx="3338056" cy="407584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DDA5479A-2FCD-439F-B4D7-14F22F414BC6}"/>
              </a:ext>
            </a:extLst>
          </p:cNvPr>
          <p:cNvSpPr/>
          <p:nvPr/>
        </p:nvSpPr>
        <p:spPr>
          <a:xfrm>
            <a:off x="4168746" y="3764919"/>
            <a:ext cx="338265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 → 모노셀이 되는 과정에서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발생하는 중간 반제품들의 형태도 정의</a:t>
            </a:r>
            <a:endParaRPr lang="ko-KR" altLang="en-US" b="1" dirty="0">
              <a:solidFill>
                <a:srgbClr val="006600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5298D9B4-FDF6-4A15-9202-9743E6E753E7}"/>
              </a:ext>
            </a:extLst>
          </p:cNvPr>
          <p:cNvSpPr/>
          <p:nvPr/>
        </p:nvSpPr>
        <p:spPr>
          <a:xfrm>
            <a:off x="551033" y="5018179"/>
            <a:ext cx="4122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</a:t>
            </a: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C546FBBC-0DA4-462A-A3BC-B44745FC0B30}"/>
              </a:ext>
            </a:extLst>
          </p:cNvPr>
          <p:cNvCxnSpPr>
            <a:stCxn id="137" idx="3"/>
            <a:endCxn id="139" idx="1"/>
          </p:cNvCxnSpPr>
          <p:nvPr/>
        </p:nvCxnSpPr>
        <p:spPr>
          <a:xfrm>
            <a:off x="963326" y="5141290"/>
            <a:ext cx="63512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EA1F2C2A-0AB4-4223-9D6B-8B7B838B20F9}"/>
              </a:ext>
            </a:extLst>
          </p:cNvPr>
          <p:cNvSpPr/>
          <p:nvPr/>
        </p:nvSpPr>
        <p:spPr>
          <a:xfrm>
            <a:off x="1598453" y="5018179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위치 불량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080D18C-E5C1-41FA-831E-4138E86C507B}"/>
              </a:ext>
            </a:extLst>
          </p:cNvPr>
          <p:cNvSpPr/>
          <p:nvPr/>
        </p:nvSpPr>
        <p:spPr>
          <a:xfrm>
            <a:off x="2902350" y="5018179"/>
            <a:ext cx="3305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AC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42ED9FCD-858E-416A-A51D-35ABC39511A4}"/>
              </a:ext>
            </a:extLst>
          </p:cNvPr>
          <p:cNvCxnSpPr>
            <a:cxnSpLocks/>
            <a:stCxn id="139" idx="3"/>
            <a:endCxn id="140" idx="1"/>
          </p:cNvCxnSpPr>
          <p:nvPr/>
        </p:nvCxnSpPr>
        <p:spPr>
          <a:xfrm>
            <a:off x="2267226" y="5141290"/>
            <a:ext cx="63512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74F77D04-B237-4C1B-A1E4-3D654AE2A6D4}"/>
              </a:ext>
            </a:extLst>
          </p:cNvPr>
          <p:cNvSpPr/>
          <p:nvPr/>
        </p:nvSpPr>
        <p:spPr>
          <a:xfrm>
            <a:off x="2902350" y="5163190"/>
            <a:ext cx="3305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CS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50FB2132-395F-4C07-84E0-812860522E30}"/>
              </a:ext>
            </a:extLst>
          </p:cNvPr>
          <p:cNvCxnSpPr>
            <a:cxnSpLocks/>
            <a:stCxn id="139" idx="3"/>
            <a:endCxn id="142" idx="1"/>
          </p:cNvCxnSpPr>
          <p:nvPr/>
        </p:nvCxnSpPr>
        <p:spPr>
          <a:xfrm>
            <a:off x="2267226" y="5141290"/>
            <a:ext cx="635124" cy="145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8A65AE34-83F3-48A2-BD5F-111AC5430392}"/>
              </a:ext>
            </a:extLst>
          </p:cNvPr>
          <p:cNvSpPr/>
          <p:nvPr/>
        </p:nvSpPr>
        <p:spPr>
          <a:xfrm>
            <a:off x="2902350" y="5453212"/>
            <a:ext cx="38985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TPA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111A8B8F-98DC-4EDF-B2DF-28B9CE968B61}"/>
              </a:ext>
            </a:extLst>
          </p:cNvPr>
          <p:cNvSpPr/>
          <p:nvPr/>
        </p:nvSpPr>
        <p:spPr>
          <a:xfrm>
            <a:off x="2902350" y="5598223"/>
            <a:ext cx="3946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TPC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29F17565-40C0-4FB3-9B5B-3A63C7761E98}"/>
              </a:ext>
            </a:extLst>
          </p:cNvPr>
          <p:cNvSpPr/>
          <p:nvPr/>
        </p:nvSpPr>
        <p:spPr>
          <a:xfrm>
            <a:off x="2902350" y="5743234"/>
            <a:ext cx="4187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TWA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A916B4BC-7BB9-41A2-9968-1CB3E4813893}"/>
              </a:ext>
            </a:extLst>
          </p:cNvPr>
          <p:cNvSpPr/>
          <p:nvPr/>
        </p:nvSpPr>
        <p:spPr>
          <a:xfrm>
            <a:off x="2902350" y="5888245"/>
            <a:ext cx="4235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TWC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F0EC787-893F-4516-B39B-E6B18E763246}"/>
              </a:ext>
            </a:extLst>
          </p:cNvPr>
          <p:cNvSpPr/>
          <p:nvPr/>
        </p:nvSpPr>
        <p:spPr>
          <a:xfrm>
            <a:off x="2902350" y="6033256"/>
            <a:ext cx="40748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SAG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C5B2C70E-A919-4D40-9486-2D8563426D3E}"/>
              </a:ext>
            </a:extLst>
          </p:cNvPr>
          <p:cNvSpPr/>
          <p:nvPr/>
        </p:nvSpPr>
        <p:spPr>
          <a:xfrm>
            <a:off x="2902350" y="6178267"/>
            <a:ext cx="41229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SCG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E54774A7-5B50-49FA-905F-13BA0DEE184C}"/>
              </a:ext>
            </a:extLst>
          </p:cNvPr>
          <p:cNvSpPr/>
          <p:nvPr/>
        </p:nvSpPr>
        <p:spPr>
          <a:xfrm>
            <a:off x="2902350" y="6323278"/>
            <a:ext cx="325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AA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37ED061-E344-4C06-AE36-A25041903C49}"/>
              </a:ext>
            </a:extLst>
          </p:cNvPr>
          <p:cNvSpPr/>
          <p:nvPr/>
        </p:nvSpPr>
        <p:spPr>
          <a:xfrm>
            <a:off x="2902350" y="6468289"/>
            <a:ext cx="325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SS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E6BDE8B3-8E3A-46C6-B1C9-E9B8055B0DE0}"/>
              </a:ext>
            </a:extLst>
          </p:cNvPr>
          <p:cNvSpPr/>
          <p:nvPr/>
        </p:nvSpPr>
        <p:spPr>
          <a:xfrm>
            <a:off x="2902350" y="6613303"/>
            <a:ext cx="3962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ASS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3498EE34-BE8D-49EC-832D-07ECEDC13FB9}"/>
              </a:ext>
            </a:extLst>
          </p:cNvPr>
          <p:cNvSpPr/>
          <p:nvPr/>
        </p:nvSpPr>
        <p:spPr>
          <a:xfrm>
            <a:off x="2902350" y="5308201"/>
            <a:ext cx="325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AS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529F7974-A6DD-412D-A0BD-34D666756F4B}"/>
              </a:ext>
            </a:extLst>
          </p:cNvPr>
          <p:cNvCxnSpPr>
            <a:cxnSpLocks/>
            <a:stCxn id="139" idx="3"/>
            <a:endCxn id="155" idx="1"/>
          </p:cNvCxnSpPr>
          <p:nvPr/>
        </p:nvCxnSpPr>
        <p:spPr>
          <a:xfrm>
            <a:off x="2267226" y="5141290"/>
            <a:ext cx="635124" cy="290022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351E73A4-77DD-4109-995C-45D5742114D0}"/>
              </a:ext>
            </a:extLst>
          </p:cNvPr>
          <p:cNvCxnSpPr>
            <a:cxnSpLocks/>
            <a:stCxn id="139" idx="3"/>
            <a:endCxn id="153" idx="1"/>
          </p:cNvCxnSpPr>
          <p:nvPr/>
        </p:nvCxnSpPr>
        <p:spPr>
          <a:xfrm>
            <a:off x="2267226" y="5141290"/>
            <a:ext cx="635124" cy="1595124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BB4AEC21-D44D-463A-A9AA-13724FD6B127}"/>
              </a:ext>
            </a:extLst>
          </p:cNvPr>
          <p:cNvCxnSpPr>
            <a:cxnSpLocks/>
            <a:stCxn id="139" idx="3"/>
            <a:endCxn id="152" idx="1"/>
          </p:cNvCxnSpPr>
          <p:nvPr/>
        </p:nvCxnSpPr>
        <p:spPr>
          <a:xfrm>
            <a:off x="2267226" y="5141290"/>
            <a:ext cx="635124" cy="145011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0AB0D7E4-24BE-4ADC-84E7-604D62C6A09A}"/>
              </a:ext>
            </a:extLst>
          </p:cNvPr>
          <p:cNvCxnSpPr>
            <a:cxnSpLocks/>
            <a:stCxn id="139" idx="3"/>
            <a:endCxn id="151" idx="1"/>
          </p:cNvCxnSpPr>
          <p:nvPr/>
        </p:nvCxnSpPr>
        <p:spPr>
          <a:xfrm>
            <a:off x="2267226" y="5141290"/>
            <a:ext cx="635124" cy="1305099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4715ABB4-D55A-4E36-A537-E530FC8B9B5F}"/>
              </a:ext>
            </a:extLst>
          </p:cNvPr>
          <p:cNvCxnSpPr>
            <a:cxnSpLocks/>
            <a:stCxn id="139" idx="3"/>
            <a:endCxn id="150" idx="1"/>
          </p:cNvCxnSpPr>
          <p:nvPr/>
        </p:nvCxnSpPr>
        <p:spPr>
          <a:xfrm>
            <a:off x="2267226" y="5141290"/>
            <a:ext cx="635124" cy="1160088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E7F6CAE9-9465-4386-ABD1-1CB93119277E}"/>
              </a:ext>
            </a:extLst>
          </p:cNvPr>
          <p:cNvCxnSpPr>
            <a:cxnSpLocks/>
            <a:stCxn id="139" idx="3"/>
            <a:endCxn id="149" idx="1"/>
          </p:cNvCxnSpPr>
          <p:nvPr/>
        </p:nvCxnSpPr>
        <p:spPr>
          <a:xfrm>
            <a:off x="2267226" y="5141290"/>
            <a:ext cx="635124" cy="101507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3534F929-3517-4F59-A6A0-4E31E049AB4D}"/>
              </a:ext>
            </a:extLst>
          </p:cNvPr>
          <p:cNvCxnSpPr>
            <a:cxnSpLocks/>
            <a:stCxn id="139" idx="3"/>
            <a:endCxn id="148" idx="1"/>
          </p:cNvCxnSpPr>
          <p:nvPr/>
        </p:nvCxnSpPr>
        <p:spPr>
          <a:xfrm>
            <a:off x="2267226" y="5141290"/>
            <a:ext cx="635124" cy="87006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DD958096-1916-4000-8F83-BBF5F8B2F59D}"/>
              </a:ext>
            </a:extLst>
          </p:cNvPr>
          <p:cNvCxnSpPr>
            <a:cxnSpLocks/>
            <a:stCxn id="139" idx="3"/>
            <a:endCxn id="147" idx="1"/>
          </p:cNvCxnSpPr>
          <p:nvPr/>
        </p:nvCxnSpPr>
        <p:spPr>
          <a:xfrm>
            <a:off x="2267226" y="5141290"/>
            <a:ext cx="635124" cy="72505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987A090-26E4-4D86-AC92-F6B73DEAB404}"/>
              </a:ext>
            </a:extLst>
          </p:cNvPr>
          <p:cNvCxnSpPr>
            <a:cxnSpLocks/>
            <a:stCxn id="139" idx="3"/>
            <a:endCxn id="146" idx="1"/>
          </p:cNvCxnSpPr>
          <p:nvPr/>
        </p:nvCxnSpPr>
        <p:spPr>
          <a:xfrm>
            <a:off x="2267226" y="5141290"/>
            <a:ext cx="635124" cy="580044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554B2809-8DC4-430F-AEA5-0BFF373D0640}"/>
              </a:ext>
            </a:extLst>
          </p:cNvPr>
          <p:cNvCxnSpPr>
            <a:cxnSpLocks/>
            <a:stCxn id="139" idx="3"/>
            <a:endCxn id="145" idx="1"/>
          </p:cNvCxnSpPr>
          <p:nvPr/>
        </p:nvCxnSpPr>
        <p:spPr>
          <a:xfrm>
            <a:off x="2267226" y="5141290"/>
            <a:ext cx="635124" cy="435033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7767AC3B-F438-4BDA-9CB6-83F007147D7F}"/>
              </a:ext>
            </a:extLst>
          </p:cNvPr>
          <p:cNvGrpSpPr/>
          <p:nvPr/>
        </p:nvGrpSpPr>
        <p:grpSpPr>
          <a:xfrm rot="735834">
            <a:off x="7518778" y="2548617"/>
            <a:ext cx="843368" cy="331398"/>
            <a:chOff x="5619252" y="2548618"/>
            <a:chExt cx="843368" cy="331398"/>
          </a:xfrm>
        </p:grpSpPr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65736274-C67B-4BCE-8AED-DCA63672A9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8105" y="2560523"/>
              <a:ext cx="281897" cy="30210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순서도: 데이터 215">
              <a:extLst>
                <a:ext uri="{FF2B5EF4-FFF2-40B4-BE49-F238E27FC236}">
                  <a16:creationId xmlns:a16="http://schemas.microsoft.com/office/drawing/2014/main" id="{A887C2B8-78DA-444E-82CD-70F6F0D5E8A5}"/>
                </a:ext>
              </a:extLst>
            </p:cNvPr>
            <p:cNvSpPr/>
            <p:nvPr/>
          </p:nvSpPr>
          <p:spPr>
            <a:xfrm>
              <a:off x="5643097" y="2548618"/>
              <a:ext cx="819523" cy="167105"/>
            </a:xfrm>
            <a:prstGeom prst="flowChartInputOutput">
              <a:avLst/>
            </a:prstGeom>
            <a:solidFill>
              <a:schemeClr val="tx1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3A4D17BD-FF29-4F15-A16D-FA6E2BE5F49C}"/>
                </a:ext>
              </a:extLst>
            </p:cNvPr>
            <p:cNvSpPr/>
            <p:nvPr/>
          </p:nvSpPr>
          <p:spPr>
            <a:xfrm>
              <a:off x="5619252" y="2679961"/>
              <a:ext cx="200055" cy="20005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C2460179-0097-4632-993C-4E9E875AFB0E}"/>
              </a:ext>
            </a:extLst>
          </p:cNvPr>
          <p:cNvCxnSpPr>
            <a:cxnSpLocks/>
          </p:cNvCxnSpPr>
          <p:nvPr/>
        </p:nvCxnSpPr>
        <p:spPr>
          <a:xfrm rot="20386466">
            <a:off x="7686095" y="3246680"/>
            <a:ext cx="281897" cy="3021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순서도: 데이터 225">
            <a:extLst>
              <a:ext uri="{FF2B5EF4-FFF2-40B4-BE49-F238E27FC236}">
                <a16:creationId xmlns:a16="http://schemas.microsoft.com/office/drawing/2014/main" id="{7EAC875C-DE69-4036-B45C-13327581507D}"/>
              </a:ext>
            </a:extLst>
          </p:cNvPr>
          <p:cNvSpPr/>
          <p:nvPr/>
        </p:nvSpPr>
        <p:spPr>
          <a:xfrm rot="20386466" flipV="1">
            <a:off x="7570287" y="3342426"/>
            <a:ext cx="819523" cy="167105"/>
          </a:xfrm>
          <a:prstGeom prst="flowChartInputOutput">
            <a:avLst/>
          </a:prstGeom>
          <a:solidFill>
            <a:schemeClr val="tx1"/>
          </a:solidFill>
          <a:ln w="12700"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03D28BA5-49F2-43DE-AA47-80565E801161}"/>
              </a:ext>
            </a:extLst>
          </p:cNvPr>
          <p:cNvSpPr/>
          <p:nvPr/>
        </p:nvSpPr>
        <p:spPr>
          <a:xfrm>
            <a:off x="7652126" y="2924577"/>
            <a:ext cx="43633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(Roll)</a:t>
            </a:r>
            <a:endParaRPr lang="ko-KR" altLang="en-US" dirty="0"/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1FEC2352-1EDC-48F4-AB83-447358BCDB57}"/>
              </a:ext>
            </a:extLst>
          </p:cNvPr>
          <p:cNvSpPr/>
          <p:nvPr/>
        </p:nvSpPr>
        <p:spPr>
          <a:xfrm>
            <a:off x="9316225" y="2587115"/>
            <a:ext cx="4171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(Cut)</a:t>
            </a:r>
            <a:endParaRPr lang="ko-KR" altLang="en-US" dirty="0"/>
          </a:p>
        </p:txBody>
      </p:sp>
      <p:sp>
        <p:nvSpPr>
          <p:cNvPr id="233" name="타원 232">
            <a:extLst>
              <a:ext uri="{FF2B5EF4-FFF2-40B4-BE49-F238E27FC236}">
                <a16:creationId xmlns:a16="http://schemas.microsoft.com/office/drawing/2014/main" id="{142993A9-D5AF-486D-8D05-E32A5FE29D58}"/>
              </a:ext>
            </a:extLst>
          </p:cNvPr>
          <p:cNvSpPr/>
          <p:nvPr/>
        </p:nvSpPr>
        <p:spPr>
          <a:xfrm rot="735834">
            <a:off x="9136288" y="3120969"/>
            <a:ext cx="200055" cy="200055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순서도: 데이터 234">
            <a:extLst>
              <a:ext uri="{FF2B5EF4-FFF2-40B4-BE49-F238E27FC236}">
                <a16:creationId xmlns:a16="http://schemas.microsoft.com/office/drawing/2014/main" id="{24278785-5438-40A0-AAEC-37232A47B20C}"/>
              </a:ext>
            </a:extLst>
          </p:cNvPr>
          <p:cNvSpPr/>
          <p:nvPr/>
        </p:nvSpPr>
        <p:spPr>
          <a:xfrm rot="735834">
            <a:off x="8813531" y="2542597"/>
            <a:ext cx="455427" cy="525163"/>
          </a:xfrm>
          <a:prstGeom prst="flowChartInputOutpu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E7B11208-B169-4755-BE9A-632352EA5538}"/>
              </a:ext>
            </a:extLst>
          </p:cNvPr>
          <p:cNvSpPr/>
          <p:nvPr/>
        </p:nvSpPr>
        <p:spPr>
          <a:xfrm rot="20386466" flipV="1">
            <a:off x="7515908" y="3302571"/>
            <a:ext cx="200055" cy="200055"/>
          </a:xfrm>
          <a:prstGeom prst="ellipse">
            <a:avLst/>
          </a:prstGeom>
          <a:solidFill>
            <a:schemeClr val="tx1"/>
          </a:solidFill>
          <a:ln w="12700"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6" name="순서도: 데이터 235">
            <a:extLst>
              <a:ext uri="{FF2B5EF4-FFF2-40B4-BE49-F238E27FC236}">
                <a16:creationId xmlns:a16="http://schemas.microsoft.com/office/drawing/2014/main" id="{C7AE1393-7266-4C1C-AA83-68FB4DAE730D}"/>
              </a:ext>
            </a:extLst>
          </p:cNvPr>
          <p:cNvSpPr/>
          <p:nvPr/>
        </p:nvSpPr>
        <p:spPr>
          <a:xfrm rot="735834">
            <a:off x="9090719" y="2514034"/>
            <a:ext cx="100821" cy="46441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7" name="순서도: 데이터 236">
            <a:extLst>
              <a:ext uri="{FF2B5EF4-FFF2-40B4-BE49-F238E27FC236}">
                <a16:creationId xmlns:a16="http://schemas.microsoft.com/office/drawing/2014/main" id="{3B13D5DD-EECC-4077-89BE-94E7E8D49602}"/>
              </a:ext>
            </a:extLst>
          </p:cNvPr>
          <p:cNvSpPr/>
          <p:nvPr/>
        </p:nvSpPr>
        <p:spPr>
          <a:xfrm rot="735834">
            <a:off x="8952865" y="2850710"/>
            <a:ext cx="455427" cy="525163"/>
          </a:xfrm>
          <a:prstGeom prst="flowChartInputOutpu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8" name="순서도: 데이터 237">
            <a:extLst>
              <a:ext uri="{FF2B5EF4-FFF2-40B4-BE49-F238E27FC236}">
                <a16:creationId xmlns:a16="http://schemas.microsoft.com/office/drawing/2014/main" id="{9593DE5C-C666-4701-B9AF-8218FBE7CD79}"/>
              </a:ext>
            </a:extLst>
          </p:cNvPr>
          <p:cNvSpPr/>
          <p:nvPr/>
        </p:nvSpPr>
        <p:spPr>
          <a:xfrm rot="735834">
            <a:off x="9230053" y="2822147"/>
            <a:ext cx="100821" cy="46441"/>
          </a:xfrm>
          <a:prstGeom prst="flowChartInputOutput">
            <a:avLst/>
          </a:prstGeom>
          <a:solidFill>
            <a:srgbClr val="CC9900"/>
          </a:solidFill>
          <a:ln w="3175"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9" name="그림 238">
            <a:extLst>
              <a:ext uri="{FF2B5EF4-FFF2-40B4-BE49-F238E27FC236}">
                <a16:creationId xmlns:a16="http://schemas.microsoft.com/office/drawing/2014/main" id="{CFBF0287-F827-4A85-8A79-35E2A696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249" y="4799273"/>
            <a:ext cx="791268" cy="1898431"/>
          </a:xfrm>
          <a:prstGeom prst="rect">
            <a:avLst/>
          </a:prstGeom>
        </p:spPr>
      </p:pic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1263EC7B-BA71-4CC5-96F3-7AB2810FB319}"/>
              </a:ext>
            </a:extLst>
          </p:cNvPr>
          <p:cNvSpPr/>
          <p:nvPr/>
        </p:nvSpPr>
        <p:spPr>
          <a:xfrm>
            <a:off x="4743652" y="5363967"/>
            <a:ext cx="191911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 Gap : Gap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Between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and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</a:t>
            </a:r>
            <a:endParaRPr lang="ko-KR" altLang="en-US" dirty="0"/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386B7BE1-98AC-43A5-984D-8D9F69905D31}"/>
              </a:ext>
            </a:extLst>
          </p:cNvPr>
          <p:cNvSpPr/>
          <p:nvPr/>
        </p:nvSpPr>
        <p:spPr>
          <a:xfrm>
            <a:off x="4743652" y="5515911"/>
            <a:ext cx="19688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AS Gap : Gap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Between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and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Separator</a:t>
            </a:r>
            <a:endParaRPr lang="ko-KR" altLang="en-US" dirty="0"/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F7D9766F-35C0-4569-B0BF-88C7C827E6D3}"/>
              </a:ext>
            </a:extLst>
          </p:cNvPr>
          <p:cNvSpPr/>
          <p:nvPr/>
        </p:nvSpPr>
        <p:spPr>
          <a:xfrm>
            <a:off x="4743652" y="5667855"/>
            <a:ext cx="20425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CS Gap : Gap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Between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and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Separator</a:t>
            </a:r>
            <a:endParaRPr lang="ko-KR" altLang="en-US" dirty="0"/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959EEF3A-3772-4D4F-9900-0D3D376764B3}"/>
              </a:ext>
            </a:extLst>
          </p:cNvPr>
          <p:cNvSpPr/>
          <p:nvPr/>
        </p:nvSpPr>
        <p:spPr>
          <a:xfrm>
            <a:off x="4743652" y="5819799"/>
            <a:ext cx="229742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ASS Gap : Gap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Between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Anode to shortest separator</a:t>
            </a:r>
            <a:endParaRPr lang="ko-KR" altLang="en-US" dirty="0"/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47B65E2A-51C8-40BA-AD9D-E3C8B3233F26}"/>
              </a:ext>
            </a:extLst>
          </p:cNvPr>
          <p:cNvSpPr/>
          <p:nvPr/>
        </p:nvSpPr>
        <p:spPr>
          <a:xfrm>
            <a:off x="4743652" y="5971743"/>
            <a:ext cx="175721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TPC : Cathode tab ~ Cathode side edge</a:t>
            </a:r>
            <a:endParaRPr lang="ko-KR" altLang="en-US" dirty="0"/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472DD2B2-D500-4719-AF18-75B693194F37}"/>
              </a:ext>
            </a:extLst>
          </p:cNvPr>
          <p:cNvSpPr/>
          <p:nvPr/>
        </p:nvSpPr>
        <p:spPr>
          <a:xfrm>
            <a:off x="4743652" y="6123687"/>
            <a:ext cx="160973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TPA : Anode tab ~ Anode side edge</a:t>
            </a:r>
            <a:endParaRPr lang="ko-KR" altLang="en-US" dirty="0"/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6BEE6C26-533A-4939-9E9C-3C3330455669}"/>
              </a:ext>
            </a:extLst>
          </p:cNvPr>
          <p:cNvSpPr/>
          <p:nvPr/>
        </p:nvSpPr>
        <p:spPr>
          <a:xfrm>
            <a:off x="4743652" y="6275631"/>
            <a:ext cx="121860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TWC : Cathode Tab Width</a:t>
            </a:r>
            <a:endParaRPr lang="ko-KR" altLang="en-US" dirty="0"/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86364319-6948-4A21-8A59-F6ECFEFC7DC2}"/>
              </a:ext>
            </a:extLst>
          </p:cNvPr>
          <p:cNvSpPr/>
          <p:nvPr/>
        </p:nvSpPr>
        <p:spPr>
          <a:xfrm>
            <a:off x="4743652" y="6427577"/>
            <a:ext cx="114486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TWA : Anode Tab Width</a:t>
            </a:r>
            <a:endParaRPr lang="ko-KR" altLang="en-US" dirty="0"/>
          </a:p>
        </p:txBody>
      </p:sp>
      <p:pic>
        <p:nvPicPr>
          <p:cNvPr id="250" name="그림 249">
            <a:extLst>
              <a:ext uri="{FF2B5EF4-FFF2-40B4-BE49-F238E27FC236}">
                <a16:creationId xmlns:a16="http://schemas.microsoft.com/office/drawing/2014/main" id="{A2D0A8B7-5E9A-4106-9D80-C760269E5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896" y="4742141"/>
            <a:ext cx="2786617" cy="1192578"/>
          </a:xfrm>
          <a:prstGeom prst="rect">
            <a:avLst/>
          </a:prstGeom>
        </p:spPr>
      </p:pic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8E7CC0AE-2AC5-466E-B38C-1FAE3CE3FA63}"/>
              </a:ext>
            </a:extLst>
          </p:cNvPr>
          <p:cNvSpPr/>
          <p:nvPr/>
        </p:nvSpPr>
        <p:spPr>
          <a:xfrm>
            <a:off x="6982560" y="5998758"/>
            <a:ext cx="165782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AA : Gap Between Anode and Anode</a:t>
            </a:r>
            <a:endParaRPr lang="ko-KR" altLang="en-US" dirty="0"/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08CBE4E4-9985-4BED-9894-29DD9638DA23}"/>
              </a:ext>
            </a:extLst>
          </p:cNvPr>
          <p:cNvSpPr/>
          <p:nvPr/>
        </p:nvSpPr>
        <p:spPr>
          <a:xfrm>
            <a:off x="6982560" y="6125449"/>
            <a:ext cx="197682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SAG : Gap Between Sealing edge and Anode</a:t>
            </a:r>
            <a:endParaRPr lang="ko-KR" altLang="en-US" dirty="0"/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FECC468A-257A-496D-B757-2AA466E72709}"/>
              </a:ext>
            </a:extLst>
          </p:cNvPr>
          <p:cNvSpPr/>
          <p:nvPr/>
        </p:nvSpPr>
        <p:spPr>
          <a:xfrm>
            <a:off x="2871572" y="947863"/>
            <a:ext cx="13773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Sub_Individual</a:t>
            </a:r>
            <a:endParaRPr lang="ko-KR" altLang="en-US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4EC85045-145F-4811-8230-CD2F92BEF073}"/>
              </a:ext>
            </a:extLst>
          </p:cNvPr>
          <p:cNvSpPr/>
          <p:nvPr/>
        </p:nvSpPr>
        <p:spPr>
          <a:xfrm>
            <a:off x="1644139" y="3795394"/>
            <a:ext cx="5774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52ACF690-D5BC-4412-8AF4-DAD5D6743C62}"/>
              </a:ext>
            </a:extLst>
          </p:cNvPr>
          <p:cNvSpPr/>
          <p:nvPr/>
        </p:nvSpPr>
        <p:spPr>
          <a:xfrm>
            <a:off x="1689825" y="4029170"/>
            <a:ext cx="48603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Anode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844417A7-C46C-4D3D-BDD4-A83ABD805167}"/>
              </a:ext>
            </a:extLst>
          </p:cNvPr>
          <p:cNvSpPr/>
          <p:nvPr/>
        </p:nvSpPr>
        <p:spPr>
          <a:xfrm>
            <a:off x="1611279" y="4262946"/>
            <a:ext cx="6431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Separator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1C4E927-F097-4B54-9177-13C3C8413732}"/>
              </a:ext>
            </a:extLst>
          </p:cNvPr>
          <p:cNvCxnSpPr>
            <a:cxnSpLocks/>
            <a:stCxn id="88" idx="3"/>
            <a:endCxn id="100" idx="1"/>
          </p:cNvCxnSpPr>
          <p:nvPr/>
        </p:nvCxnSpPr>
        <p:spPr>
          <a:xfrm>
            <a:off x="1020232" y="2148340"/>
            <a:ext cx="578220" cy="30381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6FB894E9-A2C7-4CC0-AEC9-AD93EDD72B20}"/>
              </a:ext>
            </a:extLst>
          </p:cNvPr>
          <p:cNvCxnSpPr>
            <a:cxnSpLocks/>
            <a:stCxn id="88" idx="3"/>
            <a:endCxn id="106" idx="1"/>
          </p:cNvCxnSpPr>
          <p:nvPr/>
        </p:nvCxnSpPr>
        <p:spPr>
          <a:xfrm>
            <a:off x="1020232" y="2148340"/>
            <a:ext cx="521313" cy="60763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1FA230FC-FF0D-4BE1-A83E-44DAFC45B3B8}"/>
              </a:ext>
            </a:extLst>
          </p:cNvPr>
          <p:cNvCxnSpPr>
            <a:cxnSpLocks/>
            <a:stCxn id="88" idx="3"/>
            <a:endCxn id="112" idx="1"/>
          </p:cNvCxnSpPr>
          <p:nvPr/>
        </p:nvCxnSpPr>
        <p:spPr>
          <a:xfrm>
            <a:off x="1020232" y="2148340"/>
            <a:ext cx="521314" cy="91144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80714FC3-40FA-4762-964D-920CD2CD05D6}"/>
              </a:ext>
            </a:extLst>
          </p:cNvPr>
          <p:cNvCxnSpPr>
            <a:cxnSpLocks/>
            <a:stCxn id="88" idx="3"/>
            <a:endCxn id="122" idx="1"/>
          </p:cNvCxnSpPr>
          <p:nvPr/>
        </p:nvCxnSpPr>
        <p:spPr>
          <a:xfrm>
            <a:off x="1020232" y="2148340"/>
            <a:ext cx="649555" cy="1536389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69874B8E-CD3F-4D1A-9745-048EB2F244A3}"/>
              </a:ext>
            </a:extLst>
          </p:cNvPr>
          <p:cNvCxnSpPr>
            <a:cxnSpLocks/>
            <a:stCxn id="88" idx="3"/>
            <a:endCxn id="123" idx="1"/>
          </p:cNvCxnSpPr>
          <p:nvPr/>
        </p:nvCxnSpPr>
        <p:spPr>
          <a:xfrm>
            <a:off x="1020232" y="2148340"/>
            <a:ext cx="364225" cy="1315383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70C378F7-532E-454B-B191-C161DD81CF5F}"/>
              </a:ext>
            </a:extLst>
          </p:cNvPr>
          <p:cNvCxnSpPr>
            <a:cxnSpLocks/>
            <a:stCxn id="88" idx="3"/>
            <a:endCxn id="164" idx="1"/>
          </p:cNvCxnSpPr>
          <p:nvPr/>
        </p:nvCxnSpPr>
        <p:spPr>
          <a:xfrm>
            <a:off x="1020232" y="2148340"/>
            <a:ext cx="623907" cy="177016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B672BE17-20FE-41CD-AD1E-A87A44632748}"/>
              </a:ext>
            </a:extLst>
          </p:cNvPr>
          <p:cNvCxnSpPr>
            <a:cxnSpLocks/>
            <a:stCxn id="88" idx="3"/>
            <a:endCxn id="166" idx="1"/>
          </p:cNvCxnSpPr>
          <p:nvPr/>
        </p:nvCxnSpPr>
        <p:spPr>
          <a:xfrm>
            <a:off x="1020232" y="2148340"/>
            <a:ext cx="669593" cy="200394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0CF2CC05-BE58-4F70-A031-CD8AB87BBC64}"/>
              </a:ext>
            </a:extLst>
          </p:cNvPr>
          <p:cNvCxnSpPr>
            <a:cxnSpLocks/>
            <a:stCxn id="88" idx="3"/>
            <a:endCxn id="167" idx="1"/>
          </p:cNvCxnSpPr>
          <p:nvPr/>
        </p:nvCxnSpPr>
        <p:spPr>
          <a:xfrm>
            <a:off x="1020232" y="2148340"/>
            <a:ext cx="591047" cy="22377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8CA083C8-A9E1-49BA-B90D-2B048AFFDC6B}"/>
              </a:ext>
            </a:extLst>
          </p:cNvPr>
          <p:cNvSpPr/>
          <p:nvPr/>
        </p:nvSpPr>
        <p:spPr>
          <a:xfrm>
            <a:off x="1543151" y="4496722"/>
            <a:ext cx="7793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Cathode_tab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A44FDF79-2405-4FF9-A1F7-B250C954678D}"/>
              </a:ext>
            </a:extLst>
          </p:cNvPr>
          <p:cNvSpPr/>
          <p:nvPr/>
        </p:nvSpPr>
        <p:spPr>
          <a:xfrm>
            <a:off x="1588837" y="4730500"/>
            <a:ext cx="6880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Anode_tab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45586483-9CB8-4390-96F0-AFD3E0C1E3BD}"/>
              </a:ext>
            </a:extLst>
          </p:cNvPr>
          <p:cNvCxnSpPr>
            <a:cxnSpLocks/>
            <a:stCxn id="88" idx="3"/>
            <a:endCxn id="209" idx="1"/>
          </p:cNvCxnSpPr>
          <p:nvPr/>
        </p:nvCxnSpPr>
        <p:spPr>
          <a:xfrm>
            <a:off x="1020232" y="2148340"/>
            <a:ext cx="522919" cy="2471493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2685F8D4-3A80-48ED-9D8A-CBC3596F1087}"/>
              </a:ext>
            </a:extLst>
          </p:cNvPr>
          <p:cNvCxnSpPr>
            <a:cxnSpLocks/>
            <a:stCxn id="88" idx="3"/>
            <a:endCxn id="211" idx="1"/>
          </p:cNvCxnSpPr>
          <p:nvPr/>
        </p:nvCxnSpPr>
        <p:spPr>
          <a:xfrm>
            <a:off x="1020232" y="2148340"/>
            <a:ext cx="568605" cy="270527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40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57A3FCAC-4BD2-429F-80B6-088A3620252A}"/>
              </a:ext>
            </a:extLst>
          </p:cNvPr>
          <p:cNvSpPr/>
          <p:nvPr/>
        </p:nvSpPr>
        <p:spPr>
          <a:xfrm>
            <a:off x="2917600" y="3002660"/>
            <a:ext cx="1078339" cy="14640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3148AEC1-4EF0-4CBA-8F88-C7960932BCF9}"/>
              </a:ext>
            </a:extLst>
          </p:cNvPr>
          <p:cNvSpPr/>
          <p:nvPr/>
        </p:nvSpPr>
        <p:spPr>
          <a:xfrm>
            <a:off x="2968666" y="3055830"/>
            <a:ext cx="976206" cy="1357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DA5B6-73E9-400F-9CE5-12EBF6541511}"/>
              </a:ext>
            </a:extLst>
          </p:cNvPr>
          <p:cNvSpPr txBox="1"/>
          <p:nvPr/>
        </p:nvSpPr>
        <p:spPr>
          <a:xfrm>
            <a:off x="7939143" y="37471"/>
            <a:ext cx="2012089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작성자 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제조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DX.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기획팀</a:t>
            </a:r>
            <a:r>
              <a:rPr kumimoji="0" lang="en-US" altLang="ko-KR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신낙천 선임</a:t>
            </a:r>
            <a:endParaRPr kumimoji="0" lang="en-US" altLang="ko-KR" sz="10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A89E4F-5216-4772-9E9B-D522DCC9D840}"/>
              </a:ext>
            </a:extLst>
          </p:cNvPr>
          <p:cNvSpPr/>
          <p:nvPr/>
        </p:nvSpPr>
        <p:spPr>
          <a:xfrm>
            <a:off x="441228" y="947863"/>
            <a:ext cx="6319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Class</a:t>
            </a:r>
            <a:endParaRPr lang="ko-KR" altLang="en-US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96D6D3-7646-4101-B79D-527A739D665B}"/>
              </a:ext>
            </a:extLst>
          </p:cNvPr>
          <p:cNvSpPr/>
          <p:nvPr/>
        </p:nvSpPr>
        <p:spPr>
          <a:xfrm>
            <a:off x="607939" y="1352466"/>
            <a:ext cx="29848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62955B-0E35-4DFA-815A-D58EF4B2AF1D}"/>
              </a:ext>
            </a:extLst>
          </p:cNvPr>
          <p:cNvSpPr/>
          <p:nvPr/>
        </p:nvSpPr>
        <p:spPr>
          <a:xfrm>
            <a:off x="1449373" y="947863"/>
            <a:ext cx="9669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Individual</a:t>
            </a:r>
            <a:endParaRPr lang="ko-KR" altLang="en-US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F94A69-FD74-480F-8E64-F23C24F48E93}"/>
              </a:ext>
            </a:extLst>
          </p:cNvPr>
          <p:cNvSpPr/>
          <p:nvPr/>
        </p:nvSpPr>
        <p:spPr>
          <a:xfrm>
            <a:off x="1748330" y="1352466"/>
            <a:ext cx="3690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X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축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814592A-EA36-4A9D-AFD4-C69091B6BCAE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906419" y="1475577"/>
            <a:ext cx="84191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A4999A30-5E55-4A5D-A538-8A7AE625C391}"/>
              </a:ext>
            </a:extLst>
          </p:cNvPr>
          <p:cNvSpPr/>
          <p:nvPr/>
        </p:nvSpPr>
        <p:spPr>
          <a:xfrm>
            <a:off x="1748330" y="1519570"/>
            <a:ext cx="3690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Y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축</a:t>
            </a:r>
          </a:p>
        </p:txBody>
      </p: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7BFF7172-39D7-49EE-858B-53948DAC1400}"/>
              </a:ext>
            </a:extLst>
          </p:cNvPr>
          <p:cNvCxnSpPr>
            <a:cxnSpLocks/>
            <a:stCxn id="11" idx="3"/>
            <a:endCxn id="154" idx="1"/>
          </p:cNvCxnSpPr>
          <p:nvPr/>
        </p:nvCxnSpPr>
        <p:spPr>
          <a:xfrm>
            <a:off x="906419" y="1475577"/>
            <a:ext cx="841911" cy="167104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DCAF4FD-E609-4C5F-AEB8-C0053DDC05B9}"/>
              </a:ext>
            </a:extLst>
          </p:cNvPr>
          <p:cNvSpPr/>
          <p:nvPr/>
        </p:nvSpPr>
        <p:spPr>
          <a:xfrm>
            <a:off x="2076056" y="1352466"/>
            <a:ext cx="21467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진행 방향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(x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축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수직 방향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(y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축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대해 정의</a:t>
            </a:r>
            <a:endParaRPr lang="en-US" altLang="ko-KR" sz="800" b="1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위치 불량 정의 시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축에 따라 구분하기 위함</a:t>
            </a:r>
            <a:endParaRPr lang="ko-KR" altLang="en-US" b="1" dirty="0">
              <a:solidFill>
                <a:srgbClr val="006600"/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4D6B9023-00CC-4F7F-9D06-116716C335EA}"/>
              </a:ext>
            </a:extLst>
          </p:cNvPr>
          <p:cNvSpPr/>
          <p:nvPr/>
        </p:nvSpPr>
        <p:spPr>
          <a:xfrm>
            <a:off x="1777576" y="1371336"/>
            <a:ext cx="298480" cy="348058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61D097D-68E6-418C-BD99-943AB661C675}"/>
              </a:ext>
            </a:extLst>
          </p:cNvPr>
          <p:cNvSpPr/>
          <p:nvPr/>
        </p:nvSpPr>
        <p:spPr>
          <a:xfrm>
            <a:off x="422794" y="1873403"/>
            <a:ext cx="66877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방향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DC120030-F294-437D-8B07-09F60A05C8FD}"/>
              </a:ext>
            </a:extLst>
          </p:cNvPr>
          <p:cNvSpPr/>
          <p:nvPr/>
        </p:nvSpPr>
        <p:spPr>
          <a:xfrm>
            <a:off x="1367622" y="1873403"/>
            <a:ext cx="113043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Left_to_Right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본도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114CEC00-EE29-46DA-AAB0-7583CF717C03}"/>
              </a:ext>
            </a:extLst>
          </p:cNvPr>
          <p:cNvCxnSpPr>
            <a:stCxn id="161" idx="3"/>
            <a:endCxn id="163" idx="1"/>
          </p:cNvCxnSpPr>
          <p:nvPr/>
        </p:nvCxnSpPr>
        <p:spPr>
          <a:xfrm>
            <a:off x="1091567" y="1996514"/>
            <a:ext cx="27605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7D27A9D7-D16E-40D7-9CF1-21B4A43C9C0A}"/>
              </a:ext>
            </a:extLst>
          </p:cNvPr>
          <p:cNvSpPr/>
          <p:nvPr/>
        </p:nvSpPr>
        <p:spPr>
          <a:xfrm>
            <a:off x="1367622" y="2040507"/>
            <a:ext cx="113043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Right_to_Left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미러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A9427C6-554C-40E7-B1B4-BE815C66F3F4}"/>
              </a:ext>
            </a:extLst>
          </p:cNvPr>
          <p:cNvSpPr/>
          <p:nvPr/>
        </p:nvSpPr>
        <p:spPr>
          <a:xfrm>
            <a:off x="1411598" y="1895974"/>
            <a:ext cx="1030437" cy="348058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DCF74437-7F97-4D1E-9787-64164F94E026}"/>
              </a:ext>
            </a:extLst>
          </p:cNvPr>
          <p:cNvSpPr/>
          <p:nvPr/>
        </p:nvSpPr>
        <p:spPr>
          <a:xfrm>
            <a:off x="1356078" y="1756602"/>
            <a:ext cx="32143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본도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미러 설비에 따라 비전 측정 위치에 따른 명칭이 달라지기 때문에  정의</a:t>
            </a:r>
            <a:endParaRPr lang="ko-KR" altLang="en-US" b="1" dirty="0">
              <a:solidFill>
                <a:srgbClr val="006600"/>
              </a:solidFill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FD1123BE-504B-404F-92D6-09DB3F1C4486}"/>
              </a:ext>
            </a:extLst>
          </p:cNvPr>
          <p:cNvSpPr/>
          <p:nvPr/>
        </p:nvSpPr>
        <p:spPr>
          <a:xfrm>
            <a:off x="294556" y="2999344"/>
            <a:ext cx="9252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비전 측정 위치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9816E1A4-637C-4211-B446-6F65EB26D9BA}"/>
              </a:ext>
            </a:extLst>
          </p:cNvPr>
          <p:cNvSpPr/>
          <p:nvPr/>
        </p:nvSpPr>
        <p:spPr>
          <a:xfrm>
            <a:off x="1414109" y="2999344"/>
            <a:ext cx="10374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Right_Side_Upper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FCD115A3-14AB-44D9-BE30-5B2A95CCFBF6}"/>
              </a:ext>
            </a:extLst>
          </p:cNvPr>
          <p:cNvSpPr/>
          <p:nvPr/>
        </p:nvSpPr>
        <p:spPr>
          <a:xfrm>
            <a:off x="1414108" y="3162260"/>
            <a:ext cx="10374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Right_Side_Lower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E536F871-A9DF-41B7-9769-211112F48560}"/>
              </a:ext>
            </a:extLst>
          </p:cNvPr>
          <p:cNvSpPr/>
          <p:nvPr/>
        </p:nvSpPr>
        <p:spPr>
          <a:xfrm>
            <a:off x="1449374" y="3325176"/>
            <a:ext cx="96693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Left_Side_Upper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59EC8A37-8484-4A8D-8EA8-0A57216A0EA9}"/>
              </a:ext>
            </a:extLst>
          </p:cNvPr>
          <p:cNvSpPr/>
          <p:nvPr/>
        </p:nvSpPr>
        <p:spPr>
          <a:xfrm>
            <a:off x="1449374" y="3488092"/>
            <a:ext cx="96693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Left_Side_Lower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51B36919-D521-411B-82B9-0A0C29F69873}"/>
              </a:ext>
            </a:extLst>
          </p:cNvPr>
          <p:cNvSpPr/>
          <p:nvPr/>
        </p:nvSpPr>
        <p:spPr>
          <a:xfrm>
            <a:off x="1584025" y="3651008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상단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우측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7A18CD52-F8F5-44B5-AEF5-D3CF9ED4FB54}"/>
              </a:ext>
            </a:extLst>
          </p:cNvPr>
          <p:cNvSpPr/>
          <p:nvPr/>
        </p:nvSpPr>
        <p:spPr>
          <a:xfrm>
            <a:off x="1584026" y="3813924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상단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좌측</a:t>
            </a: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E613B888-053A-4128-818A-D2D294F34504}"/>
              </a:ext>
            </a:extLst>
          </p:cNvPr>
          <p:cNvSpPr/>
          <p:nvPr/>
        </p:nvSpPr>
        <p:spPr>
          <a:xfrm>
            <a:off x="1584026" y="3976840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하단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우측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82A0F9D6-0F14-4CF8-A393-097996D7F0A0}"/>
              </a:ext>
            </a:extLst>
          </p:cNvPr>
          <p:cNvSpPr/>
          <p:nvPr/>
        </p:nvSpPr>
        <p:spPr>
          <a:xfrm>
            <a:off x="1584026" y="4139756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하단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좌측</a:t>
            </a:r>
          </a:p>
        </p:txBody>
      </p: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4A171360-C343-4A70-8EC2-65ED76EB9483}"/>
              </a:ext>
            </a:extLst>
          </p:cNvPr>
          <p:cNvCxnSpPr>
            <a:cxnSpLocks/>
            <a:stCxn id="161" idx="3"/>
            <a:endCxn id="166" idx="1"/>
          </p:cNvCxnSpPr>
          <p:nvPr/>
        </p:nvCxnSpPr>
        <p:spPr>
          <a:xfrm>
            <a:off x="1091567" y="1996514"/>
            <a:ext cx="276055" cy="167104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C966CAB1-A3E1-43A0-870C-FC7F5FD7CF92}"/>
              </a:ext>
            </a:extLst>
          </p:cNvPr>
          <p:cNvCxnSpPr>
            <a:cxnSpLocks/>
            <a:stCxn id="170" idx="3"/>
            <a:endCxn id="182" idx="1"/>
          </p:cNvCxnSpPr>
          <p:nvPr/>
        </p:nvCxnSpPr>
        <p:spPr>
          <a:xfrm>
            <a:off x="1219809" y="3122455"/>
            <a:ext cx="364217" cy="1140412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58BFB566-D5BE-42E9-BC0B-C281AC005B72}"/>
              </a:ext>
            </a:extLst>
          </p:cNvPr>
          <p:cNvCxnSpPr>
            <a:cxnSpLocks/>
            <a:stCxn id="170" idx="3"/>
            <a:endCxn id="181" idx="1"/>
          </p:cNvCxnSpPr>
          <p:nvPr/>
        </p:nvCxnSpPr>
        <p:spPr>
          <a:xfrm>
            <a:off x="1219809" y="3122455"/>
            <a:ext cx="364217" cy="97749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C6A6F4AA-CF97-4254-BA91-8311CDF9B41B}"/>
              </a:ext>
            </a:extLst>
          </p:cNvPr>
          <p:cNvCxnSpPr>
            <a:cxnSpLocks/>
            <a:stCxn id="170" idx="3"/>
            <a:endCxn id="179" idx="1"/>
          </p:cNvCxnSpPr>
          <p:nvPr/>
        </p:nvCxnSpPr>
        <p:spPr>
          <a:xfrm>
            <a:off x="1219809" y="3122455"/>
            <a:ext cx="364217" cy="81458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EEE1F7A-267D-4810-A2D1-0C88311BC58B}"/>
              </a:ext>
            </a:extLst>
          </p:cNvPr>
          <p:cNvCxnSpPr>
            <a:cxnSpLocks/>
            <a:stCxn id="170" idx="3"/>
            <a:endCxn id="178" idx="1"/>
          </p:cNvCxnSpPr>
          <p:nvPr/>
        </p:nvCxnSpPr>
        <p:spPr>
          <a:xfrm>
            <a:off x="1219809" y="3122455"/>
            <a:ext cx="364216" cy="651664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C4B2AB0B-96FA-4840-AEE2-4F33E990C4BF}"/>
              </a:ext>
            </a:extLst>
          </p:cNvPr>
          <p:cNvCxnSpPr>
            <a:cxnSpLocks/>
            <a:stCxn id="170" idx="3"/>
            <a:endCxn id="176" idx="1"/>
          </p:cNvCxnSpPr>
          <p:nvPr/>
        </p:nvCxnSpPr>
        <p:spPr>
          <a:xfrm>
            <a:off x="1219809" y="3122455"/>
            <a:ext cx="229565" cy="488748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685BA94E-520B-44FB-B125-AB250C260E75}"/>
              </a:ext>
            </a:extLst>
          </p:cNvPr>
          <p:cNvCxnSpPr>
            <a:cxnSpLocks/>
            <a:stCxn id="170" idx="3"/>
            <a:endCxn id="173" idx="1"/>
          </p:cNvCxnSpPr>
          <p:nvPr/>
        </p:nvCxnSpPr>
        <p:spPr>
          <a:xfrm>
            <a:off x="1219809" y="3122455"/>
            <a:ext cx="194299" cy="16291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B4CA06EE-194D-4CEA-B7EC-3171C92B6E0A}"/>
              </a:ext>
            </a:extLst>
          </p:cNvPr>
          <p:cNvCxnSpPr>
            <a:cxnSpLocks/>
            <a:stCxn id="170" idx="3"/>
            <a:endCxn id="172" idx="1"/>
          </p:cNvCxnSpPr>
          <p:nvPr/>
        </p:nvCxnSpPr>
        <p:spPr>
          <a:xfrm>
            <a:off x="1219809" y="3122455"/>
            <a:ext cx="194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D457776C-BE1B-4E9F-97CD-F98E5ABE083E}"/>
              </a:ext>
            </a:extLst>
          </p:cNvPr>
          <p:cNvCxnSpPr>
            <a:cxnSpLocks/>
            <a:stCxn id="170" idx="3"/>
            <a:endCxn id="175" idx="1"/>
          </p:cNvCxnSpPr>
          <p:nvPr/>
        </p:nvCxnSpPr>
        <p:spPr>
          <a:xfrm>
            <a:off x="1219809" y="3122455"/>
            <a:ext cx="229565" cy="325832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CFBBA4B8-7488-4037-966F-CADA2624489A}"/>
              </a:ext>
            </a:extLst>
          </p:cNvPr>
          <p:cNvSpPr/>
          <p:nvPr/>
        </p:nvSpPr>
        <p:spPr>
          <a:xfrm>
            <a:off x="3051050" y="3117542"/>
            <a:ext cx="811441" cy="12342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946C07E1-6B10-4753-8B9D-19418D33B917}"/>
              </a:ext>
            </a:extLst>
          </p:cNvPr>
          <p:cNvSpPr/>
          <p:nvPr/>
        </p:nvSpPr>
        <p:spPr>
          <a:xfrm>
            <a:off x="3349932" y="2874452"/>
            <a:ext cx="213677" cy="166784"/>
          </a:xfrm>
          <a:prstGeom prst="rect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7A19C5E3-D780-48EF-8B96-D52E3D733F06}"/>
              </a:ext>
            </a:extLst>
          </p:cNvPr>
          <p:cNvSpPr/>
          <p:nvPr/>
        </p:nvSpPr>
        <p:spPr>
          <a:xfrm>
            <a:off x="3349932" y="4360331"/>
            <a:ext cx="213677" cy="1667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C9709EEC-2DE4-42E3-8A93-18B1ED2017CB}"/>
              </a:ext>
            </a:extLst>
          </p:cNvPr>
          <p:cNvSpPr/>
          <p:nvPr/>
        </p:nvSpPr>
        <p:spPr>
          <a:xfrm>
            <a:off x="3944872" y="2952834"/>
            <a:ext cx="62709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오른쪽</a:t>
            </a:r>
            <a:r>
              <a:rPr lang="en-US" altLang="ko-KR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상단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AC58946B-ACE0-4023-BA23-B1DF6A331E11}"/>
              </a:ext>
            </a:extLst>
          </p:cNvPr>
          <p:cNvSpPr/>
          <p:nvPr/>
        </p:nvSpPr>
        <p:spPr>
          <a:xfrm>
            <a:off x="3944872" y="4326380"/>
            <a:ext cx="62709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오른쪽</a:t>
            </a:r>
            <a:r>
              <a:rPr lang="en-US" altLang="ko-KR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하단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45225AEC-10D1-476F-AF18-B632AEE09553}"/>
              </a:ext>
            </a:extLst>
          </p:cNvPr>
          <p:cNvSpPr/>
          <p:nvPr/>
        </p:nvSpPr>
        <p:spPr>
          <a:xfrm>
            <a:off x="2416304" y="2952834"/>
            <a:ext cx="54694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왼쪽</a:t>
            </a:r>
            <a:r>
              <a:rPr lang="en-US" altLang="ko-KR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상단</a:t>
            </a: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9169485C-EBCB-4763-B1DD-48D080E773CD}"/>
              </a:ext>
            </a:extLst>
          </p:cNvPr>
          <p:cNvSpPr/>
          <p:nvPr/>
        </p:nvSpPr>
        <p:spPr>
          <a:xfrm>
            <a:off x="2416304" y="4326380"/>
            <a:ext cx="54694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왼쪽</a:t>
            </a:r>
            <a:r>
              <a:rPr lang="en-US" altLang="ko-KR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하단</a:t>
            </a: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B73C9C37-4068-4046-8FCE-2220F6763109}"/>
              </a:ext>
            </a:extLst>
          </p:cNvPr>
          <p:cNvSpPr/>
          <p:nvPr/>
        </p:nvSpPr>
        <p:spPr>
          <a:xfrm>
            <a:off x="3522622" y="2829817"/>
            <a:ext cx="54694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상단</a:t>
            </a:r>
            <a:r>
              <a:rPr lang="en-US" altLang="ko-KR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우측</a:t>
            </a: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675B13AB-4595-4331-97DE-5248417DAC52}"/>
              </a:ext>
            </a:extLst>
          </p:cNvPr>
          <p:cNvSpPr/>
          <p:nvPr/>
        </p:nvSpPr>
        <p:spPr>
          <a:xfrm>
            <a:off x="2853497" y="2829817"/>
            <a:ext cx="54694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상단</a:t>
            </a:r>
            <a:r>
              <a:rPr lang="en-US" altLang="ko-KR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좌측</a:t>
            </a: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FDD7F2CE-70A6-4144-A717-F22404DD6525}"/>
              </a:ext>
            </a:extLst>
          </p:cNvPr>
          <p:cNvSpPr/>
          <p:nvPr/>
        </p:nvSpPr>
        <p:spPr>
          <a:xfrm>
            <a:off x="3522622" y="4394818"/>
            <a:ext cx="54694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하단</a:t>
            </a:r>
            <a:r>
              <a:rPr lang="en-US" altLang="ko-KR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우측</a:t>
            </a: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E55C05AC-468D-4B50-BBB6-486E93FC0BD9}"/>
              </a:ext>
            </a:extLst>
          </p:cNvPr>
          <p:cNvSpPr/>
          <p:nvPr/>
        </p:nvSpPr>
        <p:spPr>
          <a:xfrm>
            <a:off x="2853497" y="4394818"/>
            <a:ext cx="54694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하단</a:t>
            </a:r>
            <a:r>
              <a:rPr lang="en-US" altLang="ko-KR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7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좌측</a:t>
            </a:r>
          </a:p>
        </p:txBody>
      </p:sp>
      <p:sp>
        <p:nvSpPr>
          <p:cNvPr id="220" name="제목 3">
            <a:extLst>
              <a:ext uri="{FF2B5EF4-FFF2-40B4-BE49-F238E27FC236}">
                <a16:creationId xmlns:a16="http://schemas.microsoft.com/office/drawing/2014/main" id="{5CB4ED72-0FD2-4B8B-B809-A589516A0E1A}"/>
              </a:ext>
            </a:extLst>
          </p:cNvPr>
          <p:cNvSpPr txBox="1">
            <a:spLocks/>
          </p:cNvSpPr>
          <p:nvPr/>
        </p:nvSpPr>
        <p:spPr>
          <a:xfrm>
            <a:off x="121794" y="150279"/>
            <a:ext cx="4155237" cy="38427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fontAlgn="base">
              <a:lnSpc>
                <a:spcPct val="113000"/>
              </a:lnSpc>
              <a:spcAft>
                <a:spcPct val="0"/>
              </a:spcAft>
              <a:defRPr/>
            </a:pP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Ontology PoC </a:t>
            </a:r>
            <a:r>
              <a:rPr kumimoji="1" lang="ko-KR" altLang="en-US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설계도</a:t>
            </a:r>
            <a:r>
              <a:rPr kumimoji="1" lang="en-US" altLang="ko-K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Wingdings"/>
              </a:rPr>
              <a:t> _</a:t>
            </a:r>
            <a:r>
              <a:rPr kumimoji="1" lang="en-US" altLang="ko-KR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Class / Individual </a:t>
            </a:r>
            <a:r>
              <a:rPr kumimoji="1" lang="ko-KR" altLang="en-US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정의 </a:t>
            </a:r>
            <a:r>
              <a:rPr kumimoji="1" lang="en-US" altLang="ko-KR" sz="14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  <a:sym typeface="Wingdings"/>
              </a:rPr>
              <a:t>(2/X)</a:t>
            </a:r>
            <a:endParaRPr kumimoji="1" lang="ko-KR" altLang="en-US" i="0" u="none" strike="noStrike" kern="1200" cap="none" spc="0" normalizeH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Arial" panose="020B0604020202020204" pitchFamily="34" charset="0"/>
              <a:sym typeface="Wingdings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CD4F9A0A-F2C0-4954-9349-435B42EE4675}"/>
              </a:ext>
            </a:extLst>
          </p:cNvPr>
          <p:cNvSpPr/>
          <p:nvPr/>
        </p:nvSpPr>
        <p:spPr>
          <a:xfrm>
            <a:off x="551035" y="4793163"/>
            <a:ext cx="4122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</a:t>
            </a: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E50C3EE6-A9AD-47F6-9914-81D03D6E42A0}"/>
              </a:ext>
            </a:extLst>
          </p:cNvPr>
          <p:cNvSpPr/>
          <p:nvPr/>
        </p:nvSpPr>
        <p:spPr>
          <a:xfrm>
            <a:off x="1698639" y="4793163"/>
            <a:ext cx="4683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181998AE-F69E-4A12-A435-30593B0AAD66}"/>
              </a:ext>
            </a:extLst>
          </p:cNvPr>
          <p:cNvCxnSpPr>
            <a:cxnSpLocks/>
            <a:stCxn id="227" idx="3"/>
            <a:endCxn id="229" idx="1"/>
          </p:cNvCxnSpPr>
          <p:nvPr/>
        </p:nvCxnSpPr>
        <p:spPr>
          <a:xfrm>
            <a:off x="963328" y="4916274"/>
            <a:ext cx="73531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3ED4CCAF-4A17-4B00-9E49-16A8E0211C73}"/>
              </a:ext>
            </a:extLst>
          </p:cNvPr>
          <p:cNvSpPr/>
          <p:nvPr/>
        </p:nvSpPr>
        <p:spPr>
          <a:xfrm>
            <a:off x="2871572" y="947863"/>
            <a:ext cx="13773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Sub_Individual</a:t>
            </a:r>
            <a:endParaRPr lang="ko-KR" altLang="en-US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D2E2A663-5F47-4A63-BA69-8B185A836405}"/>
              </a:ext>
            </a:extLst>
          </p:cNvPr>
          <p:cNvSpPr/>
          <p:nvPr/>
        </p:nvSpPr>
        <p:spPr>
          <a:xfrm>
            <a:off x="2902350" y="4793162"/>
            <a:ext cx="10679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Cutter1_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중앙 전극</a:t>
            </a:r>
          </a:p>
        </p:txBody>
      </p: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id="{17C0A9CF-052C-47AA-A61C-5165FBF09339}"/>
              </a:ext>
            </a:extLst>
          </p:cNvPr>
          <p:cNvCxnSpPr>
            <a:cxnSpLocks/>
            <a:stCxn id="229" idx="3"/>
            <a:endCxn id="239" idx="1"/>
          </p:cNvCxnSpPr>
          <p:nvPr/>
        </p:nvCxnSpPr>
        <p:spPr>
          <a:xfrm flipV="1">
            <a:off x="2167037" y="4916273"/>
            <a:ext cx="735313" cy="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BC8E6028-48D4-4CF3-AF91-7B466129B776}"/>
              </a:ext>
            </a:extLst>
          </p:cNvPr>
          <p:cNvSpPr/>
          <p:nvPr/>
        </p:nvSpPr>
        <p:spPr>
          <a:xfrm>
            <a:off x="2902350" y="4959165"/>
            <a:ext cx="10679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Cutter2_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상부 전극</a:t>
            </a: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E704969F-B50A-4F39-8FDF-39F01F1A5022}"/>
              </a:ext>
            </a:extLst>
          </p:cNvPr>
          <p:cNvSpPr/>
          <p:nvPr/>
        </p:nvSpPr>
        <p:spPr>
          <a:xfrm>
            <a:off x="2902350" y="5125169"/>
            <a:ext cx="9252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Cutter3_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</a:t>
            </a: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8586BB50-65D1-48D6-BCAD-88EF23DD224D}"/>
              </a:ext>
            </a:extLst>
          </p:cNvPr>
          <p:cNvCxnSpPr>
            <a:cxnSpLocks/>
            <a:stCxn id="229" idx="3"/>
            <a:endCxn id="241" idx="1"/>
          </p:cNvCxnSpPr>
          <p:nvPr/>
        </p:nvCxnSpPr>
        <p:spPr>
          <a:xfrm>
            <a:off x="2167037" y="4916274"/>
            <a:ext cx="735313" cy="166002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1916781A-2746-4859-97C1-3BFB12896528}"/>
              </a:ext>
            </a:extLst>
          </p:cNvPr>
          <p:cNvCxnSpPr>
            <a:cxnSpLocks/>
            <a:stCxn id="229" idx="3"/>
            <a:endCxn id="242" idx="1"/>
          </p:cNvCxnSpPr>
          <p:nvPr/>
        </p:nvCxnSpPr>
        <p:spPr>
          <a:xfrm>
            <a:off x="2167037" y="4916274"/>
            <a:ext cx="735313" cy="33200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89C60B8-2E38-4482-96F6-20CFA041430B}"/>
              </a:ext>
            </a:extLst>
          </p:cNvPr>
          <p:cNvSpPr/>
          <p:nvPr/>
        </p:nvSpPr>
        <p:spPr>
          <a:xfrm>
            <a:off x="104603" y="5477536"/>
            <a:ext cx="13051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Mesurement_Reference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C33F87D-F310-4615-AA44-81CF471C1C43}"/>
              </a:ext>
            </a:extLst>
          </p:cNvPr>
          <p:cNvSpPr/>
          <p:nvPr/>
        </p:nvSpPr>
        <p:spPr>
          <a:xfrm>
            <a:off x="1700402" y="5477536"/>
            <a:ext cx="9332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Tab_Side_Edge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1CBC6D3-886F-446E-A5C1-ABC65850DD30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1409768" y="5600647"/>
            <a:ext cx="29063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3F65F95-B478-4A4D-88DF-40ABA8B32ADE}"/>
              </a:ext>
            </a:extLst>
          </p:cNvPr>
          <p:cNvSpPr/>
          <p:nvPr/>
        </p:nvSpPr>
        <p:spPr>
          <a:xfrm>
            <a:off x="216007" y="2411842"/>
            <a:ext cx="10823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 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Side Position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09F0C53-F25E-47C0-9D2D-152EFE5F921F}"/>
              </a:ext>
            </a:extLst>
          </p:cNvPr>
          <p:cNvSpPr/>
          <p:nvPr/>
        </p:nvSpPr>
        <p:spPr>
          <a:xfrm>
            <a:off x="1573608" y="2411842"/>
            <a:ext cx="71846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Upper_side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2057123-4929-47A9-8CE7-9E743BB2B4F3}"/>
              </a:ext>
            </a:extLst>
          </p:cNvPr>
          <p:cNvCxnSpPr>
            <a:stCxn id="75" idx="3"/>
            <a:endCxn id="76" idx="1"/>
          </p:cNvCxnSpPr>
          <p:nvPr/>
        </p:nvCxnSpPr>
        <p:spPr>
          <a:xfrm>
            <a:off x="1298356" y="2534953"/>
            <a:ext cx="27525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C7A8A75-1DC4-44FF-A29A-E52D778C98B5}"/>
              </a:ext>
            </a:extLst>
          </p:cNvPr>
          <p:cNvSpPr/>
          <p:nvPr/>
        </p:nvSpPr>
        <p:spPr>
          <a:xfrm>
            <a:off x="1573609" y="2578946"/>
            <a:ext cx="71846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Lower_side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D9267F6-DD67-40B0-A131-D496DFE5038B}"/>
              </a:ext>
            </a:extLst>
          </p:cNvPr>
          <p:cNvSpPr/>
          <p:nvPr/>
        </p:nvSpPr>
        <p:spPr>
          <a:xfrm>
            <a:off x="1574915" y="2434413"/>
            <a:ext cx="703803" cy="348058"/>
          </a:xfrm>
          <a:prstGeom prst="rect">
            <a:avLst/>
          </a:prstGeom>
          <a:noFill/>
          <a:ln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D413BE88-CADD-413C-A865-EA32305D4B41}"/>
              </a:ext>
            </a:extLst>
          </p:cNvPr>
          <p:cNvCxnSpPr>
            <a:cxnSpLocks/>
            <a:stCxn id="75" idx="3"/>
            <a:endCxn id="78" idx="1"/>
          </p:cNvCxnSpPr>
          <p:nvPr/>
        </p:nvCxnSpPr>
        <p:spPr>
          <a:xfrm>
            <a:off x="1298356" y="2534953"/>
            <a:ext cx="275253" cy="167104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22FF5BC-BBF8-4F27-B092-4D76D77205E4}"/>
              </a:ext>
            </a:extLst>
          </p:cNvPr>
          <p:cNvSpPr/>
          <p:nvPr/>
        </p:nvSpPr>
        <p:spPr>
          <a:xfrm>
            <a:off x="2337701" y="2451167"/>
            <a:ext cx="205216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 위에 있는지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밑에 있는지 정의하기 위해</a:t>
            </a:r>
            <a:endParaRPr lang="ko-KR" altLang="en-US" b="1" dirty="0">
              <a:solidFill>
                <a:srgbClr val="006600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02DB2BF-A069-4DAF-9461-E99C334747F4}"/>
              </a:ext>
            </a:extLst>
          </p:cNvPr>
          <p:cNvSpPr/>
          <p:nvPr/>
        </p:nvSpPr>
        <p:spPr>
          <a:xfrm>
            <a:off x="2609899" y="5494272"/>
            <a:ext cx="28729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측정할때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(TPC/TPA), Tab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기준이 되는건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Side_Edge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라는 것을</a:t>
            </a:r>
            <a:endParaRPr lang="en-US" altLang="ko-KR" sz="800" b="1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정의하기 위해 필요항목</a:t>
            </a:r>
            <a:endParaRPr lang="ko-KR" altLang="en-US" b="1" dirty="0">
              <a:solidFill>
                <a:srgbClr val="006600"/>
              </a:solidFill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E8CEE573-4F82-440A-8D2B-07B5E079287B}"/>
              </a:ext>
            </a:extLst>
          </p:cNvPr>
          <p:cNvGrpSpPr/>
          <p:nvPr/>
        </p:nvGrpSpPr>
        <p:grpSpPr>
          <a:xfrm>
            <a:off x="5756434" y="4916273"/>
            <a:ext cx="1042308" cy="1521601"/>
            <a:chOff x="2968666" y="2874452"/>
            <a:chExt cx="976206" cy="1652663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3957AF89-F4F4-4428-AF76-16B40FA5D0CE}"/>
                </a:ext>
              </a:extLst>
            </p:cNvPr>
            <p:cNvSpPr/>
            <p:nvPr/>
          </p:nvSpPr>
          <p:spPr>
            <a:xfrm>
              <a:off x="2968666" y="3055830"/>
              <a:ext cx="976206" cy="1357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40A1EB7-A9ED-48F5-8B95-18232B680783}"/>
                </a:ext>
              </a:extLst>
            </p:cNvPr>
            <p:cNvSpPr/>
            <p:nvPr/>
          </p:nvSpPr>
          <p:spPr>
            <a:xfrm>
              <a:off x="3051050" y="3117542"/>
              <a:ext cx="811441" cy="12342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6FDAB065-9FED-4F31-BFA4-FDCA945FAC79}"/>
                </a:ext>
              </a:extLst>
            </p:cNvPr>
            <p:cNvSpPr/>
            <p:nvPr/>
          </p:nvSpPr>
          <p:spPr>
            <a:xfrm>
              <a:off x="3349932" y="2874452"/>
              <a:ext cx="213677" cy="166784"/>
            </a:xfrm>
            <a:prstGeom prst="rect">
              <a:avLst/>
            </a:prstGeom>
            <a:solidFill>
              <a:srgbClr val="CC9900"/>
            </a:solidFill>
            <a:ln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A00AF98C-A151-4CA8-A282-08E4E8FC7084}"/>
                </a:ext>
              </a:extLst>
            </p:cNvPr>
            <p:cNvSpPr/>
            <p:nvPr/>
          </p:nvSpPr>
          <p:spPr>
            <a:xfrm>
              <a:off x="3349932" y="4360331"/>
              <a:ext cx="213677" cy="1667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B7FA187B-090C-40F2-AF29-6AA1CC5DB0A8}"/>
              </a:ext>
            </a:extLst>
          </p:cNvPr>
          <p:cNvCxnSpPr>
            <a:stCxn id="88" idx="1"/>
            <a:endCxn id="88" idx="3"/>
          </p:cNvCxnSpPr>
          <p:nvPr/>
        </p:nvCxnSpPr>
        <p:spPr>
          <a:xfrm>
            <a:off x="6163517" y="4993052"/>
            <a:ext cx="228146" cy="0"/>
          </a:xfrm>
          <a:prstGeom prst="straightConnector1">
            <a:avLst/>
          </a:prstGeom>
          <a:ln>
            <a:solidFill>
              <a:srgbClr val="0066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2DF7B031-31C8-45AE-8649-8469325DC16B}"/>
              </a:ext>
            </a:extLst>
          </p:cNvPr>
          <p:cNvCxnSpPr>
            <a:cxnSpLocks/>
            <a:stCxn id="89" idx="1"/>
            <a:endCxn id="89" idx="3"/>
          </p:cNvCxnSpPr>
          <p:nvPr/>
        </p:nvCxnSpPr>
        <p:spPr>
          <a:xfrm>
            <a:off x="6163517" y="6361096"/>
            <a:ext cx="228146" cy="0"/>
          </a:xfrm>
          <a:prstGeom prst="straightConnector1">
            <a:avLst/>
          </a:prstGeom>
          <a:ln>
            <a:solidFill>
              <a:srgbClr val="0066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E1D2ACD-5C43-4801-B4D8-D8347C756A03}"/>
              </a:ext>
            </a:extLst>
          </p:cNvPr>
          <p:cNvSpPr/>
          <p:nvPr/>
        </p:nvSpPr>
        <p:spPr>
          <a:xfrm>
            <a:off x="6062078" y="4733898"/>
            <a:ext cx="40107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TWA</a:t>
            </a:r>
            <a:endParaRPr lang="ko-KR" altLang="en-US" sz="900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C91A9C8-1109-4D79-A0A2-98F5FC6D3223}"/>
              </a:ext>
            </a:extLst>
          </p:cNvPr>
          <p:cNvSpPr/>
          <p:nvPr/>
        </p:nvSpPr>
        <p:spPr>
          <a:xfrm>
            <a:off x="6100538" y="6457354"/>
            <a:ext cx="40107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TWC</a:t>
            </a:r>
            <a:endParaRPr lang="ko-KR" altLang="en-US" sz="900" dirty="0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29FE0AB2-7CC1-4995-A2D4-864387ABA057}"/>
              </a:ext>
            </a:extLst>
          </p:cNvPr>
          <p:cNvCxnSpPr>
            <a:cxnSpLocks/>
            <a:endCxn id="89" idx="3"/>
          </p:cNvCxnSpPr>
          <p:nvPr/>
        </p:nvCxnSpPr>
        <p:spPr>
          <a:xfrm>
            <a:off x="6391663" y="4526435"/>
            <a:ext cx="0" cy="18346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33F938CB-AA8F-485A-817B-669D744CC13E}"/>
              </a:ext>
            </a:extLst>
          </p:cNvPr>
          <p:cNvCxnSpPr>
            <a:cxnSpLocks/>
          </p:cNvCxnSpPr>
          <p:nvPr/>
        </p:nvCxnSpPr>
        <p:spPr>
          <a:xfrm>
            <a:off x="6715442" y="4916273"/>
            <a:ext cx="0" cy="13093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205CBF8F-F73B-4A85-A4B7-4F93CDE57F05}"/>
              </a:ext>
            </a:extLst>
          </p:cNvPr>
          <p:cNvCxnSpPr>
            <a:cxnSpLocks/>
          </p:cNvCxnSpPr>
          <p:nvPr/>
        </p:nvCxnSpPr>
        <p:spPr>
          <a:xfrm>
            <a:off x="6798742" y="5069830"/>
            <a:ext cx="0" cy="15029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41EDCAF-11AB-44A1-9B2D-5F2FEEADAC5D}"/>
              </a:ext>
            </a:extLst>
          </p:cNvPr>
          <p:cNvCxnSpPr>
            <a:cxnSpLocks/>
            <a:stCxn id="88" idx="3"/>
          </p:cNvCxnSpPr>
          <p:nvPr/>
        </p:nvCxnSpPr>
        <p:spPr>
          <a:xfrm>
            <a:off x="6391663" y="4993052"/>
            <a:ext cx="319119" cy="7805"/>
          </a:xfrm>
          <a:prstGeom prst="straightConnector1">
            <a:avLst/>
          </a:prstGeom>
          <a:ln>
            <a:solidFill>
              <a:srgbClr val="0066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F8F8311-BCB4-4E8E-87E2-E1227350AD31}"/>
              </a:ext>
            </a:extLst>
          </p:cNvPr>
          <p:cNvSpPr/>
          <p:nvPr/>
        </p:nvSpPr>
        <p:spPr>
          <a:xfrm>
            <a:off x="6357483" y="4733898"/>
            <a:ext cx="37382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TPA</a:t>
            </a:r>
            <a:endParaRPr lang="ko-KR" altLang="en-US" sz="900" dirty="0"/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E735A91E-950C-404B-B989-28149E37BB79}"/>
              </a:ext>
            </a:extLst>
          </p:cNvPr>
          <p:cNvCxnSpPr>
            <a:cxnSpLocks/>
          </p:cNvCxnSpPr>
          <p:nvPr/>
        </p:nvCxnSpPr>
        <p:spPr>
          <a:xfrm>
            <a:off x="6391663" y="6357193"/>
            <a:ext cx="407078" cy="5981"/>
          </a:xfrm>
          <a:prstGeom prst="straightConnector1">
            <a:avLst/>
          </a:prstGeom>
          <a:ln>
            <a:solidFill>
              <a:srgbClr val="0066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AFDEBC85-4DED-4AB3-AB64-702E457661C7}"/>
              </a:ext>
            </a:extLst>
          </p:cNvPr>
          <p:cNvSpPr/>
          <p:nvPr/>
        </p:nvSpPr>
        <p:spPr>
          <a:xfrm>
            <a:off x="6436271" y="6451801"/>
            <a:ext cx="37382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TPC</a:t>
            </a:r>
            <a:endParaRPr lang="ko-KR" altLang="en-US" sz="9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CB54831-3C73-41D9-8A69-6D46F83119CF}"/>
              </a:ext>
            </a:extLst>
          </p:cNvPr>
          <p:cNvSpPr/>
          <p:nvPr/>
        </p:nvSpPr>
        <p:spPr>
          <a:xfrm>
            <a:off x="6358790" y="4907077"/>
            <a:ext cx="60852" cy="178164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CFE067D3-6984-4C99-9635-AF847801121D}"/>
              </a:ext>
            </a:extLst>
          </p:cNvPr>
          <p:cNvSpPr/>
          <p:nvPr/>
        </p:nvSpPr>
        <p:spPr>
          <a:xfrm>
            <a:off x="6358790" y="6264530"/>
            <a:ext cx="60852" cy="178164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8B47214-658B-453A-86E4-9E0D87C7D131}"/>
              </a:ext>
            </a:extLst>
          </p:cNvPr>
          <p:cNvSpPr/>
          <p:nvPr/>
        </p:nvSpPr>
        <p:spPr>
          <a:xfrm>
            <a:off x="1615445" y="5720292"/>
            <a:ext cx="11031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Sealing_Side_Edge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E263BC-32BA-4D12-A70A-C27F85F0A6EA}"/>
              </a:ext>
            </a:extLst>
          </p:cNvPr>
          <p:cNvCxnSpPr>
            <a:cxnSpLocks/>
            <a:stCxn id="60" idx="3"/>
            <a:endCxn id="104" idx="1"/>
          </p:cNvCxnSpPr>
          <p:nvPr/>
        </p:nvCxnSpPr>
        <p:spPr>
          <a:xfrm>
            <a:off x="1409768" y="5600647"/>
            <a:ext cx="205677" cy="2427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DF6EC88-D4DD-4205-93F9-AB1D5FD52AA7}"/>
              </a:ext>
            </a:extLst>
          </p:cNvPr>
          <p:cNvSpPr/>
          <p:nvPr/>
        </p:nvSpPr>
        <p:spPr>
          <a:xfrm>
            <a:off x="2609899" y="5766734"/>
            <a:ext cx="30540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불량 측정할때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(SCG/SAG),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분리막의 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Sealing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면 준에</a:t>
            </a:r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기준이 되는 부분이</a:t>
            </a:r>
            <a:endParaRPr lang="en-US" altLang="ko-KR" sz="800" b="1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Sealing_Side_Edge </a:t>
            </a:r>
            <a:r>
              <a:rPr lang="ko-KR" altLang="en-US" sz="8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라는 것을 정의하기 위해 필요항목</a:t>
            </a:r>
            <a:endParaRPr lang="ko-KR" altLang="en-US" b="1" dirty="0">
              <a:solidFill>
                <a:srgbClr val="006600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9A22BBD-8A23-40C2-85C1-F17EB8E17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001" y="4443723"/>
            <a:ext cx="2277484" cy="2179678"/>
          </a:xfrm>
          <a:prstGeom prst="rect">
            <a:avLst/>
          </a:prstGeom>
        </p:spPr>
      </p:pic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135518E2-4352-407D-8472-03B780887F4B}"/>
              </a:ext>
            </a:extLst>
          </p:cNvPr>
          <p:cNvCxnSpPr/>
          <p:nvPr/>
        </p:nvCxnSpPr>
        <p:spPr>
          <a:xfrm>
            <a:off x="8182363" y="4993052"/>
            <a:ext cx="0" cy="13680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591A26A-3EF1-4718-AE45-EB889C126EFC}"/>
              </a:ext>
            </a:extLst>
          </p:cNvPr>
          <p:cNvSpPr/>
          <p:nvPr/>
        </p:nvSpPr>
        <p:spPr>
          <a:xfrm>
            <a:off x="7995453" y="4733898"/>
            <a:ext cx="63991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Side Edge</a:t>
            </a:r>
            <a:endParaRPr lang="ko-KR" altLang="en-US" sz="900" dirty="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849A3FEC-FBDB-41A7-8BD3-17A3D2E12F0A}"/>
              </a:ext>
            </a:extLst>
          </p:cNvPr>
          <p:cNvSpPr/>
          <p:nvPr/>
        </p:nvSpPr>
        <p:spPr>
          <a:xfrm>
            <a:off x="6070863" y="4315414"/>
            <a:ext cx="63991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Side Edge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411742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18581</TotalTime>
  <Words>7280</Words>
  <Application>Microsoft Office PowerPoint</Application>
  <PresentationFormat>A4 용지(210x297mm)</PresentationFormat>
  <Paragraphs>666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Arial</vt:lpstr>
      <vt:lpstr>Arial Narrow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신낙천(Nakcheon Shin)[nch_shin]/사원/제조지능화.제조PI.지능화기반.기반구축2팀</dc:creator>
  <cp:lastModifiedBy>이재후(JAEHU LEE)[jaehu]/사원/제조DX.기획팀</cp:lastModifiedBy>
  <cp:revision>82</cp:revision>
  <dcterms:created xsi:type="dcterms:W3CDTF">2025-09-23T04:50:04Z</dcterms:created>
  <dcterms:modified xsi:type="dcterms:W3CDTF">2025-10-22T02:10:36Z</dcterms:modified>
</cp:coreProperties>
</file>