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4"/>
    <p:sldMasterId id="2147483750" r:id="rId5"/>
    <p:sldMasterId id="2147483801" r:id="rId6"/>
    <p:sldMasterId id="2147483816" r:id="rId7"/>
  </p:sldMasterIdLst>
  <p:notesMasterIdLst>
    <p:notesMasterId r:id="rId19"/>
  </p:notesMasterIdLst>
  <p:handoutMasterIdLst>
    <p:handoutMasterId r:id="rId20"/>
  </p:handoutMasterIdLst>
  <p:sldIdLst>
    <p:sldId id="2147483647" r:id="rId8"/>
    <p:sldId id="257" r:id="rId9"/>
    <p:sldId id="256" r:id="rId10"/>
    <p:sldId id="261" r:id="rId11"/>
    <p:sldId id="260" r:id="rId12"/>
    <p:sldId id="259" r:id="rId13"/>
    <p:sldId id="2147483398" r:id="rId14"/>
    <p:sldId id="2147483642" r:id="rId15"/>
    <p:sldId id="2147483645" r:id="rId16"/>
    <p:sldId id="2147483646" r:id="rId17"/>
    <p:sldId id="258" r:id="rId18"/>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B8E98E05-D9BA-4219-A162-FB96285AA324}">
          <p14:sldIdLst>
            <p14:sldId id="2147483647"/>
            <p14:sldId id="257"/>
            <p14:sldId id="256"/>
            <p14:sldId id="261"/>
            <p14:sldId id="260"/>
            <p14:sldId id="259"/>
          </p14:sldIdLst>
        </p14:section>
        <p14:section name="이전 보고" id="{90A44048-9C0B-41BD-A35B-5167880B793A}">
          <p14:sldIdLst>
            <p14:sldId id="2147483398"/>
            <p14:sldId id="2147483642"/>
            <p14:sldId id="2147483645"/>
            <p14:sldId id="2147483646"/>
            <p14:sldId id="258"/>
          </p14:sldIdLst>
        </p14:section>
      </p14:sectionLst>
    </p:ext>
    <p:ext uri="{EFAFB233-063F-42B5-8137-9DF3F51BA10A}">
      <p15:sldGuideLst xmlns:p15="http://schemas.microsoft.com/office/powerpoint/2012/main">
        <p15:guide id="1" orient="horz" pos="414" userDrawn="1">
          <p15:clr>
            <a:srgbClr val="A4A3A4"/>
          </p15:clr>
        </p15:guide>
        <p15:guide id="2" pos="330" userDrawn="1">
          <p15:clr>
            <a:srgbClr val="A4A3A4"/>
          </p15:clr>
        </p15:guide>
        <p15:guide id="3" pos="19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FFFFCC"/>
    <a:srgbClr val="FFEBF1"/>
    <a:srgbClr val="FFE5ED"/>
    <a:srgbClr val="A50034"/>
    <a:srgbClr val="008000"/>
    <a:srgbClr val="FFF2CC"/>
    <a:srgbClr val="336600"/>
    <a:srgbClr val="00DA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93" autoAdjust="0"/>
    <p:restoredTop sz="95220" autoAdjust="0"/>
  </p:normalViewPr>
  <p:slideViewPr>
    <p:cSldViewPr snapToGrid="0">
      <p:cViewPr>
        <p:scale>
          <a:sx n="100" d="100"/>
          <a:sy n="100" d="100"/>
        </p:scale>
        <p:origin x="1890" y="72"/>
      </p:cViewPr>
      <p:guideLst>
        <p:guide orient="horz" pos="414"/>
        <p:guide pos="330"/>
        <p:guide pos="198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87947D6C-E730-4DCE-9BA2-6911D36B82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F5976F7F-AB9B-473C-8D1C-0F5C0AB6A0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34491C-D25C-44EA-895B-6873C2D79C61}" type="datetimeFigureOut">
              <a:rPr lang="ko-KR" altLang="en-US" smtClean="0"/>
              <a:t>2026-10-27</a:t>
            </a:fld>
            <a:endParaRPr lang="ko-KR" altLang="en-US"/>
          </a:p>
        </p:txBody>
      </p:sp>
      <p:sp>
        <p:nvSpPr>
          <p:cNvPr id="4" name="바닥글 개체 틀 3">
            <a:extLst>
              <a:ext uri="{FF2B5EF4-FFF2-40B4-BE49-F238E27FC236}">
                <a16:creationId xmlns:a16="http://schemas.microsoft.com/office/drawing/2014/main" id="{21CA95FF-0203-467F-8B6F-BB06FA4046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B2A3EB66-47F0-41FE-AFAB-9571FD7058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3D7264-A99F-45E6-B047-FB899C323779}" type="slidenum">
              <a:rPr lang="ko-KR" altLang="en-US" smtClean="0"/>
              <a:t>‹#›</a:t>
            </a:fld>
            <a:endParaRPr lang="ko-KR" altLang="en-US"/>
          </a:p>
        </p:txBody>
      </p:sp>
    </p:spTree>
    <p:extLst>
      <p:ext uri="{BB962C8B-B14F-4D97-AF65-F5344CB8AC3E}">
        <p14:creationId xmlns:p14="http://schemas.microsoft.com/office/powerpoint/2010/main" val="14441955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2754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F082-AC17-3CF0-AA64-6D9FC9EE4C45}"/>
            </a:ext>
          </a:extLst>
        </p:cNvPr>
        <p:cNvGrpSpPr/>
        <p:nvPr/>
      </p:nvGrpSpPr>
      <p:grpSpPr>
        <a:xfrm>
          <a:off x="0" y="0"/>
          <a:ext cx="0" cy="0"/>
          <a:chOff x="0" y="0"/>
          <a:chExt cx="0" cy="0"/>
        </a:xfrm>
      </p:grpSpPr>
      <p:sp>
        <p:nvSpPr>
          <p:cNvPr id="3" name="슬라이드 노트 개체 틀 2">
            <a:extLst>
              <a:ext uri="{FF2B5EF4-FFF2-40B4-BE49-F238E27FC236}">
                <a16:creationId xmlns:a16="http://schemas.microsoft.com/office/drawing/2014/main" id="{6EC5CD26-80FD-AA91-E1C3-39EBF5CFFD4C}"/>
              </a:ext>
            </a:extLst>
          </p:cNvPr>
          <p:cNvSpPr>
            <a:spLocks noGrp="1"/>
          </p:cNvSpPr>
          <p:nvPr>
            <p:ph type="body" idx="1"/>
            <p:custDataLst>
              <p:tags r:id="rId1"/>
            </p:custDataLst>
          </p:nvPr>
        </p:nvSpPr>
        <p:spPr/>
        <p:txBody>
          <a:bodyPr/>
          <a:lstStyle/>
          <a:p>
            <a:endParaRPr lang="ko-KR" altLang="en-US"/>
          </a:p>
        </p:txBody>
      </p:sp>
      <p:sp>
        <p:nvSpPr>
          <p:cNvPr id="4" name="슬라이드 번호 개체 틀 3">
            <a:extLst>
              <a:ext uri="{FF2B5EF4-FFF2-40B4-BE49-F238E27FC236}">
                <a16:creationId xmlns:a16="http://schemas.microsoft.com/office/drawing/2014/main" id="{F33A71E2-3B09-830B-5045-483CFB81EDB3}"/>
              </a:ext>
            </a:extLst>
          </p:cNvPr>
          <p:cNvSpPr>
            <a:spLocks noGrp="1"/>
          </p:cNvSpPr>
          <p:nvPr>
            <p:ph type="sldNum" sz="quarter" idx="4294967295"/>
            <p:custDataLst>
              <p:tags r:id="rId2"/>
            </p:custDataLst>
          </p:nvPr>
        </p:nvSpPr>
        <p:spPr>
          <a:xfrm>
            <a:off x="3884613" y="8685213"/>
            <a:ext cx="2971800" cy="458787"/>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1F4C645-ABDE-4C2B-8039-27118650AB20}"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2430081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5045E-0E07-BBAD-A1AF-428160D9E82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691A97-0E64-1567-DC1D-1115C6E8D3A7}"/>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C11CD28D-B7DF-BD9C-8B7A-D4F96A46D484}"/>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3546272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38FF-61CE-D010-7DED-AE69AFA762B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8C8948-CB25-0D98-72BA-B778934DB180}"/>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5975E797-DB0A-F7D3-A841-3754FA0DD56E}"/>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663760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9966B-D530-5B8D-8C7C-272CD8DD28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1275905-CDD9-497D-A1B8-E64848D29A13}"/>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334B5F9F-CD8D-3A4B-23D7-5E5501C5CDA9}"/>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462939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64DA7-7175-8172-2682-BD3CE78DEA1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D99E069-0C56-32B9-A8A2-729FC0F5AE43}"/>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CB03E82A-6A8A-1EBB-8FBB-2FF605B1E087}"/>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843812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BF3E-6744-17F6-E6EF-3AB362408A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9A43C7D-3699-0A7C-58AA-8529588E1479}"/>
              </a:ext>
            </a:extLst>
          </p:cNvPr>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a:extLst>
              <a:ext uri="{FF2B5EF4-FFF2-40B4-BE49-F238E27FC236}">
                <a16:creationId xmlns:a16="http://schemas.microsoft.com/office/drawing/2014/main" id="{76F9F529-868B-CB5F-099D-24A7E25F89E7}"/>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052541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노트 개체 틀 2"/>
          <p:cNvSpPr>
            <a:spLocks noGrp="1"/>
          </p:cNvSpPr>
          <p:nvPr>
            <p:ph type="body" idx="1"/>
            <p:custDataLst>
              <p:tags r:id="rId1"/>
            </p:custDataLst>
          </p:nvPr>
        </p:nvSpPr>
        <p:spPr/>
        <p:txBody>
          <a:bodyPr/>
          <a:lstStyle/>
          <a:p>
            <a:endParaRPr lang="ko-KR" altLang="en-US"/>
          </a:p>
        </p:txBody>
      </p:sp>
      <p:sp>
        <p:nvSpPr>
          <p:cNvPr id="4" name="슬라이드 번호 개체 틀 3"/>
          <p:cNvSpPr>
            <a:spLocks noGrp="1"/>
          </p:cNvSpPr>
          <p:nvPr>
            <p:ph type="sldNum" sz="quarter" idx="4294967295"/>
            <p:custDataLst>
              <p:tags r:id="rId2"/>
            </p:custDataLst>
          </p:nvPr>
        </p:nvSpPr>
        <p:spPr>
          <a:xfrm>
            <a:off x="3884613" y="8685213"/>
            <a:ext cx="2971800" cy="458787"/>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1F4C645-ABDE-4C2B-8039-27118650AB20}"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1646303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핵심은 구성원별로 흩어져 있는 업무 기록을 한 곳에 표준화된 틀로 모으자는 것</a:t>
            </a:r>
            <a:r>
              <a:rPr lang="en-US" altLang="ko-KR" b="0" dirty="0"/>
              <a:t>. </a:t>
            </a:r>
            <a:r>
              <a:rPr lang="ko-KR" altLang="en-US" b="0" dirty="0"/>
              <a:t>그러면 </a:t>
            </a:r>
            <a:r>
              <a:rPr lang="en-US" altLang="ko-KR" b="0" dirty="0"/>
              <a:t>AI</a:t>
            </a:r>
            <a:r>
              <a:rPr lang="ko-KR" altLang="en-US" b="0" dirty="0"/>
              <a:t>가 보고서 초안을 만들고</a:t>
            </a:r>
            <a:r>
              <a:rPr lang="en-US" altLang="ko-KR" b="0" dirty="0"/>
              <a:t>, </a:t>
            </a:r>
            <a:r>
              <a:rPr lang="ko-KR" altLang="en-US" b="0" dirty="0"/>
              <a:t>기록은 팀의 자산으로 남음</a:t>
            </a:r>
            <a:endParaRPr lang="en-US" altLang="ko-KR" b="0" dirty="0"/>
          </a:p>
          <a:p>
            <a:endParaRPr lang="ko-KR" altLang="en-US" dirty="0"/>
          </a:p>
        </p:txBody>
      </p:sp>
    </p:spTree>
    <p:extLst>
      <p:ext uri="{BB962C8B-B14F-4D97-AF65-F5344CB8AC3E}">
        <p14:creationId xmlns:p14="http://schemas.microsoft.com/office/powerpoint/2010/main" val="2738148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그룹장님 지시 이후로 멤버들과 토론을 진행했고</a:t>
            </a:r>
            <a:r>
              <a:rPr lang="en-US" altLang="ko-KR" dirty="0"/>
              <a:t>, AI Readable</a:t>
            </a:r>
            <a:r>
              <a:rPr lang="ko-KR" altLang="en-US" dirty="0"/>
              <a:t> 한 업무 기록을 </a:t>
            </a:r>
            <a:r>
              <a:rPr lang="ko-KR" altLang="en-US" dirty="0" err="1"/>
              <a:t>만드는게</a:t>
            </a:r>
            <a:r>
              <a:rPr lang="ko-KR" altLang="en-US" dirty="0"/>
              <a:t> 출발점</a:t>
            </a:r>
            <a:r>
              <a:rPr lang="en-US" altLang="ko-KR" dirty="0"/>
              <a:t>. </a:t>
            </a:r>
            <a:r>
              <a:rPr lang="ko-KR" altLang="en-US" dirty="0"/>
              <a:t>이에 현재 </a:t>
            </a:r>
            <a:r>
              <a:rPr lang="ko-KR" altLang="en-US" dirty="0" err="1"/>
              <a:t>작성되고있는</a:t>
            </a:r>
            <a:r>
              <a:rPr lang="ko-KR" altLang="en-US" dirty="0"/>
              <a:t> </a:t>
            </a:r>
            <a:r>
              <a:rPr lang="en-US" altLang="ko-KR" dirty="0"/>
              <a:t>PPT</a:t>
            </a:r>
            <a:r>
              <a:rPr lang="ko-KR" altLang="en-US" dirty="0"/>
              <a:t>의 양식이 </a:t>
            </a:r>
            <a:r>
              <a:rPr lang="en-US" altLang="ko-KR" dirty="0"/>
              <a:t>AI Readable </a:t>
            </a:r>
            <a:r>
              <a:rPr lang="ko-KR" altLang="en-US" dirty="0" err="1"/>
              <a:t>하냐라는</a:t>
            </a:r>
            <a:r>
              <a:rPr lang="ko-KR" altLang="en-US" dirty="0"/>
              <a:t> 것에 그렇지 </a:t>
            </a:r>
            <a:r>
              <a:rPr lang="ko-KR" altLang="en-US" dirty="0" err="1"/>
              <a:t>않다라는</a:t>
            </a:r>
            <a:r>
              <a:rPr lang="ko-KR" altLang="en-US" dirty="0"/>
              <a:t> 판단</a:t>
            </a:r>
            <a:r>
              <a:rPr lang="en-US" altLang="ko-KR" dirty="0"/>
              <a:t>. </a:t>
            </a:r>
            <a:r>
              <a:rPr lang="ko-KR" altLang="en-US" dirty="0"/>
              <a:t>사람은 읽어도 </a:t>
            </a:r>
            <a:r>
              <a:rPr lang="en-US" altLang="ko-KR" dirty="0"/>
              <a:t>AI</a:t>
            </a:r>
            <a:r>
              <a:rPr lang="ko-KR" altLang="en-US" dirty="0"/>
              <a:t>는 </a:t>
            </a:r>
            <a:r>
              <a:rPr lang="ko-KR" altLang="en-US" dirty="0" err="1"/>
              <a:t>못읽음</a:t>
            </a:r>
            <a:r>
              <a:rPr lang="en-US" altLang="ko-KR" dirty="0"/>
              <a:t>.</a:t>
            </a:r>
          </a:p>
          <a:p>
            <a:r>
              <a:rPr lang="en-US" altLang="ko-KR" dirty="0"/>
              <a:t>(</a:t>
            </a:r>
            <a:r>
              <a:rPr lang="ko-KR" altLang="en-US" dirty="0"/>
              <a:t>좌측</a:t>
            </a:r>
            <a:r>
              <a:rPr lang="en-US" altLang="ko-KR" dirty="0"/>
              <a:t>) AI</a:t>
            </a:r>
            <a:r>
              <a:rPr lang="ko-KR" altLang="en-US" dirty="0"/>
              <a:t>가 업무 정보를 이해하고 다시 쓰려면 </a:t>
            </a:r>
            <a:r>
              <a:rPr lang="en-US" altLang="ko-KR" dirty="0"/>
              <a:t>6</a:t>
            </a:r>
            <a:r>
              <a:rPr lang="ko-KR" altLang="en-US" dirty="0"/>
              <a:t>단계가 필요 </a:t>
            </a:r>
            <a:r>
              <a:rPr lang="en-US" altLang="ko-KR" dirty="0"/>
              <a:t>(</a:t>
            </a:r>
            <a:r>
              <a:rPr lang="ko-KR" altLang="en-US" dirty="0"/>
              <a:t>구글 클라우드 자료 참고</a:t>
            </a:r>
            <a:r>
              <a:rPr lang="en-US" altLang="ko-KR" dirty="0"/>
              <a:t>). </a:t>
            </a:r>
            <a:r>
              <a:rPr lang="ko-KR" altLang="en-US" dirty="0"/>
              <a:t>앞단계인 업무 정보의 표준화와 구조화가 </a:t>
            </a:r>
            <a:r>
              <a:rPr lang="ko-KR" altLang="en-US" dirty="0" err="1"/>
              <a:t>안되어있음</a:t>
            </a:r>
            <a:endParaRPr lang="en-US" altLang="ko-KR" dirty="0"/>
          </a:p>
          <a:p>
            <a:r>
              <a:rPr lang="en-US" altLang="ko-KR" dirty="0"/>
              <a:t>(</a:t>
            </a:r>
            <a:r>
              <a:rPr lang="ko-KR" altLang="en-US" dirty="0"/>
              <a:t>우측</a:t>
            </a:r>
            <a:r>
              <a:rPr lang="en-US" altLang="ko-KR" dirty="0"/>
              <a:t>) </a:t>
            </a:r>
            <a:r>
              <a:rPr lang="ko-KR" altLang="en-US" dirty="0"/>
              <a:t>같은 내용이라도 </a:t>
            </a:r>
            <a:r>
              <a:rPr lang="en-US" altLang="ko-KR" dirty="0"/>
              <a:t>PPT</a:t>
            </a:r>
            <a:r>
              <a:rPr lang="ko-KR" altLang="en-US" dirty="0"/>
              <a:t>는 보기 좋게 배치</a:t>
            </a:r>
            <a:r>
              <a:rPr lang="en-US" altLang="ko-KR" dirty="0"/>
              <a:t>. </a:t>
            </a:r>
            <a:r>
              <a:rPr lang="ko-KR" altLang="en-US" dirty="0"/>
              <a:t>그래서 </a:t>
            </a:r>
            <a:r>
              <a:rPr lang="en-US" altLang="ko-KR" dirty="0"/>
              <a:t>AI</a:t>
            </a:r>
            <a:r>
              <a:rPr lang="ko-KR" altLang="en-US" dirty="0"/>
              <a:t>가 글을 뽑을 때 구조 계층화가 어려움</a:t>
            </a:r>
            <a:r>
              <a:rPr lang="en-US" altLang="ko-KR" dirty="0"/>
              <a:t>. </a:t>
            </a:r>
            <a:r>
              <a:rPr lang="ko-KR" altLang="en-US" dirty="0"/>
              <a:t>마크다운은 제목</a:t>
            </a:r>
            <a:r>
              <a:rPr lang="en-US" altLang="ko-KR" dirty="0"/>
              <a:t>,</a:t>
            </a:r>
            <a:r>
              <a:rPr lang="ko-KR" altLang="en-US" dirty="0"/>
              <a:t>소제목</a:t>
            </a:r>
            <a:r>
              <a:rPr lang="en-US" altLang="ko-KR" dirty="0"/>
              <a:t>,</a:t>
            </a:r>
            <a:r>
              <a:rPr lang="ko-KR" altLang="en-US" dirty="0"/>
              <a:t>목록이 표시된 문서로 </a:t>
            </a:r>
            <a:r>
              <a:rPr lang="en-US" altLang="ko-KR" dirty="0"/>
              <a:t>AI</a:t>
            </a:r>
            <a:r>
              <a:rPr lang="ko-KR" altLang="en-US" dirty="0"/>
              <a:t>가 바로 알아봄</a:t>
            </a:r>
            <a:endParaRPr lang="en-US" altLang="ko-KR" dirty="0"/>
          </a:p>
          <a:p>
            <a:r>
              <a:rPr lang="en-US" altLang="ko-KR" dirty="0"/>
              <a:t>         </a:t>
            </a:r>
            <a:r>
              <a:rPr lang="ko-KR" altLang="en-US" dirty="0"/>
              <a:t>또한</a:t>
            </a:r>
            <a:r>
              <a:rPr lang="en-US" altLang="ko-KR" dirty="0"/>
              <a:t>, </a:t>
            </a:r>
            <a:r>
              <a:rPr lang="ko-KR" altLang="en-US" dirty="0"/>
              <a:t>직급별 구성원이 각자 다른 도구로 쓰고 각자 </a:t>
            </a:r>
            <a:r>
              <a:rPr lang="en-US" altLang="ko-KR" dirty="0"/>
              <a:t>PC </a:t>
            </a:r>
            <a:r>
              <a:rPr lang="ko-KR" altLang="en-US" dirty="0"/>
              <a:t>폴더에 저장함</a:t>
            </a:r>
            <a:r>
              <a:rPr lang="en-US" altLang="ko-KR" dirty="0"/>
              <a:t>. </a:t>
            </a:r>
            <a:r>
              <a:rPr lang="ko-KR" altLang="en-US" dirty="0"/>
              <a:t>그러니 이력이 끊기고</a:t>
            </a:r>
            <a:r>
              <a:rPr lang="en-US" altLang="ko-KR" dirty="0"/>
              <a:t>, </a:t>
            </a:r>
            <a:r>
              <a:rPr lang="ko-KR" altLang="en-US" dirty="0"/>
              <a:t>업무끼리 연결도 안됨</a:t>
            </a:r>
            <a:endParaRPr lang="en-US" altLang="ko-KR" dirty="0"/>
          </a:p>
          <a:p>
            <a:endParaRPr lang="en-US" altLang="ko-KR" dirty="0"/>
          </a:p>
          <a:p>
            <a:r>
              <a:rPr lang="ko-KR" altLang="en-US" dirty="0"/>
              <a:t>다만</a:t>
            </a:r>
            <a:r>
              <a:rPr lang="en-US" altLang="ko-KR" dirty="0"/>
              <a:t>, </a:t>
            </a:r>
            <a:r>
              <a:rPr lang="ko-KR" altLang="en-US" dirty="0"/>
              <a:t>모든 구성원에게 똑같은 양식을 강요하는 건 현실적으로 어려움</a:t>
            </a:r>
            <a:r>
              <a:rPr lang="en-US" altLang="ko-KR" dirty="0"/>
              <a:t>. </a:t>
            </a:r>
            <a:r>
              <a:rPr lang="ko-KR" altLang="en-US" dirty="0"/>
              <a:t>그래서 저희는 틀은 고정하고</a:t>
            </a:r>
            <a:r>
              <a:rPr lang="en-US" altLang="ko-KR" dirty="0"/>
              <a:t>, </a:t>
            </a:r>
            <a:r>
              <a:rPr lang="ko-KR" altLang="en-US" dirty="0"/>
              <a:t>내용은 자유롭게 쓰는 방식으로</a:t>
            </a:r>
            <a:endParaRPr lang="en-US" altLang="ko-KR" dirty="0"/>
          </a:p>
        </p:txBody>
      </p:sp>
    </p:spTree>
    <p:extLst>
      <p:ext uri="{BB962C8B-B14F-4D97-AF65-F5344CB8AC3E}">
        <p14:creationId xmlns:p14="http://schemas.microsoft.com/office/powerpoint/2010/main" val="1871971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웹에 쓰면 </a:t>
            </a:r>
            <a:r>
              <a:rPr lang="en-US" altLang="ko-KR" dirty="0"/>
              <a:t>PPT</a:t>
            </a:r>
            <a:r>
              <a:rPr lang="ko-KR" altLang="en-US" dirty="0"/>
              <a:t>가 나오는 구조를 구현했습니다</a:t>
            </a:r>
            <a:r>
              <a:rPr lang="en-US" altLang="ko-KR" dirty="0"/>
              <a:t>.</a:t>
            </a:r>
          </a:p>
          <a:p>
            <a:pPr marL="228600" indent="-228600">
              <a:buAutoNum type="arabicPeriod"/>
            </a:pPr>
            <a:r>
              <a:rPr lang="ko-KR" altLang="en-US" dirty="0"/>
              <a:t>사용자가 웹에 기록</a:t>
            </a:r>
            <a:endParaRPr lang="en-US" altLang="ko-KR" dirty="0"/>
          </a:p>
          <a:p>
            <a:pPr marL="228600" indent="-228600">
              <a:buAutoNum type="arabicPeriod"/>
            </a:pPr>
            <a:r>
              <a:rPr lang="ko-KR" altLang="en-US" dirty="0"/>
              <a:t>기록과 과제 정보는 </a:t>
            </a:r>
            <a:r>
              <a:rPr lang="en-US" altLang="ko-KR" dirty="0"/>
              <a:t>DB</a:t>
            </a:r>
            <a:r>
              <a:rPr lang="ko-KR" altLang="en-US" dirty="0"/>
              <a:t>에 저장 </a:t>
            </a:r>
            <a:r>
              <a:rPr lang="en-US" altLang="ko-KR" dirty="0"/>
              <a:t>(One source </a:t>
            </a:r>
            <a:r>
              <a:rPr lang="ko-KR" altLang="en-US" dirty="0"/>
              <a:t>형태</a:t>
            </a:r>
            <a:r>
              <a:rPr lang="en-US" altLang="ko-KR" dirty="0"/>
              <a:t>.</a:t>
            </a:r>
            <a:r>
              <a:rPr lang="ko-KR" altLang="en-US" dirty="0"/>
              <a:t> </a:t>
            </a:r>
            <a:r>
              <a:rPr lang="en-US" altLang="ko-KR" dirty="0"/>
              <a:t>AI</a:t>
            </a:r>
            <a:r>
              <a:rPr lang="ko-KR" altLang="en-US" dirty="0"/>
              <a:t>가 읽을 수 있는 형태로 저장</a:t>
            </a:r>
            <a:r>
              <a:rPr lang="en-US" altLang="ko-KR" dirty="0"/>
              <a:t>)</a:t>
            </a:r>
          </a:p>
          <a:p>
            <a:pPr marL="228600" indent="-228600">
              <a:buAutoNum type="arabicPeriod"/>
            </a:pPr>
            <a:r>
              <a:rPr lang="ko-KR" altLang="en-US" dirty="0"/>
              <a:t>보고서를 요청하면 </a:t>
            </a:r>
            <a:r>
              <a:rPr lang="ko-KR" altLang="en-US" dirty="0" err="1"/>
              <a:t>엑사원이</a:t>
            </a:r>
            <a:r>
              <a:rPr lang="ko-KR" altLang="en-US" dirty="0"/>
              <a:t> 일지를 읽고 요약</a:t>
            </a:r>
            <a:endParaRPr lang="en-US" altLang="ko-KR" dirty="0"/>
          </a:p>
          <a:p>
            <a:pPr marL="228600" indent="-228600">
              <a:buAutoNum type="arabicPeriod"/>
            </a:pPr>
            <a:r>
              <a:rPr lang="ko-KR" altLang="en-US" dirty="0"/>
              <a:t>요약한 내용은 회사 템플릿에 넣어 </a:t>
            </a:r>
            <a:r>
              <a:rPr lang="en-US" altLang="ko-KR" dirty="0"/>
              <a:t>PPT</a:t>
            </a:r>
            <a:r>
              <a:rPr lang="ko-KR" altLang="en-US" dirty="0"/>
              <a:t>를 생성</a:t>
            </a:r>
            <a:endParaRPr lang="en-US" altLang="ko-KR" dirty="0"/>
          </a:p>
          <a:p>
            <a:pPr marL="228600" indent="-228600">
              <a:buAutoNum type="arabicPeriod"/>
            </a:pPr>
            <a:endParaRPr lang="en-US" altLang="ko-KR" dirty="0"/>
          </a:p>
          <a:p>
            <a:pPr marL="0" indent="0">
              <a:buNone/>
            </a:pPr>
            <a:r>
              <a:rPr lang="ko-KR" altLang="en-US" dirty="0"/>
              <a:t>각종 보고자료들은 다음 단계로 구현할 </a:t>
            </a:r>
            <a:r>
              <a:rPr lang="ko-KR" altLang="en-US" dirty="0" err="1"/>
              <a:t>에정으로</a:t>
            </a:r>
            <a:r>
              <a:rPr lang="en-US" altLang="ko-KR" dirty="0"/>
              <a:t>, </a:t>
            </a:r>
            <a:r>
              <a:rPr lang="ko-KR" altLang="en-US" dirty="0"/>
              <a:t>같은 </a:t>
            </a:r>
            <a:r>
              <a:rPr lang="en-US" altLang="ko-KR" dirty="0"/>
              <a:t>DB</a:t>
            </a:r>
            <a:r>
              <a:rPr lang="ko-KR" altLang="en-US" dirty="0"/>
              <a:t>를 쓰니 </a:t>
            </a:r>
            <a:r>
              <a:rPr lang="en-US" altLang="ko-KR" dirty="0"/>
              <a:t>PPT </a:t>
            </a:r>
            <a:r>
              <a:rPr lang="ko-KR" altLang="en-US" dirty="0"/>
              <a:t>양식만 추가하면 됨</a:t>
            </a:r>
            <a:endParaRPr lang="en-US" altLang="ko-KR" dirty="0"/>
          </a:p>
        </p:txBody>
      </p:sp>
    </p:spTree>
    <p:extLst>
      <p:ext uri="{BB962C8B-B14F-4D97-AF65-F5344CB8AC3E}">
        <p14:creationId xmlns:p14="http://schemas.microsoft.com/office/powerpoint/2010/main" val="154144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rPr lang="ko-KR" altLang="en-US" dirty="0"/>
              <a:t>프로젝트 시작 시 정보</a:t>
            </a:r>
            <a:r>
              <a:rPr lang="en-US" altLang="ko-KR" dirty="0"/>
              <a:t>(</a:t>
            </a:r>
            <a:r>
              <a:rPr lang="ko-KR" altLang="en-US" dirty="0"/>
              <a:t>배경</a:t>
            </a:r>
            <a:r>
              <a:rPr lang="en-US" altLang="ko-KR" dirty="0"/>
              <a:t>,</a:t>
            </a:r>
            <a:r>
              <a:rPr lang="ko-KR" altLang="en-US" dirty="0"/>
              <a:t>목적</a:t>
            </a:r>
            <a:r>
              <a:rPr lang="en-US" altLang="ko-KR" dirty="0"/>
              <a:t>,</a:t>
            </a:r>
            <a:r>
              <a:rPr lang="ko-KR" altLang="en-US" dirty="0"/>
              <a:t>일정</a:t>
            </a:r>
            <a:r>
              <a:rPr lang="en-US" altLang="ko-KR" dirty="0"/>
              <a:t>)</a:t>
            </a:r>
            <a:r>
              <a:rPr lang="ko-KR" altLang="en-US" dirty="0"/>
              <a:t>을 한번 입력하고</a:t>
            </a:r>
            <a:r>
              <a:rPr lang="en-US" altLang="ko-KR" dirty="0"/>
              <a:t>, </a:t>
            </a:r>
            <a:r>
              <a:rPr lang="ko-KR" altLang="en-US" dirty="0"/>
              <a:t>업무 일지는 기록</a:t>
            </a:r>
          </a:p>
        </p:txBody>
      </p:sp>
    </p:spTree>
    <p:extLst>
      <p:ext uri="{BB962C8B-B14F-4D97-AF65-F5344CB8AC3E}">
        <p14:creationId xmlns:p14="http://schemas.microsoft.com/office/powerpoint/2010/main" val="3560663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0" Type="http://schemas.openxmlformats.org/officeDocument/2006/relationships/slideMaster" Target="../slideMasters/slideMaster4.xml"/><Relationship Id="rId4" Type="http://schemas.openxmlformats.org/officeDocument/2006/relationships/tags" Target="../tags/tag4.xml"/><Relationship Id="rId9" Type="http://schemas.openxmlformats.org/officeDocument/2006/relationships/tags" Target="../tags/tag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표지 레이아웃">
    <p:spTree>
      <p:nvGrpSpPr>
        <p:cNvPr id="1" name=""/>
        <p:cNvGrpSpPr/>
        <p:nvPr/>
      </p:nvGrpSpPr>
      <p:grpSpPr>
        <a:xfrm>
          <a:off x="0" y="0"/>
          <a:ext cx="0" cy="0"/>
          <a:chOff x="0" y="0"/>
          <a:chExt cx="0" cy="0"/>
        </a:xfrm>
      </p:grpSpPr>
      <p:sp>
        <p:nvSpPr>
          <p:cNvPr id="21" name="텍스트 개체 틀 2"/>
          <p:cNvSpPr>
            <a:spLocks noGrp="1"/>
          </p:cNvSpPr>
          <p:nvPr>
            <p:ph type="body" sz="quarter" idx="13"/>
          </p:nvPr>
        </p:nvSpPr>
        <p:spPr>
          <a:xfrm>
            <a:off x="2504660" y="5517290"/>
            <a:ext cx="5087031" cy="648090"/>
          </a:xfrm>
          <a:prstGeom prst="rect">
            <a:avLst/>
          </a:prstGeom>
        </p:spPr>
        <p:txBody>
          <a:bodyPr anchor="ctr"/>
          <a:lstStyle>
            <a:lvl1pPr marL="0" indent="0" algn="ctr">
              <a:buNone/>
              <a:defRPr sz="1600" b="0" baseline="0">
                <a:solidFill>
                  <a:schemeClr val="tx1"/>
                </a:solidFill>
                <a:latin typeface="LG스마트체2.0 Regular" panose="020B0600000101010101" pitchFamily="50" charset="-127"/>
                <a:ea typeface="LG스마트체2.0 Regular" panose="020B0600000101010101" pitchFamily="50" charset="-127"/>
                <a:cs typeface="Arial" pitchFamily="34" charset="0"/>
              </a:defRPr>
            </a:lvl1pPr>
          </a:lstStyle>
          <a:p>
            <a:pPr lvl="0"/>
            <a:r>
              <a:rPr lang="ko-KR" altLang="en-US"/>
              <a:t>마스터 텍스트 스타일을 편집합니다</a:t>
            </a:r>
          </a:p>
        </p:txBody>
      </p:sp>
      <p:sp>
        <p:nvSpPr>
          <p:cNvPr id="22" name="텍스트 개체 틀 13"/>
          <p:cNvSpPr>
            <a:spLocks noGrp="1"/>
          </p:cNvSpPr>
          <p:nvPr>
            <p:ph type="body" sz="quarter" idx="15"/>
          </p:nvPr>
        </p:nvSpPr>
        <p:spPr>
          <a:xfrm>
            <a:off x="2777100" y="2492870"/>
            <a:ext cx="4381830" cy="2880400"/>
          </a:xfrm>
          <a:prstGeom prst="rect">
            <a:avLst/>
          </a:prstGeom>
        </p:spPr>
        <p:txBody>
          <a:bodyPr rtlCol="0" anchor="ctr">
            <a:normAutofit/>
          </a:bodyPr>
          <a:lstStyle>
            <a:lvl1pPr marL="342900" indent="-342900" algn="ctr">
              <a:lnSpc>
                <a:spcPct val="150000"/>
              </a:lnSpc>
              <a:buFont typeface="+mj-lt"/>
              <a:buAutoNum type="arabicPeriod"/>
              <a:defRPr kumimoji="1" lang="ko-KR" altLang="en-US" sz="2000" b="1" smtClean="0">
                <a:latin typeface="LG스마트체2.0 Light" panose="020B0600000101010101" pitchFamily="50" charset="-127"/>
                <a:ea typeface="LG스마트체2.0 Light" panose="020B0600000101010101" pitchFamily="50" charset="-127"/>
                <a:cs typeface="Arial" pitchFamily="34" charset="0"/>
              </a:defRPr>
            </a:lvl1pPr>
            <a:lvl2pPr marL="355600" indent="-177800" algn="ctr">
              <a:defRPr lang="ko-KR" altLang="en-US" sz="1400" smtClean="0">
                <a:latin typeface="LG스마트체2.0 Light" panose="020B0600000101010101" pitchFamily="50" charset="-127"/>
                <a:ea typeface="LG스마트체2.0 Light" panose="020B0600000101010101" pitchFamily="50" charset="-127"/>
              </a:defRPr>
            </a:lvl2pPr>
            <a:lvl3pPr>
              <a:defRPr lang="ko-KR" altLang="en-US" smtClean="0"/>
            </a:lvl3pPr>
            <a:lvl4pPr>
              <a:defRPr lang="ko-KR" altLang="en-US" smtClean="0"/>
            </a:lvl4pPr>
            <a:lvl5pPr>
              <a:defRPr lang="ko-KR" altLang="en-US"/>
            </a:lvl5pPr>
          </a:lstStyle>
          <a:p>
            <a:pPr lvl="0"/>
            <a:r>
              <a:rPr lang="ko-KR" altLang="en-US"/>
              <a:t>마스터 텍스트 스타일을 편집합니다</a:t>
            </a:r>
          </a:p>
          <a:p>
            <a:pPr lvl="1"/>
            <a:r>
              <a:rPr lang="ko-KR" altLang="en-US"/>
              <a:t>둘째 수준</a:t>
            </a:r>
          </a:p>
        </p:txBody>
      </p:sp>
      <p:sp>
        <p:nvSpPr>
          <p:cNvPr id="23" name="제목 1"/>
          <p:cNvSpPr>
            <a:spLocks noGrp="1"/>
          </p:cNvSpPr>
          <p:nvPr>
            <p:ph type="ctrTitle"/>
          </p:nvPr>
        </p:nvSpPr>
        <p:spPr>
          <a:xfrm>
            <a:off x="1439525" y="1174425"/>
            <a:ext cx="7056980" cy="814375"/>
          </a:xfrm>
          <a:prstGeom prst="rect">
            <a:avLst/>
          </a:prstGeom>
        </p:spPr>
        <p:txBody>
          <a:bodyPr rtlCol="0" anchor="ctr">
            <a:noAutofit/>
          </a:bodyPr>
          <a:lstStyle>
            <a:lvl1pPr algn="ctr">
              <a:defRPr kumimoji="1" lang="ko-KR" altLang="en-US" sz="4000" baseline="0">
                <a:solidFill>
                  <a:schemeClr val="tx1"/>
                </a:solidFill>
                <a:latin typeface="LG스마트체2.0 SemiBold" panose="020B0600000101010101" pitchFamily="50" charset="-127"/>
                <a:ea typeface="LG스마트체2.0 SemiBold" panose="020B0600000101010101" pitchFamily="50" charset="-127"/>
              </a:defRPr>
            </a:lvl1pPr>
          </a:lstStyle>
          <a:p>
            <a:pPr lvl="0"/>
            <a:r>
              <a:rPr lang="ko-KR" altLang="en-US"/>
              <a:t>마스터 제목 스타일 편집</a:t>
            </a:r>
          </a:p>
        </p:txBody>
      </p:sp>
      <p:cxnSp>
        <p:nvCxnSpPr>
          <p:cNvPr id="25" name="직선 연결선 24"/>
          <p:cNvCxnSpPr/>
          <p:nvPr/>
        </p:nvCxnSpPr>
        <p:spPr>
          <a:xfrm>
            <a:off x="1784560" y="2132820"/>
            <a:ext cx="6358144" cy="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098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본문 레이아웃">
    <p:spTree>
      <p:nvGrpSpPr>
        <p:cNvPr id="1" name=""/>
        <p:cNvGrpSpPr/>
        <p:nvPr/>
      </p:nvGrpSpPr>
      <p:grpSpPr>
        <a:xfrm>
          <a:off x="0" y="0"/>
          <a:ext cx="0" cy="0"/>
          <a:chOff x="0" y="0"/>
          <a:chExt cx="0" cy="0"/>
        </a:xfrm>
      </p:grpSpPr>
      <p:sp>
        <p:nvSpPr>
          <p:cNvPr id="17" name="부제목 2"/>
          <p:cNvSpPr>
            <a:spLocks noGrp="1"/>
          </p:cNvSpPr>
          <p:nvPr>
            <p:ph type="subTitle" idx="1" hasCustomPrompt="1"/>
          </p:nvPr>
        </p:nvSpPr>
        <p:spPr>
          <a:xfrm>
            <a:off x="344488" y="836712"/>
            <a:ext cx="9217024" cy="720080"/>
          </a:xfrm>
          <a:prstGeom prst="rect">
            <a:avLst/>
          </a:prstGeom>
        </p:spPr>
        <p:txBody>
          <a:bodyPr>
            <a:normAutofit/>
          </a:bodyPr>
          <a:lstStyle>
            <a:lvl1pPr marL="174625" indent="-174625">
              <a:buNone/>
              <a:defRPr lang="ko-KR" altLang="en-US" sz="1800" b="0" baseline="0">
                <a:latin typeface="LG스마트체2.0 Regular" panose="020B0600000101010101" pitchFamily="50" charset="-127"/>
                <a:ea typeface="LG스마트체2.0 Regular" panose="020B0600000101010101" pitchFamily="50" charset="-127"/>
                <a:cs typeface="Arial" panose="020B0604020202020204" pitchFamily="34" charset="0"/>
              </a:defRPr>
            </a:lvl1pPr>
          </a:lstStyle>
          <a:p>
            <a:pPr marL="0" lvl="0" indent="0" defTabSz="180000">
              <a:tabLst>
                <a:tab pos="90000" algn="l"/>
              </a:tabLst>
            </a:pPr>
            <a:r>
              <a:rPr lang="en-US" altLang="ko-KR"/>
              <a:t>Header Message </a:t>
            </a:r>
            <a:r>
              <a:rPr lang="ko-KR" altLang="en-US"/>
              <a:t>입력</a:t>
            </a:r>
          </a:p>
        </p:txBody>
      </p:sp>
      <p:sp>
        <p:nvSpPr>
          <p:cNvPr id="2" name="제목 1"/>
          <p:cNvSpPr>
            <a:spLocks noGrp="1"/>
          </p:cNvSpPr>
          <p:nvPr>
            <p:ph type="title" hasCustomPrompt="1"/>
          </p:nvPr>
        </p:nvSpPr>
        <p:spPr>
          <a:xfrm>
            <a:off x="57150" y="95252"/>
            <a:ext cx="7348538" cy="431800"/>
          </a:xfrm>
          <a:prstGeom prst="rect">
            <a:avLst/>
          </a:prstGeom>
        </p:spPr>
        <p:txBody>
          <a:bodyPr/>
          <a:lstStyle>
            <a:lvl1pPr>
              <a:defRPr>
                <a:solidFill>
                  <a:schemeClr val="tx1"/>
                </a:solidFill>
                <a:latin typeface="LG스마트체2.0 SemiBold" panose="020B0600000101010101" pitchFamily="50" charset="-127"/>
                <a:ea typeface="LG스마트체2.0 SemiBold" panose="020B0600000101010101" pitchFamily="50" charset="-127"/>
              </a:defRPr>
            </a:lvl1pPr>
          </a:lstStyle>
          <a:p>
            <a:r>
              <a:rPr lang="ko-KR" altLang="en-US"/>
              <a:t>슬라이드 주제</a:t>
            </a:r>
          </a:p>
        </p:txBody>
      </p:sp>
      <p:sp>
        <p:nvSpPr>
          <p:cNvPr id="7" name="텍스트 개체 틀 2"/>
          <p:cNvSpPr>
            <a:spLocks noGrp="1"/>
          </p:cNvSpPr>
          <p:nvPr>
            <p:ph type="body" sz="quarter" idx="16" hasCustomPrompt="1"/>
          </p:nvPr>
        </p:nvSpPr>
        <p:spPr>
          <a:xfrm>
            <a:off x="344488" y="1844675"/>
            <a:ext cx="9217025" cy="1584325"/>
          </a:xfrm>
          <a:prstGeom prst="rect">
            <a:avLst/>
          </a:prstGeom>
        </p:spPr>
        <p:txBody>
          <a:bodyPr/>
          <a:lstStyle>
            <a:lvl1pPr>
              <a:defRPr>
                <a:latin typeface="LG스마트체2.0 Regular" panose="020B0600000101010101" pitchFamily="50" charset="-127"/>
                <a:ea typeface="LG스마트체2.0 Regular" panose="020B0600000101010101" pitchFamily="50" charset="-127"/>
              </a:defRPr>
            </a:lvl1pPr>
            <a:lvl2pPr marL="363538" indent="-19208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2pPr>
            <a:lvl3pPr marL="631825" indent="-18573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3pPr>
            <a:lvl4pPr marL="714375" indent="-173038">
              <a:buFontTx/>
              <a:buNone/>
              <a:tabLst>
                <a:tab pos="266700" algn="l"/>
              </a:tabLst>
              <a:defRPr/>
            </a:lvl4pPr>
            <a:lvl5pPr marL="896938" indent="-174625">
              <a:defRPr/>
            </a:lvl5pPr>
          </a:lstStyle>
          <a:p>
            <a:pPr lvl="0"/>
            <a:r>
              <a:rPr lang="ko-KR" altLang="en-US"/>
              <a:t>첫째 수준</a:t>
            </a:r>
          </a:p>
          <a:p>
            <a:pPr lvl="1"/>
            <a:r>
              <a:rPr lang="ko-KR" altLang="en-US"/>
              <a:t>둘째 수준</a:t>
            </a:r>
          </a:p>
          <a:p>
            <a:pPr lvl="2"/>
            <a:r>
              <a:rPr lang="ko-KR" altLang="en-US"/>
              <a:t>셋째 수준</a:t>
            </a:r>
            <a:endParaRPr lang="en-US" altLang="ko-KR"/>
          </a:p>
          <a:p>
            <a:pPr lvl="2"/>
            <a:endParaRPr lang="en-US" altLang="ko-KR"/>
          </a:p>
          <a:p>
            <a:pPr lvl="2"/>
            <a:endParaRPr lang="en-US" altLang="ko-KR"/>
          </a:p>
          <a:p>
            <a:pPr lvl="2"/>
            <a:endParaRPr lang="ko-KR" altLang="en-US"/>
          </a:p>
        </p:txBody>
      </p:sp>
      <p:sp>
        <p:nvSpPr>
          <p:cNvPr id="8" name="Rectangle 504"/>
          <p:cNvSpPr>
            <a:spLocks noChangeArrowheads="1"/>
          </p:cNvSpPr>
          <p:nvPr/>
        </p:nvSpPr>
        <p:spPr bwMode="auto">
          <a:xfrm>
            <a:off x="4583113" y="6628130"/>
            <a:ext cx="730250" cy="204641"/>
          </a:xfrm>
          <a:prstGeom prst="rect">
            <a:avLst/>
          </a:prstGeom>
          <a:noFill/>
          <a:ln>
            <a:noFill/>
          </a:ln>
        </p:spPr>
        <p:txBody>
          <a:bodyPr lIns="59131" tIns="25131" rIns="59131" bIns="25131" anchor="b">
            <a:spAutoFit/>
          </a:bodyPr>
          <a:lstStyle/>
          <a:p>
            <a:pPr marL="0" marR="0" lvl="0" indent="0" algn="ctr" defTabSz="860425" rtl="0" eaLnBrk="0" fontAlgn="base" latinLnBrk="1" hangingPunct="0">
              <a:lnSpc>
                <a:spcPct val="100000"/>
              </a:lnSpc>
              <a:spcBef>
                <a:spcPct val="0"/>
              </a:spcBef>
              <a:spcAft>
                <a:spcPct val="0"/>
              </a:spcAft>
              <a:buClrTx/>
              <a:buSzTx/>
              <a:buFontTx/>
              <a:buNone/>
              <a:tabLst/>
              <a:defRPr/>
            </a:pPr>
            <a:fld id="{00B0C5C4-9219-4906-8237-00BF209BDA3C}" type="slidenum">
              <a:rPr kumimoji="0" lang="en-GB" altLang="ko-KR" sz="1000" b="0" i="0" u="none" strike="noStrike" kern="1200" cap="none" spc="0" normalizeH="0" baseline="0" noProof="0" smtClean="0">
                <a:ln>
                  <a:noFill/>
                </a:ln>
                <a:solidFill>
                  <a:prstClr val="black"/>
                </a:solidFill>
                <a:effectLst/>
                <a:uLnTx/>
                <a:uFillTx/>
                <a:latin typeface="LG스마트체2.0 Regular" panose="020B0600000101010101" pitchFamily="50" charset="-127"/>
                <a:ea typeface="LG스마트체2.0 Regular" panose="020B0600000101010101" pitchFamily="50" charset="-127"/>
                <a:cs typeface="Arial" panose="020B0604020202020204" pitchFamily="34" charset="0"/>
              </a:rPr>
              <a:pPr marL="0" marR="0" lvl="0" indent="0" algn="ctr" defTabSz="860425" rtl="0" eaLnBrk="0" fontAlgn="base" latinLnBrk="1" hangingPunct="0">
                <a:lnSpc>
                  <a:spcPct val="100000"/>
                </a:lnSpc>
                <a:spcBef>
                  <a:spcPct val="0"/>
                </a:spcBef>
                <a:spcAft>
                  <a:spcPct val="0"/>
                </a:spcAft>
                <a:buClrTx/>
                <a:buSzTx/>
                <a:buFontTx/>
                <a:buNone/>
                <a:tabLst/>
                <a:defRPr/>
              </a:pPr>
              <a:t>‹#›</a:t>
            </a:fld>
            <a:r>
              <a:rPr kumimoji="0" lang="en-GB" altLang="ko-KR" sz="1000" b="0" i="0" u="none" strike="noStrike" kern="1200" cap="none" spc="0" normalizeH="0" baseline="0" noProof="0">
                <a:ln>
                  <a:noFill/>
                </a:ln>
                <a:solidFill>
                  <a:prstClr val="black"/>
                </a:solidFill>
                <a:effectLst/>
                <a:uLnTx/>
                <a:uFillTx/>
                <a:latin typeface="LG스마트체2.0 Regular" panose="020B0600000101010101" pitchFamily="50" charset="-127"/>
                <a:ea typeface="LG스마트체2.0 Regular" panose="020B0600000101010101" pitchFamily="50" charset="-127"/>
                <a:cs typeface="Arial" panose="020B0604020202020204" pitchFamily="34" charset="0"/>
              </a:rPr>
              <a:t>/11</a:t>
            </a:r>
          </a:p>
        </p:txBody>
      </p:sp>
      <p:cxnSp>
        <p:nvCxnSpPr>
          <p:cNvPr id="9" name="직선 연결선 8"/>
          <p:cNvCxnSpPr/>
          <p:nvPr/>
        </p:nvCxnSpPr>
        <p:spPr>
          <a:xfrm>
            <a:off x="0" y="620610"/>
            <a:ext cx="990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2427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첨부 레이아웃">
    <p:spTree>
      <p:nvGrpSpPr>
        <p:cNvPr id="1" name=""/>
        <p:cNvGrpSpPr/>
        <p:nvPr/>
      </p:nvGrpSpPr>
      <p:grpSpPr>
        <a:xfrm>
          <a:off x="0" y="0"/>
          <a:ext cx="0" cy="0"/>
          <a:chOff x="0" y="0"/>
          <a:chExt cx="0" cy="0"/>
        </a:xfrm>
      </p:grpSpPr>
      <p:sp>
        <p:nvSpPr>
          <p:cNvPr id="7" name="부제목 2"/>
          <p:cNvSpPr>
            <a:spLocks noGrp="1"/>
          </p:cNvSpPr>
          <p:nvPr>
            <p:ph type="subTitle" idx="1"/>
          </p:nvPr>
        </p:nvSpPr>
        <p:spPr>
          <a:xfrm>
            <a:off x="344488" y="836712"/>
            <a:ext cx="9217024" cy="720080"/>
          </a:xfrm>
          <a:prstGeom prst="rect">
            <a:avLst/>
          </a:prstGeom>
        </p:spPr>
        <p:txBody>
          <a:bodyPr>
            <a:normAutofit/>
          </a:bodyPr>
          <a:lstStyle>
            <a:lvl1pPr>
              <a:defRPr lang="ko-KR" altLang="en-US" sz="1800" b="0" baseline="0">
                <a:latin typeface="LG스마트체2.0 Regular" panose="020B0600000101010101" pitchFamily="50" charset="-127"/>
                <a:ea typeface="LG스마트체2.0 Regular" panose="020B0600000101010101" pitchFamily="50" charset="-127"/>
                <a:cs typeface="Arial" panose="020B0604020202020204" pitchFamily="34" charset="0"/>
              </a:defRPr>
            </a:lvl1pPr>
          </a:lstStyle>
          <a:p>
            <a:pPr marL="0" lvl="0" indent="0" defTabSz="180000">
              <a:buNone/>
              <a:tabLst>
                <a:tab pos="90000" algn="l"/>
              </a:tabLst>
            </a:pPr>
            <a:endParaRPr lang="ko-KR" altLang="en-US"/>
          </a:p>
        </p:txBody>
      </p:sp>
      <p:sp>
        <p:nvSpPr>
          <p:cNvPr id="8" name="텍스트 개체 틀 2"/>
          <p:cNvSpPr>
            <a:spLocks noGrp="1"/>
          </p:cNvSpPr>
          <p:nvPr>
            <p:ph type="body" sz="quarter" idx="16" hasCustomPrompt="1"/>
          </p:nvPr>
        </p:nvSpPr>
        <p:spPr>
          <a:xfrm>
            <a:off x="344488" y="1844675"/>
            <a:ext cx="9217025" cy="1584325"/>
          </a:xfrm>
          <a:prstGeom prst="rect">
            <a:avLst/>
          </a:prstGeom>
        </p:spPr>
        <p:txBody>
          <a:bodyPr/>
          <a:lstStyle>
            <a:lvl1pPr>
              <a:defRPr>
                <a:latin typeface="LG스마트체2.0 Regular" panose="020B0600000101010101" pitchFamily="50" charset="-127"/>
                <a:ea typeface="LG스마트체2.0 Regular" panose="020B0600000101010101" pitchFamily="50" charset="-127"/>
              </a:defRPr>
            </a:lvl1pPr>
            <a:lvl2pPr marL="363538" indent="-19208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2pPr>
            <a:lvl3pPr marL="631825" indent="-185738">
              <a:buFont typeface="맑은 고딕" panose="020B0503020000020004" pitchFamily="50" charset="-127"/>
              <a:buChar char="."/>
              <a:defRPr>
                <a:latin typeface="LG스마트체2.0 Regular" panose="020B0600000101010101" pitchFamily="50" charset="-127"/>
                <a:ea typeface="LG스마트체2.0 Regular" panose="020B0600000101010101" pitchFamily="50" charset="-127"/>
              </a:defRPr>
            </a:lvl3pPr>
            <a:lvl4pPr marL="714375" indent="-173038">
              <a:buFontTx/>
              <a:buNone/>
              <a:tabLst>
                <a:tab pos="266700" algn="l"/>
              </a:tabLst>
              <a:defRPr/>
            </a:lvl4pPr>
            <a:lvl5pPr marL="896938" indent="-174625">
              <a:defRPr/>
            </a:lvl5pPr>
          </a:lstStyle>
          <a:p>
            <a:pPr lvl="0"/>
            <a:r>
              <a:rPr lang="ko-KR" altLang="en-US"/>
              <a:t>첫째 수준</a:t>
            </a:r>
          </a:p>
          <a:p>
            <a:pPr lvl="1"/>
            <a:r>
              <a:rPr lang="ko-KR" altLang="en-US"/>
              <a:t>둘째 수준</a:t>
            </a:r>
          </a:p>
          <a:p>
            <a:pPr lvl="2"/>
            <a:r>
              <a:rPr lang="ko-KR" altLang="en-US"/>
              <a:t>셋째 수준</a:t>
            </a:r>
            <a:endParaRPr lang="en-US" altLang="ko-KR"/>
          </a:p>
          <a:p>
            <a:pPr lvl="2"/>
            <a:endParaRPr lang="en-US" altLang="ko-KR"/>
          </a:p>
          <a:p>
            <a:pPr lvl="2"/>
            <a:endParaRPr lang="en-US" altLang="ko-KR"/>
          </a:p>
          <a:p>
            <a:pPr lvl="2"/>
            <a:endParaRPr lang="ko-KR" altLang="en-US"/>
          </a:p>
        </p:txBody>
      </p:sp>
      <p:sp>
        <p:nvSpPr>
          <p:cNvPr id="12" name="제목 1"/>
          <p:cNvSpPr>
            <a:spLocks noGrp="1"/>
          </p:cNvSpPr>
          <p:nvPr>
            <p:ph type="title" hasCustomPrompt="1"/>
          </p:nvPr>
        </p:nvSpPr>
        <p:spPr>
          <a:xfrm>
            <a:off x="57150" y="95252"/>
            <a:ext cx="7348538" cy="431800"/>
          </a:xfrm>
          <a:prstGeom prst="rect">
            <a:avLst/>
          </a:prstGeom>
        </p:spPr>
        <p:txBody>
          <a:bodyPr/>
          <a:lstStyle>
            <a:lvl1pPr>
              <a:defRPr>
                <a:solidFill>
                  <a:schemeClr val="tx1"/>
                </a:solidFill>
                <a:latin typeface="LG스마트체2.0 SemiBold" panose="020B0600000101010101" pitchFamily="50" charset="-127"/>
                <a:ea typeface="LG스마트체2.0 SemiBold" panose="020B0600000101010101" pitchFamily="50" charset="-127"/>
              </a:defRPr>
            </a:lvl1pPr>
          </a:lstStyle>
          <a:p>
            <a:r>
              <a:rPr lang="ko-KR" altLang="en-US"/>
              <a:t>슬라이드 주제</a:t>
            </a:r>
          </a:p>
        </p:txBody>
      </p:sp>
    </p:spTree>
    <p:extLst>
      <p:ext uri="{BB962C8B-B14F-4D97-AF65-F5344CB8AC3E}">
        <p14:creationId xmlns:p14="http://schemas.microsoft.com/office/powerpoint/2010/main" val="41215697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050751" y="1863715"/>
            <a:ext cx="7189342" cy="584775"/>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rgbClr val="A50034"/>
                </a:solidFill>
                <a:latin typeface="LG스마트체2.0 SemiBold" panose="020B0600000101010101" pitchFamily="50" charset="-127"/>
                <a:ea typeface="LG스마트체2.0 SemiBold" panose="020B0600000101010101" pitchFamily="50" charset="-127"/>
              </a:rPr>
              <a:t>｜</a:t>
            </a:r>
            <a:r>
              <a:rPr lang="en-US" altLang="ko-KR" sz="800" b="0">
                <a:solidFill>
                  <a:srgbClr val="A50034"/>
                </a:solidFill>
                <a:latin typeface="LG스마트체2.0 Bold" panose="020B0600000101010101" pitchFamily="50" charset="-127"/>
                <a:ea typeface="LG스마트체2.0 Bold" panose="020B0600000101010101" pitchFamily="50" charset="-127"/>
              </a:rPr>
              <a:t>CONFIDENTIAL</a:t>
            </a:r>
            <a:r>
              <a:rPr lang="ko-KR" altLang="en-US" sz="800" b="1">
                <a:solidFill>
                  <a:srgbClr val="A50034"/>
                </a:solidFill>
                <a:latin typeface="LG스마트체2.0 SemiBold" panose="020B0600000101010101" pitchFamily="50" charset="-127"/>
                <a:ea typeface="LG스마트체2.0 SemiBold" panose="020B0600000101010101" pitchFamily="50" charset="-127"/>
              </a:rPr>
              <a:t>｜</a:t>
            </a:r>
            <a:endParaRPr lang="en-US" altLang="ko-KR" sz="800"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nvPr>
        </p:nvSpPr>
        <p:spPr>
          <a:xfrm>
            <a:off x="1208088" y="2565400"/>
            <a:ext cx="6961187" cy="307777"/>
          </a:xfrm>
        </p:spPr>
        <p:txBody>
          <a:bodyPr vert="horz" wrap="square" lIns="91440" tIns="45720" rIns="91440" bIns="45720" rtlCol="0" anchor="t">
            <a:spAutoFit/>
          </a:bodyPr>
          <a:lstStyle>
            <a:lvl1pPr>
              <a:defRPr lang="ko-KR" altLang="en-US" sz="1400" dirty="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200" indent="0">
              <a:buNone/>
              <a:defRPr lang="ko-KR" altLang="en-US" dirty="0" smtClean="0"/>
            </a:lvl2pPr>
            <a:lvl3pPr marL="914400" indent="0">
              <a:buNone/>
              <a:defRPr lang="ko-KR" altLang="en-US" dirty="0" smtClean="0"/>
            </a:lvl3pPr>
            <a:lvl4pPr marL="1371600" indent="0">
              <a:buNone/>
              <a:defRPr lang="ko-KR" altLang="en-US" dirty="0" smtClean="0"/>
            </a:lvl4pPr>
            <a:lvl5pPr marL="1828800" indent="0">
              <a:buNone/>
              <a:defRPr lang="ko-KR" altLang="en-US" dirty="0"/>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nvPr>
        </p:nvSpPr>
        <p:spPr>
          <a:xfrm>
            <a:off x="1208088" y="5176203"/>
            <a:ext cx="6960333" cy="307777"/>
          </a:xfrm>
        </p:spPr>
        <p:txBody>
          <a:bodyPr vert="horz" wrap="square" lIns="91440" tIns="45720" rIns="91440" bIns="45720" rtlCol="0" anchor="t">
            <a:spAutoFit/>
          </a:bodyPr>
          <a:lstStyle>
            <a:lvl1pPr>
              <a:defRPr lang="ko-KR" altLang="en-US" sz="1400" dirty="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200" indent="0">
              <a:buNone/>
              <a:defRPr lang="ko-KR" altLang="en-US" dirty="0" smtClean="0"/>
            </a:lvl2pPr>
            <a:lvl3pPr marL="914400" indent="0">
              <a:buNone/>
              <a:defRPr lang="ko-KR" altLang="en-US" dirty="0" smtClean="0"/>
            </a:lvl3pPr>
            <a:lvl4pPr marL="1371600" indent="0">
              <a:buNone/>
              <a:defRPr lang="ko-KR" altLang="en-US" dirty="0" smtClean="0"/>
            </a:lvl4pPr>
            <a:lvl5pPr marL="1828800" indent="0">
              <a:buNone/>
              <a:defRPr lang="ko-KR" altLang="en-US" dirty="0"/>
            </a:lvl5pPr>
          </a:lstStyle>
          <a:p>
            <a:pPr lvl="0">
              <a:spcBef>
                <a:spcPct val="0"/>
              </a:spcBef>
              <a:buNone/>
            </a:pPr>
            <a:r>
              <a:rPr lang="ko-KR" altLang="en-US"/>
              <a:t>마스터 텍스트 스타일을 편집합니다</a:t>
            </a:r>
          </a:p>
        </p:txBody>
      </p:sp>
      <p:grpSp>
        <p:nvGrpSpPr>
          <p:cNvPr id="11" name="그룹 10"/>
          <p:cNvGrpSpPr/>
          <p:nvPr userDrawn="1"/>
        </p:nvGrpSpPr>
        <p:grpSpPr>
          <a:xfrm>
            <a:off x="200025" y="188913"/>
            <a:ext cx="9505950" cy="6480175"/>
            <a:chOff x="200025" y="188913"/>
            <a:chExt cx="9505950" cy="6480175"/>
          </a:xfrm>
        </p:grpSpPr>
        <p:grpSp>
          <p:nvGrpSpPr>
            <p:cNvPr id="12" name="그룹 11"/>
            <p:cNvGrpSpPr/>
            <p:nvPr/>
          </p:nvGrpSpPr>
          <p:grpSpPr>
            <a:xfrm>
              <a:off x="200025" y="188913"/>
              <a:ext cx="9505950" cy="6480175"/>
              <a:chOff x="200025" y="188913"/>
              <a:chExt cx="9505950" cy="6480175"/>
            </a:xfrm>
          </p:grpSpPr>
          <p:sp>
            <p:nvSpPr>
              <p:cNvPr id="17" name="직사각형 16"/>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88574" b="66436"/>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7355" t="77614"/>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2" descr="C:\ECM\TEMP\부서함\Brand담당\CI 매뉴얼★\★로고파일-자회사名\14년ver\(주)LG\LG_가로조합.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45866" y="5137700"/>
              <a:ext cx="824060" cy="3614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65311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간지 슬라이드">
    <p:spTree>
      <p:nvGrpSpPr>
        <p:cNvPr id="1" name=""/>
        <p:cNvGrpSpPr/>
        <p:nvPr/>
      </p:nvGrpSpPr>
      <p:grpSpPr>
        <a:xfrm>
          <a:off x="0" y="0"/>
          <a:ext cx="0" cy="0"/>
          <a:chOff x="0" y="0"/>
          <a:chExt cx="0" cy="0"/>
        </a:xfrm>
      </p:grpSpPr>
      <p:sp>
        <p:nvSpPr>
          <p:cNvPr id="2" name="제목 1"/>
          <p:cNvSpPr>
            <a:spLocks noGrp="1"/>
          </p:cNvSpPr>
          <p:nvPr>
            <p:ph type="title"/>
          </p:nvPr>
        </p:nvSpPr>
        <p:spPr>
          <a:xfrm>
            <a:off x="1065213" y="1917166"/>
            <a:ext cx="7848227" cy="523220"/>
          </a:xfrm>
        </p:spPr>
        <p:txBody>
          <a:bodyPr vert="horz" wrap="square" lIns="91440" tIns="45720" rIns="91440" bIns="45720" rtlCol="0" anchor="t">
            <a:spAutoFit/>
          </a:bodyPr>
          <a:lstStyle>
            <a:lvl1pPr>
              <a:defRPr lang="ko-KR" altLang="en-US" sz="28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pPr lvl="0" algn="l"/>
            <a:r>
              <a:rPr lang="ko-KR" altLang="en-US"/>
              <a:t>마스터 제목 스타일 편집</a:t>
            </a:r>
          </a:p>
        </p:txBody>
      </p:sp>
      <p:sp>
        <p:nvSpPr>
          <p:cNvPr id="10" name="텍스트 개체 틀 9"/>
          <p:cNvSpPr>
            <a:spLocks noGrp="1"/>
          </p:cNvSpPr>
          <p:nvPr>
            <p:ph type="body" sz="quarter" idx="13"/>
          </p:nvPr>
        </p:nvSpPr>
        <p:spPr>
          <a:xfrm>
            <a:off x="1208088" y="2564904"/>
            <a:ext cx="7705725"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a:defRPr lang="ko-KR" altLang="en-US" smtClean="0"/>
            </a:lvl2pPr>
            <a:lvl3pPr>
              <a:defRPr lang="ko-KR" altLang="en-US" smtClean="0"/>
            </a:lvl3pPr>
            <a:lvl4pPr>
              <a:defRPr lang="ko-KR" altLang="en-US" smtClean="0"/>
            </a:lvl4pPr>
            <a:lvl5pPr>
              <a:defRPr lang="ko-KR" altLang="en-US"/>
            </a:lvl5pPr>
          </a:lstStyle>
          <a:p>
            <a:pPr lvl="0">
              <a:spcBef>
                <a:spcPct val="0"/>
              </a:spcBef>
              <a:buNone/>
            </a:pPr>
            <a:r>
              <a:rPr lang="ko-KR" altLang="en-US"/>
              <a:t>마스터 텍스트 스타일을 편집합니다</a:t>
            </a:r>
          </a:p>
        </p:txBody>
      </p:sp>
      <p:sp>
        <p:nvSpPr>
          <p:cNvPr id="11" name="슬라이드 번호 개체 틀 5"/>
          <p:cNvSpPr>
            <a:spLocks noGrp="1"/>
          </p:cNvSpPr>
          <p:nvPr>
            <p:ph type="sldNum" sz="quarter" idx="4"/>
          </p:nvPr>
        </p:nvSpPr>
        <p:spPr>
          <a:xfrm>
            <a:off x="9074082" y="6642168"/>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
        <p:nvSpPr>
          <p:cNvPr id="9"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chemeClr val="tx1"/>
                </a:solidFill>
                <a:latin typeface="LG스마트체2.0 SemiBold" panose="020B0600000101010101" pitchFamily="50" charset="-127"/>
                <a:ea typeface="LG스마트체2.0 SemiBold" panose="020B0600000101010101" pitchFamily="50" charset="-127"/>
              </a:rPr>
              <a:t>｜</a:t>
            </a:r>
            <a:r>
              <a:rPr lang="en-US" altLang="ko-KR" sz="800" b="0">
                <a:solidFill>
                  <a:schemeClr val="tx1"/>
                </a:solidFill>
                <a:latin typeface="LG스마트체2.0 Bold" panose="020B0600000101010101" pitchFamily="50" charset="-127"/>
                <a:ea typeface="LG스마트체2.0 Bold" panose="020B0600000101010101" pitchFamily="50" charset="-127"/>
              </a:rPr>
              <a:t>CONFIDENTIAL</a:t>
            </a:r>
            <a:r>
              <a:rPr lang="ko-KR" altLang="en-US" sz="800" b="1">
                <a:solidFill>
                  <a:schemeClr val="tx1"/>
                </a:solidFill>
                <a:latin typeface="LG스마트체2.0 SemiBold" panose="020B0600000101010101" pitchFamily="50" charset="-127"/>
                <a:ea typeface="LG스마트체2.0 SemiBold" panose="020B0600000101010101" pitchFamily="50" charset="-127"/>
              </a:rPr>
              <a:t>｜</a:t>
            </a:r>
            <a:endParaRPr lang="en-US" altLang="ko-KR" sz="800" b="1">
              <a:solidFill>
                <a:schemeClr val="tx1"/>
              </a:solidFill>
              <a:latin typeface="LG스마트체2.0 SemiBold" panose="020B0600000101010101" pitchFamily="50" charset="-127"/>
              <a:ea typeface="LG스마트체2.0 SemiBold" panose="020B0600000101010101" pitchFamily="50" charset="-127"/>
            </a:endParaRPr>
          </a:p>
        </p:txBody>
      </p:sp>
      <p:grpSp>
        <p:nvGrpSpPr>
          <p:cNvPr id="14" name="그룹 13"/>
          <p:cNvGrpSpPr/>
          <p:nvPr userDrawn="1"/>
        </p:nvGrpSpPr>
        <p:grpSpPr>
          <a:xfrm>
            <a:off x="200025" y="188913"/>
            <a:ext cx="9505950" cy="6480175"/>
            <a:chOff x="200025" y="188913"/>
            <a:chExt cx="9505950" cy="6480175"/>
          </a:xfrm>
        </p:grpSpPr>
        <p:sp>
          <p:nvSpPr>
            <p:cNvPr id="15" name="직사각형 14"/>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a:p>
          </p:txBody>
        </p:sp>
        <p:pic>
          <p:nvPicPr>
            <p:cNvPr id="16" name="Picture 3" descr="C:\ECM\TEMP\부서함\Brand담당\20년 연간업무계획\디지털 그래픽 모티브 개발★\★1st Manual Official Release\Graphic Asset_v1.0\1. Main motif - Solid color\png\Main_motif-LG_grey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 r="88574" b="66425"/>
            <a:stretch/>
          </p:blipFill>
          <p:spPr bwMode="auto">
            <a:xfrm>
              <a:off x="200025" y="188913"/>
              <a:ext cx="735032"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ECM\TEMP\부서함\Brand담당\20년 연간업무계획\디지털 그래픽 모티브 개발★\★1st Manual Official Release\Graphic Asset_v1.0\1. Main motif - Solid color\png\Main_motif-LG_grey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8082" t="77634"/>
            <a:stretch/>
          </p:blipFill>
          <p:spPr bwMode="auto">
            <a:xfrm>
              <a:off x="8294844" y="5229088"/>
              <a:ext cx="1411131" cy="144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93848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본지 슬라이드">
    <p:spTree>
      <p:nvGrpSpPr>
        <p:cNvPr id="1" name=""/>
        <p:cNvGrpSpPr/>
        <p:nvPr/>
      </p:nvGrpSpPr>
      <p:grpSpPr>
        <a:xfrm>
          <a:off x="0" y="0"/>
          <a:ext cx="0" cy="0"/>
          <a:chOff x="0" y="0"/>
          <a:chExt cx="0" cy="0"/>
        </a:xfrm>
      </p:grpSpPr>
      <p:sp>
        <p:nvSpPr>
          <p:cNvPr id="2" name="제목 1"/>
          <p:cNvSpPr>
            <a:spLocks noGrp="1"/>
          </p:cNvSpPr>
          <p:nvPr>
            <p:ph type="title"/>
          </p:nvPr>
        </p:nvSpPr>
        <p:spPr>
          <a:xfrm>
            <a:off x="189765" y="170929"/>
            <a:ext cx="9516209" cy="369332"/>
          </a:xfrm>
        </p:spPr>
        <p:txBody>
          <a:bodyPr vert="horz" wrap="square" lIns="91440" tIns="45720" rIns="91440" bIns="45720" rtlCol="0" anchor="t">
            <a:spAutoFit/>
          </a:bodyPr>
          <a:lstStyle>
            <a:lvl1pPr>
              <a:defRPr lang="ko-KR" altLang="en-US" sz="1800" b="1">
                <a:solidFill>
                  <a:schemeClr val="tx1"/>
                </a:solidFill>
                <a:latin typeface="LG스마트체2.0 Regular" panose="020B0600000101010101" pitchFamily="50" charset="-127"/>
                <a:ea typeface="LG스마트체2.0 Regular" panose="020B0600000101010101" pitchFamily="50" charset="-127"/>
              </a:defRPr>
            </a:lvl1pPr>
          </a:lstStyle>
          <a:p>
            <a:pPr lvl="0" algn="l"/>
            <a:r>
              <a:rPr lang="ko-KR" altLang="en-US"/>
              <a:t>마스터 제목 스타일 편집</a:t>
            </a:r>
          </a:p>
        </p:txBody>
      </p:sp>
      <p:sp>
        <p:nvSpPr>
          <p:cNvPr id="3" name="내용 개체 틀 2"/>
          <p:cNvSpPr>
            <a:spLocks noGrp="1"/>
          </p:cNvSpPr>
          <p:nvPr>
            <p:ph idx="1"/>
          </p:nvPr>
        </p:nvSpPr>
        <p:spPr>
          <a:xfrm>
            <a:off x="200026" y="620713"/>
            <a:ext cx="9303872" cy="307777"/>
          </a:xfrm>
        </p:spPr>
        <p:txBody>
          <a:bodyPr vert="horz" wrap="square" lIns="91440" tIns="45720" rIns="91440" bIns="45720" rtlCol="0" anchor="t">
            <a:spAutoFit/>
          </a:bodyPr>
          <a:lstStyle>
            <a:lvl1pPr>
              <a:defRPr lang="ko-KR" altLang="en-US" sz="1400" dirty="0" smtClean="0">
                <a:solidFill>
                  <a:schemeClr val="tx1"/>
                </a:solidFill>
                <a:latin typeface="LG스마트체2.0 Regular" panose="020B0600000101010101" pitchFamily="50" charset="-127"/>
                <a:ea typeface="LG스마트체2.0 Regular" panose="020B0600000101010101" pitchFamily="50" charset="-127"/>
                <a:cs typeface="+mj-cs"/>
              </a:defRPr>
            </a:lvl1pPr>
            <a:lvl2pPr>
              <a:defRPr lang="ko-KR" altLang="en-US" dirty="0" smtClean="0"/>
            </a:lvl2pPr>
            <a:lvl3pPr>
              <a:defRPr lang="ko-KR" altLang="en-US" dirty="0" smtClean="0"/>
            </a:lvl3pPr>
            <a:lvl4pPr>
              <a:defRPr lang="ko-KR" altLang="en-US" dirty="0" smtClean="0"/>
            </a:lvl4pPr>
            <a:lvl5pPr>
              <a:defRPr lang="ko-KR" altLang="en-US" dirty="0"/>
            </a:lvl5pPr>
          </a:lstStyle>
          <a:p>
            <a:pPr lvl="0">
              <a:spcBef>
                <a:spcPct val="0"/>
              </a:spcBef>
              <a:buNone/>
            </a:pPr>
            <a:r>
              <a:rPr lang="ko-KR" altLang="en-US"/>
              <a:t>마스터 텍스트 스타일을 편집합니다</a:t>
            </a:r>
          </a:p>
        </p:txBody>
      </p:sp>
      <p:sp>
        <p:nvSpPr>
          <p:cNvPr id="11"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
        <p:nvSpPr>
          <p:cNvPr id="12"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a:solidFill>
                  <a:srgbClr val="595959"/>
                </a:solidFill>
                <a:latin typeface="LG스마트체2.0 SemiBold" panose="020B0600000101010101" pitchFamily="50" charset="-127"/>
                <a:ea typeface="LG스마트체2.0 SemiBold" panose="020B0600000101010101" pitchFamily="50" charset="-127"/>
              </a:rPr>
              <a:t>｜</a:t>
            </a:r>
            <a:r>
              <a:rPr lang="en-US" altLang="ko-KR" sz="800" b="0">
                <a:solidFill>
                  <a:srgbClr val="595959"/>
                </a:solidFill>
                <a:latin typeface="LG스마트체2.0 Bold" panose="020B0600000101010101" pitchFamily="50" charset="-127"/>
                <a:ea typeface="LG스마트체2.0 Bold" panose="020B0600000101010101" pitchFamily="50" charset="-127"/>
              </a:rPr>
              <a:t>CONFIDENTIAL</a:t>
            </a:r>
            <a:r>
              <a:rPr lang="ko-KR" altLang="en-US" sz="800" b="1">
                <a:solidFill>
                  <a:srgbClr val="595959"/>
                </a:solidFill>
                <a:latin typeface="LG스마트체2.0 SemiBold" panose="020B0600000101010101" pitchFamily="50" charset="-127"/>
                <a:ea typeface="LG스마트체2.0 SemiBold" panose="020B0600000101010101" pitchFamily="50" charset="-127"/>
              </a:rPr>
              <a:t>｜</a:t>
            </a:r>
            <a:endParaRPr lang="en-US" altLang="ko-KR" sz="800" b="1">
              <a:solidFill>
                <a:srgbClr val="595959"/>
              </a:solidFill>
              <a:latin typeface="LG스마트체2.0 SemiBold" panose="020B0600000101010101" pitchFamily="50" charset="-127"/>
              <a:ea typeface="LG스마트체2.0 SemiBold" panose="020B0600000101010101" pitchFamily="50" charset="-127"/>
            </a:endParaRPr>
          </a:p>
        </p:txBody>
      </p:sp>
      <p:cxnSp>
        <p:nvCxnSpPr>
          <p:cNvPr id="8" name="직선 연결선 7"/>
          <p:cNvCxnSpPr/>
          <p:nvPr userDrawn="1"/>
        </p:nvCxnSpPr>
        <p:spPr>
          <a:xfrm>
            <a:off x="200025" y="544512"/>
            <a:ext cx="95059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userDrawn="1"/>
        </p:nvCxnSpPr>
        <p:spPr>
          <a:xfrm>
            <a:off x="200026" y="6654879"/>
            <a:ext cx="9505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81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슬라이드">
    <p:spTree>
      <p:nvGrpSpPr>
        <p:cNvPr id="1" name=""/>
        <p:cNvGrpSpPr/>
        <p:nvPr/>
      </p:nvGrpSpPr>
      <p:grpSpPr>
        <a:xfrm>
          <a:off x="0" y="0"/>
          <a:ext cx="0" cy="0"/>
          <a:chOff x="0" y="0"/>
          <a:chExt cx="0" cy="0"/>
        </a:xfrm>
      </p:grpSpPr>
      <p:sp>
        <p:nvSpPr>
          <p:cNvPr id="6"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Tree>
    <p:extLst>
      <p:ext uri="{BB962C8B-B14F-4D97-AF65-F5344CB8AC3E}">
        <p14:creationId xmlns:p14="http://schemas.microsoft.com/office/powerpoint/2010/main" val="766823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운영시나리오">
    <p:spTree>
      <p:nvGrpSpPr>
        <p:cNvPr id="1" name=""/>
        <p:cNvGrpSpPr/>
        <p:nvPr/>
      </p:nvGrpSpPr>
      <p:grpSpPr>
        <a:xfrm>
          <a:off x="0" y="0"/>
          <a:ext cx="0" cy="0"/>
          <a:chOff x="0" y="0"/>
          <a:chExt cx="0" cy="0"/>
        </a:xfrm>
      </p:grpSpPr>
      <p:sp>
        <p:nvSpPr>
          <p:cNvPr id="4" name="제목 3"/>
          <p:cNvSpPr>
            <a:spLocks noGrp="1"/>
          </p:cNvSpPr>
          <p:nvPr>
            <p:ph type="title"/>
          </p:nvPr>
        </p:nvSpPr>
        <p:spPr>
          <a:xfrm>
            <a:off x="198445" y="126934"/>
            <a:ext cx="3922267" cy="276999"/>
          </a:xfrm>
        </p:spPr>
        <p:txBody>
          <a:bodyPr/>
          <a:lstStyle>
            <a:lvl1pPr>
              <a:defRPr kumimoji="1" lang="ko-KR" altLang="en-US" b="1" baseline="0" dirty="0">
                <a:solidFill>
                  <a:schemeClr val="tx1"/>
                </a:solidFill>
                <a:latin typeface="LG스마트체 Regular" panose="020B0600000101010101" pitchFamily="50" charset="-127"/>
                <a:ea typeface="LG스마트체 Regular" panose="020B0600000101010101" pitchFamily="50" charset="-127"/>
                <a:cs typeface="+mj-cs"/>
              </a:defRPr>
            </a:lvl1pPr>
          </a:lstStyle>
          <a:p>
            <a:pPr lvl="0" algn="l" defTabSz="957223" rtl="0" eaLnBrk="0" fontAlgn="base" latinLnBrk="1" hangingPunct="0">
              <a:spcBef>
                <a:spcPct val="0"/>
              </a:spcBef>
              <a:spcAft>
                <a:spcPct val="0"/>
              </a:spcAft>
            </a:pPr>
            <a:r>
              <a:rPr lang="ko-KR" altLang="en-US"/>
              <a:t>마스터 제목 스타일 편집</a:t>
            </a:r>
          </a:p>
        </p:txBody>
      </p:sp>
      <p:sp>
        <p:nvSpPr>
          <p:cNvPr id="5" name="슬라이드 번호 개체 틀 5"/>
          <p:cNvSpPr>
            <a:spLocks noGrp="1"/>
          </p:cNvSpPr>
          <p:nvPr>
            <p:ph type="sldNum" sz="quarter" idx="12"/>
          </p:nvPr>
        </p:nvSpPr>
        <p:spPr>
          <a:xfrm>
            <a:off x="4556956" y="6547624"/>
            <a:ext cx="1103611" cy="301756"/>
          </a:xfrm>
          <a:prstGeom prst="rect">
            <a:avLst/>
          </a:prstGeom>
        </p:spPr>
        <p:txBody>
          <a:bodyPr anchor="ctr"/>
          <a:lstStyle>
            <a:lvl1pPr algn="ctr">
              <a:defRPr sz="1050" baseline="0">
                <a:solidFill>
                  <a:schemeClr val="tx1"/>
                </a:solidFill>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fld id="{14362048-7B1C-4B55-8A37-79D9EC7A1060}" type="slidenum">
              <a:rPr kumimoji="0" lang="ko-KR" altLang="en-US" sz="1050" b="1" i="0" u="none" strike="noStrike" kern="1200" cap="none" spc="0" normalizeH="0" baseline="0" noProof="0" smtClean="0">
                <a:ln>
                  <a:noFill/>
                </a:ln>
                <a:solidFill>
                  <a:prstClr val="black"/>
                </a:solidFill>
                <a:effectLst/>
                <a:uLnTx/>
                <a:uFillTx/>
                <a:latin typeface="Arial Narrow" panose="020B0606020202030204" pitchFamily="34" charset="0"/>
                <a:ea typeface="LG스마트체 Regular" panose="020B0600000101010101" pitchFamily="50"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a:t>
            </a:fld>
            <a:r>
              <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6</a:t>
            </a: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302566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본문 Page1">
    <p:spTree>
      <p:nvGrpSpPr>
        <p:cNvPr id="1" name=""/>
        <p:cNvGrpSpPr/>
        <p:nvPr/>
      </p:nvGrpSpPr>
      <p:grpSpPr>
        <a:xfrm>
          <a:off x="0" y="0"/>
          <a:ext cx="0" cy="0"/>
          <a:chOff x="0" y="0"/>
          <a:chExt cx="0" cy="0"/>
        </a:xfrm>
      </p:grpSpPr>
      <p:sp>
        <p:nvSpPr>
          <p:cNvPr id="2" name="제목 1"/>
          <p:cNvSpPr>
            <a:spLocks noGrp="1"/>
          </p:cNvSpPr>
          <p:nvPr>
            <p:ph type="title"/>
          </p:nvPr>
        </p:nvSpPr>
        <p:spPr>
          <a:xfrm>
            <a:off x="180000" y="134866"/>
            <a:ext cx="2513830" cy="346377"/>
          </a:xfrm>
          <a:prstGeom prst="rect">
            <a:avLst/>
          </a:prstGeom>
        </p:spPr>
        <p:txBody>
          <a:bodyPr wrap="none" anchor="ctr">
            <a:spAutoFit/>
          </a:bodyPr>
          <a:lstStyle>
            <a:lvl1pPr algn="l">
              <a:defRPr sz="1834" b="0">
                <a:latin typeface="LG스마트체 Bold" panose="020B0600000101010101" pitchFamily="50" charset="-127"/>
                <a:ea typeface="LG스마트체 Bold" panose="020B0600000101010101" pitchFamily="50" charset="-127"/>
              </a:defRPr>
            </a:lvl1pPr>
          </a:lstStyle>
          <a:p>
            <a:r>
              <a:rPr lang="ko-KR" altLang="en-US"/>
              <a:t>마스터 제목 스타일 편집</a:t>
            </a:r>
          </a:p>
        </p:txBody>
      </p:sp>
      <p:sp>
        <p:nvSpPr>
          <p:cNvPr id="6" name="슬라이드 번호 개체 틀 5"/>
          <p:cNvSpPr>
            <a:spLocks noGrp="1"/>
          </p:cNvSpPr>
          <p:nvPr>
            <p:ph type="sldNum" sz="quarter" idx="12"/>
          </p:nvPr>
        </p:nvSpPr>
        <p:spPr>
          <a:xfrm>
            <a:off x="4637313" y="6620032"/>
            <a:ext cx="554960" cy="233462"/>
          </a:xfrm>
          <a:prstGeom prst="rect">
            <a:avLst/>
          </a:prstGeom>
        </p:spPr>
        <p:txBody>
          <a:bodyPr wrap="none">
            <a:spAutoFit/>
          </a:bodyPr>
          <a:lstStyle>
            <a:lvl1pPr>
              <a:defRPr sz="917"/>
            </a:lvl1pPr>
          </a:lstStyle>
          <a:p>
            <a:fld id="{ACAB217B-35B1-4471-9515-6F5B701085CD}" type="slidenum">
              <a:rPr lang="ko-KR" altLang="en-US" b="1" smtClean="0"/>
              <a:pPr/>
              <a:t>‹#›</a:t>
            </a:fld>
            <a:r>
              <a:rPr lang="ko-KR" altLang="en-US"/>
              <a:t> </a:t>
            </a:r>
            <a:r>
              <a:rPr lang="en-US" altLang="ko-KR"/>
              <a:t>/ 10</a:t>
            </a:r>
            <a:endParaRPr lang="ko-KR" altLang="en-US"/>
          </a:p>
        </p:txBody>
      </p:sp>
      <p:sp>
        <p:nvSpPr>
          <p:cNvPr id="7" name="Rectangle 2"/>
          <p:cNvSpPr>
            <a:spLocks noChangeArrowheads="1"/>
          </p:cNvSpPr>
          <p:nvPr userDrawn="1"/>
        </p:nvSpPr>
        <p:spPr bwMode="auto">
          <a:xfrm>
            <a:off x="12701" y="581025"/>
            <a:ext cx="9864725" cy="57150"/>
          </a:xfrm>
          <a:prstGeom prst="rect">
            <a:avLst/>
          </a:prstGeom>
          <a:gradFill rotWithShape="1">
            <a:gsLst>
              <a:gs pos="0">
                <a:srgbClr val="CC0066"/>
              </a:gs>
              <a:gs pos="100000">
                <a:srgbClr val="FF9933"/>
              </a:gs>
            </a:gsLst>
            <a:lin ang="0" scaled="1"/>
          </a:gradFill>
          <a:ln w="9525">
            <a:noFill/>
            <a:miter lim="800000"/>
            <a:headEnd/>
            <a:tailEnd/>
          </a:ln>
          <a:effectLst/>
        </p:spPr>
        <p:txBody>
          <a:bodyPr wrap="none" anchor="ctr"/>
          <a:lstStyle/>
          <a:p>
            <a:pPr algn="l">
              <a:buFontTx/>
              <a:buChar char="•"/>
              <a:defRPr/>
            </a:pPr>
            <a:endParaRPr lang="ko-KR" altLang="en-US" sz="1468">
              <a:solidFill>
                <a:srgbClr val="000000"/>
              </a:solidFill>
              <a:latin typeface="LG스마트체 Light" pitchFamily="50" charset="-127"/>
              <a:ea typeface="LG스마트체 Light" pitchFamily="50" charset="-127"/>
            </a:endParaRPr>
          </a:p>
        </p:txBody>
      </p:sp>
      <p:sp>
        <p:nvSpPr>
          <p:cNvPr id="8" name="Line 3"/>
          <p:cNvSpPr>
            <a:spLocks noChangeShapeType="1"/>
          </p:cNvSpPr>
          <p:nvPr userDrawn="1"/>
        </p:nvSpPr>
        <p:spPr bwMode="auto">
          <a:xfrm>
            <a:off x="1136579" y="6616168"/>
            <a:ext cx="8569325" cy="0"/>
          </a:xfrm>
          <a:prstGeom prst="line">
            <a:avLst/>
          </a:prstGeom>
          <a:noFill/>
          <a:ln w="9525">
            <a:solidFill>
              <a:srgbClr val="4D4D4D"/>
            </a:solidFill>
            <a:round/>
            <a:headEnd/>
            <a:tailEnd/>
          </a:ln>
          <a:effectLst/>
        </p:spPr>
        <p:txBody>
          <a:bodyPr/>
          <a:lstStyle/>
          <a:p>
            <a:pPr algn="l">
              <a:buFontTx/>
              <a:buChar char="•"/>
              <a:defRPr/>
            </a:pPr>
            <a:endParaRPr lang="ko-KR" altLang="en-US" sz="1468">
              <a:solidFill>
                <a:srgbClr val="000000"/>
              </a:solidFill>
              <a:latin typeface="LG스마트체 Light" pitchFamily="50" charset="-127"/>
              <a:ea typeface="LG스마트체 Light" pitchFamily="50" charset="-127"/>
            </a:endParaRPr>
          </a:p>
        </p:txBody>
      </p:sp>
      <p:pic>
        <p:nvPicPr>
          <p:cNvPr id="10" name="그림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11" y="6472168"/>
            <a:ext cx="1494373" cy="288000"/>
          </a:xfrm>
          <a:prstGeom prst="rect">
            <a:avLst/>
          </a:prstGeom>
        </p:spPr>
      </p:pic>
    </p:spTree>
    <p:extLst>
      <p:ext uri="{BB962C8B-B14F-4D97-AF65-F5344CB8AC3E}">
        <p14:creationId xmlns:p14="http://schemas.microsoft.com/office/powerpoint/2010/main" val="3354305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본문레이아웃-넓게">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7DC5BCFE-DAD4-4E0D-9DDF-89EFA9796820}"/>
              </a:ext>
            </a:extLst>
          </p:cNvPr>
          <p:cNvSpPr>
            <a:spLocks noGrp="1"/>
          </p:cNvSpPr>
          <p:nvPr>
            <p:ph type="sldNum" sz="quarter" idx="10"/>
          </p:nvPr>
        </p:nvSpPr>
        <p:spPr>
          <a:xfrm>
            <a:off x="9430871" y="6527741"/>
            <a:ext cx="436907" cy="295352"/>
          </a:xfrm>
          <a:prstGeom prst="rect">
            <a:avLst/>
          </a:prstGeom>
        </p:spPr>
        <p:txBody>
          <a:bodyPr/>
          <a:lstStyle>
            <a:lvl1pPr>
              <a:defRPr sz="963">
                <a:solidFill>
                  <a:schemeClr val="tx1">
                    <a:lumMod val="65000"/>
                    <a:lumOff val="35000"/>
                  </a:schemeClr>
                </a:solidFill>
              </a:defRPr>
            </a:lvl1pPr>
          </a:lstStyle>
          <a:p>
            <a:fld id="{ED381A16-2548-442C-AEBC-79FF11B79076}" type="slidenum">
              <a:rPr lang="ko-KR" altLang="en-US" smtClean="0"/>
              <a:pPr/>
              <a:t>‹#›</a:t>
            </a:fld>
            <a:r>
              <a:rPr lang="en-US" altLang="ko-KR"/>
              <a:t>/3</a:t>
            </a:r>
            <a:endParaRPr lang="ko-KR" altLang="en-US"/>
          </a:p>
        </p:txBody>
      </p:sp>
    </p:spTree>
    <p:extLst>
      <p:ext uri="{BB962C8B-B14F-4D97-AF65-F5344CB8AC3E}">
        <p14:creationId xmlns:p14="http://schemas.microsoft.com/office/powerpoint/2010/main" val="78971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572848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D808F9AC-8204-46FA-B808-449C59A80C80}"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14091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513743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904835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529122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599070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6053038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385219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048091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217441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119219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917370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497826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2" name="제목 1"/>
          <p:cNvSpPr>
            <a:spLocks noGrp="1"/>
          </p:cNvSpPr>
          <p:nvPr>
            <p:ph type="ctrTitle"/>
            <p:custDataLst>
              <p:tags r:id="rId1"/>
            </p:custDataLst>
          </p:nvPr>
        </p:nvSpPr>
        <p:spPr>
          <a:xfrm>
            <a:off x="1050752" y="1863717"/>
            <a:ext cx="7189342" cy="535531"/>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custDataLst>
              <p:tags r:id="rId2"/>
            </p:custDataLst>
          </p:nvPr>
        </p:nvSpPr>
        <p:spPr bwMode="gray">
          <a:xfrm>
            <a:off x="4442045" y="6660776"/>
            <a:ext cx="1015013" cy="2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a:ea typeface="맑은 고딕" pitchFamily="50" charset="-127"/>
              </a:defRPr>
            </a:lvl1pPr>
            <a:lvl2pPr marL="742950" indent="-285750" eaLnBrk="0" hangingPunct="0">
              <a:defRPr kumimoji="1" sz="1200" b="1">
                <a:solidFill>
                  <a:schemeClr val="tx1"/>
                </a:solidFill>
                <a:latin typeface="Arial"/>
                <a:ea typeface="맑은 고딕" pitchFamily="50" charset="-127"/>
              </a:defRPr>
            </a:lvl2pPr>
            <a:lvl3pPr marL="1143000" indent="-228600" eaLnBrk="0" hangingPunct="0">
              <a:defRPr kumimoji="1" sz="1200" b="1">
                <a:solidFill>
                  <a:schemeClr val="tx1"/>
                </a:solidFill>
                <a:latin typeface="Arial"/>
                <a:ea typeface="맑은 고딕" pitchFamily="50" charset="-127"/>
              </a:defRPr>
            </a:lvl3pPr>
            <a:lvl4pPr marL="1600200" indent="-228600" eaLnBrk="0" hangingPunct="0">
              <a:defRPr kumimoji="1" sz="1200" b="1">
                <a:solidFill>
                  <a:schemeClr val="tx1"/>
                </a:solidFill>
                <a:latin typeface="Arial"/>
                <a:ea typeface="맑은 고딕" pitchFamily="50" charset="-127"/>
              </a:defRPr>
            </a:lvl4pPr>
            <a:lvl5pPr marL="2057400" indent="-228600" eaLnBrk="0" hangingPunct="0">
              <a:defRPr kumimoji="1" sz="1200" b="1">
                <a:solidFill>
                  <a:schemeClr val="tx1"/>
                </a:solidFill>
                <a:latin typeface="Arial"/>
                <a:ea typeface="맑은 고딕" pitchFamily="50" charset="-127"/>
              </a:defRPr>
            </a:lvl5pPr>
            <a:lvl6pPr marL="25146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6pPr>
            <a:lvl7pPr marL="29718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7pPr>
            <a:lvl8pPr marL="34290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8pPr>
            <a:lvl9pPr marL="38862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9pPr>
          </a:lstStyle>
          <a:p>
            <a:pPr algn="dist" eaLnBrk="1" latinLnBrk="0" hangingPunct="1">
              <a:spcBef>
                <a:spcPct val="50000"/>
              </a:spcBef>
            </a:pPr>
            <a:r>
              <a:rPr lang="ko-KR" altLang="en-US" sz="799" b="1">
                <a:solidFill>
                  <a:srgbClr val="A50034"/>
                </a:solidFill>
                <a:latin typeface="LG스마트체2.0 SemiBold" panose="020B0600000101010101" pitchFamily="50" charset="-127"/>
                <a:ea typeface="LG스마트체2.0 SemiBold" panose="020B0600000101010101" pitchFamily="50" charset="-127"/>
              </a:rPr>
              <a:t>｜</a:t>
            </a:r>
            <a:r>
              <a:rPr lang="en-US" altLang="ko-KR" sz="799" b="0">
                <a:solidFill>
                  <a:srgbClr val="A50034"/>
                </a:solidFill>
                <a:latin typeface="LG스마트체2.0 Bold" panose="020B0600000101010101" pitchFamily="50" charset="-127"/>
                <a:ea typeface="LG스마트체2.0 Bold" panose="020B0600000101010101" pitchFamily="50" charset="-127"/>
              </a:rPr>
              <a:t>CONFIDENTIAL</a:t>
            </a:r>
            <a:r>
              <a:rPr lang="ko-KR" altLang="en-US" sz="799" b="1">
                <a:solidFill>
                  <a:srgbClr val="A50034"/>
                </a:solidFill>
                <a:latin typeface="LG스마트체2.0 SemiBold" panose="020B0600000101010101" pitchFamily="50" charset="-127"/>
                <a:ea typeface="LG스마트체2.0 SemiBold" panose="020B0600000101010101" pitchFamily="50" charset="-127"/>
              </a:rPr>
              <a:t>｜</a:t>
            </a:r>
            <a:endParaRPr lang="en-US" altLang="ko-KR" sz="799"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custDataLst>
              <p:tags r:id="rId3"/>
            </p:custDataLst>
          </p:nvPr>
        </p:nvSpPr>
        <p:spPr>
          <a:xfrm>
            <a:off x="1208091" y="2565402"/>
            <a:ext cx="6961187" cy="286232"/>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179" indent="0">
              <a:buNone/>
              <a:defRPr lang="ko-KR" altLang="en-US" smtClean="0"/>
            </a:lvl2pPr>
            <a:lvl3pPr marL="914356" indent="0">
              <a:buNone/>
              <a:defRPr lang="ko-KR" altLang="en-US" smtClean="0"/>
            </a:lvl3pPr>
            <a:lvl4pPr marL="1371535" indent="0">
              <a:buNone/>
              <a:defRPr lang="ko-KR" altLang="en-US" smtClean="0"/>
            </a:lvl4pPr>
            <a:lvl5pPr marL="1828713" indent="0">
              <a:buNone/>
              <a:defRPr lang="ko-KR" altLang="en-US"/>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custDataLst>
              <p:tags r:id="rId4"/>
            </p:custDataLst>
          </p:nvPr>
        </p:nvSpPr>
        <p:spPr>
          <a:xfrm>
            <a:off x="1208090" y="5176205"/>
            <a:ext cx="6960333" cy="286232"/>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79" indent="0">
              <a:buNone/>
              <a:defRPr lang="ko-KR" altLang="en-US" smtClean="0"/>
            </a:lvl2pPr>
            <a:lvl3pPr marL="914356" indent="0">
              <a:buNone/>
              <a:defRPr lang="ko-KR" altLang="en-US" smtClean="0"/>
            </a:lvl3pPr>
            <a:lvl4pPr marL="1371535" indent="0">
              <a:buNone/>
              <a:defRPr lang="ko-KR" altLang="en-US" smtClean="0"/>
            </a:lvl4pPr>
            <a:lvl5pPr marL="1828713" indent="0">
              <a:buNone/>
              <a:defRPr lang="ko-KR" altLang="en-US"/>
            </a:lvl5pPr>
          </a:lstStyle>
          <a:p>
            <a:pPr lvl="0">
              <a:spcBef>
                <a:spcPct val="0"/>
              </a:spcBef>
              <a:buNone/>
            </a:pPr>
            <a:r>
              <a:rPr lang="ko-KR" altLang="en-US"/>
              <a:t>마스터 텍스트 스타일을 편집합니다</a:t>
            </a:r>
          </a:p>
        </p:txBody>
      </p:sp>
      <p:grpSp>
        <p:nvGrpSpPr>
          <p:cNvPr id="12" name="그룹 11"/>
          <p:cNvGrpSpPr/>
          <p:nvPr userDrawn="1">
            <p:custDataLst>
              <p:tags r:id="rId5"/>
            </p:custDataLst>
          </p:nvPr>
        </p:nvGrpSpPr>
        <p:grpSpPr>
          <a:xfrm>
            <a:off x="200026" y="188916"/>
            <a:ext cx="9505950" cy="6480175"/>
            <a:chOff x="200025" y="188913"/>
            <a:chExt cx="9505950" cy="6480175"/>
          </a:xfrm>
        </p:grpSpPr>
        <p:sp>
          <p:nvSpPr>
            <p:cNvPr id="17" name="직사각형 16"/>
            <p:cNvSpPr/>
            <p:nvPr>
              <p:custDataLst>
                <p:tags r:id="rId7"/>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sz="1800"/>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8"/>
              </p:custDataLst>
            </p:nvPr>
          </p:nvPicPr>
          <p:blipFill>
            <a:blip r:embed="rId11">
              <a:extLst>
                <a:ext uri="{28A0092B-C50C-407E-A947-70E740481C1C}">
                  <a14:useLocalDpi xmlns:a14="http://schemas.microsoft.com/office/drawing/2010/main" val="0"/>
                </a:ext>
              </a:extLst>
            </a:blip>
            <a:srcRect r="88574" b="66436"/>
            <a:stretch>
              <a:fill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9"/>
              </p:custDataLst>
            </p:nvPr>
          </p:nvPicPr>
          <p:blipFill>
            <a:blip r:embed="rId12">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useBgFill="1">
        <p:nvSpPr>
          <p:cNvPr id="3" name="직사각형 2"/>
          <p:cNvSpPr/>
          <p:nvPr userDrawn="1">
            <p:custDataLst>
              <p:tags r:id="rId6"/>
            </p:custDataLst>
          </p:nvPr>
        </p:nvSpPr>
        <p:spPr>
          <a:xfrm>
            <a:off x="9273482" y="6677893"/>
            <a:ext cx="632519" cy="162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295224831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2_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25997291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1_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41194406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1_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3209530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1_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6576650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1_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3910721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1_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050575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3920670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1_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8549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1_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2347356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1_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6674548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1_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5A01015B-570A-42C4-B0E5-495D3CEB7DF7}"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78F3B6F-C2B5-492A-B01E-8DA260DCBF90}" type="slidenum">
              <a:rPr lang="ko-KR" altLang="en-US" smtClean="0"/>
              <a:t>‹#›</a:t>
            </a:fld>
            <a:endParaRPr lang="ko-KR" altLang="en-US"/>
          </a:p>
        </p:txBody>
      </p:sp>
    </p:spTree>
    <p:extLst>
      <p:ext uri="{BB962C8B-B14F-4D97-AF65-F5344CB8AC3E}">
        <p14:creationId xmlns:p14="http://schemas.microsoft.com/office/powerpoint/2010/main" val="12157362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제목 및 내용">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3783013" y="6356352"/>
            <a:ext cx="2228850" cy="365125"/>
          </a:xfrm>
        </p:spPr>
        <p:txBody>
          <a:bodyPr/>
          <a:lstStyle>
            <a:lvl1pPr algn="ctr">
              <a:defRPr/>
            </a:lvl1pPr>
          </a:lstStyle>
          <a:p>
            <a:fld id="{CCA55350-D3D9-4460-888F-3541010D2F5A}" type="slidenum">
              <a:rPr lang="ko-KR" altLang="en-US" smtClean="0"/>
              <a:pPr/>
              <a:t>‹#›</a:t>
            </a:fld>
            <a:endParaRPr lang="ko-KR" altLang="en-US"/>
          </a:p>
        </p:txBody>
      </p:sp>
    </p:spTree>
    <p:extLst>
      <p:ext uri="{BB962C8B-B14F-4D97-AF65-F5344CB8AC3E}">
        <p14:creationId xmlns:p14="http://schemas.microsoft.com/office/powerpoint/2010/main" val="11193339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빈 슬라이드">
    <p:spTree>
      <p:nvGrpSpPr>
        <p:cNvPr id="1" name=""/>
        <p:cNvGrpSpPr/>
        <p:nvPr/>
      </p:nvGrpSpPr>
      <p:grpSpPr>
        <a:xfrm>
          <a:off x="0" y="0"/>
          <a:ext cx="0" cy="0"/>
          <a:chOff x="0" y="0"/>
          <a:chExt cx="0" cy="0"/>
        </a:xfrm>
      </p:grpSpPr>
      <p:sp>
        <p:nvSpPr>
          <p:cNvPr id="6" name="슬라이드 번호 개체 틀 5"/>
          <p:cNvSpPr>
            <a:spLocks noGrp="1"/>
          </p:cNvSpPr>
          <p:nvPr>
            <p:ph type="sldNum" sz="quarter" idx="4"/>
          </p:nvPr>
        </p:nvSpPr>
        <p:spPr>
          <a:xfrm>
            <a:off x="9074082" y="6650481"/>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r>
              <a:rPr lang="ko-KR" altLang="en-US"/>
              <a:t> </a:t>
            </a:r>
            <a:r>
              <a:rPr lang="en-US" altLang="ko-KR"/>
              <a:t>/ p</a:t>
            </a:r>
            <a:endParaRPr lang="ko-KR" altLang="en-US"/>
          </a:p>
        </p:txBody>
      </p:sp>
    </p:spTree>
    <p:extLst>
      <p:ext uri="{BB962C8B-B14F-4D97-AF65-F5344CB8AC3E}">
        <p14:creationId xmlns:p14="http://schemas.microsoft.com/office/powerpoint/2010/main" val="33750941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3_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2755571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4_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7092013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3_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1564839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2_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7495901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2_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3503977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2_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39098030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2_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713726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2_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2550734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2_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15895865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2_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4081386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2_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3055748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theme" Target="../theme/theme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8" Type="http://schemas.openxmlformats.org/officeDocument/2006/relationships/slideLayout" Target="../slideLayouts/slideLayout20.xml"/><Relationship Id="rId3"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60485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p:hf sldNum="0" hdr="0" ftr="0" dt="0"/>
  <p:txStyles>
    <p:titleStyle>
      <a:lvl1pPr algn="l" rtl="0" eaLnBrk="1" fontAlgn="base" latinLnBrk="1" hangingPunct="1">
        <a:spcBef>
          <a:spcPct val="0"/>
        </a:spcBef>
        <a:spcAft>
          <a:spcPct val="0"/>
        </a:spcAft>
        <a:defRPr lang="ko-KR" altLang="en-US" sz="2000" b="1" kern="1200" baseline="0">
          <a:solidFill>
            <a:schemeClr val="bg1"/>
          </a:solidFill>
          <a:latin typeface="Arial" pitchFamily="34" charset="0"/>
          <a:ea typeface="돋움" pitchFamily="50" charset="-127"/>
          <a:cs typeface="Arial" pitchFamily="34" charset="0"/>
        </a:defRPr>
      </a:lvl1pPr>
      <a:lvl2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2pPr>
      <a:lvl3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3pPr>
      <a:lvl4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4pPr>
      <a:lvl5pPr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5pPr>
      <a:lvl6pPr marL="4572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6pPr>
      <a:lvl7pPr marL="9144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7pPr>
      <a:lvl8pPr marL="13716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8pPr>
      <a:lvl9pPr marL="1828800" algn="l" rtl="0" eaLnBrk="1" fontAlgn="base" latinLnBrk="1" hangingPunct="1">
        <a:spcBef>
          <a:spcPct val="0"/>
        </a:spcBef>
        <a:spcAft>
          <a:spcPct val="0"/>
        </a:spcAft>
        <a:defRPr sz="2000" b="1">
          <a:solidFill>
            <a:schemeClr val="bg1"/>
          </a:solidFill>
          <a:latin typeface="Arial" charset="0"/>
          <a:ea typeface="돋움" pitchFamily="50" charset="-127"/>
          <a:cs typeface="Arial" charset="0"/>
        </a:defRPr>
      </a:lvl9pPr>
    </p:titleStyle>
    <p:bodyStyle>
      <a:lvl1pPr marL="174625" indent="-174625" algn="l" rtl="0" eaLnBrk="1" fontAlgn="base" latinLnBrk="1" hangingPunct="1">
        <a:spcBef>
          <a:spcPct val="20000"/>
        </a:spcBef>
        <a:spcAft>
          <a:spcPct val="0"/>
        </a:spcAft>
        <a:buFont typeface="Wingdings" pitchFamily="2" charset="2"/>
        <a:buChar char="§"/>
        <a:defRPr lang="ko-KR" altLang="en-US" sz="1400" kern="1200" dirty="0">
          <a:solidFill>
            <a:schemeClr val="tx1"/>
          </a:solidFill>
          <a:latin typeface="+mn-lt"/>
          <a:ea typeface="+mn-ea"/>
          <a:cs typeface="+mn-cs"/>
        </a:defRPr>
      </a:lvl1pPr>
      <a:lvl2pPr marL="268288" indent="-192088" algn="l" rtl="0" eaLnBrk="1" fontAlgn="base" latinLnBrk="1" hangingPunct="1">
        <a:spcBef>
          <a:spcPct val="20000"/>
        </a:spcBef>
        <a:spcAft>
          <a:spcPct val="0"/>
        </a:spcAft>
        <a:buFont typeface="Arial" charset="0"/>
        <a:buAutoNum type="arabicPeriod"/>
        <a:tabLst>
          <a:tab pos="93663" algn="l"/>
        </a:tabLst>
        <a:defRPr lang="ko-KR" altLang="en-US" sz="1200" kern="1200" dirty="0">
          <a:solidFill>
            <a:schemeClr val="tx1"/>
          </a:solidFill>
          <a:latin typeface="+mn-lt"/>
          <a:ea typeface="+mn-ea"/>
          <a:cs typeface="+mn-cs"/>
        </a:defRPr>
      </a:lvl2pPr>
      <a:lvl3pPr marL="363538" indent="-188913" algn="l" rtl="0" eaLnBrk="1" fontAlgn="base" latinLnBrk="1" hangingPunct="1">
        <a:spcBef>
          <a:spcPct val="20000"/>
        </a:spcBef>
        <a:spcAft>
          <a:spcPct val="0"/>
        </a:spcAft>
        <a:buFont typeface="Arial" charset="0"/>
        <a:buChar char="•"/>
        <a:tabLst>
          <a:tab pos="174625" algn="l"/>
        </a:tabLst>
        <a:defRPr lang="ko-KR" altLang="en-US" sz="1200" kern="1200" dirty="0">
          <a:solidFill>
            <a:schemeClr val="tx1"/>
          </a:solidFill>
          <a:latin typeface="+mn-lt"/>
          <a:ea typeface="+mn-ea"/>
          <a:cs typeface="+mn-cs"/>
        </a:defRPr>
      </a:lvl3pPr>
      <a:lvl4pPr marL="444500" indent="-174625" algn="l" rtl="0" eaLnBrk="1" fontAlgn="base" latinLnBrk="1" hangingPunct="1">
        <a:spcBef>
          <a:spcPct val="20000"/>
        </a:spcBef>
        <a:spcAft>
          <a:spcPct val="0"/>
        </a:spcAft>
        <a:buFont typeface="Arial" charset="0"/>
        <a:buChar char="–"/>
        <a:tabLst>
          <a:tab pos="268288" algn="l"/>
        </a:tabLst>
        <a:defRPr lang="ko-KR" altLang="en-US" sz="1200" kern="1200" dirty="0">
          <a:solidFill>
            <a:schemeClr val="tx1"/>
          </a:solidFill>
          <a:latin typeface="+mn-lt"/>
          <a:ea typeface="+mn-ea"/>
          <a:cs typeface="+mn-cs"/>
        </a:defRPr>
      </a:lvl4pPr>
      <a:lvl5pPr marL="538163" indent="-174625" algn="l" rtl="0" eaLnBrk="1" fontAlgn="base" latinLnBrk="1" hangingPunct="1">
        <a:spcBef>
          <a:spcPct val="20000"/>
        </a:spcBef>
        <a:spcAft>
          <a:spcPct val="0"/>
        </a:spcAft>
        <a:buFont typeface="Arial" charset="0"/>
        <a:buChar char="»"/>
        <a:tabLst>
          <a:tab pos="363538" algn="l"/>
        </a:tabLst>
        <a:defRPr lang="ko-KR" altLang="en-US" sz="1200" kern="1200" dirty="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7" name="슬라이드 번호 개체 틀 5"/>
          <p:cNvSpPr>
            <a:spLocks noGrp="1"/>
          </p:cNvSpPr>
          <p:nvPr>
            <p:ph type="sldNum" sz="quarter" idx="4"/>
          </p:nvPr>
        </p:nvSpPr>
        <p:spPr>
          <a:xfrm>
            <a:off x="8977135" y="6633855"/>
            <a:ext cx="703454" cy="215444"/>
          </a:xfrm>
          <a:prstGeom prst="rect">
            <a:avLst/>
          </a:prstGeom>
        </p:spPr>
        <p:txBody>
          <a:bodyPr vert="horz" wrap="square" lIns="91440" tIns="45720" rIns="91440" bIns="45720" rtlCol="0" anchor="ctr">
            <a:spAutoFit/>
          </a:bodyPr>
          <a:lstStyle>
            <a:lvl1pPr algn="r">
              <a:defRPr sz="800">
                <a:solidFill>
                  <a:schemeClr val="tx1"/>
                </a:solidFill>
                <a:latin typeface="LG스마트체2.0 Regular" panose="020B0600000101010101" pitchFamily="50" charset="-127"/>
                <a:ea typeface="LG스마트체2.0 Regular" panose="020B0600000101010101" pitchFamily="50" charset="-127"/>
              </a:defRPr>
            </a:lvl1pPr>
          </a:lstStyle>
          <a:p>
            <a:fld id="{F2334CB4-850D-45D0-A107-7A1684607371}" type="slidenum">
              <a:rPr lang="ko-KR" altLang="en-US" smtClean="0"/>
              <a:pPr/>
              <a:t>‹#›</a:t>
            </a:fld>
            <a:endParaRPr lang="ko-KR" altLang="en-US"/>
          </a:p>
        </p:txBody>
      </p:sp>
    </p:spTree>
    <p:extLst>
      <p:ext uri="{BB962C8B-B14F-4D97-AF65-F5344CB8AC3E}">
        <p14:creationId xmlns:p14="http://schemas.microsoft.com/office/powerpoint/2010/main" val="245962461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9" r:id="rId6"/>
    <p:sldLayoutId id="2147483761" r:id="rId7"/>
  </p:sldLayoutIdLst>
  <p:hf hdr="0" ftr="0" dt="0"/>
  <p:txStyles>
    <p:titleStyle>
      <a:lvl1pPr algn="l" defTabSz="914400" rtl="0" eaLnBrk="1" latinLnBrk="1" hangingPunct="1">
        <a:spcBef>
          <a:spcPct val="0"/>
        </a:spcBef>
        <a:buNone/>
        <a:defRPr sz="44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1" hangingPunct="1">
        <a:spcBef>
          <a:spcPct val="200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1" hangingPunct="1">
        <a:spcBef>
          <a:spcPct val="200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1" hangingPunct="1">
        <a:spcBef>
          <a:spcPct val="200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1"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4"/>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4"/>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pPr>
            <a:fld id="{9AA2CE39-3A3D-47C9-8337-D19B89C86E93}" type="datetimeFigureOut">
              <a:rPr kumimoji="1" lang="ko-KR" altLang="en-US" b="1" smtClean="0">
                <a:solidFill>
                  <a:prstClr val="black">
                    <a:tint val="75000"/>
                  </a:prstClr>
                </a:solidFill>
                <a:latin typeface="Arial" charset="0"/>
                <a:ea typeface="굴림" charset="-127"/>
              </a:rPr>
              <a:pPr fontAlgn="base">
                <a:spcBef>
                  <a:spcPct val="0"/>
                </a:spcBef>
                <a:spcAft>
                  <a:spcPct val="0"/>
                </a:spcAft>
              </a:pPr>
              <a:t>2026-10-27</a:t>
            </a:fld>
            <a:endParaRPr kumimoji="1" lang="ko-KR" altLang="en-US" b="1">
              <a:solidFill>
                <a:prstClr val="black">
                  <a:tint val="75000"/>
                </a:prstClr>
              </a:solidFill>
              <a:latin typeface="Arial" charset="0"/>
              <a:ea typeface="굴림" charset="-127"/>
            </a:endParaRPr>
          </a:p>
        </p:txBody>
      </p:sp>
      <p:sp>
        <p:nvSpPr>
          <p:cNvPr id="5" name="바닥글 개체 틀 4"/>
          <p:cNvSpPr>
            <a:spLocks noGrp="1"/>
          </p:cNvSpPr>
          <p:nvPr>
            <p:ph type="ftr" sz="quarter" idx="3"/>
          </p:nvPr>
        </p:nvSpPr>
        <p:spPr>
          <a:xfrm>
            <a:off x="3384550" y="6356354"/>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pPr>
            <a:endParaRPr kumimoji="1" lang="ko-KR" altLang="en-US" b="1">
              <a:solidFill>
                <a:prstClr val="black">
                  <a:tint val="75000"/>
                </a:prstClr>
              </a:solidFill>
              <a:latin typeface="Arial" charset="0"/>
              <a:ea typeface="굴림" charset="-127"/>
            </a:endParaRPr>
          </a:p>
        </p:txBody>
      </p:sp>
      <p:sp>
        <p:nvSpPr>
          <p:cNvPr id="6" name="슬라이드 번호 개체 틀 5"/>
          <p:cNvSpPr>
            <a:spLocks noGrp="1"/>
          </p:cNvSpPr>
          <p:nvPr>
            <p:ph type="sldNum" sz="quarter" idx="4"/>
          </p:nvPr>
        </p:nvSpPr>
        <p:spPr>
          <a:xfrm>
            <a:off x="7099300" y="6356354"/>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D808F9AC-8204-46FA-B808-449C59A80C80}" type="slidenum">
              <a:rPr kumimoji="1" lang="ko-KR" altLang="en-US" b="1" smtClean="0">
                <a:solidFill>
                  <a:prstClr val="black">
                    <a:tint val="75000"/>
                  </a:prstClr>
                </a:solidFill>
                <a:latin typeface="Arial" charset="0"/>
                <a:ea typeface="굴림" charset="-127"/>
              </a:rPr>
              <a:pPr fontAlgn="base">
                <a:spcBef>
                  <a:spcPct val="0"/>
                </a:spcBef>
                <a:spcAft>
                  <a:spcPct val="0"/>
                </a:spcAft>
              </a:pPr>
              <a:t>‹#›</a:t>
            </a:fld>
            <a:endParaRPr kumimoji="1" lang="ko-KR" altLang="en-US" b="1">
              <a:solidFill>
                <a:prstClr val="black">
                  <a:tint val="75000"/>
                </a:prstClr>
              </a:solidFill>
              <a:latin typeface="Arial" charset="0"/>
              <a:ea typeface="굴림" charset="-127"/>
            </a:endParaRPr>
          </a:p>
        </p:txBody>
      </p:sp>
    </p:spTree>
    <p:extLst>
      <p:ext uri="{BB962C8B-B14F-4D97-AF65-F5344CB8AC3E}">
        <p14:creationId xmlns:p14="http://schemas.microsoft.com/office/powerpoint/2010/main" val="1578425846"/>
      </p:ext>
    </p:extLst>
  </p:cSld>
  <p:clrMap bg1="lt1" tx1="dk1" bg2="lt2" tx2="dk2" accent1="accent1" accent2="accent2" accent3="accent3" accent4="accent4" accent5="accent5" accent6="accent6" hlink="hlink" folHlink="folHlink"/>
  <p:sldLayoutIdLst>
    <p:sldLayoutId id="2147483802" r:id="rId1"/>
    <p:sldLayoutId id="2147483803" r:id="rId2"/>
  </p:sldLayoutIdLst>
  <p:txStyles>
    <p:titleStyle>
      <a:lvl1pPr algn="ctr" defTabSz="914395" rtl="0" eaLnBrk="1" latinLnBrk="1" hangingPunct="1">
        <a:spcBef>
          <a:spcPct val="0"/>
        </a:spcBef>
        <a:buNone/>
        <a:defRPr sz="4400" kern="1200">
          <a:solidFill>
            <a:schemeClr val="tx1"/>
          </a:solidFill>
          <a:latin typeface="+mj-lt"/>
          <a:ea typeface="+mj-ea"/>
          <a:cs typeface="+mj-cs"/>
        </a:defRPr>
      </a:lvl1pPr>
    </p:titleStyle>
    <p:bodyStyle>
      <a:lvl1pPr marL="342898" indent="-342898" algn="l" defTabSz="914395"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46" indent="-285748" algn="l" defTabSz="914395"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93" indent="-228598" algn="l" defTabSz="914395"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91"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88"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85"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83"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80"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77" indent="-228598" algn="l" defTabSz="914395"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395" rtl="0" eaLnBrk="1" latinLnBrk="1" hangingPunct="1">
        <a:defRPr sz="1800" kern="1200">
          <a:solidFill>
            <a:schemeClr val="tx1"/>
          </a:solidFill>
          <a:latin typeface="+mn-lt"/>
          <a:ea typeface="+mn-ea"/>
          <a:cs typeface="+mn-cs"/>
        </a:defRPr>
      </a:lvl1pPr>
      <a:lvl2pPr marL="457198" algn="l" defTabSz="914395" rtl="0" eaLnBrk="1" latinLnBrk="1" hangingPunct="1">
        <a:defRPr sz="1800" kern="1200">
          <a:solidFill>
            <a:schemeClr val="tx1"/>
          </a:solidFill>
          <a:latin typeface="+mn-lt"/>
          <a:ea typeface="+mn-ea"/>
          <a:cs typeface="+mn-cs"/>
        </a:defRPr>
      </a:lvl2pPr>
      <a:lvl3pPr marL="914395" algn="l" defTabSz="914395" rtl="0" eaLnBrk="1" latinLnBrk="1" hangingPunct="1">
        <a:defRPr sz="1800" kern="1200">
          <a:solidFill>
            <a:schemeClr val="tx1"/>
          </a:solidFill>
          <a:latin typeface="+mn-lt"/>
          <a:ea typeface="+mn-ea"/>
          <a:cs typeface="+mn-cs"/>
        </a:defRPr>
      </a:lvl3pPr>
      <a:lvl4pPr marL="1371592" algn="l" defTabSz="914395" rtl="0" eaLnBrk="1" latinLnBrk="1" hangingPunct="1">
        <a:defRPr sz="1800" kern="1200">
          <a:solidFill>
            <a:schemeClr val="tx1"/>
          </a:solidFill>
          <a:latin typeface="+mn-lt"/>
          <a:ea typeface="+mn-ea"/>
          <a:cs typeface="+mn-cs"/>
        </a:defRPr>
      </a:lvl4pPr>
      <a:lvl5pPr marL="1828789" algn="l" defTabSz="914395" rtl="0" eaLnBrk="1" latinLnBrk="1" hangingPunct="1">
        <a:defRPr sz="1800" kern="1200">
          <a:solidFill>
            <a:schemeClr val="tx1"/>
          </a:solidFill>
          <a:latin typeface="+mn-lt"/>
          <a:ea typeface="+mn-ea"/>
          <a:cs typeface="+mn-cs"/>
        </a:defRPr>
      </a:lvl5pPr>
      <a:lvl6pPr marL="2285987" algn="l" defTabSz="914395" rtl="0" eaLnBrk="1" latinLnBrk="1" hangingPunct="1">
        <a:defRPr sz="1800" kern="1200">
          <a:solidFill>
            <a:schemeClr val="tx1"/>
          </a:solidFill>
          <a:latin typeface="+mn-lt"/>
          <a:ea typeface="+mn-ea"/>
          <a:cs typeface="+mn-cs"/>
        </a:defRPr>
      </a:lvl6pPr>
      <a:lvl7pPr marL="2743185" algn="l" defTabSz="914395" rtl="0" eaLnBrk="1" latinLnBrk="1" hangingPunct="1">
        <a:defRPr sz="1800" kern="1200">
          <a:solidFill>
            <a:schemeClr val="tx1"/>
          </a:solidFill>
          <a:latin typeface="+mn-lt"/>
          <a:ea typeface="+mn-ea"/>
          <a:cs typeface="+mn-cs"/>
        </a:defRPr>
      </a:lvl7pPr>
      <a:lvl8pPr marL="3200381" algn="l" defTabSz="914395" rtl="0" eaLnBrk="1" latinLnBrk="1" hangingPunct="1">
        <a:defRPr sz="1800" kern="1200">
          <a:solidFill>
            <a:schemeClr val="tx1"/>
          </a:solidFill>
          <a:latin typeface="+mn-lt"/>
          <a:ea typeface="+mn-ea"/>
          <a:cs typeface="+mn-cs"/>
        </a:defRPr>
      </a:lvl8pPr>
      <a:lvl9pPr marL="3657579" algn="l" defTabSz="914395"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5FAC7D-4F72-4E9B-8650-020751DE0B7B}" type="datetimeFigureOut">
              <a:rPr lang="ko-KR" altLang="en-US" smtClean="0"/>
              <a:t>2026-10-27</a:t>
            </a:fld>
            <a:endParaRPr lang="ko-KR"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39BC21-DC1F-4550-9657-99D30F68D6E3}" type="slidenum">
              <a:rPr lang="ko-KR" altLang="en-US" smtClean="0"/>
              <a:t>‹#›</a:t>
            </a:fld>
            <a:endParaRPr lang="ko-KR" altLang="en-US"/>
          </a:p>
        </p:txBody>
      </p:sp>
    </p:spTree>
    <p:extLst>
      <p:ext uri="{BB962C8B-B14F-4D97-AF65-F5344CB8AC3E}">
        <p14:creationId xmlns:p14="http://schemas.microsoft.com/office/powerpoint/2010/main" val="273546151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 id="2147483836" r:id="rId20"/>
    <p:sldLayoutId id="2147483837" r:id="rId21"/>
    <p:sldLayoutId id="2147483838" r:id="rId22"/>
    <p:sldLayoutId id="2147483839" r:id="rId23"/>
    <p:sldLayoutId id="2147483840" r:id="rId24"/>
    <p:sldLayoutId id="2147483841" r:id="rId25"/>
    <p:sldLayoutId id="2147483842" r:id="rId26"/>
    <p:sldLayoutId id="2147483843" r:id="rId27"/>
    <p:sldLayoutId id="2147483844" r:id="rId28"/>
    <p:sldLayoutId id="2147483845" r:id="rId29"/>
    <p:sldLayoutId id="2147483846" r:id="rId30"/>
    <p:sldLayoutId id="2147483847" r:id="rId31"/>
    <p:sldLayoutId id="2147483848" r:id="rId32"/>
    <p:sldLayoutId id="2147483849" r:id="rId33"/>
    <p:sldLayoutId id="2147483850" r:id="rId34"/>
    <p:sldLayoutId id="2147483851" r:id="rId35"/>
    <p:sldLayoutId id="2147483852" r:id="rId3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2.png"/><Relationship Id="rId7" Type="http://schemas.openxmlformats.org/officeDocument/2006/relationships/package" Target="../embeddings/Microsoft_PowerPoint_Presentation.pptx"/><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hyperlink" Target="http://10.76.93.61:8100/"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CED1-01B8-F10B-FA49-01DB41836409}"/>
            </a:ext>
          </a:extLst>
        </p:cNvPr>
        <p:cNvGrpSpPr/>
        <p:nvPr/>
      </p:nvGrpSpPr>
      <p:grpSpPr>
        <a:xfrm>
          <a:off x="0" y="0"/>
          <a:ext cx="0" cy="0"/>
          <a:chOff x="0" y="0"/>
          <a:chExt cx="0" cy="0"/>
        </a:xfrm>
      </p:grpSpPr>
      <p:pic>
        <p:nvPicPr>
          <p:cNvPr id="18" name="Picture 2" descr="C:\ECM\TEMP\부서함\Brand담당\CI 매뉴얼★\★로고파일-자회사名\14년ver\(주)LG\LG_가로조합.png">
            <a:extLst>
              <a:ext uri="{FF2B5EF4-FFF2-40B4-BE49-F238E27FC236}">
                <a16:creationId xmlns:a16="http://schemas.microsoft.com/office/drawing/2014/main" id="{A8AC4F0B-965F-0A31-BB42-F2FC3C018E6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01198" y="5156523"/>
            <a:ext cx="839469" cy="368791"/>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3">
            <a:extLst>
              <a:ext uri="{FF2B5EF4-FFF2-40B4-BE49-F238E27FC236}">
                <a16:creationId xmlns:a16="http://schemas.microsoft.com/office/drawing/2014/main" id="{A010CE88-62A1-4161-BEAC-AC452394FD4B}"/>
              </a:ext>
            </a:extLst>
          </p:cNvPr>
          <p:cNvSpPr txBox="1">
            <a:spLocks/>
          </p:cNvSpPr>
          <p:nvPr>
            <p:custDataLst>
              <p:tags r:id="rId1"/>
            </p:custDataLst>
          </p:nvPr>
        </p:nvSpPr>
        <p:spPr>
          <a:xfrm>
            <a:off x="1020788" y="1631173"/>
            <a:ext cx="8474197" cy="492443"/>
          </a:xfrm>
          <a:prstGeom prst="rect">
            <a:avLst/>
          </a:prstGeom>
        </p:spPr>
        <p:txBody>
          <a:bodyPr vert="horz" wrap="square" lIns="91440" tIns="45720" rIns="91440" bIns="45720" rtlCol="0" anchor="t">
            <a:spAutoFit/>
          </a:bodyPr>
          <a:lstStyle>
            <a:lvl1pPr algn="l" defTabSz="914400" rtl="0" eaLnBrk="1" latinLnBrk="1" hangingPunct="1">
              <a:lnSpc>
                <a:spcPct val="90000"/>
              </a:lnSpc>
              <a:spcBef>
                <a:spcPct val="0"/>
              </a:spcBef>
              <a:buNone/>
              <a:defRPr sz="3200" kern="120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stStyle>
          <a:p>
            <a:pPr marL="0" marR="0" lvl="0" indent="0" algn="l" defTabSz="914395" rtl="0" eaLnBrk="1" fontAlgn="auto" latinLnBrk="1" hangingPunct="1">
              <a:lnSpc>
                <a:spcPct val="100000"/>
              </a:lnSpc>
              <a:spcBef>
                <a:spcPct val="0"/>
              </a:spcBef>
              <a:spcAft>
                <a:spcPts val="0"/>
              </a:spcAft>
              <a:buClrTx/>
              <a:buSzTx/>
              <a:buFontTx/>
              <a:buNone/>
              <a:tabLst/>
              <a:defRPr/>
            </a:pPr>
            <a:r>
              <a:rPr kumimoji="0" lang="en-US" altLang="ko-KR"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AI </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활용 보고서 작성 효율화 보고</a:t>
            </a:r>
          </a:p>
        </p:txBody>
      </p:sp>
      <p:sp>
        <p:nvSpPr>
          <p:cNvPr id="3" name="내용 개체 틀 14">
            <a:extLst>
              <a:ext uri="{FF2B5EF4-FFF2-40B4-BE49-F238E27FC236}">
                <a16:creationId xmlns:a16="http://schemas.microsoft.com/office/drawing/2014/main" id="{10ADCDFA-A056-4015-CDFE-0DB640589A9E}"/>
              </a:ext>
            </a:extLst>
          </p:cNvPr>
          <p:cNvSpPr txBox="1">
            <a:spLocks/>
          </p:cNvSpPr>
          <p:nvPr>
            <p:custDataLst>
              <p:tags r:id="rId2"/>
            </p:custDataLst>
          </p:nvPr>
        </p:nvSpPr>
        <p:spPr>
          <a:xfrm>
            <a:off x="1309076" y="4992005"/>
            <a:ext cx="3993987" cy="368114"/>
          </a:xfrm>
          <a:prstGeom prst="rect">
            <a:avLst/>
          </a:prstGeom>
        </p:spPr>
        <p:txBody>
          <a:bodyPr vert="horz" wrap="square" lIns="91440" tIns="45720" rIns="91440" bIns="45720" rtlCol="0" anchor="t">
            <a:sp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400" kern="12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lgn="l" defTabSz="914400" rtl="0" eaLnBrk="1" latinLnBrk="1" hangingPunct="1">
              <a:lnSpc>
                <a:spcPct val="90000"/>
              </a:lnSpc>
              <a:spcBef>
                <a:spcPts val="500"/>
              </a:spcBef>
              <a:buFont typeface="Arial" panose="020B0604020202020204" pitchFamily="34" charset="0"/>
              <a:buNone/>
              <a:defRPr lang="ko-KR" altLang="en-US" sz="2400" kern="1200" smtClean="0">
                <a:solidFill>
                  <a:schemeClr val="tx1"/>
                </a:solidFill>
                <a:latin typeface="+mn-lt"/>
                <a:ea typeface="+mn-ea"/>
                <a:cs typeface="+mn-cs"/>
              </a:defRPr>
            </a:lvl2pPr>
            <a:lvl3pPr marL="914361" indent="0" algn="l" defTabSz="914400" rtl="0" eaLnBrk="1" latinLnBrk="1" hangingPunct="1">
              <a:lnSpc>
                <a:spcPct val="90000"/>
              </a:lnSpc>
              <a:spcBef>
                <a:spcPts val="500"/>
              </a:spcBef>
              <a:buFont typeface="Arial" panose="020B0604020202020204" pitchFamily="34" charset="0"/>
              <a:buNone/>
              <a:defRPr lang="ko-KR" altLang="en-US" sz="2000" kern="1200" smtClean="0">
                <a:solidFill>
                  <a:schemeClr val="tx1"/>
                </a:solidFill>
                <a:latin typeface="+mn-lt"/>
                <a:ea typeface="+mn-ea"/>
                <a:cs typeface="+mn-cs"/>
              </a:defRPr>
            </a:lvl3pPr>
            <a:lvl4pPr marL="1371543" indent="0" algn="l" defTabSz="914400" rtl="0" eaLnBrk="1" latinLnBrk="1" hangingPunct="1">
              <a:lnSpc>
                <a:spcPct val="90000"/>
              </a:lnSpc>
              <a:spcBef>
                <a:spcPts val="500"/>
              </a:spcBef>
              <a:buFont typeface="Arial" panose="020B0604020202020204" pitchFamily="34" charset="0"/>
              <a:buNone/>
              <a:defRPr lang="ko-KR" altLang="en-US" sz="1800" kern="1200" smtClean="0">
                <a:solidFill>
                  <a:schemeClr val="tx1"/>
                </a:solidFill>
                <a:latin typeface="+mn-lt"/>
                <a:ea typeface="+mn-ea"/>
                <a:cs typeface="+mn-cs"/>
              </a:defRPr>
            </a:lvl4pPr>
            <a:lvl5pPr marL="1828724" indent="0" algn="l" defTabSz="914400" rtl="0" eaLnBrk="1" latinLnBrk="1" hangingPunct="1">
              <a:lnSpc>
                <a:spcPct val="90000"/>
              </a:lnSpc>
              <a:spcBef>
                <a:spcPts val="500"/>
              </a:spcBef>
              <a:buFont typeface="Arial" panose="020B0604020202020204" pitchFamily="34" charset="0"/>
              <a:buNone/>
              <a:defRPr lang="ko-KR" altLang="en-US"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120000"/>
              </a:lnSpc>
              <a:spcBef>
                <a:spcPct val="0"/>
              </a:spcBef>
              <a:spcAft>
                <a:spcPts val="0"/>
              </a:spcAft>
              <a:buClrTx/>
              <a:buSzTx/>
              <a:buFont typeface="Arial" panose="020B0604020202020204" pitchFamily="34" charset="0"/>
              <a:buNone/>
              <a:tabLst/>
              <a:defRPr/>
            </a:pPr>
            <a:r>
              <a:rPr kumimoji="0" lang="ko-KR" altLang="en-US"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제조</a:t>
            </a:r>
            <a:r>
              <a:rPr kumimoji="0" lang="en-US" altLang="ko-KR"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DX</a:t>
            </a:r>
            <a:r>
              <a:rPr kumimoji="0" lang="ko-KR" altLang="en-US"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a:t>
            </a:r>
            <a:r>
              <a:rPr kumimoji="0" lang="en-US" altLang="ko-KR" sz="1600" b="0" i="0" u="none" strike="noStrike" kern="1200" cap="none" spc="0" normalizeH="0" baseline="0" noProof="0" dirty="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2026. 10. 28</a:t>
            </a:r>
          </a:p>
        </p:txBody>
      </p:sp>
      <p:sp>
        <p:nvSpPr>
          <p:cNvPr id="5" name="Rectangle 26">
            <a:extLst>
              <a:ext uri="{FF2B5EF4-FFF2-40B4-BE49-F238E27FC236}">
                <a16:creationId xmlns:a16="http://schemas.microsoft.com/office/drawing/2014/main" id="{0CBFF200-8FE4-CFE0-3324-A83DA8ECA68F}"/>
              </a:ext>
            </a:extLst>
          </p:cNvPr>
          <p:cNvSpPr>
            <a:spLocks noChangeArrowheads="1"/>
          </p:cNvSpPr>
          <p:nvPr>
            <p:custDataLst>
              <p:tags r:id="rId3"/>
            </p:custDataLst>
          </p:nvPr>
        </p:nvSpPr>
        <p:spPr bwMode="auto">
          <a:xfrm>
            <a:off x="1378283" y="2863695"/>
            <a:ext cx="7396717" cy="768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t">
            <a:spAutoFit/>
          </a:bodyPr>
          <a:lstStyle>
            <a:lvl1pPr eaLnBrk="0" hangingPunct="0">
              <a:defRPr kumimoji="1" sz="1200" b="1">
                <a:solidFill>
                  <a:schemeClr val="tx1"/>
                </a:solidFill>
                <a:latin typeface="Arial"/>
                <a:ea typeface="돋움" pitchFamily="50" charset="-127"/>
              </a:defRPr>
            </a:lvl1pPr>
            <a:lvl2pPr marL="742950" indent="-285750" eaLnBrk="0" hangingPunct="0">
              <a:defRPr kumimoji="1" sz="1200" b="1">
                <a:solidFill>
                  <a:schemeClr val="tx1"/>
                </a:solidFill>
                <a:latin typeface="Arial"/>
                <a:ea typeface="돋움" pitchFamily="50" charset="-127"/>
              </a:defRPr>
            </a:lvl2pPr>
            <a:lvl3pPr marL="1143000" indent="-228600" eaLnBrk="0" hangingPunct="0">
              <a:defRPr kumimoji="1" sz="1200" b="1">
                <a:solidFill>
                  <a:schemeClr val="tx1"/>
                </a:solidFill>
                <a:latin typeface="Arial"/>
                <a:ea typeface="돋움" pitchFamily="50" charset="-127"/>
              </a:defRPr>
            </a:lvl3pPr>
            <a:lvl4pPr marL="1600200" indent="-228600" eaLnBrk="0" hangingPunct="0">
              <a:defRPr kumimoji="1" sz="1200" b="1">
                <a:solidFill>
                  <a:schemeClr val="tx1"/>
                </a:solidFill>
                <a:latin typeface="Arial"/>
                <a:ea typeface="돋움" pitchFamily="50" charset="-127"/>
              </a:defRPr>
            </a:lvl4pPr>
            <a:lvl5pPr marL="2057400" indent="-228600" eaLnBrk="0" hangingPunct="0">
              <a:defRPr kumimoji="1" sz="1200" b="1">
                <a:solidFill>
                  <a:schemeClr val="tx1"/>
                </a:solidFill>
                <a:latin typeface="Arial"/>
                <a:ea typeface="돋움" pitchFamily="50" charset="-127"/>
              </a:defRPr>
            </a:lvl5pPr>
            <a:lvl6pPr marL="25146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6pPr>
            <a:lvl7pPr marL="29718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7pPr>
            <a:lvl8pPr marL="34290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8pPr>
            <a:lvl9pPr marL="38862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9pPr>
          </a:lstStyle>
          <a:p>
            <a:pPr marL="175260" marR="0" lvl="0" indent="-175260" algn="l" defTabSz="457200" rtl="0" eaLnBrk="1" fontAlgn="auto" latinLnBrk="0" hangingPunct="1">
              <a:lnSpc>
                <a:spcPct val="150000"/>
              </a:lnSpc>
              <a:spcBef>
                <a:spcPct val="0"/>
              </a:spcBef>
              <a:spcAft>
                <a:spcPts val="600"/>
              </a:spcAft>
              <a:buClrTx/>
              <a:buSzTx/>
              <a:buFontTx/>
              <a:buAutoNum type="arabicPeriod"/>
              <a:tabLst/>
              <a:defRPr/>
            </a:pPr>
            <a:r>
              <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진행 현황 및 향후 계획</a:t>
            </a: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7200" rtl="0" eaLnBrk="1" fontAlgn="auto" latinLnBrk="0" hangingPunct="1">
              <a:lnSpc>
                <a:spcPct val="150000"/>
              </a:lnSpc>
              <a:spcBef>
                <a:spcPct val="0"/>
              </a:spcBef>
              <a:spcAft>
                <a:spcPts val="600"/>
              </a:spcAft>
              <a:buClrTx/>
              <a:buSzTx/>
              <a:buFontTx/>
              <a:buNone/>
              <a:tabLst/>
              <a:defRPr/>
            </a:pPr>
            <a:endPar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314813211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1D60-BB95-D305-36A8-F84D54B4C015}"/>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5CF91C5C-E980-C227-1503-FBA9AECA4C85}"/>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진행 현황 및 향후 계획</a:t>
            </a:r>
          </a:p>
        </p:txBody>
      </p:sp>
      <p:sp>
        <p:nvSpPr>
          <p:cNvPr id="22" name="TextBox 21">
            <a:extLst>
              <a:ext uri="{FF2B5EF4-FFF2-40B4-BE49-F238E27FC236}">
                <a16:creationId xmlns:a16="http://schemas.microsoft.com/office/drawing/2014/main" id="{FE4B7E3D-0561-88F3-6F88-1A499D94BE4F}"/>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그룹</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.TASK</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명</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9" name="TextBox 8">
            <a:extLst>
              <a:ext uri="{FF2B5EF4-FFF2-40B4-BE49-F238E27FC236}">
                <a16:creationId xmlns:a16="http://schemas.microsoft.com/office/drawing/2014/main" id="{BA7743F4-E2E4-9E08-8F84-FCA9C6CBEA68}"/>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1/3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44ECEAC4-5F54-C716-814D-30BA1A3BA528}"/>
              </a:ext>
            </a:extLst>
          </p:cNvPr>
          <p:cNvSpPr txBox="1"/>
          <p:nvPr/>
        </p:nvSpPr>
        <p:spPr>
          <a:xfrm>
            <a:off x="175719" y="573521"/>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dirty="0"/>
              <a:t>지금까지 </a:t>
            </a:r>
            <a:r>
              <a:rPr lang="en-US" altLang="ko-KR" dirty="0"/>
              <a:t>~~</a:t>
            </a:r>
            <a:r>
              <a:rPr lang="ko-KR" altLang="en-US" dirty="0"/>
              <a:t>를 했고</a:t>
            </a:r>
            <a:r>
              <a:rPr lang="en-US" altLang="ko-KR" dirty="0"/>
              <a:t>, </a:t>
            </a:r>
            <a:r>
              <a:rPr lang="ko-KR" altLang="en-US" dirty="0"/>
              <a:t>최종 </a:t>
            </a:r>
            <a:r>
              <a:rPr lang="ko-KR" altLang="en-US" dirty="0" err="1"/>
              <a:t>목푤르</a:t>
            </a:r>
            <a:r>
              <a:rPr lang="ko-KR" altLang="en-US" dirty="0"/>
              <a:t> 위해서는 </a:t>
            </a:r>
            <a:r>
              <a:rPr lang="en-US" altLang="ko-KR" dirty="0"/>
              <a:t>~~</a:t>
            </a:r>
            <a:r>
              <a:rPr lang="ko-KR" altLang="en-US" dirty="0" err="1"/>
              <a:t>해야한다</a:t>
            </a:r>
            <a:r>
              <a:rPr lang="en-US" altLang="ko-KR" dirty="0"/>
              <a:t>.</a:t>
            </a:r>
          </a:p>
        </p:txBody>
      </p:sp>
      <p:sp>
        <p:nvSpPr>
          <p:cNvPr id="6" name="TextBox 5">
            <a:extLst>
              <a:ext uri="{FF2B5EF4-FFF2-40B4-BE49-F238E27FC236}">
                <a16:creationId xmlns:a16="http://schemas.microsoft.com/office/drawing/2014/main" id="{3D694960-1798-2113-B1EF-774367886172}"/>
              </a:ext>
            </a:extLst>
          </p:cNvPr>
          <p:cNvSpPr txBox="1"/>
          <p:nvPr/>
        </p:nvSpPr>
        <p:spPr>
          <a:xfrm>
            <a:off x="1143073" y="1205970"/>
            <a:ext cx="8762928" cy="1623330"/>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r>
              <a:rPr lang="ko-KR" altLang="en-US" dirty="0"/>
              <a:t>지난 보고 대비 </a:t>
            </a:r>
            <a:r>
              <a:rPr lang="en-US" altLang="ko-KR" dirty="0"/>
              <a:t>… </a:t>
            </a:r>
            <a:r>
              <a:rPr lang="ko-KR" altLang="en-US" dirty="0"/>
              <a:t>그전 보고 대비 차이점</a:t>
            </a:r>
            <a:r>
              <a:rPr lang="en-US" altLang="ko-KR" dirty="0"/>
              <a:t>. </a:t>
            </a:r>
            <a:r>
              <a:rPr lang="ko-KR" altLang="en-US" dirty="0"/>
              <a:t>지난 </a:t>
            </a:r>
            <a:r>
              <a:rPr lang="ko-KR" altLang="en-US" dirty="0" err="1"/>
              <a:t>보고에까지는</a:t>
            </a:r>
            <a:r>
              <a:rPr lang="ko-KR" altLang="en-US" dirty="0"/>
              <a:t> 어떠한 기능까지 구현을 </a:t>
            </a:r>
            <a:r>
              <a:rPr lang="ko-KR" altLang="en-US" dirty="0" err="1"/>
              <a:t>완료했었지만</a:t>
            </a:r>
            <a:r>
              <a:rPr lang="en-US" altLang="ko-KR" dirty="0"/>
              <a:t>, ~~</a:t>
            </a:r>
            <a:r>
              <a:rPr lang="ko-KR" altLang="en-US" dirty="0"/>
              <a:t>한 기능은 구현을 </a:t>
            </a:r>
            <a:r>
              <a:rPr lang="ko-KR" altLang="en-US" dirty="0" err="1"/>
              <a:t>못했어</a:t>
            </a:r>
            <a:r>
              <a:rPr lang="en-US" altLang="ko-KR" dirty="0"/>
              <a:t>.</a:t>
            </a:r>
          </a:p>
          <a:p>
            <a:r>
              <a:rPr lang="ko-KR" altLang="en-US" dirty="0"/>
              <a:t>이제는 </a:t>
            </a:r>
            <a:r>
              <a:rPr lang="en-US" altLang="ko-KR" dirty="0"/>
              <a:t>~~</a:t>
            </a:r>
            <a:r>
              <a:rPr lang="ko-KR" altLang="en-US" dirty="0"/>
              <a:t>한 기능도 완료를 했고</a:t>
            </a:r>
            <a:r>
              <a:rPr lang="en-US" altLang="ko-KR" dirty="0"/>
              <a:t>, </a:t>
            </a:r>
            <a:r>
              <a:rPr lang="ko-KR" altLang="en-US" dirty="0"/>
              <a:t>최종적으로는 </a:t>
            </a:r>
            <a:r>
              <a:rPr lang="en-US" altLang="ko-KR" dirty="0"/>
              <a:t>~~</a:t>
            </a:r>
            <a:r>
              <a:rPr lang="ko-KR" altLang="en-US" dirty="0"/>
              <a:t>까지 할거야</a:t>
            </a:r>
            <a:r>
              <a:rPr lang="en-US" altLang="ko-KR" dirty="0"/>
              <a:t>. (</a:t>
            </a:r>
            <a:r>
              <a:rPr lang="ko-KR" altLang="en-US" dirty="0"/>
              <a:t>리마인드 차원으로 내용 설명</a:t>
            </a:r>
            <a:r>
              <a:rPr lang="en-US" altLang="ko-KR" dirty="0"/>
              <a:t>)</a:t>
            </a:r>
          </a:p>
          <a:p>
            <a:pPr>
              <a:defRPr/>
            </a:pPr>
            <a:endParaRPr lang="en-US" altLang="ko-KR" dirty="0"/>
          </a:p>
          <a:p>
            <a:pPr>
              <a:defRPr/>
            </a:pPr>
            <a:r>
              <a:rPr lang="ko-KR" altLang="en-US" dirty="0"/>
              <a:t>오늘 보고에서는 </a:t>
            </a:r>
            <a:r>
              <a:rPr lang="en-US" altLang="ko-KR" dirty="0"/>
              <a:t>PoC </a:t>
            </a:r>
            <a:r>
              <a:rPr lang="ko-KR" altLang="en-US" dirty="0"/>
              <a:t>진행 내용과 운영안에 대해서 말하겠다</a:t>
            </a:r>
            <a:r>
              <a:rPr lang="en-US" altLang="ko-KR" dirty="0"/>
              <a:t>. </a:t>
            </a:r>
          </a:p>
          <a:p>
            <a:pPr>
              <a:defRPr/>
            </a:pPr>
            <a:r>
              <a:rPr lang="en-US" altLang="ko-KR" dirty="0"/>
              <a:t>[</a:t>
            </a:r>
            <a:r>
              <a:rPr lang="ko-KR" altLang="en-US" dirty="0"/>
              <a:t>해당 박스는 그룹장께 </a:t>
            </a:r>
            <a:r>
              <a:rPr lang="ko-KR" altLang="en-US" dirty="0" err="1"/>
              <a:t>리마인트</a:t>
            </a:r>
            <a:r>
              <a:rPr lang="ko-KR" altLang="en-US" dirty="0"/>
              <a:t> 차원으로 내용 설명할 것으로 글을 다듬어서 정리 필요</a:t>
            </a:r>
            <a:r>
              <a:rPr lang="en-US" altLang="ko-KR" dirty="0"/>
              <a:t>]</a:t>
            </a:r>
          </a:p>
        </p:txBody>
      </p:sp>
      <p:grpSp>
        <p:nvGrpSpPr>
          <p:cNvPr id="8" name="그룹 7">
            <a:extLst>
              <a:ext uri="{FF2B5EF4-FFF2-40B4-BE49-F238E27FC236}">
                <a16:creationId xmlns:a16="http://schemas.microsoft.com/office/drawing/2014/main" id="{B2E2A4CF-E50C-948F-297D-B55E88B18B62}"/>
              </a:ext>
            </a:extLst>
          </p:cNvPr>
          <p:cNvGrpSpPr/>
          <p:nvPr/>
        </p:nvGrpSpPr>
        <p:grpSpPr>
          <a:xfrm>
            <a:off x="6331576" y="4547137"/>
            <a:ext cx="3015863" cy="276999"/>
            <a:chOff x="189765" y="1017990"/>
            <a:chExt cx="7692896" cy="276999"/>
          </a:xfrm>
        </p:grpSpPr>
        <p:cxnSp>
          <p:nvCxnSpPr>
            <p:cNvPr id="10" name="직선 연결선 9">
              <a:extLst>
                <a:ext uri="{FF2B5EF4-FFF2-40B4-BE49-F238E27FC236}">
                  <a16:creationId xmlns:a16="http://schemas.microsoft.com/office/drawing/2014/main" id="{1F7EBDFE-3468-38A0-C430-80899F3261EB}"/>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11" name="제목 4">
              <a:extLst>
                <a:ext uri="{FF2B5EF4-FFF2-40B4-BE49-F238E27FC236}">
                  <a16:creationId xmlns:a16="http://schemas.microsoft.com/office/drawing/2014/main" id="{A6FD435E-0D43-4F30-7E6E-D2558D2BC69D}"/>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a:latin typeface="Arial Narrow" panose="020B0606020202030204" pitchFamily="34" charset="0"/>
                  <a:ea typeface="LG스마트체 Regular" panose="020B0600000101010101" pitchFamily="50" charset="-127"/>
                </a:rPr>
                <a:t>개발</a:t>
              </a:r>
              <a:endParaRPr lang="ko-KR" altLang="en-US" sz="1200" dirty="0">
                <a:latin typeface="Arial Narrow" panose="020B0606020202030204" pitchFamily="34" charset="0"/>
                <a:ea typeface="LG스마트체 Regular" panose="020B0600000101010101" pitchFamily="50" charset="-127"/>
              </a:endParaRPr>
            </a:p>
          </p:txBody>
        </p:sp>
      </p:grpSp>
      <p:sp>
        <p:nvSpPr>
          <p:cNvPr id="12" name="Rectangle 143">
            <a:extLst>
              <a:ext uri="{FF2B5EF4-FFF2-40B4-BE49-F238E27FC236}">
                <a16:creationId xmlns:a16="http://schemas.microsoft.com/office/drawing/2014/main" id="{CA9FE8BD-4923-D9A1-FE3C-ADCB67D50D7E}"/>
              </a:ext>
            </a:extLst>
          </p:cNvPr>
          <p:cNvSpPr/>
          <p:nvPr/>
        </p:nvSpPr>
        <p:spPr>
          <a:xfrm>
            <a:off x="6367209" y="4910288"/>
            <a:ext cx="1147934" cy="426385"/>
          </a:xfrm>
          <a:prstGeom prst="rect">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ko-KR" sz="1050" b="1" dirty="0">
                <a:solidFill>
                  <a:sysClr val="windowText" lastClr="000000"/>
                </a:solidFill>
                <a:latin typeface="Arial Narrow" panose="020B0606020202030204" pitchFamily="34" charset="0"/>
                <a:ea typeface="LG스마트체 Regular" panose="020B0600000101010101" pitchFamily="50" charset="-127"/>
              </a:rPr>
              <a:t>Task</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grpSp>
        <p:nvGrpSpPr>
          <p:cNvPr id="13" name="그룹 12">
            <a:extLst>
              <a:ext uri="{FF2B5EF4-FFF2-40B4-BE49-F238E27FC236}">
                <a16:creationId xmlns:a16="http://schemas.microsoft.com/office/drawing/2014/main" id="{4B6BDF47-6907-3C25-8EB6-8D698F650DE0}"/>
              </a:ext>
            </a:extLst>
          </p:cNvPr>
          <p:cNvGrpSpPr/>
          <p:nvPr/>
        </p:nvGrpSpPr>
        <p:grpSpPr>
          <a:xfrm>
            <a:off x="6509947" y="5577620"/>
            <a:ext cx="862459" cy="1134330"/>
            <a:chOff x="6868482" y="5398236"/>
            <a:chExt cx="862459" cy="1134330"/>
          </a:xfrm>
        </p:grpSpPr>
        <p:sp>
          <p:nvSpPr>
            <p:cNvPr id="14" name="Rectangle 143">
              <a:extLst>
                <a:ext uri="{FF2B5EF4-FFF2-40B4-BE49-F238E27FC236}">
                  <a16:creationId xmlns:a16="http://schemas.microsoft.com/office/drawing/2014/main" id="{84214475-5D42-B01D-A00D-951213C49C51}"/>
                </a:ext>
              </a:extLst>
            </p:cNvPr>
            <p:cNvSpPr/>
            <p:nvPr/>
          </p:nvSpPr>
          <p:spPr>
            <a:xfrm>
              <a:off x="6868482" y="5398236"/>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개발 및 운영</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15" name="Rectangle 143">
              <a:extLst>
                <a:ext uri="{FF2B5EF4-FFF2-40B4-BE49-F238E27FC236}">
                  <a16:creationId xmlns:a16="http://schemas.microsoft.com/office/drawing/2014/main" id="{8C62F0E0-81E4-CA49-D2E2-8BFC5ADC032A}"/>
                </a:ext>
              </a:extLst>
            </p:cNvPr>
            <p:cNvSpPr/>
            <p:nvPr/>
          </p:nvSpPr>
          <p:spPr>
            <a:xfrm>
              <a:off x="6868482" y="5611427"/>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50" b="1" dirty="0">
                  <a:solidFill>
                    <a:sysClr val="windowText" lastClr="000000"/>
                  </a:solidFill>
                  <a:latin typeface="Arial Narrow" panose="020B0606020202030204" pitchFamily="34" charset="0"/>
                  <a:ea typeface="LG스마트체 Regular" panose="020B0600000101010101" pitchFamily="50" charset="-127"/>
                </a:rPr>
                <a:t>Task </a:t>
              </a:r>
              <a:r>
                <a:rPr lang="ko-KR" altLang="en-US" sz="1050" b="1" dirty="0">
                  <a:solidFill>
                    <a:sysClr val="windowText" lastClr="000000"/>
                  </a:solidFill>
                  <a:latin typeface="Arial Narrow" panose="020B0606020202030204" pitchFamily="34" charset="0"/>
                  <a:ea typeface="LG스마트체 Regular" panose="020B0600000101010101" pitchFamily="50" charset="-127"/>
                </a:rPr>
                <a:t>인원</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앱 운영</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업데이트</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백업</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사용자 지원</a:t>
              </a:r>
              <a:endPar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p:txBody>
        </p:sp>
      </p:grpSp>
      <p:cxnSp>
        <p:nvCxnSpPr>
          <p:cNvPr id="16" name="직선 연결선 15">
            <a:extLst>
              <a:ext uri="{FF2B5EF4-FFF2-40B4-BE49-F238E27FC236}">
                <a16:creationId xmlns:a16="http://schemas.microsoft.com/office/drawing/2014/main" id="{BE9968FD-0A50-B405-9D4F-6FF4BB109A64}"/>
              </a:ext>
            </a:extLst>
          </p:cNvPr>
          <p:cNvCxnSpPr>
            <a:cxnSpLocks/>
            <a:stCxn id="12" idx="2"/>
            <a:endCxn id="14" idx="0"/>
          </p:cNvCxnSpPr>
          <p:nvPr/>
        </p:nvCxnSpPr>
        <p:spPr>
          <a:xfrm>
            <a:off x="6941176" y="5336673"/>
            <a:ext cx="1" cy="240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43">
            <a:extLst>
              <a:ext uri="{FF2B5EF4-FFF2-40B4-BE49-F238E27FC236}">
                <a16:creationId xmlns:a16="http://schemas.microsoft.com/office/drawing/2014/main" id="{D9E1962A-C9E7-23F4-97AB-DBA89A2046C3}"/>
              </a:ext>
            </a:extLst>
          </p:cNvPr>
          <p:cNvSpPr/>
          <p:nvPr/>
        </p:nvSpPr>
        <p:spPr>
          <a:xfrm>
            <a:off x="7500048" y="5577620"/>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서버 지원</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19" name="Rectangle 143">
            <a:extLst>
              <a:ext uri="{FF2B5EF4-FFF2-40B4-BE49-F238E27FC236}">
                <a16:creationId xmlns:a16="http://schemas.microsoft.com/office/drawing/2014/main" id="{126DE6DF-E059-8DD8-07FE-97BF3DD0CF18}"/>
              </a:ext>
            </a:extLst>
          </p:cNvPr>
          <p:cNvSpPr/>
          <p:nvPr/>
        </p:nvSpPr>
        <p:spPr>
          <a:xfrm>
            <a:off x="7500048" y="5790811"/>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50" b="1" dirty="0">
                <a:solidFill>
                  <a:sysClr val="windowText" lastClr="000000"/>
                </a:solidFill>
                <a:latin typeface="Arial Narrow" panose="020B0606020202030204" pitchFamily="34" charset="0"/>
                <a:ea typeface="LG스마트체 Regular" panose="020B0600000101010101" pitchFamily="50" charset="-127"/>
              </a:rPr>
              <a:t>DAVINCI</a:t>
            </a:r>
            <a:r>
              <a:rPr lang="ko-KR" altLang="en-US" sz="1050" b="1" dirty="0">
                <a:solidFill>
                  <a:sysClr val="windowText" lastClr="000000"/>
                </a:solidFill>
                <a:latin typeface="Arial Narrow" panose="020B0606020202030204" pitchFamily="34" charset="0"/>
                <a:ea typeface="LG스마트체 Regular" panose="020B0600000101010101" pitchFamily="50" charset="-127"/>
              </a:rPr>
              <a:t>팀</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서버 자원</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rPr>
              <a:t>OS</a:t>
            </a:r>
          </a:p>
          <a:p>
            <a:pPr algn="ctr">
              <a:lnSpc>
                <a:spcPct val="120000"/>
              </a:lnSpc>
            </a:pPr>
            <a:r>
              <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NAS</a:t>
            </a:r>
          </a:p>
          <a:p>
            <a:pPr algn="ctr">
              <a:lnSpc>
                <a:spcPct val="120000"/>
              </a:lnSpc>
            </a:pPr>
            <a:r>
              <a:rPr 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N/W</a:t>
            </a:r>
          </a:p>
        </p:txBody>
      </p:sp>
      <p:grpSp>
        <p:nvGrpSpPr>
          <p:cNvPr id="20" name="그룹 19">
            <a:extLst>
              <a:ext uri="{FF2B5EF4-FFF2-40B4-BE49-F238E27FC236}">
                <a16:creationId xmlns:a16="http://schemas.microsoft.com/office/drawing/2014/main" id="{F6068C8B-46BC-4F64-369B-E971C524D5EB}"/>
              </a:ext>
            </a:extLst>
          </p:cNvPr>
          <p:cNvGrpSpPr/>
          <p:nvPr/>
        </p:nvGrpSpPr>
        <p:grpSpPr>
          <a:xfrm>
            <a:off x="8490149" y="5577620"/>
            <a:ext cx="862459" cy="1134330"/>
            <a:chOff x="9008916" y="5398236"/>
            <a:chExt cx="862459" cy="1134330"/>
          </a:xfrm>
        </p:grpSpPr>
        <p:sp>
          <p:nvSpPr>
            <p:cNvPr id="21" name="Rectangle 143">
              <a:extLst>
                <a:ext uri="{FF2B5EF4-FFF2-40B4-BE49-F238E27FC236}">
                  <a16:creationId xmlns:a16="http://schemas.microsoft.com/office/drawing/2014/main" id="{6423F150-5D7D-FC6C-0D65-976348ED8F30}"/>
                </a:ext>
              </a:extLst>
            </p:cNvPr>
            <p:cNvSpPr/>
            <p:nvPr/>
          </p:nvSpPr>
          <p:spPr>
            <a:xfrm>
              <a:off x="9008916" y="5398236"/>
              <a:ext cx="862459" cy="218922"/>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테스트 지원</a:t>
              </a: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23" name="Rectangle 143">
              <a:extLst>
                <a:ext uri="{FF2B5EF4-FFF2-40B4-BE49-F238E27FC236}">
                  <a16:creationId xmlns:a16="http://schemas.microsoft.com/office/drawing/2014/main" id="{B16E421D-3445-5D7B-BB0E-06B1E703EA22}"/>
                </a:ext>
              </a:extLst>
            </p:cNvPr>
            <p:cNvSpPr/>
            <p:nvPr/>
          </p:nvSpPr>
          <p:spPr>
            <a:xfrm>
              <a:off x="9008916" y="5611427"/>
              <a:ext cx="862459" cy="921139"/>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ko-KR" altLang="en-US" sz="1050" b="1" dirty="0">
                  <a:solidFill>
                    <a:sysClr val="windowText" lastClr="000000"/>
                  </a:solidFill>
                  <a:latin typeface="Arial Narrow" panose="020B0606020202030204" pitchFamily="34" charset="0"/>
                  <a:ea typeface="LG스마트체 Regular" panose="020B0600000101010101" pitchFamily="50" charset="-127"/>
                </a:rPr>
                <a:t>담당별 인원</a:t>
              </a:r>
              <a:endParaRPr lang="en-US" altLang="ko-KR" sz="105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개선 의견 제공</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r>
                <a:rPr lang="ko-KR" altLang="en-US" sz="1000" b="1" dirty="0">
                  <a:solidFill>
                    <a:schemeClr val="tx1">
                      <a:lumMod val="50000"/>
                      <a:lumOff val="50000"/>
                    </a:schemeClr>
                  </a:solidFill>
                  <a:latin typeface="Arial Narrow" panose="020B0606020202030204" pitchFamily="34" charset="0"/>
                  <a:ea typeface="LG스마트체 Regular" panose="020B0600000101010101" pitchFamily="50" charset="-127"/>
                </a:rPr>
                <a:t>템플릿 고도화 지원</a:t>
              </a:r>
              <a:endParaRPr lang="en-US" altLang="ko-KR" sz="1000" b="1" dirty="0">
                <a:solidFill>
                  <a:schemeClr val="tx1">
                    <a:lumMod val="50000"/>
                    <a:lumOff val="50000"/>
                  </a:schemeClr>
                </a:solidFill>
                <a:latin typeface="Arial Narrow" panose="020B0606020202030204" pitchFamily="34" charset="0"/>
                <a:ea typeface="LG스마트체 Regular" panose="020B0600000101010101" pitchFamily="50" charset="-127"/>
              </a:endParaRPr>
            </a:p>
            <a:p>
              <a:pPr algn="ctr">
                <a:lnSpc>
                  <a:spcPct val="120000"/>
                </a:lnSpc>
              </a:pPr>
              <a:endParaRPr lang="en-US" sz="1050" b="1" dirty="0">
                <a:solidFill>
                  <a:sysClr val="windowText" lastClr="000000"/>
                </a:solidFill>
                <a:latin typeface="Arial Narrow" panose="020B0606020202030204" pitchFamily="34" charset="0"/>
                <a:ea typeface="LG스마트체 Regular" panose="020B0600000101010101" pitchFamily="50" charset="-127"/>
              </a:endParaRPr>
            </a:p>
          </p:txBody>
        </p:sp>
      </p:grpSp>
      <p:cxnSp>
        <p:nvCxnSpPr>
          <p:cNvPr id="24" name="연결선: 꺾임 23">
            <a:extLst>
              <a:ext uri="{FF2B5EF4-FFF2-40B4-BE49-F238E27FC236}">
                <a16:creationId xmlns:a16="http://schemas.microsoft.com/office/drawing/2014/main" id="{92BBEEC6-A15C-076A-BDF1-AB74B121B0B2}"/>
              </a:ext>
            </a:extLst>
          </p:cNvPr>
          <p:cNvCxnSpPr>
            <a:stCxn id="12" idx="3"/>
            <a:endCxn id="18" idx="0"/>
          </p:cNvCxnSpPr>
          <p:nvPr/>
        </p:nvCxnSpPr>
        <p:spPr>
          <a:xfrm>
            <a:off x="7515143" y="5123481"/>
            <a:ext cx="416135" cy="454139"/>
          </a:xfrm>
          <a:prstGeom prst="bentConnector2">
            <a:avLst/>
          </a:prstGeom>
        </p:spPr>
        <p:style>
          <a:lnRef idx="1">
            <a:schemeClr val="dk1"/>
          </a:lnRef>
          <a:fillRef idx="0">
            <a:schemeClr val="dk1"/>
          </a:fillRef>
          <a:effectRef idx="0">
            <a:schemeClr val="dk1"/>
          </a:effectRef>
          <a:fontRef idx="minor">
            <a:schemeClr val="tx1"/>
          </a:fontRef>
        </p:style>
      </p:cxnSp>
      <p:cxnSp>
        <p:nvCxnSpPr>
          <p:cNvPr id="25" name="연결선: 꺾임 24">
            <a:extLst>
              <a:ext uri="{FF2B5EF4-FFF2-40B4-BE49-F238E27FC236}">
                <a16:creationId xmlns:a16="http://schemas.microsoft.com/office/drawing/2014/main" id="{F75B0234-2A94-EBDD-EB68-D074AA54ADB8}"/>
              </a:ext>
            </a:extLst>
          </p:cNvPr>
          <p:cNvCxnSpPr>
            <a:cxnSpLocks/>
            <a:stCxn id="12" idx="3"/>
            <a:endCxn id="21" idx="0"/>
          </p:cNvCxnSpPr>
          <p:nvPr/>
        </p:nvCxnSpPr>
        <p:spPr>
          <a:xfrm>
            <a:off x="7515143" y="5123481"/>
            <a:ext cx="1406236" cy="454139"/>
          </a:xfrm>
          <a:prstGeom prst="bentConnector2">
            <a:avLst/>
          </a:prstGeom>
        </p:spPr>
        <p:style>
          <a:lnRef idx="1">
            <a:schemeClr val="dk1"/>
          </a:lnRef>
          <a:fillRef idx="0">
            <a:schemeClr val="dk1"/>
          </a:fillRef>
          <a:effectRef idx="0">
            <a:schemeClr val="dk1"/>
          </a:effectRef>
          <a:fontRef idx="minor">
            <a:schemeClr val="tx1"/>
          </a:fontRef>
        </p:style>
      </p:cxnSp>
      <p:sp>
        <p:nvSpPr>
          <p:cNvPr id="26" name="제목 4">
            <a:extLst>
              <a:ext uri="{FF2B5EF4-FFF2-40B4-BE49-F238E27FC236}">
                <a16:creationId xmlns:a16="http://schemas.microsoft.com/office/drawing/2014/main" id="{A1C14B41-9233-8880-B08F-394500DA5AD9}"/>
              </a:ext>
            </a:extLst>
          </p:cNvPr>
          <p:cNvSpPr txBox="1">
            <a:spLocks/>
          </p:cNvSpPr>
          <p:nvPr/>
        </p:nvSpPr>
        <p:spPr>
          <a:xfrm>
            <a:off x="7515143" y="4878897"/>
            <a:ext cx="927480" cy="297261"/>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ko-KR" altLang="en-US" sz="1000" b="0">
                <a:latin typeface="Arial Narrow" panose="020B0606020202030204" pitchFamily="34" charset="0"/>
                <a:ea typeface="LG스마트체 Regular" panose="020B0600000101010101" pitchFamily="50" charset="-127"/>
              </a:rPr>
              <a:t>지원 인원</a:t>
            </a:r>
            <a:endParaRPr lang="en-US" altLang="ko-KR" sz="1000" b="0" dirty="0">
              <a:latin typeface="Arial Narrow" panose="020B0606020202030204" pitchFamily="34" charset="0"/>
              <a:ea typeface="LG스마트체 Regular" panose="020B0600000101010101" pitchFamily="50" charset="-127"/>
            </a:endParaRPr>
          </a:p>
        </p:txBody>
      </p:sp>
      <p:sp>
        <p:nvSpPr>
          <p:cNvPr id="30" name="Rectangle 143">
            <a:extLst>
              <a:ext uri="{FF2B5EF4-FFF2-40B4-BE49-F238E27FC236}">
                <a16:creationId xmlns:a16="http://schemas.microsoft.com/office/drawing/2014/main" id="{45B034D6-193A-88B1-A99B-F32DEB730968}"/>
              </a:ext>
            </a:extLst>
          </p:cNvPr>
          <p:cNvSpPr/>
          <p:nvPr/>
        </p:nvSpPr>
        <p:spPr>
          <a:xfrm>
            <a:off x="7500048" y="5293766"/>
            <a:ext cx="1847390" cy="181729"/>
          </a:xfrm>
          <a:prstGeom prst="rect">
            <a:avLst/>
          </a:prstGeom>
          <a:solidFill>
            <a:schemeClr val="bg1">
              <a:lumMod val="9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1050" b="1" dirty="0">
                <a:solidFill>
                  <a:sysClr val="windowText" lastClr="000000"/>
                </a:solidFill>
                <a:latin typeface="Arial Narrow" panose="020B0606020202030204" pitchFamily="34" charset="0"/>
                <a:ea typeface="LG스마트체 Regular" panose="020B0600000101010101" pitchFamily="50" charset="-127"/>
              </a:rPr>
              <a:t>Support</a:t>
            </a:r>
          </a:p>
        </p:txBody>
      </p:sp>
      <p:sp>
        <p:nvSpPr>
          <p:cNvPr id="31" name="TextBox 30">
            <a:extLst>
              <a:ext uri="{FF2B5EF4-FFF2-40B4-BE49-F238E27FC236}">
                <a16:creationId xmlns:a16="http://schemas.microsoft.com/office/drawing/2014/main" id="{74728629-DA87-D104-2724-9B0F0907406D}"/>
              </a:ext>
            </a:extLst>
          </p:cNvPr>
          <p:cNvSpPr txBox="1"/>
          <p:nvPr/>
        </p:nvSpPr>
        <p:spPr>
          <a:xfrm>
            <a:off x="6449405" y="6726847"/>
            <a:ext cx="2911845" cy="262572"/>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sz="1000" dirty="0"/>
              <a:t>현시점 이재후</a:t>
            </a:r>
            <a:r>
              <a:rPr lang="en-US" altLang="ko-KR" sz="1000" dirty="0"/>
              <a:t>, </a:t>
            </a:r>
            <a:r>
              <a:rPr lang="ko-KR" altLang="en-US" sz="1000" dirty="0"/>
              <a:t>우정주</a:t>
            </a:r>
            <a:r>
              <a:rPr lang="en-US" altLang="ko-KR" sz="1000" dirty="0"/>
              <a:t>, </a:t>
            </a:r>
            <a:r>
              <a:rPr lang="ko-KR" altLang="en-US" sz="1000" dirty="0"/>
              <a:t>최문석</a:t>
            </a:r>
            <a:r>
              <a:rPr lang="en-US" altLang="ko-KR" sz="1000" dirty="0"/>
              <a:t>, …</a:t>
            </a:r>
          </a:p>
        </p:txBody>
      </p:sp>
      <p:sp>
        <p:nvSpPr>
          <p:cNvPr id="35" name="TextBox 34">
            <a:extLst>
              <a:ext uri="{FF2B5EF4-FFF2-40B4-BE49-F238E27FC236}">
                <a16:creationId xmlns:a16="http://schemas.microsoft.com/office/drawing/2014/main" id="{00B9E6AE-CF19-8C75-FC03-B6113EDDFC5B}"/>
              </a:ext>
            </a:extLst>
          </p:cNvPr>
          <p:cNvSpPr txBox="1"/>
          <p:nvPr/>
        </p:nvSpPr>
        <p:spPr>
          <a:xfrm>
            <a:off x="1055719" y="2811714"/>
            <a:ext cx="6155857" cy="584391"/>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dirty="0"/>
              <a:t>마일스톤 </a:t>
            </a:r>
            <a:r>
              <a:rPr lang="en-US" altLang="ko-KR" dirty="0"/>
              <a:t>: </a:t>
            </a:r>
            <a:r>
              <a:rPr lang="ko-KR" altLang="en-US" dirty="0"/>
              <a:t>그림으로 표현하고 싶어</a:t>
            </a:r>
            <a:r>
              <a:rPr lang="en-US" altLang="ko-KR" dirty="0"/>
              <a:t>. MM/DD </a:t>
            </a:r>
            <a:r>
              <a:rPr lang="ko-KR" altLang="en-US" dirty="0"/>
              <a:t>에 </a:t>
            </a:r>
            <a:r>
              <a:rPr lang="ko-KR" altLang="en-US" dirty="0" err="1"/>
              <a:t>뭘했고</a:t>
            </a:r>
            <a:r>
              <a:rPr lang="en-US" altLang="ko-KR" dirty="0"/>
              <a:t>, MM/DD</a:t>
            </a:r>
            <a:r>
              <a:rPr lang="ko-KR" altLang="en-US" dirty="0"/>
              <a:t>에 </a:t>
            </a:r>
            <a:r>
              <a:rPr lang="ko-KR" altLang="en-US" dirty="0" err="1"/>
              <a:t>뭘했는지</a:t>
            </a:r>
            <a:r>
              <a:rPr lang="ko-KR" altLang="en-US" dirty="0"/>
              <a:t> 등을 표현</a:t>
            </a:r>
            <a:r>
              <a:rPr lang="en-US" altLang="ko-KR" dirty="0"/>
              <a:t>.. </a:t>
            </a:r>
          </a:p>
          <a:p>
            <a:pPr>
              <a:defRPr/>
            </a:pPr>
            <a:r>
              <a:rPr lang="ko-KR" altLang="en-US" dirty="0"/>
              <a:t>우측 이미지 참고해</a:t>
            </a:r>
            <a:r>
              <a:rPr lang="en-US" altLang="ko-KR" dirty="0"/>
              <a:t>. Reference</a:t>
            </a:r>
            <a:r>
              <a:rPr lang="ko-KR" altLang="en-US" dirty="0"/>
              <a:t>로 하고싶어</a:t>
            </a:r>
            <a:endParaRPr lang="en-US" altLang="ko-KR" dirty="0"/>
          </a:p>
        </p:txBody>
      </p:sp>
      <p:pic>
        <p:nvPicPr>
          <p:cNvPr id="36" name="그림 35" descr="마일스톤 (milestone)의 기록: 목표기한이 없다면 기약없는 시간들이 흘러갈수 있다. : 네이버 블로그">
            <a:extLst>
              <a:ext uri="{FF2B5EF4-FFF2-40B4-BE49-F238E27FC236}">
                <a16:creationId xmlns:a16="http://schemas.microsoft.com/office/drawing/2014/main" id="{74D81AF5-C7CA-D8DB-79A0-73B9EAA36A85}"/>
              </a:ext>
            </a:extLst>
          </p:cNvPr>
          <p:cNvPicPr>
            <a:picLocks noChangeAspect="1"/>
          </p:cNvPicPr>
          <p:nvPr/>
        </p:nvPicPr>
        <p:blipFill>
          <a:blip r:embed="rId3"/>
          <a:stretch>
            <a:fillRect/>
          </a:stretch>
        </p:blipFill>
        <p:spPr>
          <a:xfrm>
            <a:off x="7158147" y="2819293"/>
            <a:ext cx="2404906" cy="1698465"/>
          </a:xfrm>
          <a:prstGeom prst="rect">
            <a:avLst/>
          </a:prstGeom>
        </p:spPr>
      </p:pic>
      <p:sp>
        <p:nvSpPr>
          <p:cNvPr id="38" name="Rectangle 143">
            <a:extLst>
              <a:ext uri="{FF2B5EF4-FFF2-40B4-BE49-F238E27FC236}">
                <a16:creationId xmlns:a16="http://schemas.microsoft.com/office/drawing/2014/main" id="{9CB78E3D-6F20-A449-EB1A-81712E608433}"/>
              </a:ext>
            </a:extLst>
          </p:cNvPr>
          <p:cNvSpPr/>
          <p:nvPr/>
        </p:nvSpPr>
        <p:spPr>
          <a:xfrm>
            <a:off x="175719" y="1205970"/>
            <a:ext cx="880000" cy="1479914"/>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진행 현황</a:t>
            </a:r>
            <a:endParaRPr lang="en-US" sz="120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39" name="Rectangle 143">
            <a:extLst>
              <a:ext uri="{FF2B5EF4-FFF2-40B4-BE49-F238E27FC236}">
                <a16:creationId xmlns:a16="http://schemas.microsoft.com/office/drawing/2014/main" id="{98C988B4-F767-8616-AEDC-28CD7C18FFDA}"/>
              </a:ext>
            </a:extLst>
          </p:cNvPr>
          <p:cNvSpPr/>
          <p:nvPr/>
        </p:nvSpPr>
        <p:spPr>
          <a:xfrm>
            <a:off x="175719" y="2799054"/>
            <a:ext cx="880000" cy="1479914"/>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마일스톤</a:t>
            </a:r>
            <a:endParaRPr lang="en-US" sz="120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40" name="Rectangle 143">
            <a:extLst>
              <a:ext uri="{FF2B5EF4-FFF2-40B4-BE49-F238E27FC236}">
                <a16:creationId xmlns:a16="http://schemas.microsoft.com/office/drawing/2014/main" id="{F2B5F58B-7101-5F65-47A0-2EC34F9C1279}"/>
              </a:ext>
            </a:extLst>
          </p:cNvPr>
          <p:cNvSpPr/>
          <p:nvPr/>
        </p:nvSpPr>
        <p:spPr>
          <a:xfrm>
            <a:off x="175719" y="4392138"/>
            <a:ext cx="880000" cy="1479914"/>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추가</a:t>
            </a:r>
            <a:endParaRPr lang="en-US" altLang="ko-KR" sz="1200" b="1" dirty="0">
              <a:solidFill>
                <a:sysClr val="windowText" lastClr="000000"/>
              </a:solidFill>
              <a:latin typeface="Arial Narrow" panose="020B0606020202030204" pitchFamily="34" charset="0"/>
              <a:ea typeface="LG스마트체 Regular" panose="020B0600000101010101" pitchFamily="50" charset="-127"/>
            </a:endParaRPr>
          </a:p>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검토사항</a:t>
            </a:r>
            <a:endParaRPr lang="en-US" sz="1200" b="1" dirty="0">
              <a:solidFill>
                <a:sysClr val="windowText" lastClr="000000"/>
              </a:solidFill>
              <a:latin typeface="Arial Narrow" panose="020B0606020202030204" pitchFamily="34" charset="0"/>
              <a:ea typeface="LG스마트체 Regular" panose="020B0600000101010101" pitchFamily="50" charset="-127"/>
            </a:endParaRPr>
          </a:p>
        </p:txBody>
      </p:sp>
      <p:sp>
        <p:nvSpPr>
          <p:cNvPr id="41" name="TextBox 40">
            <a:extLst>
              <a:ext uri="{FF2B5EF4-FFF2-40B4-BE49-F238E27FC236}">
                <a16:creationId xmlns:a16="http://schemas.microsoft.com/office/drawing/2014/main" id="{32FD1298-08E0-7C6F-4D5A-F7005DC878E8}"/>
              </a:ext>
            </a:extLst>
          </p:cNvPr>
          <p:cNvSpPr txBox="1"/>
          <p:nvPr/>
        </p:nvSpPr>
        <p:spPr>
          <a:xfrm>
            <a:off x="1055719" y="4401284"/>
            <a:ext cx="6155857"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dirty="0"/>
              <a:t>현재 개발 및 운영 인원과 지원 인원에 대해서 설명이 필요해</a:t>
            </a:r>
            <a:r>
              <a:rPr lang="en-US" altLang="ko-KR" dirty="0"/>
              <a:t>.</a:t>
            </a:r>
            <a:r>
              <a:rPr lang="ko-KR" altLang="en-US" dirty="0"/>
              <a:t> </a:t>
            </a:r>
            <a:endParaRPr lang="en-US" altLang="ko-KR" dirty="0"/>
          </a:p>
        </p:txBody>
      </p:sp>
    </p:spTree>
    <p:extLst>
      <p:ext uri="{BB962C8B-B14F-4D97-AF65-F5344CB8AC3E}">
        <p14:creationId xmlns:p14="http://schemas.microsoft.com/office/powerpoint/2010/main" val="1676300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174D7-DFA2-65BF-E44F-DF8F7CA965A2}"/>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E00DF532-AA0D-E487-430C-C9DAEEC4B594}"/>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진행 현황 및 향후 계획 </a:t>
            </a:r>
            <a:r>
              <a:rPr lang="en-US" altLang="ko-KR" dirty="0">
                <a:latin typeface="Arial Narrow" panose="020B0606020202030204" pitchFamily="34" charset="0"/>
                <a:ea typeface="LG스마트체 Regular" panose="020B0600000101010101" pitchFamily="50" charset="-127"/>
              </a:rPr>
              <a:t>(1/2)</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ABA0023B-D409-A013-7C7F-6E2796FB2496}"/>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주간업무 작성</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9" name="TextBox 8">
            <a:extLst>
              <a:ext uri="{FF2B5EF4-FFF2-40B4-BE49-F238E27FC236}">
                <a16:creationId xmlns:a16="http://schemas.microsoft.com/office/drawing/2014/main" id="{2FAABD23-1F5F-46BC-7E62-C6FC0A8AB455}"/>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1/3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B1C08044-71A1-223C-9F1D-32C59DC3A5BC}"/>
              </a:ext>
            </a:extLst>
          </p:cNvPr>
          <p:cNvSpPr txBox="1"/>
          <p:nvPr/>
        </p:nvSpPr>
        <p:spPr>
          <a:xfrm>
            <a:off x="175718" y="598138"/>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dirty="0"/>
              <a:t>사용자 의견 반영해 기록 작성의 편의성</a:t>
            </a:r>
            <a:r>
              <a:rPr lang="en-US" altLang="ko-KR" dirty="0"/>
              <a:t>·</a:t>
            </a:r>
            <a:r>
              <a:rPr lang="ko-KR" altLang="en-US" dirty="0"/>
              <a:t>품질 지속 개선 중이며</a:t>
            </a:r>
            <a:r>
              <a:rPr lang="en-US" altLang="ko-KR" dirty="0"/>
              <a:t>, DAVINCI </a:t>
            </a:r>
            <a:r>
              <a:rPr lang="ko-KR" altLang="en-US" dirty="0"/>
              <a:t>서버 운영</a:t>
            </a:r>
            <a:r>
              <a:rPr lang="en-US" altLang="ko-KR" dirty="0"/>
              <a:t> </a:t>
            </a:r>
            <a:r>
              <a:rPr lang="ko-KR" altLang="en-US" dirty="0"/>
              <a:t>준비 및 실제 업무 효과 확인 예정입니다</a:t>
            </a:r>
            <a:r>
              <a:rPr lang="en-US" altLang="ko-KR" dirty="0"/>
              <a:t>.</a:t>
            </a:r>
          </a:p>
        </p:txBody>
      </p:sp>
      <p:sp>
        <p:nvSpPr>
          <p:cNvPr id="201" name="카드1">
            <a:extLst>
              <a:ext uri="{FF2B5EF4-FFF2-40B4-BE49-F238E27FC236}">
                <a16:creationId xmlns:a16="http://schemas.microsoft.com/office/drawing/2014/main" id="{55A466A8-1551-F800-BF92-95CAC677D4F2}"/>
              </a:ext>
            </a:extLst>
          </p:cNvPr>
          <p:cNvSpPr/>
          <p:nvPr/>
        </p:nvSpPr>
        <p:spPr>
          <a:xfrm>
            <a:off x="175718" y="1415228"/>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03" name="Rectangle 92">
            <a:extLst>
              <a:ext uri="{FF2B5EF4-FFF2-40B4-BE49-F238E27FC236}">
                <a16:creationId xmlns:a16="http://schemas.microsoft.com/office/drawing/2014/main" id="{1EF57BAD-857D-AE59-ABA8-A4D147E9A312}"/>
              </a:ext>
            </a:extLst>
          </p:cNvPr>
          <p:cNvSpPr/>
          <p:nvPr/>
        </p:nvSpPr>
        <p:spPr>
          <a:xfrm>
            <a:off x="248870" y="1460948"/>
            <a:ext cx="1975104" cy="219456"/>
          </a:xfrm>
          <a:prstGeom prst="rect">
            <a:avLst/>
          </a:prstGeom>
          <a:noFill/>
          <a:ln>
            <a:noFill/>
          </a:ln>
        </p:spPr>
        <p:txBody>
          <a:bodyPr wrap="square" lIns="0" tIns="0" rIns="0" bIns="0" rtlCol="0" anchor="ctr">
            <a:noAutofit/>
          </a:bodyPr>
          <a:lstStyle/>
          <a:p>
            <a:pPr algn="l">
              <a:lnSpc>
                <a:spcPct val="100000"/>
              </a:lnSpc>
            </a:pPr>
            <a:r>
              <a:rPr lang="ko-KR" sz="1050" b="1" dirty="0">
                <a:solidFill>
                  <a:srgbClr val="1F3864"/>
                </a:solidFill>
                <a:latin typeface="Arial Narrow" panose="020B0606020202030204" pitchFamily="34" charset="0"/>
                <a:ea typeface="LG스마트체 Regular" panose="020B0600000101010101" pitchFamily="50" charset="-127"/>
                <a:cs typeface="LG스마트체 Regular"/>
              </a:rPr>
              <a:t>① 업무 기록</a:t>
            </a:r>
          </a:p>
        </p:txBody>
      </p:sp>
      <p:sp>
        <p:nvSpPr>
          <p:cNvPr id="205" name="Rectangle 93">
            <a:extLst>
              <a:ext uri="{FF2B5EF4-FFF2-40B4-BE49-F238E27FC236}">
                <a16:creationId xmlns:a16="http://schemas.microsoft.com/office/drawing/2014/main" id="{78E1367C-C232-AEC7-5630-3773263C6919}"/>
              </a:ext>
            </a:extLst>
          </p:cNvPr>
          <p:cNvSpPr/>
          <p:nvPr/>
        </p:nvSpPr>
        <p:spPr>
          <a:xfrm>
            <a:off x="248869" y="1726123"/>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pic>
        <p:nvPicPr>
          <p:cNvPr id="292" name="그림 291">
            <a:extLst>
              <a:ext uri="{FF2B5EF4-FFF2-40B4-BE49-F238E27FC236}">
                <a16:creationId xmlns:a16="http://schemas.microsoft.com/office/drawing/2014/main" id="{E88280F9-6739-5A4F-602F-BE546A4EC182}"/>
              </a:ext>
            </a:extLst>
          </p:cNvPr>
          <p:cNvPicPr>
            <a:picLocks noChangeAspect="1"/>
          </p:cNvPicPr>
          <p:nvPr/>
        </p:nvPicPr>
        <p:blipFill>
          <a:blip r:embed="rId3"/>
          <a:stretch>
            <a:fillRect/>
          </a:stretch>
        </p:blipFill>
        <p:spPr>
          <a:xfrm>
            <a:off x="363168" y="1772146"/>
            <a:ext cx="3416387" cy="2072076"/>
          </a:xfrm>
          <a:prstGeom prst="rect">
            <a:avLst/>
          </a:prstGeom>
        </p:spPr>
      </p:pic>
      <p:grpSp>
        <p:nvGrpSpPr>
          <p:cNvPr id="290" name="그룹 289">
            <a:extLst>
              <a:ext uri="{FF2B5EF4-FFF2-40B4-BE49-F238E27FC236}">
                <a16:creationId xmlns:a16="http://schemas.microsoft.com/office/drawing/2014/main" id="{1AFC45CB-5872-C763-64EB-57CF35214521}"/>
              </a:ext>
            </a:extLst>
          </p:cNvPr>
          <p:cNvGrpSpPr/>
          <p:nvPr/>
        </p:nvGrpSpPr>
        <p:grpSpPr>
          <a:xfrm>
            <a:off x="2342441" y="1650142"/>
            <a:ext cx="1505696" cy="217001"/>
            <a:chOff x="1558015" y="1626471"/>
            <a:chExt cx="1505696" cy="217001"/>
          </a:xfrm>
        </p:grpSpPr>
        <p:sp>
          <p:nvSpPr>
            <p:cNvPr id="211" name="번호1">
              <a:extLst>
                <a:ext uri="{FF2B5EF4-FFF2-40B4-BE49-F238E27FC236}">
                  <a16:creationId xmlns:a16="http://schemas.microsoft.com/office/drawing/2014/main" id="{31623FEA-FEB5-C362-B6E5-A050ABF0606D}"/>
                </a:ext>
              </a:extLst>
            </p:cNvPr>
            <p:cNvSpPr/>
            <p:nvPr/>
          </p:nvSpPr>
          <p:spPr>
            <a:xfrm>
              <a:off x="1558015" y="1644759"/>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13" name="Rectangle 97">
              <a:extLst>
                <a:ext uri="{FF2B5EF4-FFF2-40B4-BE49-F238E27FC236}">
                  <a16:creationId xmlns:a16="http://schemas.microsoft.com/office/drawing/2014/main" id="{E3975655-9AD1-3DD7-7A14-0B408CB5611F}"/>
                </a:ext>
              </a:extLst>
            </p:cNvPr>
            <p:cNvSpPr/>
            <p:nvPr/>
          </p:nvSpPr>
          <p:spPr>
            <a:xfrm>
              <a:off x="1777471" y="1626471"/>
              <a:ext cx="1286240" cy="217001"/>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과제별로 날짜순 이어 쓰기</a:t>
              </a:r>
            </a:p>
          </p:txBody>
        </p:sp>
      </p:grpSp>
      <p:grpSp>
        <p:nvGrpSpPr>
          <p:cNvPr id="289" name="그룹 288">
            <a:extLst>
              <a:ext uri="{FF2B5EF4-FFF2-40B4-BE49-F238E27FC236}">
                <a16:creationId xmlns:a16="http://schemas.microsoft.com/office/drawing/2014/main" id="{AF68DBCE-E13B-45FE-9997-88D3442D7466}"/>
              </a:ext>
            </a:extLst>
          </p:cNvPr>
          <p:cNvGrpSpPr/>
          <p:nvPr/>
        </p:nvGrpSpPr>
        <p:grpSpPr>
          <a:xfrm>
            <a:off x="1854744" y="3286435"/>
            <a:ext cx="2194560" cy="219456"/>
            <a:chOff x="3043428" y="1758960"/>
            <a:chExt cx="2194560" cy="219456"/>
          </a:xfrm>
        </p:grpSpPr>
        <p:sp>
          <p:nvSpPr>
            <p:cNvPr id="215" name="번호2">
              <a:extLst>
                <a:ext uri="{FF2B5EF4-FFF2-40B4-BE49-F238E27FC236}">
                  <a16:creationId xmlns:a16="http://schemas.microsoft.com/office/drawing/2014/main" id="{6CC9A1C3-B680-3421-1175-882EBB60849C}"/>
                </a:ext>
              </a:extLst>
            </p:cNvPr>
            <p:cNvSpPr/>
            <p:nvPr/>
          </p:nvSpPr>
          <p:spPr>
            <a:xfrm>
              <a:off x="3043428" y="1777248"/>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217" name="Rectangle 99">
              <a:extLst>
                <a:ext uri="{FF2B5EF4-FFF2-40B4-BE49-F238E27FC236}">
                  <a16:creationId xmlns:a16="http://schemas.microsoft.com/office/drawing/2014/main" id="{02549A5B-72E5-6502-EB8B-27655DC0E152}"/>
                </a:ext>
              </a:extLst>
            </p:cNvPr>
            <p:cNvSpPr/>
            <p:nvPr/>
          </p:nvSpPr>
          <p:spPr>
            <a:xfrm>
              <a:off x="3262884" y="1758960"/>
              <a:ext cx="1975104" cy="219456"/>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할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일·이슈·표를</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한 곳에 기록</a:t>
              </a:r>
            </a:p>
          </p:txBody>
        </p:sp>
      </p:grpSp>
      <p:sp>
        <p:nvSpPr>
          <p:cNvPr id="293" name="카드1">
            <a:extLst>
              <a:ext uri="{FF2B5EF4-FFF2-40B4-BE49-F238E27FC236}">
                <a16:creationId xmlns:a16="http://schemas.microsoft.com/office/drawing/2014/main" id="{C7DA5181-BDE4-DC89-E0CE-B7CDC81E70DC}"/>
              </a:ext>
            </a:extLst>
          </p:cNvPr>
          <p:cNvSpPr/>
          <p:nvPr/>
        </p:nvSpPr>
        <p:spPr>
          <a:xfrm>
            <a:off x="4030299" y="1415228"/>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294" name="Rectangle 92">
            <a:extLst>
              <a:ext uri="{FF2B5EF4-FFF2-40B4-BE49-F238E27FC236}">
                <a16:creationId xmlns:a16="http://schemas.microsoft.com/office/drawing/2014/main" id="{8A8EF5E9-F0C5-C893-2092-6EEEFBE5555D}"/>
              </a:ext>
            </a:extLst>
          </p:cNvPr>
          <p:cNvSpPr/>
          <p:nvPr/>
        </p:nvSpPr>
        <p:spPr>
          <a:xfrm>
            <a:off x="4103451" y="1460948"/>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② </a:t>
            </a:r>
            <a:r>
              <a:rPr lang="en-US" altLang="ko-KR" sz="1050" b="1" dirty="0">
                <a:solidFill>
                  <a:srgbClr val="1F3864"/>
                </a:solidFill>
                <a:latin typeface="Arial Narrow" panose="020B0606020202030204" pitchFamily="34" charset="0"/>
                <a:ea typeface="LG스마트체 Regular" panose="020B0600000101010101" pitchFamily="50" charset="-127"/>
                <a:cs typeface="LG스마트체 Regular"/>
              </a:rPr>
              <a:t>To-Do</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·이슈 추적</a:t>
            </a:r>
          </a:p>
        </p:txBody>
      </p:sp>
      <p:sp>
        <p:nvSpPr>
          <p:cNvPr id="295" name="Rectangle 93">
            <a:extLst>
              <a:ext uri="{FF2B5EF4-FFF2-40B4-BE49-F238E27FC236}">
                <a16:creationId xmlns:a16="http://schemas.microsoft.com/office/drawing/2014/main" id="{5E1D0EE7-CB4E-FD5D-8347-82AA03AF9C2C}"/>
              </a:ext>
            </a:extLst>
          </p:cNvPr>
          <p:cNvSpPr/>
          <p:nvPr/>
        </p:nvSpPr>
        <p:spPr>
          <a:xfrm>
            <a:off x="4103450" y="1726123"/>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grpSp>
        <p:nvGrpSpPr>
          <p:cNvPr id="308" name="그룹 307">
            <a:extLst>
              <a:ext uri="{FF2B5EF4-FFF2-40B4-BE49-F238E27FC236}">
                <a16:creationId xmlns:a16="http://schemas.microsoft.com/office/drawing/2014/main" id="{DE3A16A1-9CD4-42F1-E6DB-D0DFC4126230}"/>
              </a:ext>
            </a:extLst>
          </p:cNvPr>
          <p:cNvGrpSpPr/>
          <p:nvPr/>
        </p:nvGrpSpPr>
        <p:grpSpPr>
          <a:xfrm>
            <a:off x="4168185" y="1764069"/>
            <a:ext cx="3486000" cy="2068086"/>
            <a:chOff x="5324013" y="689365"/>
            <a:chExt cx="4901258" cy="4066598"/>
          </a:xfrm>
        </p:grpSpPr>
        <p:pic>
          <p:nvPicPr>
            <p:cNvPr id="306" name="그림 305">
              <a:extLst>
                <a:ext uri="{FF2B5EF4-FFF2-40B4-BE49-F238E27FC236}">
                  <a16:creationId xmlns:a16="http://schemas.microsoft.com/office/drawing/2014/main" id="{C9C16D04-05FA-40D2-DF9C-AA3F9DA371BA}"/>
                </a:ext>
              </a:extLst>
            </p:cNvPr>
            <p:cNvPicPr>
              <a:picLocks noChangeAspect="1"/>
            </p:cNvPicPr>
            <p:nvPr/>
          </p:nvPicPr>
          <p:blipFill>
            <a:blip r:embed="rId4"/>
            <a:srcRect r="50522"/>
            <a:stretch>
              <a:fillRect/>
            </a:stretch>
          </p:blipFill>
          <p:spPr>
            <a:xfrm>
              <a:off x="5324013" y="689365"/>
              <a:ext cx="4901258" cy="2028730"/>
            </a:xfrm>
            <a:prstGeom prst="rect">
              <a:avLst/>
            </a:prstGeom>
          </p:spPr>
        </p:pic>
        <p:pic>
          <p:nvPicPr>
            <p:cNvPr id="307" name="그림 306">
              <a:extLst>
                <a:ext uri="{FF2B5EF4-FFF2-40B4-BE49-F238E27FC236}">
                  <a16:creationId xmlns:a16="http://schemas.microsoft.com/office/drawing/2014/main" id="{21C4403C-2943-F675-5AC0-479A698BF660}"/>
                </a:ext>
              </a:extLst>
            </p:cNvPr>
            <p:cNvPicPr>
              <a:picLocks noChangeAspect="1"/>
            </p:cNvPicPr>
            <p:nvPr/>
          </p:nvPicPr>
          <p:blipFill>
            <a:blip r:embed="rId4"/>
            <a:srcRect l="50522"/>
            <a:stretch>
              <a:fillRect/>
            </a:stretch>
          </p:blipFill>
          <p:spPr>
            <a:xfrm>
              <a:off x="5324013" y="2727233"/>
              <a:ext cx="4901258" cy="2028730"/>
            </a:xfrm>
            <a:prstGeom prst="rect">
              <a:avLst/>
            </a:prstGeom>
          </p:spPr>
        </p:pic>
      </p:grpSp>
      <p:grpSp>
        <p:nvGrpSpPr>
          <p:cNvPr id="304" name="그룹 303">
            <a:extLst>
              <a:ext uri="{FF2B5EF4-FFF2-40B4-BE49-F238E27FC236}">
                <a16:creationId xmlns:a16="http://schemas.microsoft.com/office/drawing/2014/main" id="{5D95971D-E05F-475D-6D8C-9942A25956C4}"/>
              </a:ext>
            </a:extLst>
          </p:cNvPr>
          <p:cNvGrpSpPr/>
          <p:nvPr/>
        </p:nvGrpSpPr>
        <p:grpSpPr>
          <a:xfrm>
            <a:off x="4631035" y="2821870"/>
            <a:ext cx="1975104" cy="217001"/>
            <a:chOff x="6513856" y="1344651"/>
            <a:chExt cx="1975104" cy="217001"/>
          </a:xfrm>
        </p:grpSpPr>
        <p:sp>
          <p:nvSpPr>
            <p:cNvPr id="299" name="번호1">
              <a:extLst>
                <a:ext uri="{FF2B5EF4-FFF2-40B4-BE49-F238E27FC236}">
                  <a16:creationId xmlns:a16="http://schemas.microsoft.com/office/drawing/2014/main" id="{1F0385F1-DAD0-620D-2CE6-BC76D01B1FC3}"/>
                </a:ext>
              </a:extLst>
            </p:cNvPr>
            <p:cNvSpPr/>
            <p:nvPr/>
          </p:nvSpPr>
          <p:spPr>
            <a:xfrm>
              <a:off x="6513856" y="1362939"/>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en-US" altLang="ko-KR" sz="800" b="1" dirty="0">
                  <a:solidFill>
                    <a:srgbClr val="FFFFFF"/>
                  </a:solidFill>
                  <a:latin typeface="Arial Narrow" panose="020B0606020202030204" pitchFamily="34" charset="0"/>
                  <a:ea typeface="LG스마트체 Regular" panose="020B0600000101010101" pitchFamily="50" charset="-127"/>
                  <a:cs typeface="LG스마트체 Regular"/>
                </a:rPr>
                <a:t>2</a:t>
              </a:r>
              <a:endParaRPr lang="ko-KR" sz="800" b="1" dirty="0">
                <a:solidFill>
                  <a:srgbClr val="FFFFFF"/>
                </a:solidFill>
                <a:latin typeface="Arial Narrow" panose="020B0606020202030204" pitchFamily="34" charset="0"/>
                <a:ea typeface="LG스마트체 Regular" panose="020B0600000101010101" pitchFamily="50" charset="-127"/>
                <a:cs typeface="LG스마트체 Regular"/>
              </a:endParaRPr>
            </a:p>
          </p:txBody>
        </p:sp>
        <p:sp>
          <p:nvSpPr>
            <p:cNvPr id="300" name="Rectangle 97">
              <a:extLst>
                <a:ext uri="{FF2B5EF4-FFF2-40B4-BE49-F238E27FC236}">
                  <a16:creationId xmlns:a16="http://schemas.microsoft.com/office/drawing/2014/main" id="{8F39FBEA-032D-B974-595F-7DD4FBEDDBE9}"/>
                </a:ext>
              </a:extLst>
            </p:cNvPr>
            <p:cNvSpPr/>
            <p:nvPr/>
          </p:nvSpPr>
          <p:spPr>
            <a:xfrm>
              <a:off x="6733311" y="1344651"/>
              <a:ext cx="1755649" cy="217001"/>
            </a:xfrm>
            <a:prstGeom prst="rect">
              <a:avLst/>
            </a:prstGeom>
            <a:noFill/>
            <a:ln>
              <a:noFill/>
            </a:ln>
          </p:spPr>
          <p:txBody>
            <a:bodyPr wrap="square" lIns="0" tIns="0" rIns="0" bIns="0" rtlCol="0" anchor="ctr">
              <a:noAutofit/>
            </a:bodyPr>
            <a:lstStyle/>
            <a:p>
              <a:pPr algn="l">
                <a:lnSpc>
                  <a:spcPct val="100000"/>
                </a:lnSpc>
              </a:pPr>
              <a:r>
                <a:rPr lang="ko-KR" altLang="en-US" sz="900" b="0" dirty="0">
                  <a:solidFill>
                    <a:srgbClr val="262626"/>
                  </a:solidFill>
                  <a:latin typeface="Arial Narrow" panose="020B0606020202030204" pitchFamily="34" charset="0"/>
                  <a:ea typeface="LG스마트체 Regular" panose="020B0600000101010101" pitchFamily="50" charset="-127"/>
                  <a:cs typeface="LG스마트체 Regular"/>
                </a:rPr>
                <a:t>이슈 → 대응 할 일 → 완료까지 연결</a:t>
              </a:r>
            </a:p>
          </p:txBody>
        </p:sp>
      </p:grpSp>
      <p:grpSp>
        <p:nvGrpSpPr>
          <p:cNvPr id="301" name="그룹 300">
            <a:extLst>
              <a:ext uri="{FF2B5EF4-FFF2-40B4-BE49-F238E27FC236}">
                <a16:creationId xmlns:a16="http://schemas.microsoft.com/office/drawing/2014/main" id="{17AD5162-0500-87AA-EE09-8F7F1E050F87}"/>
              </a:ext>
            </a:extLst>
          </p:cNvPr>
          <p:cNvGrpSpPr/>
          <p:nvPr/>
        </p:nvGrpSpPr>
        <p:grpSpPr>
          <a:xfrm>
            <a:off x="4606779" y="1796567"/>
            <a:ext cx="2194560" cy="219456"/>
            <a:chOff x="3043428" y="1758960"/>
            <a:chExt cx="2194560" cy="219456"/>
          </a:xfrm>
        </p:grpSpPr>
        <p:sp>
          <p:nvSpPr>
            <p:cNvPr id="302" name="번호2">
              <a:extLst>
                <a:ext uri="{FF2B5EF4-FFF2-40B4-BE49-F238E27FC236}">
                  <a16:creationId xmlns:a16="http://schemas.microsoft.com/office/drawing/2014/main" id="{CBA631E4-E6FA-B352-2C92-6BD077B44700}"/>
                </a:ext>
              </a:extLst>
            </p:cNvPr>
            <p:cNvSpPr/>
            <p:nvPr/>
          </p:nvSpPr>
          <p:spPr>
            <a:xfrm>
              <a:off x="3043428" y="1777248"/>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en-US" altLang="ko-KR" sz="800" b="1" dirty="0">
                  <a:solidFill>
                    <a:srgbClr val="FFFFFF"/>
                  </a:solidFill>
                  <a:latin typeface="Arial Narrow" panose="020B0606020202030204" pitchFamily="34" charset="0"/>
                  <a:ea typeface="LG스마트체 Regular" panose="020B0600000101010101" pitchFamily="50" charset="-127"/>
                  <a:cs typeface="LG스마트체 Regular"/>
                </a:rPr>
                <a:t>1</a:t>
              </a:r>
              <a:endParaRPr lang="ko-KR" sz="800" b="1" dirty="0">
                <a:solidFill>
                  <a:srgbClr val="FFFFFF"/>
                </a:solidFill>
                <a:latin typeface="Arial Narrow" panose="020B0606020202030204" pitchFamily="34" charset="0"/>
                <a:ea typeface="LG스마트체 Regular" panose="020B0600000101010101" pitchFamily="50" charset="-127"/>
                <a:cs typeface="LG스마트체 Regular"/>
              </a:endParaRPr>
            </a:p>
          </p:txBody>
        </p:sp>
        <p:sp>
          <p:nvSpPr>
            <p:cNvPr id="303" name="Rectangle 99">
              <a:extLst>
                <a:ext uri="{FF2B5EF4-FFF2-40B4-BE49-F238E27FC236}">
                  <a16:creationId xmlns:a16="http://schemas.microsoft.com/office/drawing/2014/main" id="{C3C5C3BD-565B-9DE2-F242-B4197518B973}"/>
                </a:ext>
              </a:extLst>
            </p:cNvPr>
            <p:cNvSpPr/>
            <p:nvPr/>
          </p:nvSpPr>
          <p:spPr>
            <a:xfrm>
              <a:off x="3262884" y="1758960"/>
              <a:ext cx="1975104" cy="219456"/>
            </a:xfrm>
            <a:prstGeom prst="rect">
              <a:avLst/>
            </a:prstGeom>
            <a:noFill/>
            <a:ln>
              <a:noFill/>
            </a:ln>
          </p:spPr>
          <p:txBody>
            <a:bodyPr wrap="square" lIns="0" tIns="0" rIns="0" bIns="0" rtlCol="0" anchor="ctr">
              <a:noAutofit/>
            </a:bodyPr>
            <a:lstStyle/>
            <a:p>
              <a:r>
                <a:rPr lang="ko-KR" altLang="ko-KR" sz="900" dirty="0">
                  <a:solidFill>
                    <a:srgbClr val="262626"/>
                  </a:solidFill>
                  <a:latin typeface="Arial Narrow" panose="020B0606020202030204" pitchFamily="34" charset="0"/>
                  <a:ea typeface="LG스마트체 Regular" panose="020B0600000101010101" pitchFamily="50" charset="-127"/>
                  <a:cs typeface="LG스마트체 Regular"/>
                </a:rPr>
                <a:t>완료하면 그날 업무 기록 자동 생성</a:t>
              </a:r>
            </a:p>
          </p:txBody>
        </p:sp>
      </p:grpSp>
      <p:sp>
        <p:nvSpPr>
          <p:cNvPr id="309" name="카드1">
            <a:extLst>
              <a:ext uri="{FF2B5EF4-FFF2-40B4-BE49-F238E27FC236}">
                <a16:creationId xmlns:a16="http://schemas.microsoft.com/office/drawing/2014/main" id="{FCDB4407-98FC-E73D-4428-2C4CC1FF5026}"/>
              </a:ext>
            </a:extLst>
          </p:cNvPr>
          <p:cNvSpPr/>
          <p:nvPr/>
        </p:nvSpPr>
        <p:spPr>
          <a:xfrm>
            <a:off x="2149413" y="4050170"/>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10" name="Rectangle 92">
            <a:extLst>
              <a:ext uri="{FF2B5EF4-FFF2-40B4-BE49-F238E27FC236}">
                <a16:creationId xmlns:a16="http://schemas.microsoft.com/office/drawing/2014/main" id="{470A944C-F9D3-B6D0-9E66-A63582156658}"/>
              </a:ext>
            </a:extLst>
          </p:cNvPr>
          <p:cNvSpPr/>
          <p:nvPr/>
        </p:nvSpPr>
        <p:spPr>
          <a:xfrm>
            <a:off x="2222565" y="4095890"/>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③ </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주간</a:t>
            </a:r>
            <a:r>
              <a:rPr lang="ko-KR" altLang="en-US" sz="1050" b="1" dirty="0" err="1">
                <a:solidFill>
                  <a:srgbClr val="1F3864"/>
                </a:solidFill>
                <a:latin typeface="Arial Narrow" panose="020B0606020202030204" pitchFamily="34" charset="0"/>
                <a:ea typeface="LG스마트체 Regular" panose="020B0600000101010101" pitchFamily="50" charset="-127"/>
                <a:cs typeface="LG스마트체 Regular"/>
              </a:rPr>
              <a:t>업무</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·팀장</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 요약</a:t>
            </a:r>
          </a:p>
        </p:txBody>
      </p:sp>
      <p:sp>
        <p:nvSpPr>
          <p:cNvPr id="311" name="Rectangle 93">
            <a:extLst>
              <a:ext uri="{FF2B5EF4-FFF2-40B4-BE49-F238E27FC236}">
                <a16:creationId xmlns:a16="http://schemas.microsoft.com/office/drawing/2014/main" id="{EB5D4170-7959-43E5-F0FF-F3377D50D833}"/>
              </a:ext>
            </a:extLst>
          </p:cNvPr>
          <p:cNvSpPr/>
          <p:nvPr/>
        </p:nvSpPr>
        <p:spPr>
          <a:xfrm>
            <a:off x="2222564" y="4361065"/>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pic>
        <p:nvPicPr>
          <p:cNvPr id="321" name="그림 320">
            <a:extLst>
              <a:ext uri="{FF2B5EF4-FFF2-40B4-BE49-F238E27FC236}">
                <a16:creationId xmlns:a16="http://schemas.microsoft.com/office/drawing/2014/main" id="{ED0B3BAA-0F9C-6228-32DA-132EFD142E89}"/>
              </a:ext>
            </a:extLst>
          </p:cNvPr>
          <p:cNvPicPr>
            <a:picLocks noChangeAspect="1"/>
          </p:cNvPicPr>
          <p:nvPr/>
        </p:nvPicPr>
        <p:blipFill>
          <a:blip r:embed="rId5"/>
          <a:stretch>
            <a:fillRect/>
          </a:stretch>
        </p:blipFill>
        <p:spPr>
          <a:xfrm>
            <a:off x="2335650" y="4437670"/>
            <a:ext cx="3416387" cy="2002568"/>
          </a:xfrm>
          <a:prstGeom prst="rect">
            <a:avLst/>
          </a:prstGeom>
        </p:spPr>
      </p:pic>
      <p:grpSp>
        <p:nvGrpSpPr>
          <p:cNvPr id="322" name="그룹 321">
            <a:extLst>
              <a:ext uri="{FF2B5EF4-FFF2-40B4-BE49-F238E27FC236}">
                <a16:creationId xmlns:a16="http://schemas.microsoft.com/office/drawing/2014/main" id="{51A01B03-1D09-44B5-B8FD-250E50C9F9BB}"/>
              </a:ext>
            </a:extLst>
          </p:cNvPr>
          <p:cNvGrpSpPr/>
          <p:nvPr/>
        </p:nvGrpSpPr>
        <p:grpSpPr>
          <a:xfrm>
            <a:off x="3828439" y="5253243"/>
            <a:ext cx="1666525" cy="206508"/>
            <a:chOff x="-2270673" y="2553605"/>
            <a:chExt cx="1666525" cy="206508"/>
          </a:xfrm>
        </p:grpSpPr>
        <p:sp>
          <p:nvSpPr>
            <p:cNvPr id="247" name="번호1">
              <a:extLst>
                <a:ext uri="{FF2B5EF4-FFF2-40B4-BE49-F238E27FC236}">
                  <a16:creationId xmlns:a16="http://schemas.microsoft.com/office/drawing/2014/main" id="{7604BDB5-6A49-BCF9-A05D-3C8CBC358816}"/>
                </a:ext>
              </a:extLst>
            </p:cNvPr>
            <p:cNvSpPr/>
            <p:nvPr/>
          </p:nvSpPr>
          <p:spPr>
            <a:xfrm>
              <a:off x="-2270673" y="2571892"/>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49" name="Rectangle 115">
              <a:extLst>
                <a:ext uri="{FF2B5EF4-FFF2-40B4-BE49-F238E27FC236}">
                  <a16:creationId xmlns:a16="http://schemas.microsoft.com/office/drawing/2014/main" id="{3720835A-6DAB-F351-53C5-C9C88F34B7CE}"/>
                </a:ext>
              </a:extLst>
            </p:cNvPr>
            <p:cNvSpPr/>
            <p:nvPr/>
          </p:nvSpPr>
          <p:spPr>
            <a:xfrm>
              <a:off x="-2051217" y="2553605"/>
              <a:ext cx="1447069" cy="206508"/>
            </a:xfrm>
            <a:prstGeom prst="rect">
              <a:avLst/>
            </a:prstGeom>
            <a:noFill/>
            <a:ln>
              <a:noFill/>
            </a:ln>
          </p:spPr>
          <p:txBody>
            <a:bodyPr wrap="square" lIns="0" tIns="0" rIns="0" bIns="0" rtlCol="0" anchor="ctr">
              <a:noAutofit/>
            </a:bodyPr>
            <a:lstStyle/>
            <a:p>
              <a:pPr algn="l">
                <a:lnSpc>
                  <a:spcPct val="100000"/>
                </a:lnSpc>
              </a:pP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기록을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AI가</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요약해 PPT 작성</a:t>
              </a:r>
            </a:p>
          </p:txBody>
        </p:sp>
      </p:grpSp>
      <p:grpSp>
        <p:nvGrpSpPr>
          <p:cNvPr id="323" name="그룹 322">
            <a:extLst>
              <a:ext uri="{FF2B5EF4-FFF2-40B4-BE49-F238E27FC236}">
                <a16:creationId xmlns:a16="http://schemas.microsoft.com/office/drawing/2014/main" id="{227FAEE1-9A8B-C1FD-8A60-02D451BF750D}"/>
              </a:ext>
            </a:extLst>
          </p:cNvPr>
          <p:cNvGrpSpPr/>
          <p:nvPr/>
        </p:nvGrpSpPr>
        <p:grpSpPr>
          <a:xfrm>
            <a:off x="3579294" y="6171094"/>
            <a:ext cx="2194560" cy="219456"/>
            <a:chOff x="-2270673" y="2791348"/>
            <a:chExt cx="2194560" cy="219456"/>
          </a:xfrm>
        </p:grpSpPr>
        <p:sp>
          <p:nvSpPr>
            <p:cNvPr id="251" name="번호2">
              <a:extLst>
                <a:ext uri="{FF2B5EF4-FFF2-40B4-BE49-F238E27FC236}">
                  <a16:creationId xmlns:a16="http://schemas.microsoft.com/office/drawing/2014/main" id="{89529A08-91E6-FB51-C0C9-902F25DE18A4}"/>
                </a:ext>
              </a:extLst>
            </p:cNvPr>
            <p:cNvSpPr/>
            <p:nvPr/>
          </p:nvSpPr>
          <p:spPr>
            <a:xfrm>
              <a:off x="-2270673" y="2809636"/>
              <a:ext cx="173736" cy="173736"/>
            </a:xfrm>
            <a:prstGeom prst="ellipse">
              <a:avLst/>
            </a:prstGeom>
            <a:solidFill>
              <a:srgbClr val="2E7D32"/>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253" name="Rectangle 117">
              <a:extLst>
                <a:ext uri="{FF2B5EF4-FFF2-40B4-BE49-F238E27FC236}">
                  <a16:creationId xmlns:a16="http://schemas.microsoft.com/office/drawing/2014/main" id="{9FFA59CD-92EB-7F6C-4B47-6379F737083F}"/>
                </a:ext>
              </a:extLst>
            </p:cNvPr>
            <p:cNvSpPr/>
            <p:nvPr/>
          </p:nvSpPr>
          <p:spPr>
            <a:xfrm>
              <a:off x="-2051217" y="2791348"/>
              <a:ext cx="1975104" cy="219456"/>
            </a:xfrm>
            <a:prstGeom prst="rect">
              <a:avLst/>
            </a:prstGeom>
            <a:noFill/>
            <a:ln>
              <a:noFill/>
            </a:ln>
          </p:spPr>
          <p:txBody>
            <a:bodyPr wrap="square" lIns="0" tIns="0" rIns="0" bIns="0" rtlCol="0" anchor="ctr">
              <a:noAutofit/>
            </a:bodyPr>
            <a:lstStyle/>
            <a:p>
              <a:pPr algn="l">
                <a:lnSpc>
                  <a:spcPct val="100000"/>
                </a:lnSpc>
              </a:pP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수치·일정·지연은</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규칙으로 검사</a:t>
              </a:r>
            </a:p>
          </p:txBody>
        </p:sp>
      </p:grpSp>
      <p:grpSp>
        <p:nvGrpSpPr>
          <p:cNvPr id="325" name="그룹 324">
            <a:extLst>
              <a:ext uri="{FF2B5EF4-FFF2-40B4-BE49-F238E27FC236}">
                <a16:creationId xmlns:a16="http://schemas.microsoft.com/office/drawing/2014/main" id="{20EF5FFE-83A7-A57E-7CBE-83FD79D2084A}"/>
              </a:ext>
            </a:extLst>
          </p:cNvPr>
          <p:cNvGrpSpPr/>
          <p:nvPr/>
        </p:nvGrpSpPr>
        <p:grpSpPr>
          <a:xfrm>
            <a:off x="3517593" y="3530626"/>
            <a:ext cx="969264" cy="969264"/>
            <a:chOff x="4452491" y="3950207"/>
            <a:chExt cx="969264" cy="969264"/>
          </a:xfrm>
        </p:grpSpPr>
        <p:sp>
          <p:nvSpPr>
            <p:cNvPr id="273" name="순환화살표1">
              <a:extLst>
                <a:ext uri="{FF2B5EF4-FFF2-40B4-BE49-F238E27FC236}">
                  <a16:creationId xmlns:a16="http://schemas.microsoft.com/office/drawing/2014/main" id="{7C895332-2CB7-50C2-5082-24B6FC191A82}"/>
                </a:ext>
              </a:extLst>
            </p:cNvPr>
            <p:cNvSpPr/>
            <p:nvPr/>
          </p:nvSpPr>
          <p:spPr>
            <a:xfrm>
              <a:off x="4452491" y="3950207"/>
              <a:ext cx="969264" cy="969264"/>
            </a:xfrm>
            <a:prstGeom prst="circularArrow">
              <a:avLst/>
            </a:prstGeom>
            <a:solidFill>
              <a:srgbClr val="2F5597">
                <a:alpha val="30000"/>
              </a:srgbClr>
            </a:solidFill>
            <a:ln>
              <a:noFill/>
            </a:ln>
          </p:spPr>
          <p:txBody>
            <a:bodyPr rtlCol="0" anchor="ctr"/>
            <a:lstStyle/>
            <a:p>
              <a:pPr algn="ctr"/>
              <a:endParaRPr>
                <a:latin typeface="Arial Narrow" panose="020B0606020202030204" pitchFamily="34" charset="0"/>
                <a:ea typeface="LG스마트체 Regular" panose="020B0600000101010101" pitchFamily="50" charset="-127"/>
              </a:endParaRPr>
            </a:p>
          </p:txBody>
        </p:sp>
        <p:sp>
          <p:nvSpPr>
            <p:cNvPr id="275" name="순환화살표2">
              <a:extLst>
                <a:ext uri="{FF2B5EF4-FFF2-40B4-BE49-F238E27FC236}">
                  <a16:creationId xmlns:a16="http://schemas.microsoft.com/office/drawing/2014/main" id="{3B77C486-564D-EDDE-3641-414479E2FB6A}"/>
                </a:ext>
              </a:extLst>
            </p:cNvPr>
            <p:cNvSpPr/>
            <p:nvPr/>
          </p:nvSpPr>
          <p:spPr>
            <a:xfrm rot="10800000">
              <a:off x="4452491" y="3950207"/>
              <a:ext cx="969264" cy="969264"/>
            </a:xfrm>
            <a:prstGeom prst="circularArrow">
              <a:avLst/>
            </a:prstGeom>
            <a:solidFill>
              <a:srgbClr val="2F5597">
                <a:alpha val="30000"/>
              </a:srgbClr>
            </a:solidFill>
            <a:ln>
              <a:noFill/>
            </a:ln>
          </p:spPr>
          <p:txBody>
            <a:bodyPr rtlCol="0" anchor="ctr"/>
            <a:lstStyle/>
            <a:p>
              <a:pPr algn="ctr"/>
              <a:endParaRPr>
                <a:latin typeface="Arial Narrow" panose="020B0606020202030204" pitchFamily="34" charset="0"/>
                <a:ea typeface="LG스마트체 Regular" panose="020B0600000101010101" pitchFamily="50" charset="-127"/>
              </a:endParaRPr>
            </a:p>
          </p:txBody>
        </p:sp>
      </p:grpSp>
      <p:grpSp>
        <p:nvGrpSpPr>
          <p:cNvPr id="388" name="그룹 387">
            <a:extLst>
              <a:ext uri="{FF2B5EF4-FFF2-40B4-BE49-F238E27FC236}">
                <a16:creationId xmlns:a16="http://schemas.microsoft.com/office/drawing/2014/main" id="{C34B2C94-BA55-D291-07C3-65C2FFD556F2}"/>
              </a:ext>
            </a:extLst>
          </p:cNvPr>
          <p:cNvGrpSpPr/>
          <p:nvPr/>
        </p:nvGrpSpPr>
        <p:grpSpPr>
          <a:xfrm>
            <a:off x="189765" y="1017990"/>
            <a:ext cx="7602306" cy="276999"/>
            <a:chOff x="189765" y="1017990"/>
            <a:chExt cx="7692896" cy="276999"/>
          </a:xfrm>
        </p:grpSpPr>
        <p:cxnSp>
          <p:nvCxnSpPr>
            <p:cNvPr id="385" name="직선 연결선 384">
              <a:extLst>
                <a:ext uri="{FF2B5EF4-FFF2-40B4-BE49-F238E27FC236}">
                  <a16:creationId xmlns:a16="http://schemas.microsoft.com/office/drawing/2014/main" id="{039443FA-6D0B-F472-072C-ABEFEE5A5F91}"/>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386" name="제목 4">
              <a:extLst>
                <a:ext uri="{FF2B5EF4-FFF2-40B4-BE49-F238E27FC236}">
                  <a16:creationId xmlns:a16="http://schemas.microsoft.com/office/drawing/2014/main" id="{2911DE11-BB6D-1EAD-F753-663B92282FCA}"/>
                </a:ext>
              </a:extLst>
            </p:cNvPr>
            <p:cNvSpPr txBox="1">
              <a:spLocks/>
            </p:cNvSpPr>
            <p:nvPr/>
          </p:nvSpPr>
          <p:spPr>
            <a:xfrm>
              <a:off x="2631760" y="1017990"/>
              <a:ext cx="2808906"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사용 흐름</a:t>
              </a:r>
            </a:p>
          </p:txBody>
        </p:sp>
      </p:grpSp>
      <p:grpSp>
        <p:nvGrpSpPr>
          <p:cNvPr id="389" name="그룹 388">
            <a:extLst>
              <a:ext uri="{FF2B5EF4-FFF2-40B4-BE49-F238E27FC236}">
                <a16:creationId xmlns:a16="http://schemas.microsoft.com/office/drawing/2014/main" id="{EF2BB626-07D6-EE5B-3B6E-856F9FCBC915}"/>
              </a:ext>
            </a:extLst>
          </p:cNvPr>
          <p:cNvGrpSpPr/>
          <p:nvPr/>
        </p:nvGrpSpPr>
        <p:grpSpPr>
          <a:xfrm>
            <a:off x="7848230" y="1017990"/>
            <a:ext cx="1941443" cy="276999"/>
            <a:chOff x="189765" y="1017990"/>
            <a:chExt cx="7692896" cy="276999"/>
          </a:xfrm>
        </p:grpSpPr>
        <p:cxnSp>
          <p:nvCxnSpPr>
            <p:cNvPr id="390" name="직선 연결선 389">
              <a:extLst>
                <a:ext uri="{FF2B5EF4-FFF2-40B4-BE49-F238E27FC236}">
                  <a16:creationId xmlns:a16="http://schemas.microsoft.com/office/drawing/2014/main" id="{F70814D3-BAD9-3A6A-A6E5-3BBEEAA0C0AC}"/>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391" name="제목 4">
              <a:extLst>
                <a:ext uri="{FF2B5EF4-FFF2-40B4-BE49-F238E27FC236}">
                  <a16:creationId xmlns:a16="http://schemas.microsoft.com/office/drawing/2014/main" id="{FF23FC7E-2B8F-5DF4-6A7C-5B0C84E28650}"/>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주요 내용</a:t>
              </a:r>
            </a:p>
          </p:txBody>
        </p:sp>
      </p:grpSp>
      <p:sp>
        <p:nvSpPr>
          <p:cNvPr id="398" name="TextBox 397">
            <a:extLst>
              <a:ext uri="{FF2B5EF4-FFF2-40B4-BE49-F238E27FC236}">
                <a16:creationId xmlns:a16="http://schemas.microsoft.com/office/drawing/2014/main" id="{4F691767-E825-81EB-60D2-65F3A215E464}"/>
              </a:ext>
            </a:extLst>
          </p:cNvPr>
          <p:cNvSpPr txBox="1"/>
          <p:nvPr/>
        </p:nvSpPr>
        <p:spPr>
          <a:xfrm>
            <a:off x="492737" y="861324"/>
            <a:ext cx="2665242" cy="270972"/>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ko-KR" altLang="en-US" sz="1050" dirty="0">
                <a:solidFill>
                  <a:srgbClr val="006600"/>
                </a:solidFill>
              </a:rPr>
              <a:t>┗ 품질</a:t>
            </a:r>
            <a:r>
              <a:rPr lang="en-US" altLang="ko-KR" sz="1050" dirty="0">
                <a:solidFill>
                  <a:srgbClr val="006600"/>
                </a:solidFill>
              </a:rPr>
              <a:t>DX</a:t>
            </a:r>
            <a:r>
              <a:rPr lang="ko-KR" altLang="en-US" sz="1050" dirty="0">
                <a:solidFill>
                  <a:srgbClr val="006600"/>
                </a:solidFill>
              </a:rPr>
              <a:t>담당 </a:t>
            </a:r>
            <a:r>
              <a:rPr lang="en-US" altLang="ko-KR" sz="1050" dirty="0">
                <a:solidFill>
                  <a:srgbClr val="006600"/>
                </a:solidFill>
              </a:rPr>
              <a:t>4</a:t>
            </a:r>
            <a:r>
              <a:rPr lang="ko-KR" altLang="en-US" sz="1050" dirty="0" err="1">
                <a:solidFill>
                  <a:srgbClr val="006600"/>
                </a:solidFill>
              </a:rPr>
              <a:t>개팀</a:t>
            </a:r>
            <a:r>
              <a:rPr lang="ko-KR" altLang="en-US" sz="1050" dirty="0">
                <a:solidFill>
                  <a:srgbClr val="006600"/>
                </a:solidFill>
              </a:rPr>
              <a:t> </a:t>
            </a:r>
            <a:r>
              <a:rPr lang="en-US" altLang="ko-KR" sz="1050" dirty="0">
                <a:solidFill>
                  <a:srgbClr val="006600"/>
                </a:solidFill>
              </a:rPr>
              <a:t>17</a:t>
            </a:r>
            <a:r>
              <a:rPr lang="ko-KR" altLang="en-US" sz="1050" dirty="0">
                <a:solidFill>
                  <a:srgbClr val="006600"/>
                </a:solidFill>
              </a:rPr>
              <a:t>명 </a:t>
            </a:r>
            <a:r>
              <a:rPr lang="en-US" altLang="ko-KR" sz="1050" dirty="0">
                <a:solidFill>
                  <a:srgbClr val="006600"/>
                </a:solidFill>
              </a:rPr>
              <a:t>PoC </a:t>
            </a:r>
            <a:r>
              <a:rPr lang="ko-KR" altLang="en-US" sz="1050" dirty="0">
                <a:solidFill>
                  <a:srgbClr val="006600"/>
                </a:solidFill>
              </a:rPr>
              <a:t>진행 중</a:t>
            </a:r>
            <a:r>
              <a:rPr lang="en-US" altLang="ko-KR" sz="1050" dirty="0">
                <a:solidFill>
                  <a:srgbClr val="006600"/>
                </a:solidFill>
              </a:rPr>
              <a:t> (10/15~)</a:t>
            </a:r>
          </a:p>
        </p:txBody>
      </p:sp>
      <p:sp>
        <p:nvSpPr>
          <p:cNvPr id="5" name="제목 4">
            <a:extLst>
              <a:ext uri="{FF2B5EF4-FFF2-40B4-BE49-F238E27FC236}">
                <a16:creationId xmlns:a16="http://schemas.microsoft.com/office/drawing/2014/main" id="{DF620720-78BB-0A4F-DDF4-059A5EA39C35}"/>
              </a:ext>
            </a:extLst>
          </p:cNvPr>
          <p:cNvSpPr txBox="1">
            <a:spLocks/>
          </p:cNvSpPr>
          <p:nvPr/>
        </p:nvSpPr>
        <p:spPr>
          <a:xfrm>
            <a:off x="6524678" y="4205618"/>
            <a:ext cx="4018077" cy="600164"/>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r>
              <a:rPr lang="ko-KR" altLang="en-US" sz="1100" dirty="0">
                <a:latin typeface="Arial Narrow" panose="020B0606020202030204" pitchFamily="34" charset="0"/>
                <a:ea typeface="LG스마트체 Regular" panose="020B0600000101010101" pitchFamily="50" charset="-127"/>
              </a:rPr>
              <a:t>해당 웹에서 진행한 </a:t>
            </a:r>
            <a:r>
              <a:rPr lang="en-US" altLang="ko-KR" sz="1100" dirty="0">
                <a:latin typeface="Arial Narrow" panose="020B0606020202030204" pitchFamily="34" charset="0"/>
                <a:ea typeface="LG스마트체 Regular" panose="020B0600000101010101" pitchFamily="50" charset="-127"/>
              </a:rPr>
              <a:t>PoC </a:t>
            </a:r>
            <a:r>
              <a:rPr lang="ko-KR" altLang="en-US" sz="1100" dirty="0">
                <a:latin typeface="Arial Narrow" panose="020B0606020202030204" pitchFamily="34" charset="0"/>
                <a:ea typeface="LG스마트체 Regular" panose="020B0600000101010101" pitchFamily="50" charset="-127"/>
              </a:rPr>
              <a:t>주요 내용에 대해서</a:t>
            </a: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정리</a:t>
            </a:r>
            <a:endParaRPr lang="en-US" altLang="ko-KR" sz="1100" dirty="0">
              <a:latin typeface="Arial Narrow" panose="020B0606020202030204" pitchFamily="34" charset="0"/>
              <a:ea typeface="LG스마트체 Regular" panose="020B0600000101010101" pitchFamily="50" charset="-127"/>
            </a:endParaRPr>
          </a:p>
          <a:p>
            <a:endParaRPr lang="en-US" altLang="ko-KR" sz="1100" dirty="0">
              <a:latin typeface="Arial Narrow" panose="020B0606020202030204" pitchFamily="34" charset="0"/>
              <a:ea typeface="LG스마트체 Regular" panose="020B0600000101010101" pitchFamily="50" charset="-127"/>
            </a:endParaRPr>
          </a:p>
          <a:p>
            <a:r>
              <a:rPr lang="en-US" altLang="ko-KR" sz="1100" dirty="0">
                <a:latin typeface="Arial Narrow" panose="020B0606020202030204" pitchFamily="34" charset="0"/>
                <a:ea typeface="LG스마트체 Regular" panose="020B0600000101010101" pitchFamily="50" charset="-127"/>
              </a:rPr>
              <a:t>1,2,3</a:t>
            </a:r>
            <a:r>
              <a:rPr lang="ko-KR" altLang="en-US" sz="1100" dirty="0">
                <a:latin typeface="Arial Narrow" panose="020B0606020202030204" pitchFamily="34" charset="0"/>
                <a:ea typeface="LG스마트체 Regular" panose="020B0600000101010101" pitchFamily="50" charset="-127"/>
              </a:rPr>
              <a:t>번에 대한 기능 및 주요 내용 설명</a:t>
            </a:r>
            <a:r>
              <a:rPr lang="en-US" altLang="ko-KR" sz="1100" dirty="0">
                <a:latin typeface="Arial Narrow" panose="020B0606020202030204" pitchFamily="34" charset="0"/>
                <a:ea typeface="LG스마트체 Regular" panose="020B0600000101010101" pitchFamily="50" charset="-127"/>
              </a:rPr>
              <a:t>.</a:t>
            </a:r>
          </a:p>
        </p:txBody>
      </p:sp>
    </p:spTree>
    <p:extLst>
      <p:ext uri="{BB962C8B-B14F-4D97-AF65-F5344CB8AC3E}">
        <p14:creationId xmlns:p14="http://schemas.microsoft.com/office/powerpoint/2010/main" val="2162269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1254-2590-74F6-096D-BA7F8B6A993A}"/>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80209188-9DCE-8AEA-D6F0-195617DB618F}"/>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진행 현황 및 향후 계획 </a:t>
            </a:r>
            <a:r>
              <a:rPr lang="en-US" altLang="ko-KR" dirty="0">
                <a:latin typeface="Arial Narrow" panose="020B0606020202030204" pitchFamily="34" charset="0"/>
                <a:ea typeface="LG스마트체 Regular" panose="020B0600000101010101" pitchFamily="50" charset="-127"/>
              </a:rPr>
              <a:t>(2/2)</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14B06810-4DFD-9692-720F-C6EEEC262464}"/>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주간업무 작성</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9" name="TextBox 8">
            <a:extLst>
              <a:ext uri="{FF2B5EF4-FFF2-40B4-BE49-F238E27FC236}">
                <a16:creationId xmlns:a16="http://schemas.microsoft.com/office/drawing/2014/main" id="{CD021BFE-9D8B-1ACE-1592-7B0DD747AF97}"/>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1/3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B7DCDF04-F59A-521A-0CAB-8D50294A9F81}"/>
              </a:ext>
            </a:extLst>
          </p:cNvPr>
          <p:cNvSpPr txBox="1"/>
          <p:nvPr/>
        </p:nvSpPr>
        <p:spPr>
          <a:xfrm>
            <a:off x="175718" y="598138"/>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a:defRPr/>
            </a:pPr>
            <a:r>
              <a:rPr lang="en-US" altLang="ko-KR" dirty="0" err="1"/>
              <a:t>Xxx</a:t>
            </a:r>
            <a:r>
              <a:rPr lang="ko-KR" altLang="en-US" dirty="0"/>
              <a:t> </a:t>
            </a:r>
            <a:endParaRPr lang="en-US" altLang="ko-KR" dirty="0"/>
          </a:p>
        </p:txBody>
      </p:sp>
      <p:sp>
        <p:nvSpPr>
          <p:cNvPr id="326" name="카드1">
            <a:extLst>
              <a:ext uri="{FF2B5EF4-FFF2-40B4-BE49-F238E27FC236}">
                <a16:creationId xmlns:a16="http://schemas.microsoft.com/office/drawing/2014/main" id="{68A3E5AF-7B2A-CAC5-C3C9-C6ACC5218304}"/>
              </a:ext>
            </a:extLst>
          </p:cNvPr>
          <p:cNvSpPr/>
          <p:nvPr/>
        </p:nvSpPr>
        <p:spPr>
          <a:xfrm>
            <a:off x="224423" y="1349762"/>
            <a:ext cx="3761772" cy="2520000"/>
          </a:xfrm>
          <a:prstGeom prst="roundRect">
            <a:avLst>
              <a:gd name="adj" fmla="val 4000"/>
            </a:avLst>
          </a:prstGeom>
          <a:solidFill>
            <a:srgbClr val="FFFFFF"/>
          </a:solidFill>
          <a:ln w="9525">
            <a:solidFill>
              <a:srgbClr val="D9D9D9"/>
            </a:solid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27" name="Rectangle 92">
            <a:extLst>
              <a:ext uri="{FF2B5EF4-FFF2-40B4-BE49-F238E27FC236}">
                <a16:creationId xmlns:a16="http://schemas.microsoft.com/office/drawing/2014/main" id="{1FF258D0-D13E-8870-C720-23139AB53217}"/>
              </a:ext>
            </a:extLst>
          </p:cNvPr>
          <p:cNvSpPr/>
          <p:nvPr/>
        </p:nvSpPr>
        <p:spPr>
          <a:xfrm>
            <a:off x="297575" y="1395482"/>
            <a:ext cx="1975104" cy="219456"/>
          </a:xfrm>
          <a:prstGeom prst="rect">
            <a:avLst/>
          </a:prstGeom>
          <a:noFill/>
          <a:ln>
            <a:noFill/>
          </a:ln>
        </p:spPr>
        <p:txBody>
          <a:bodyPr wrap="square" lIns="0" tIns="0" rIns="0" bIns="0" rtlCol="0" anchor="ctr">
            <a:noAutofit/>
          </a:bodyPr>
          <a:lstStyle/>
          <a:p>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④ </a:t>
            </a:r>
            <a:r>
              <a:rPr lang="ko-KR" altLang="ko-KR" sz="1050" b="1" dirty="0" err="1">
                <a:solidFill>
                  <a:srgbClr val="1F3864"/>
                </a:solidFill>
                <a:latin typeface="Arial Narrow" panose="020B0606020202030204" pitchFamily="34" charset="0"/>
                <a:ea typeface="LG스마트체 Regular" panose="020B0600000101010101" pitchFamily="50" charset="-127"/>
                <a:cs typeface="LG스마트체 Regular"/>
              </a:rPr>
              <a:t>완료·분석</a:t>
            </a:r>
            <a:r>
              <a:rPr lang="ko-KR" altLang="ko-KR" sz="1050" b="1" dirty="0">
                <a:solidFill>
                  <a:srgbClr val="1F3864"/>
                </a:solidFill>
                <a:latin typeface="Arial Narrow" panose="020B0606020202030204" pitchFamily="34" charset="0"/>
                <a:ea typeface="LG스마트체 Regular" panose="020B0600000101010101" pitchFamily="50" charset="-127"/>
                <a:cs typeface="LG스마트체 Regular"/>
              </a:rPr>
              <a:t> 보고</a:t>
            </a:r>
          </a:p>
        </p:txBody>
      </p:sp>
      <p:sp>
        <p:nvSpPr>
          <p:cNvPr id="328" name="Rectangle 93">
            <a:extLst>
              <a:ext uri="{FF2B5EF4-FFF2-40B4-BE49-F238E27FC236}">
                <a16:creationId xmlns:a16="http://schemas.microsoft.com/office/drawing/2014/main" id="{CF1E1F8A-2651-0D7B-81E3-6E81D0D0162C}"/>
              </a:ext>
            </a:extLst>
          </p:cNvPr>
          <p:cNvSpPr/>
          <p:nvPr/>
        </p:nvSpPr>
        <p:spPr>
          <a:xfrm>
            <a:off x="297574" y="1660657"/>
            <a:ext cx="3644987" cy="2148840"/>
          </a:xfrm>
          <a:prstGeom prst="rect">
            <a:avLst/>
          </a:prstGeom>
          <a:solidFill>
            <a:srgbClr val="F7F8FA"/>
          </a:solidFill>
          <a:ln>
            <a:noFill/>
          </a:ln>
        </p:spPr>
        <p:txBody>
          <a:bodyPr wrap="square" lIns="36576" tIns="18288" rIns="36576" bIns="18288" rtlCol="0" anchor="t">
            <a:noAutofit/>
          </a:bodyPr>
          <a:lstStyle/>
          <a:p>
            <a:pPr algn="ctr"/>
            <a:endParaRPr>
              <a:latin typeface="Arial Narrow" panose="020B0606020202030204" pitchFamily="34" charset="0"/>
              <a:ea typeface="LG스마트체 Regular" panose="020B0600000101010101" pitchFamily="50" charset="-127"/>
            </a:endParaRPr>
          </a:p>
        </p:txBody>
      </p:sp>
      <p:sp>
        <p:nvSpPr>
          <p:cNvPr id="329" name="상태">
            <a:extLst>
              <a:ext uri="{FF2B5EF4-FFF2-40B4-BE49-F238E27FC236}">
                <a16:creationId xmlns:a16="http://schemas.microsoft.com/office/drawing/2014/main" id="{CB1C7C05-3896-AB60-E788-11C3BE947883}"/>
              </a:ext>
            </a:extLst>
          </p:cNvPr>
          <p:cNvSpPr/>
          <p:nvPr/>
        </p:nvSpPr>
        <p:spPr>
          <a:xfrm>
            <a:off x="3101313" y="1387312"/>
            <a:ext cx="841248" cy="182880"/>
          </a:xfrm>
          <a:prstGeom prst="roundRect">
            <a:avLst/>
          </a:prstGeom>
          <a:solidFill>
            <a:srgbClr val="EEF2F8"/>
          </a:solidFill>
          <a:ln w="9525">
            <a:solidFill>
              <a:srgbClr val="1F3864"/>
            </a:solidFill>
          </a:ln>
        </p:spPr>
        <p:txBody>
          <a:bodyPr wrap="square" lIns="18288" tIns="0" rIns="18288" bIns="0" rtlCol="0" anchor="ctr">
            <a:noAutofit/>
          </a:bodyPr>
          <a:lstStyle/>
          <a:p>
            <a:pPr algn="ctr"/>
            <a:r>
              <a:rPr lang="ko-KR" altLang="ko-KR" sz="850" b="1" dirty="0">
                <a:solidFill>
                  <a:srgbClr val="1F3864"/>
                </a:solidFill>
                <a:latin typeface="Arial Narrow" panose="020B0606020202030204" pitchFamily="34" charset="0"/>
                <a:ea typeface="LG스마트체 Regular" panose="020B0600000101010101" pitchFamily="50" charset="-127"/>
              </a:rPr>
              <a:t>구현</a:t>
            </a:r>
          </a:p>
        </p:txBody>
      </p:sp>
      <p:pic>
        <p:nvPicPr>
          <p:cNvPr id="338" name="그림 337">
            <a:extLst>
              <a:ext uri="{FF2B5EF4-FFF2-40B4-BE49-F238E27FC236}">
                <a16:creationId xmlns:a16="http://schemas.microsoft.com/office/drawing/2014/main" id="{EB651D83-B54A-7323-DE5C-EA443CD18162}"/>
              </a:ext>
            </a:extLst>
          </p:cNvPr>
          <p:cNvPicPr>
            <a:picLocks noChangeAspect="1"/>
          </p:cNvPicPr>
          <p:nvPr/>
        </p:nvPicPr>
        <p:blipFill>
          <a:blip r:embed="rId3"/>
          <a:stretch>
            <a:fillRect/>
          </a:stretch>
        </p:blipFill>
        <p:spPr>
          <a:xfrm>
            <a:off x="389426" y="1742839"/>
            <a:ext cx="3458883" cy="1996991"/>
          </a:xfrm>
          <a:prstGeom prst="rect">
            <a:avLst/>
          </a:prstGeom>
        </p:spPr>
      </p:pic>
      <p:grpSp>
        <p:nvGrpSpPr>
          <p:cNvPr id="339" name="그룹 338">
            <a:extLst>
              <a:ext uri="{FF2B5EF4-FFF2-40B4-BE49-F238E27FC236}">
                <a16:creationId xmlns:a16="http://schemas.microsoft.com/office/drawing/2014/main" id="{A50C52CC-667C-B005-16DB-654B6F92094E}"/>
              </a:ext>
            </a:extLst>
          </p:cNvPr>
          <p:cNvGrpSpPr/>
          <p:nvPr/>
        </p:nvGrpSpPr>
        <p:grpSpPr>
          <a:xfrm>
            <a:off x="1720403" y="1795869"/>
            <a:ext cx="2194560" cy="219456"/>
            <a:chOff x="9275865" y="3564564"/>
            <a:chExt cx="2194560" cy="219456"/>
          </a:xfrm>
        </p:grpSpPr>
        <p:sp>
          <p:nvSpPr>
            <p:cNvPr id="265" name="번호1">
              <a:extLst>
                <a:ext uri="{FF2B5EF4-FFF2-40B4-BE49-F238E27FC236}">
                  <a16:creationId xmlns:a16="http://schemas.microsoft.com/office/drawing/2014/main" id="{3933E9CB-BB9D-8E03-E2BB-5CF4550DE2B0}"/>
                </a:ext>
              </a:extLst>
            </p:cNvPr>
            <p:cNvSpPr/>
            <p:nvPr/>
          </p:nvSpPr>
          <p:spPr>
            <a:xfrm>
              <a:off x="9275865" y="3582851"/>
              <a:ext cx="173736" cy="173736"/>
            </a:xfrm>
            <a:prstGeom prst="ellipse">
              <a:avLst/>
            </a:prstGeom>
            <a:solidFill>
              <a:srgbClr val="1F3864"/>
            </a:solidFill>
            <a:ln>
              <a:noFill/>
            </a:ln>
          </p:spPr>
          <p:txBody>
            <a:bodyPr wrap="square" lIns="0" tIns="0" rIns="0" bIns="0" rtlCol="0" anchor="ctr">
              <a:noAutofit/>
            </a:bodyPr>
            <a:lstStyle/>
            <a:p>
              <a:pPr algn="ctr">
                <a:lnSpc>
                  <a:spcPct val="100000"/>
                </a:lnSpc>
              </a:pPr>
              <a:r>
                <a:rPr lang="ko-KR" sz="800" b="1">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267" name="Rectangle 124">
              <a:extLst>
                <a:ext uri="{FF2B5EF4-FFF2-40B4-BE49-F238E27FC236}">
                  <a16:creationId xmlns:a16="http://schemas.microsoft.com/office/drawing/2014/main" id="{3A2CDF5C-45B2-0933-0325-9227F7B41AE1}"/>
                </a:ext>
              </a:extLst>
            </p:cNvPr>
            <p:cNvSpPr/>
            <p:nvPr/>
          </p:nvSpPr>
          <p:spPr>
            <a:xfrm>
              <a:off x="9495321" y="3564564"/>
              <a:ext cx="1975104" cy="219456"/>
            </a:xfrm>
            <a:prstGeom prst="rect">
              <a:avLst/>
            </a:prstGeom>
            <a:noFill/>
            <a:ln>
              <a:noFill/>
            </a:ln>
          </p:spPr>
          <p:txBody>
            <a:bodyPr wrap="square" lIns="0" tIns="0" rIns="0" bIns="0" rtlCol="0" anchor="ctr">
              <a:noAutofit/>
            </a:bodyPr>
            <a:lstStyle/>
            <a:p>
              <a:pPr algn="l">
                <a:lnSpc>
                  <a:spcPct val="100000"/>
                </a:lnSpc>
              </a:pPr>
              <a:r>
                <a:rPr lang="ko-KR" altLang="en-US" sz="900" dirty="0">
                  <a:solidFill>
                    <a:srgbClr val="262626"/>
                  </a:solidFill>
                  <a:latin typeface="Arial Narrow" panose="020B0606020202030204" pitchFamily="34" charset="0"/>
                  <a:ea typeface="LG스마트체 Regular" panose="020B0600000101010101" pitchFamily="50" charset="-127"/>
                  <a:cs typeface="LG스마트체 Regular"/>
                </a:rPr>
                <a:t>업무 기록</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에서 </a:t>
              </a:r>
              <a:r>
                <a:rPr lang="ko-KR" sz="900" b="0" dirty="0" err="1">
                  <a:solidFill>
                    <a:srgbClr val="262626"/>
                  </a:solidFill>
                  <a:latin typeface="Arial Narrow" panose="020B0606020202030204" pitchFamily="34" charset="0"/>
                  <a:ea typeface="LG스마트체 Regular" panose="020B0600000101010101" pitchFamily="50" charset="-127"/>
                  <a:cs typeface="LG스마트체 Regular"/>
                </a:rPr>
                <a:t>완료·분석</a:t>
              </a:r>
              <a:r>
                <a:rPr lang="ko-KR" sz="900" b="0" dirty="0">
                  <a:solidFill>
                    <a:srgbClr val="262626"/>
                  </a:solidFill>
                  <a:latin typeface="Arial Narrow" panose="020B0606020202030204" pitchFamily="34" charset="0"/>
                  <a:ea typeface="LG스마트체 Regular" panose="020B0600000101010101" pitchFamily="50" charset="-127"/>
                  <a:cs typeface="LG스마트체 Regular"/>
                </a:rPr>
                <a:t> 보고 생성</a:t>
              </a:r>
            </a:p>
          </p:txBody>
        </p:sp>
      </p:grpSp>
      <p:sp>
        <p:nvSpPr>
          <p:cNvPr id="6" name="제목 4">
            <a:extLst>
              <a:ext uri="{FF2B5EF4-FFF2-40B4-BE49-F238E27FC236}">
                <a16:creationId xmlns:a16="http://schemas.microsoft.com/office/drawing/2014/main" id="{BE964FD0-6977-74DF-76EE-FB9C3992591B}"/>
              </a:ext>
            </a:extLst>
          </p:cNvPr>
          <p:cNvSpPr txBox="1">
            <a:spLocks/>
          </p:cNvSpPr>
          <p:nvPr/>
        </p:nvSpPr>
        <p:spPr>
          <a:xfrm>
            <a:off x="516777" y="3960227"/>
            <a:ext cx="3588498" cy="769441"/>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r>
              <a:rPr lang="ko-KR" altLang="en-US" sz="1100" dirty="0">
                <a:latin typeface="Arial Narrow" panose="020B0606020202030204" pitchFamily="34" charset="0"/>
                <a:ea typeface="LG스마트체 Regular" panose="020B0600000101010101" pitchFamily="50" charset="-127"/>
              </a:rPr>
              <a:t>일단 위의 그림</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이미지를 크게 하고</a:t>
            </a:r>
            <a:r>
              <a:rPr lang="en-US" altLang="ko-KR" sz="1100" dirty="0">
                <a:latin typeface="Arial Narrow" panose="020B0606020202030204" pitchFamily="34" charset="0"/>
                <a:ea typeface="LG스마트체 Regular" panose="020B0600000101010101" pitchFamily="50" charset="-127"/>
              </a:rPr>
              <a:t>,</a:t>
            </a:r>
          </a:p>
          <a:p>
            <a:r>
              <a:rPr lang="ko-KR" altLang="en-US" sz="1100" dirty="0">
                <a:latin typeface="Arial Narrow" panose="020B0606020202030204" pitchFamily="34" charset="0"/>
                <a:ea typeface="LG스마트체 Regular" panose="020B0600000101010101" pitchFamily="50" charset="-127"/>
              </a:rPr>
              <a:t>해당 </a:t>
            </a:r>
            <a:r>
              <a:rPr lang="en-US" altLang="ko-KR" sz="1100" dirty="0">
                <a:latin typeface="Arial Narrow" panose="020B0606020202030204" pitchFamily="34" charset="0"/>
                <a:ea typeface="LG스마트체 Regular" panose="020B0600000101010101" pitchFamily="50" charset="-127"/>
              </a:rPr>
              <a:t>4</a:t>
            </a:r>
            <a:r>
              <a:rPr lang="ko-KR" altLang="en-US" sz="1100" dirty="0">
                <a:latin typeface="Arial Narrow" panose="020B0606020202030204" pitchFamily="34" charset="0"/>
                <a:ea typeface="LG스마트체 Regular" panose="020B0600000101010101" pitchFamily="50" charset="-127"/>
              </a:rPr>
              <a:t>번 완료 및 분석 보고서 만드는 목적을 작성 </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범용성</a:t>
            </a: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확장성에 대해서 언급하면서</a:t>
            </a: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그리고 </a:t>
            </a:r>
            <a:r>
              <a:rPr lang="en-US" altLang="ko-KR" sz="1100" dirty="0">
                <a:latin typeface="Arial Narrow" panose="020B0606020202030204" pitchFamily="34" charset="0"/>
                <a:ea typeface="LG스마트체 Regular" panose="020B0600000101010101" pitchFamily="50" charset="-127"/>
              </a:rPr>
              <a:t> 4</a:t>
            </a:r>
            <a:r>
              <a:rPr lang="ko-KR" altLang="en-US" sz="1100" dirty="0">
                <a:latin typeface="Arial Narrow" panose="020B0606020202030204" pitchFamily="34" charset="0"/>
                <a:ea typeface="LG스마트체 Regular" panose="020B0600000101010101" pitchFamily="50" charset="-127"/>
              </a:rPr>
              <a:t>번의 주요 기능을 정리 </a:t>
            </a:r>
            <a:r>
              <a:rPr lang="en-US" altLang="ko-KR" sz="1100" dirty="0">
                <a:latin typeface="Arial Narrow" panose="020B0606020202030204" pitchFamily="34" charset="0"/>
                <a:ea typeface="LG스마트체 Regular" panose="020B0600000101010101" pitchFamily="50" charset="-127"/>
              </a:rPr>
              <a:t>(</a:t>
            </a:r>
            <a:r>
              <a:rPr lang="ko-KR" altLang="en-US" sz="1100" dirty="0">
                <a:latin typeface="Arial Narrow" panose="020B0606020202030204" pitchFamily="34" charset="0"/>
                <a:ea typeface="LG스마트체 Regular" panose="020B0600000101010101" pitchFamily="50" charset="-127"/>
              </a:rPr>
              <a:t>예를 들어서</a:t>
            </a:r>
            <a:r>
              <a:rPr lang="en-US" altLang="ko-KR" sz="1100" dirty="0">
                <a:latin typeface="Arial Narrow" panose="020B0606020202030204" pitchFamily="34" charset="0"/>
                <a:ea typeface="LG스마트체 Regular" panose="020B0600000101010101" pitchFamily="50" charset="-127"/>
              </a:rPr>
              <a:t>, </a:t>
            </a:r>
            <a:r>
              <a:rPr lang="ko-KR" altLang="en-US" sz="1100" dirty="0">
                <a:latin typeface="Arial Narrow" panose="020B0606020202030204" pitchFamily="34" charset="0"/>
                <a:ea typeface="LG스마트체 Regular" panose="020B0600000101010101" pitchFamily="50" charset="-127"/>
              </a:rPr>
              <a:t>각 템플릿을 넣으면 거기에 맞게 나온다는 식으로</a:t>
            </a:r>
            <a:r>
              <a:rPr lang="en-US" altLang="ko-KR" sz="1100" dirty="0">
                <a:latin typeface="Arial Narrow" panose="020B0606020202030204" pitchFamily="34" charset="0"/>
                <a:ea typeface="LG스마트체 Regular" panose="020B0600000101010101" pitchFamily="50" charset="-127"/>
              </a:rPr>
              <a:t>?)</a:t>
            </a:r>
          </a:p>
        </p:txBody>
      </p:sp>
    </p:spTree>
    <p:extLst>
      <p:ext uri="{BB962C8B-B14F-4D97-AF65-F5344CB8AC3E}">
        <p14:creationId xmlns:p14="http://schemas.microsoft.com/office/powerpoint/2010/main" val="2421731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AE73-A6BD-61B0-DCDB-226C33D77381}"/>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F5043D93-9D2C-D975-5249-25FA0BCD26D7}"/>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시스템 구성 및 운영</a:t>
            </a:r>
          </a:p>
        </p:txBody>
      </p:sp>
      <p:sp>
        <p:nvSpPr>
          <p:cNvPr id="22" name="TextBox 21">
            <a:extLst>
              <a:ext uri="{FF2B5EF4-FFF2-40B4-BE49-F238E27FC236}">
                <a16:creationId xmlns:a16="http://schemas.microsoft.com/office/drawing/2014/main" id="{DC4F29E9-B45D-E7FF-4D33-1A30990C188B}"/>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
        <p:nvSpPr>
          <p:cNvPr id="4" name="TextBox 3">
            <a:extLst>
              <a:ext uri="{FF2B5EF4-FFF2-40B4-BE49-F238E27FC236}">
                <a16:creationId xmlns:a16="http://schemas.microsoft.com/office/drawing/2014/main" id="{A1511913-8EFB-6A2B-3609-2A179689345A}"/>
              </a:ext>
            </a:extLst>
          </p:cNvPr>
          <p:cNvSpPr txBox="1"/>
          <p:nvPr/>
        </p:nvSpPr>
        <p:spPr>
          <a:xfrm>
            <a:off x="175718" y="598138"/>
            <a:ext cx="9730281" cy="330668"/>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i="0" u="none" strike="noStrike" kern="1200" cap="none" spc="0" normalizeH="0" baseline="0" noProof="0" dirty="0">
                <a:ln>
                  <a:noFill/>
                </a:ln>
                <a:solidFill>
                  <a:sysClr val="windowText" lastClr="000000"/>
                </a:solidFill>
                <a:effectLst/>
                <a:uLnTx/>
                <a:uFillTx/>
              </a:rPr>
              <a:t>업무 기록은 </a:t>
            </a:r>
            <a:r>
              <a:rPr kumimoji="0" lang="ko-KR" altLang="en-US" sz="1400" i="0" u="none" strike="noStrike" kern="1200" cap="none" spc="0" normalizeH="0" baseline="0" noProof="0" dirty="0" err="1">
                <a:ln>
                  <a:noFill/>
                </a:ln>
                <a:solidFill>
                  <a:sysClr val="windowText" lastClr="000000"/>
                </a:solidFill>
                <a:effectLst/>
                <a:uLnTx/>
                <a:uFillTx/>
              </a:rPr>
              <a:t>사내망</a:t>
            </a:r>
            <a:r>
              <a:rPr kumimoji="0" lang="ko-KR" altLang="en-US" sz="1400" i="0" u="none" strike="noStrike" kern="1200" cap="none" spc="0" normalizeH="0" baseline="0" noProof="0" dirty="0">
                <a:ln>
                  <a:noFill/>
                </a:ln>
                <a:solidFill>
                  <a:sysClr val="windowText" lastClr="000000"/>
                </a:solidFill>
                <a:effectLst/>
                <a:uLnTx/>
                <a:uFillTx/>
              </a:rPr>
              <a:t> 안에서만 저장</a:t>
            </a:r>
            <a:r>
              <a:rPr kumimoji="0" lang="en-US" altLang="ko-KR" sz="1400" i="0" u="none" strike="noStrike" kern="1200" cap="none" spc="0" normalizeH="0" baseline="0" noProof="0" dirty="0">
                <a:ln>
                  <a:noFill/>
                </a:ln>
                <a:solidFill>
                  <a:sysClr val="windowText" lastClr="000000"/>
                </a:solidFill>
                <a:effectLst/>
                <a:uLnTx/>
                <a:uFillTx/>
              </a:rPr>
              <a:t>·AI </a:t>
            </a:r>
            <a:r>
              <a:rPr kumimoji="0" lang="ko-KR" altLang="en-US" sz="1400" i="0" u="none" strike="noStrike" kern="1200" cap="none" spc="0" normalizeH="0" baseline="0" noProof="0" dirty="0">
                <a:ln>
                  <a:noFill/>
                </a:ln>
                <a:solidFill>
                  <a:sysClr val="windowText" lastClr="000000"/>
                </a:solidFill>
                <a:effectLst/>
                <a:uLnTx/>
                <a:uFillTx/>
              </a:rPr>
              <a:t>요약</a:t>
            </a:r>
            <a:r>
              <a:rPr kumimoji="0" lang="en-US" altLang="ko-KR" sz="1400" i="0" u="none" strike="noStrike" kern="1200" cap="none" spc="0" normalizeH="0" baseline="0" noProof="0" dirty="0">
                <a:ln>
                  <a:noFill/>
                </a:ln>
                <a:solidFill>
                  <a:sysClr val="windowText" lastClr="000000"/>
                </a:solidFill>
                <a:effectLst/>
                <a:uLnTx/>
                <a:uFillTx/>
              </a:rPr>
              <a:t>(EXAONE)</a:t>
            </a:r>
            <a:r>
              <a:rPr kumimoji="0" lang="ko-KR" altLang="en-US" sz="1400" i="0" u="none" strike="noStrike" kern="1200" cap="none" spc="0" normalizeH="0" baseline="0" noProof="0" dirty="0">
                <a:ln>
                  <a:noFill/>
                </a:ln>
                <a:solidFill>
                  <a:sysClr val="windowText" lastClr="000000"/>
                </a:solidFill>
                <a:effectLst/>
                <a:uLnTx/>
                <a:uFillTx/>
              </a:rPr>
              <a:t>되며</a:t>
            </a:r>
            <a:r>
              <a:rPr kumimoji="0" lang="en-US" altLang="ko-KR" sz="1400" i="0" u="none" strike="noStrike" kern="1200" cap="none" spc="0" normalizeH="0" baseline="0" noProof="0" dirty="0">
                <a:ln>
                  <a:noFill/>
                </a:ln>
                <a:solidFill>
                  <a:sysClr val="windowText" lastClr="000000"/>
                </a:solidFill>
                <a:effectLst/>
                <a:uLnTx/>
                <a:uFillTx/>
              </a:rPr>
              <a:t>, 2TB </a:t>
            </a:r>
            <a:r>
              <a:rPr kumimoji="0" lang="ko-KR" altLang="en-US" sz="1400" i="0" u="none" strike="noStrike" kern="1200" cap="none" spc="0" normalizeH="0" baseline="0" noProof="0" dirty="0">
                <a:ln>
                  <a:noFill/>
                </a:ln>
                <a:solidFill>
                  <a:sysClr val="windowText" lastClr="000000"/>
                </a:solidFill>
                <a:effectLst/>
                <a:uLnTx/>
                <a:uFillTx/>
              </a:rPr>
              <a:t>저장 공간으로 </a:t>
            </a:r>
            <a:r>
              <a:rPr kumimoji="0" lang="en-US" altLang="ko-KR" sz="1400" i="0" u="none" strike="noStrike" kern="1200" cap="none" spc="0" normalizeH="0" baseline="0" noProof="0" dirty="0">
                <a:ln>
                  <a:noFill/>
                </a:ln>
                <a:solidFill>
                  <a:sysClr val="windowText" lastClr="000000"/>
                </a:solidFill>
                <a:effectLst/>
                <a:uLnTx/>
                <a:uFillTx/>
              </a:rPr>
              <a:t>200</a:t>
            </a:r>
            <a:r>
              <a:rPr kumimoji="0" lang="ko-KR" altLang="en-US" sz="1400" i="0" u="none" strike="noStrike" kern="1200" cap="none" spc="0" normalizeH="0" baseline="0" noProof="0" dirty="0">
                <a:ln>
                  <a:noFill/>
                </a:ln>
                <a:solidFill>
                  <a:sysClr val="windowText" lastClr="000000"/>
                </a:solidFill>
                <a:effectLst/>
                <a:uLnTx/>
                <a:uFillTx/>
              </a:rPr>
              <a:t>명 기준 약 </a:t>
            </a:r>
            <a:r>
              <a:rPr kumimoji="0" lang="en-US" altLang="ko-KR" sz="1400" i="0" u="none" strike="noStrike" kern="1200" cap="none" spc="0" normalizeH="0" baseline="0" noProof="0" dirty="0">
                <a:ln>
                  <a:noFill/>
                </a:ln>
                <a:solidFill>
                  <a:sysClr val="windowText" lastClr="000000"/>
                </a:solidFill>
                <a:effectLst/>
                <a:uLnTx/>
                <a:uFillTx/>
              </a:rPr>
              <a:t>2.8</a:t>
            </a:r>
            <a:r>
              <a:rPr kumimoji="0" lang="ko-KR" altLang="en-US" sz="1400" i="0" u="none" strike="noStrike" kern="1200" cap="none" spc="0" normalizeH="0" baseline="0" noProof="0" dirty="0">
                <a:ln>
                  <a:noFill/>
                </a:ln>
                <a:solidFill>
                  <a:sysClr val="windowText" lastClr="000000"/>
                </a:solidFill>
                <a:effectLst/>
                <a:uLnTx/>
                <a:uFillTx/>
              </a:rPr>
              <a:t>년 적재가 가능합니다</a:t>
            </a:r>
            <a:r>
              <a:rPr kumimoji="0" lang="en-US" altLang="ko-KR" sz="1400" i="0" u="none" strike="noStrike" kern="1200" cap="none" spc="0" normalizeH="0" baseline="0" noProof="0" dirty="0">
                <a:ln>
                  <a:noFill/>
                </a:ln>
                <a:solidFill>
                  <a:sysClr val="windowText" lastClr="000000"/>
                </a:solidFill>
                <a:effectLst/>
                <a:uLnTx/>
                <a:uFillTx/>
              </a:rPr>
              <a:t>.</a:t>
            </a:r>
          </a:p>
        </p:txBody>
      </p:sp>
      <p:sp>
        <p:nvSpPr>
          <p:cNvPr id="94" name="box1-users">
            <a:extLst>
              <a:ext uri="{FF2B5EF4-FFF2-40B4-BE49-F238E27FC236}">
                <a16:creationId xmlns:a16="http://schemas.microsoft.com/office/drawing/2014/main" id="{46C51D1B-2827-B576-5A75-FDB98CA3126E}"/>
              </a:ext>
            </a:extLst>
          </p:cNvPr>
          <p:cNvSpPr/>
          <p:nvPr/>
        </p:nvSpPr>
        <p:spPr>
          <a:xfrm>
            <a:off x="1447643" y="1312969"/>
            <a:ext cx="1600200" cy="2478895"/>
          </a:xfrm>
          <a:prstGeom prst="roundRect">
            <a:avLst>
              <a:gd name="adj" fmla="val 4571"/>
            </a:avLst>
          </a:prstGeom>
          <a:solidFill>
            <a:srgbClr val="F7F7F7"/>
          </a:solidFill>
          <a:ln w="15875">
            <a:solidFill>
              <a:srgbClr val="595959"/>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5" name="icon-users">
            <a:extLst>
              <a:ext uri="{FF2B5EF4-FFF2-40B4-BE49-F238E27FC236}">
                <a16:creationId xmlns:a16="http://schemas.microsoft.com/office/drawing/2014/main" id="{543FA35B-ED4B-5FF2-8584-03CA52C1F597}"/>
              </a:ext>
            </a:extLst>
          </p:cNvPr>
          <p:cNvSpPr/>
          <p:nvPr/>
        </p:nvSpPr>
        <p:spPr>
          <a:xfrm>
            <a:off x="1950563" y="1866618"/>
            <a:ext cx="594360" cy="594360"/>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6" name="TextBox 95">
            <a:extLst>
              <a:ext uri="{FF2B5EF4-FFF2-40B4-BE49-F238E27FC236}">
                <a16:creationId xmlns:a16="http://schemas.microsoft.com/office/drawing/2014/main" id="{89AF8974-4D61-092F-73BD-E87D81ED5711}"/>
              </a:ext>
            </a:extLst>
          </p:cNvPr>
          <p:cNvSpPr txBox="1"/>
          <p:nvPr/>
        </p:nvSpPr>
        <p:spPr>
          <a:xfrm>
            <a:off x="1493363" y="2479266"/>
            <a:ext cx="1508760" cy="777240"/>
          </a:xfrm>
          <a:prstGeom prst="rect">
            <a:avLst/>
          </a:prstGeom>
          <a:noFill/>
        </p:spPr>
        <p:txBody>
          <a:bodyPr wrap="square" lIns="0" tIns="18288" rIns="0" bIns="18288" anchor="t">
            <a:noAutofit/>
          </a:bodyPr>
          <a:lstStyle/>
          <a:p>
            <a:pPr algn="ctr"/>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구성원</a:t>
            </a:r>
          </a:p>
          <a:p>
            <a:pPr algn="ctr"/>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(사내망)</a:t>
            </a:r>
          </a:p>
          <a:p>
            <a:pPr algn="ctr"/>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브라우저로 접속</a:t>
            </a:r>
          </a:p>
        </p:txBody>
      </p:sp>
      <p:sp>
        <p:nvSpPr>
          <p:cNvPr id="97" name="box2-server">
            <a:extLst>
              <a:ext uri="{FF2B5EF4-FFF2-40B4-BE49-F238E27FC236}">
                <a16:creationId xmlns:a16="http://schemas.microsoft.com/office/drawing/2014/main" id="{B83082FF-726C-8A85-342D-63B67BA2028A}"/>
              </a:ext>
            </a:extLst>
          </p:cNvPr>
          <p:cNvSpPr/>
          <p:nvPr/>
        </p:nvSpPr>
        <p:spPr>
          <a:xfrm>
            <a:off x="3916523" y="1312970"/>
            <a:ext cx="2606040" cy="2479550"/>
          </a:xfrm>
          <a:prstGeom prst="roundRect">
            <a:avLst>
              <a:gd name="adj" fmla="val 4210"/>
            </a:avLst>
          </a:prstGeom>
          <a:noFill/>
          <a:ln w="22225">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8" name="icon-building">
            <a:extLst>
              <a:ext uri="{FF2B5EF4-FFF2-40B4-BE49-F238E27FC236}">
                <a16:creationId xmlns:a16="http://schemas.microsoft.com/office/drawing/2014/main" id="{8FC537CE-FE97-198B-16A2-AA0EB736E987}"/>
              </a:ext>
            </a:extLst>
          </p:cNvPr>
          <p:cNvSpPr/>
          <p:nvPr/>
        </p:nvSpPr>
        <p:spPr>
          <a:xfrm>
            <a:off x="4035395" y="1422698"/>
            <a:ext cx="384048" cy="384048"/>
          </a:xfrm>
          <a:custGeom>
            <a:avLst/>
            <a:gdLst/>
            <a:ahLst/>
            <a:cxnLst/>
            <a:rect l="0" t="0" r="r" b="b"/>
            <a:pathLst>
              <a:path w="24000" h="24000" fill="none">
                <a:moveTo>
                  <a:pt x="3000" y="21000"/>
                </a:moveTo>
                <a:lnTo>
                  <a:pt x="21000" y="21000"/>
                </a:lnTo>
              </a:path>
              <a:path w="24000" h="24000" fill="none">
                <a:moveTo>
                  <a:pt x="5000" y="21000"/>
                </a:moveTo>
                <a:lnTo>
                  <a:pt x="5000" y="9000"/>
                </a:lnTo>
                <a:lnTo>
                  <a:pt x="10000" y="13000"/>
                </a:lnTo>
                <a:lnTo>
                  <a:pt x="10000" y="9000"/>
                </a:lnTo>
                <a:lnTo>
                  <a:pt x="15000" y="13000"/>
                </a:lnTo>
                <a:lnTo>
                  <a:pt x="19000" y="13000"/>
                </a:lnTo>
              </a:path>
              <a:path w="24000" h="24000" fill="none">
                <a:moveTo>
                  <a:pt x="19000" y="21000"/>
                </a:moveTo>
                <a:lnTo>
                  <a:pt x="19000" y="13000"/>
                </a:lnTo>
                <a:lnTo>
                  <a:pt x="17564" y="3426"/>
                </a:lnTo>
                <a:cubicBezTo>
                  <a:pt x="17527" y="3181"/>
                  <a:pt x="17317" y="3000"/>
                  <a:pt x="17069" y="3000"/>
                </a:cubicBezTo>
                <a:lnTo>
                  <a:pt x="15924" y="3000"/>
                </a:lnTo>
                <a:cubicBezTo>
                  <a:pt x="15679" y="3000"/>
                  <a:pt x="15470" y="3177"/>
                  <a:pt x="15430" y="3418"/>
                </a:cubicBezTo>
                <a:lnTo>
                  <a:pt x="14000" y="12000"/>
                </a:lnTo>
              </a:path>
              <a:path w="24000" h="24000" fill="none">
                <a:moveTo>
                  <a:pt x="9000" y="17000"/>
                </a:moveTo>
                <a:lnTo>
                  <a:pt x="10000" y="17000"/>
                </a:lnTo>
              </a:path>
              <a:path w="24000" h="24000" fill="none">
                <a:moveTo>
                  <a:pt x="14000" y="17000"/>
                </a:moveTo>
                <a:lnTo>
                  <a:pt x="15000" y="170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99" name="TextBox 98">
            <a:extLst>
              <a:ext uri="{FF2B5EF4-FFF2-40B4-BE49-F238E27FC236}">
                <a16:creationId xmlns:a16="http://schemas.microsoft.com/office/drawing/2014/main" id="{AB901111-2A98-891C-FBA7-104502BB4FB1}"/>
              </a:ext>
            </a:extLst>
          </p:cNvPr>
          <p:cNvSpPr txBox="1"/>
          <p:nvPr/>
        </p:nvSpPr>
        <p:spPr>
          <a:xfrm>
            <a:off x="4510883" y="1404410"/>
            <a:ext cx="1965960" cy="457200"/>
          </a:xfrm>
          <a:prstGeom prst="rect">
            <a:avLst/>
          </a:prstGeom>
          <a:noFill/>
        </p:spPr>
        <p:txBody>
          <a:bodyPr wrap="square" lIns="0" tIns="18288" rIns="0" bIns="18288" anchor="t">
            <a:noAutofit/>
          </a:bodyPr>
          <a:lstStyle/>
          <a:p>
            <a:pPr algn="l"/>
            <a:r>
              <a:rPr lang="ko-KR" altLang="en-US" sz="1200" b="1" i="0" dirty="0">
                <a:solidFill>
                  <a:srgbClr val="1F3864"/>
                </a:solidFill>
                <a:latin typeface="Arial Narrow" panose="020B0606020202030204" pitchFamily="34" charset="0"/>
                <a:ea typeface="LG스마트체 Regular" panose="020B0600000101010101" pitchFamily="50" charset="-127"/>
                <a:cs typeface="LG스마트체 Regular"/>
              </a:rPr>
              <a:t>사내 서버</a:t>
            </a:r>
          </a:p>
          <a:p>
            <a:pPr algn="l"/>
            <a:r>
              <a:rPr lang="ko-KR" altLang="en-US" sz="1000" b="0" i="0" dirty="0">
                <a:solidFill>
                  <a:srgbClr val="595959"/>
                </a:solidFill>
                <a:latin typeface="Arial Narrow" panose="020B0606020202030204" pitchFamily="34" charset="0"/>
                <a:ea typeface="LG스마트체 Regular" panose="020B0600000101010101" pitchFamily="50" charset="-127"/>
                <a:cs typeface="LG스마트체 Regular"/>
              </a:rPr>
              <a:t>DAVINCI </a:t>
            </a:r>
            <a:r>
              <a:rPr lang="ko-KR" altLang="en-US" sz="1000" b="0" i="0" dirty="0" err="1">
                <a:solidFill>
                  <a:srgbClr val="595959"/>
                </a:solidFill>
                <a:latin typeface="Arial Narrow" panose="020B0606020202030204" pitchFamily="34" charset="0"/>
                <a:ea typeface="LG스마트체 Regular" panose="020B0600000101010101" pitchFamily="50" charset="-127"/>
                <a:cs typeface="LG스마트체 Regular"/>
              </a:rPr>
              <a:t>Sandbox</a:t>
            </a:r>
            <a:endParaRPr lang="ko-KR" altLang="en-US" sz="1000" b="0" i="0" dirty="0">
              <a:solidFill>
                <a:srgbClr val="595959"/>
              </a:solidFill>
              <a:latin typeface="Arial Narrow" panose="020B0606020202030204" pitchFamily="34" charset="0"/>
              <a:ea typeface="LG스마트체 Regular" panose="020B0600000101010101" pitchFamily="50" charset="-127"/>
              <a:cs typeface="LG스마트체 Regular"/>
            </a:endParaRPr>
          </a:p>
        </p:txBody>
      </p:sp>
      <p:sp>
        <p:nvSpPr>
          <p:cNvPr id="102" name="chip-server-alloc">
            <a:extLst>
              <a:ext uri="{FF2B5EF4-FFF2-40B4-BE49-F238E27FC236}">
                <a16:creationId xmlns:a16="http://schemas.microsoft.com/office/drawing/2014/main" id="{3DA76E2E-6491-9A90-1E92-2B33FC13A49E}"/>
              </a:ext>
            </a:extLst>
          </p:cNvPr>
          <p:cNvSpPr/>
          <p:nvPr/>
        </p:nvSpPr>
        <p:spPr>
          <a:xfrm>
            <a:off x="4035395" y="1906568"/>
            <a:ext cx="2377440" cy="438912"/>
          </a:xfrm>
          <a:prstGeom prst="roundRect">
            <a:avLst>
              <a:gd name="adj" fmla="val 10416"/>
            </a:avLst>
          </a:prstGeom>
          <a:solidFill>
            <a:srgbClr val="FFF5EB"/>
          </a:solidFill>
          <a:ln w="12700">
            <a:solidFill>
              <a:srgbClr val="C55A11"/>
            </a:solidFill>
            <a:prstDash val="dash"/>
          </a:ln>
          <a:effectLst/>
        </p:spPr>
        <p:txBody>
          <a:bodyPr wrap="square" lIns="64008" tIns="18288" rIns="64008" bIns="18288" rtlCol="0" anchor="ctr">
            <a:noAutofit/>
          </a:bodyPr>
          <a:lstStyle/>
          <a:p>
            <a:pPr algn="l"/>
            <a:r>
              <a:rPr lang="en-US" altLang="ko-KR" sz="1000" dirty="0">
                <a:solidFill>
                  <a:srgbClr val="262626"/>
                </a:solidFill>
                <a:latin typeface="Arial Narrow" panose="020B0606020202030204" pitchFamily="34" charset="0"/>
                <a:ea typeface="LG스마트체 Regular" panose="020B0600000101010101" pitchFamily="50" charset="-127"/>
              </a:rPr>
              <a:t>CPU</a:t>
            </a:r>
            <a:r>
              <a:rPr lang="ko-KR" altLang="en-US" sz="1000" dirty="0">
                <a:solidFill>
                  <a:srgbClr val="262626"/>
                </a:solidFill>
                <a:latin typeface="Arial Narrow" panose="020B0606020202030204" pitchFamily="34" charset="0"/>
                <a:ea typeface="LG스마트체 Regular" panose="020B0600000101010101" pitchFamily="50" charset="-127"/>
              </a:rPr>
              <a:t> 8</a:t>
            </a:r>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코어 </a:t>
            </a:r>
            <a:r>
              <a:rPr lang="en-US" altLang="ko-KR" sz="1000" b="0" i="0" dirty="0">
                <a:solidFill>
                  <a:srgbClr val="262626"/>
                </a:solidFill>
                <a:latin typeface="Arial Narrow" panose="020B0606020202030204" pitchFamily="34" charset="0"/>
                <a:ea typeface="LG스마트체 Regular" panose="020B0600000101010101" pitchFamily="50" charset="-127"/>
                <a:cs typeface="LG스마트체 Regular"/>
              </a:rPr>
              <a:t>/ RAM </a:t>
            </a:r>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32GB</a:t>
            </a:r>
          </a:p>
        </p:txBody>
      </p:sp>
      <p:sp>
        <p:nvSpPr>
          <p:cNvPr id="103" name="box3-storage">
            <a:extLst>
              <a:ext uri="{FF2B5EF4-FFF2-40B4-BE49-F238E27FC236}">
                <a16:creationId xmlns:a16="http://schemas.microsoft.com/office/drawing/2014/main" id="{3B937860-E951-6CBF-AF8B-CF4D21FC0076}"/>
              </a:ext>
            </a:extLst>
          </p:cNvPr>
          <p:cNvSpPr/>
          <p:nvPr/>
        </p:nvSpPr>
        <p:spPr>
          <a:xfrm>
            <a:off x="4035395" y="2494934"/>
            <a:ext cx="2377440" cy="1149096"/>
          </a:xfrm>
          <a:prstGeom prst="roundRect">
            <a:avLst>
              <a:gd name="adj" fmla="val 4102"/>
            </a:avLst>
          </a:prstGeom>
          <a:solidFill>
            <a:srgbClr val="EEF2F8"/>
          </a:solidFill>
          <a:ln w="15875">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4" name="icon-database">
            <a:extLst>
              <a:ext uri="{FF2B5EF4-FFF2-40B4-BE49-F238E27FC236}">
                <a16:creationId xmlns:a16="http://schemas.microsoft.com/office/drawing/2014/main" id="{F3BD17FD-CEEA-FB75-0663-40143C467BFD}"/>
              </a:ext>
            </a:extLst>
          </p:cNvPr>
          <p:cNvSpPr/>
          <p:nvPr/>
        </p:nvSpPr>
        <p:spPr>
          <a:xfrm>
            <a:off x="4145123" y="2613806"/>
            <a:ext cx="347472" cy="347472"/>
          </a:xfrm>
          <a:custGeom>
            <a:avLst/>
            <a:gdLst/>
            <a:ahLst/>
            <a:cxnLst/>
            <a:rect l="0" t="0" r="r" b="b"/>
            <a:pathLst>
              <a:path w="24000" h="24000" fill="none">
                <a:moveTo>
                  <a:pt x="12000" y="6000"/>
                </a:moveTo>
                <a:moveTo>
                  <a:pt x="4000" y="6000"/>
                </a:moveTo>
                <a:cubicBezTo>
                  <a:pt x="4000" y="7657"/>
                  <a:pt x="7582" y="9000"/>
                  <a:pt x="12000" y="9000"/>
                </a:cubicBezTo>
                <a:cubicBezTo>
                  <a:pt x="16418" y="9000"/>
                  <a:pt x="20000" y="7657"/>
                  <a:pt x="20000" y="6000"/>
                </a:cubicBezTo>
                <a:cubicBezTo>
                  <a:pt x="20000" y="4343"/>
                  <a:pt x="16418" y="3000"/>
                  <a:pt x="12000" y="3000"/>
                </a:cubicBezTo>
                <a:cubicBezTo>
                  <a:pt x="7582" y="3000"/>
                  <a:pt x="4000" y="4343"/>
                  <a:pt x="4000" y="6000"/>
                </a:cubicBezTo>
              </a:path>
              <a:path w="24000" h="24000" fill="none">
                <a:moveTo>
                  <a:pt x="4000" y="6000"/>
                </a:moveTo>
                <a:lnTo>
                  <a:pt x="4000" y="12000"/>
                </a:lnTo>
                <a:cubicBezTo>
                  <a:pt x="4000" y="13657"/>
                  <a:pt x="7582" y="15000"/>
                  <a:pt x="12000" y="15000"/>
                </a:cubicBezTo>
                <a:cubicBezTo>
                  <a:pt x="16418" y="15000"/>
                  <a:pt x="20000" y="13657"/>
                  <a:pt x="20000" y="12000"/>
                </a:cubicBezTo>
                <a:lnTo>
                  <a:pt x="20000" y="6000"/>
                </a:lnTo>
              </a:path>
              <a:path w="24000" h="24000" fill="none">
                <a:moveTo>
                  <a:pt x="4000" y="12000"/>
                </a:moveTo>
                <a:lnTo>
                  <a:pt x="4000" y="18000"/>
                </a:lnTo>
                <a:cubicBezTo>
                  <a:pt x="4000" y="19657"/>
                  <a:pt x="7582" y="21000"/>
                  <a:pt x="12000" y="21000"/>
                </a:cubicBezTo>
                <a:cubicBezTo>
                  <a:pt x="16418" y="21000"/>
                  <a:pt x="20000" y="19657"/>
                  <a:pt x="20000" y="18000"/>
                </a:cubicBezTo>
                <a:lnTo>
                  <a:pt x="20000" y="120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5" name="TextBox 104">
            <a:extLst>
              <a:ext uri="{FF2B5EF4-FFF2-40B4-BE49-F238E27FC236}">
                <a16:creationId xmlns:a16="http://schemas.microsoft.com/office/drawing/2014/main" id="{02C5DC7D-9764-C7F5-2603-00CCE6D2707C}"/>
              </a:ext>
            </a:extLst>
          </p:cNvPr>
          <p:cNvSpPr txBox="1"/>
          <p:nvPr/>
        </p:nvSpPr>
        <p:spPr>
          <a:xfrm>
            <a:off x="4565747" y="2586374"/>
            <a:ext cx="1810512" cy="475488"/>
          </a:xfrm>
          <a:prstGeom prst="rect">
            <a:avLst/>
          </a:prstGeom>
          <a:noFill/>
        </p:spPr>
        <p:txBody>
          <a:bodyPr wrap="square" lIns="0" tIns="18288" rIns="0" bIns="18288" anchor="t">
            <a:noAutofit/>
          </a:bodyPr>
          <a:lstStyle/>
          <a:p>
            <a:pPr algn="l"/>
            <a:r>
              <a:rPr lang="ko-KR" altLang="en-US" sz="1200" b="1" i="0" dirty="0">
                <a:solidFill>
                  <a:srgbClr val="1F3864"/>
                </a:solidFill>
                <a:latin typeface="Arial Narrow" panose="020B0606020202030204" pitchFamily="34" charset="0"/>
                <a:ea typeface="LG스마트체 Regular" panose="020B0600000101010101" pitchFamily="50" charset="-127"/>
                <a:cs typeface="LG스마트체 Regular"/>
              </a:rPr>
              <a:t>데이터 저장소</a:t>
            </a:r>
          </a:p>
          <a:p>
            <a:pPr algn="l"/>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업무 기록 · 첨부 · 보고서</a:t>
            </a:r>
          </a:p>
        </p:txBody>
      </p:sp>
      <p:sp>
        <p:nvSpPr>
          <p:cNvPr id="108" name="box4-ai">
            <a:extLst>
              <a:ext uri="{FF2B5EF4-FFF2-40B4-BE49-F238E27FC236}">
                <a16:creationId xmlns:a16="http://schemas.microsoft.com/office/drawing/2014/main" id="{E457F129-2ACF-F0BC-93E2-C88C14F10886}"/>
              </a:ext>
            </a:extLst>
          </p:cNvPr>
          <p:cNvSpPr/>
          <p:nvPr/>
        </p:nvSpPr>
        <p:spPr>
          <a:xfrm>
            <a:off x="7254083" y="1309339"/>
            <a:ext cx="1737360" cy="942747"/>
          </a:xfrm>
          <a:prstGeom prst="roundRect">
            <a:avLst>
              <a:gd name="adj" fmla="val 5263"/>
            </a:avLst>
          </a:prstGeom>
          <a:noFill/>
          <a:ln w="15875">
            <a:solidFill>
              <a:srgbClr val="C55A11"/>
            </a:solidFill>
            <a:prstDash val="dash"/>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09" name="icon-ai">
            <a:extLst>
              <a:ext uri="{FF2B5EF4-FFF2-40B4-BE49-F238E27FC236}">
                <a16:creationId xmlns:a16="http://schemas.microsoft.com/office/drawing/2014/main" id="{12704C08-61C5-D7A4-A081-148FABA87809}"/>
              </a:ext>
            </a:extLst>
          </p:cNvPr>
          <p:cNvSpPr/>
          <p:nvPr/>
        </p:nvSpPr>
        <p:spPr>
          <a:xfrm>
            <a:off x="7363811" y="1620131"/>
            <a:ext cx="365760" cy="365760"/>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0" name="TextBox 109">
            <a:extLst>
              <a:ext uri="{FF2B5EF4-FFF2-40B4-BE49-F238E27FC236}">
                <a16:creationId xmlns:a16="http://schemas.microsoft.com/office/drawing/2014/main" id="{82F193CB-10CA-B248-5E74-B52A2DD7A80F}"/>
              </a:ext>
            </a:extLst>
          </p:cNvPr>
          <p:cNvSpPr txBox="1"/>
          <p:nvPr/>
        </p:nvSpPr>
        <p:spPr>
          <a:xfrm>
            <a:off x="7784435" y="1601843"/>
            <a:ext cx="1188720" cy="438912"/>
          </a:xfrm>
          <a:prstGeom prst="rect">
            <a:avLst/>
          </a:prstGeom>
          <a:noFill/>
        </p:spPr>
        <p:txBody>
          <a:bodyPr wrap="square" lIns="0" tIns="18288" rIns="0" bIns="18288" anchor="t">
            <a:noAutofit/>
          </a:bodyPr>
          <a:lstStyle/>
          <a:p>
            <a:pPr algn="l"/>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사내 AI</a:t>
            </a:r>
          </a:p>
          <a:p>
            <a:pPr algn="l"/>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(EXAONE)</a:t>
            </a:r>
          </a:p>
        </p:txBody>
      </p:sp>
      <p:sp>
        <p:nvSpPr>
          <p:cNvPr id="113" name="box5-backup">
            <a:extLst>
              <a:ext uri="{FF2B5EF4-FFF2-40B4-BE49-F238E27FC236}">
                <a16:creationId xmlns:a16="http://schemas.microsoft.com/office/drawing/2014/main" id="{A608B661-6F8F-1F94-02AE-0EB3F7C0D9B7}"/>
              </a:ext>
            </a:extLst>
          </p:cNvPr>
          <p:cNvSpPr/>
          <p:nvPr/>
        </p:nvSpPr>
        <p:spPr>
          <a:xfrm>
            <a:off x="7254083" y="2703729"/>
            <a:ext cx="1737360" cy="1088135"/>
          </a:xfrm>
          <a:prstGeom prst="roundRect">
            <a:avLst>
              <a:gd name="adj" fmla="val 5714"/>
            </a:avLst>
          </a:prstGeom>
          <a:solidFill>
            <a:srgbClr val="FFF5EB"/>
          </a:solidFill>
          <a:ln w="15875">
            <a:solidFill>
              <a:srgbClr val="C55A11"/>
            </a:solidFill>
            <a:prstDash val="dash"/>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4" name="icon-backup">
            <a:extLst>
              <a:ext uri="{FF2B5EF4-FFF2-40B4-BE49-F238E27FC236}">
                <a16:creationId xmlns:a16="http://schemas.microsoft.com/office/drawing/2014/main" id="{4198DD0E-37DD-2982-F908-5E71FE3FE7A1}"/>
              </a:ext>
            </a:extLst>
          </p:cNvPr>
          <p:cNvSpPr/>
          <p:nvPr/>
        </p:nvSpPr>
        <p:spPr>
          <a:xfrm>
            <a:off x="7363811" y="2804313"/>
            <a:ext cx="365760" cy="365760"/>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595959"/>
          </a:solidFill>
          <a:ln>
            <a:noFill/>
          </a:ln>
          <a:effectLst/>
        </p:spPr>
        <p:txBody>
          <a:bodyPr rtlCol="0" anchor="ctr"/>
          <a:lstStyle/>
          <a:p>
            <a:endParaRPr>
              <a:latin typeface="Arial Narrow" panose="020B0606020202030204" pitchFamily="34" charset="0"/>
              <a:ea typeface="LG스마트체 Regular" panose="020B0600000101010101" pitchFamily="50" charset="-127"/>
            </a:endParaRPr>
          </a:p>
        </p:txBody>
      </p:sp>
      <p:sp>
        <p:nvSpPr>
          <p:cNvPr id="115" name="TextBox 114">
            <a:extLst>
              <a:ext uri="{FF2B5EF4-FFF2-40B4-BE49-F238E27FC236}">
                <a16:creationId xmlns:a16="http://schemas.microsoft.com/office/drawing/2014/main" id="{09F27712-ADEA-5279-26C3-7EECB5763995}"/>
              </a:ext>
            </a:extLst>
          </p:cNvPr>
          <p:cNvSpPr txBox="1"/>
          <p:nvPr/>
        </p:nvSpPr>
        <p:spPr>
          <a:xfrm>
            <a:off x="7784435" y="2786025"/>
            <a:ext cx="1188720" cy="438912"/>
          </a:xfrm>
          <a:prstGeom prst="rect">
            <a:avLst/>
          </a:prstGeom>
          <a:noFill/>
        </p:spPr>
        <p:txBody>
          <a:bodyPr wrap="square" lIns="0" tIns="18288" rIns="0" bIns="18288" anchor="t">
            <a:noAutofit/>
          </a:bodyPr>
          <a:lstStyle/>
          <a:p>
            <a:pPr algn="l"/>
            <a:r>
              <a:rPr lang="ko-KR" altLang="en-US" sz="1200" b="1" i="0">
                <a:solidFill>
                  <a:srgbClr val="262626"/>
                </a:solidFill>
                <a:latin typeface="Arial Narrow" panose="020B0606020202030204" pitchFamily="34" charset="0"/>
                <a:ea typeface="LG스마트체 Regular" panose="020B0600000101010101" pitchFamily="50" charset="-127"/>
                <a:cs typeface="LG스마트체 Regular"/>
              </a:rPr>
              <a:t>백업 보관함</a:t>
            </a:r>
          </a:p>
          <a:p>
            <a:pPr algn="l"/>
            <a:r>
              <a:rPr lang="ko-KR" altLang="en-US" sz="1000" b="0" i="0">
                <a:solidFill>
                  <a:srgbClr val="595959"/>
                </a:solidFill>
                <a:latin typeface="Arial Narrow" panose="020B0606020202030204" pitchFamily="34" charset="0"/>
                <a:ea typeface="LG스마트체 Regular" panose="020B0600000101010101" pitchFamily="50" charset="-127"/>
                <a:cs typeface="LG스마트체 Regular"/>
              </a:rPr>
              <a:t>(NAS)</a:t>
            </a:r>
          </a:p>
        </p:txBody>
      </p:sp>
      <p:sp>
        <p:nvSpPr>
          <p:cNvPr id="116" name="chip-nas">
            <a:extLst>
              <a:ext uri="{FF2B5EF4-FFF2-40B4-BE49-F238E27FC236}">
                <a16:creationId xmlns:a16="http://schemas.microsoft.com/office/drawing/2014/main" id="{A478952D-E5CF-BDFF-2E96-805A5AADC443}"/>
              </a:ext>
            </a:extLst>
          </p:cNvPr>
          <p:cNvSpPr/>
          <p:nvPr/>
        </p:nvSpPr>
        <p:spPr>
          <a:xfrm>
            <a:off x="7345523" y="3260751"/>
            <a:ext cx="1554480" cy="438912"/>
          </a:xfrm>
          <a:prstGeom prst="roundRect">
            <a:avLst>
              <a:gd name="adj" fmla="val 5102"/>
            </a:avLst>
          </a:prstGeom>
          <a:solidFill>
            <a:srgbClr val="FFF5EB"/>
          </a:solidFill>
          <a:ln w="12700">
            <a:solidFill>
              <a:srgbClr val="C55A11"/>
            </a:solidFill>
            <a:prstDash val="dash"/>
          </a:ln>
          <a:effectLst/>
        </p:spPr>
        <p:txBody>
          <a:bodyPr wrap="square" lIns="64008" tIns="18288" rIns="64008" bIns="18288" rtlCol="0" anchor="ctr">
            <a:noAutofit/>
          </a:bodyPr>
          <a:lstStyle/>
          <a:p>
            <a:pPr algn="l"/>
            <a:r>
              <a:rPr lang="ko-KR" altLang="en-US" sz="1000" b="0" i="0" dirty="0">
                <a:solidFill>
                  <a:srgbClr val="262626"/>
                </a:solidFill>
                <a:latin typeface="Arial Narrow" panose="020B0606020202030204" pitchFamily="34" charset="0"/>
                <a:ea typeface="LG스마트체 Regular" panose="020B0600000101010101" pitchFamily="50" charset="-127"/>
                <a:cs typeface="LG스마트체 Regular"/>
              </a:rPr>
              <a:t>2TB · 1년 보관</a:t>
            </a:r>
          </a:p>
        </p:txBody>
      </p:sp>
      <p:cxnSp>
        <p:nvCxnSpPr>
          <p:cNvPr id="117" name="flow1-input">
            <a:extLst>
              <a:ext uri="{FF2B5EF4-FFF2-40B4-BE49-F238E27FC236}">
                <a16:creationId xmlns:a16="http://schemas.microsoft.com/office/drawing/2014/main" id="{FAE5305E-4A30-F3B5-BA4E-CCCF5D95526A}"/>
              </a:ext>
            </a:extLst>
          </p:cNvPr>
          <p:cNvCxnSpPr/>
          <p:nvPr/>
        </p:nvCxnSpPr>
        <p:spPr>
          <a:xfrm>
            <a:off x="3047843" y="2036870"/>
            <a:ext cx="868680" cy="0"/>
          </a:xfrm>
          <a:prstGeom prst="line">
            <a:avLst/>
          </a:prstGeom>
          <a:ln w="19050">
            <a:solidFill>
              <a:srgbClr val="1F3864"/>
            </a:solidFill>
            <a:tailEnd type="triangle" w="med" len="med"/>
          </a:ln>
        </p:spPr>
      </p:cxnSp>
      <p:sp>
        <p:nvSpPr>
          <p:cNvPr id="118" name="badge-1">
            <a:extLst>
              <a:ext uri="{FF2B5EF4-FFF2-40B4-BE49-F238E27FC236}">
                <a16:creationId xmlns:a16="http://schemas.microsoft.com/office/drawing/2014/main" id="{B2DDAE4E-EA6B-165A-D186-C3FC10E4EAC7}"/>
              </a:ext>
            </a:extLst>
          </p:cNvPr>
          <p:cNvSpPr/>
          <p:nvPr/>
        </p:nvSpPr>
        <p:spPr>
          <a:xfrm>
            <a:off x="3345023" y="189971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1</a:t>
            </a:r>
          </a:p>
        </p:txBody>
      </p:sp>
      <p:sp>
        <p:nvSpPr>
          <p:cNvPr id="119" name="TextBox 118">
            <a:extLst>
              <a:ext uri="{FF2B5EF4-FFF2-40B4-BE49-F238E27FC236}">
                <a16:creationId xmlns:a16="http://schemas.microsoft.com/office/drawing/2014/main" id="{F6564399-337B-AC8D-0B91-9550A56F31DC}"/>
              </a:ext>
            </a:extLst>
          </p:cNvPr>
          <p:cNvSpPr txBox="1"/>
          <p:nvPr/>
        </p:nvSpPr>
        <p:spPr>
          <a:xfrm>
            <a:off x="3066131" y="1643678"/>
            <a:ext cx="832104" cy="219456"/>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기록 입력</a:t>
            </a:r>
          </a:p>
        </p:txBody>
      </p:sp>
      <p:cxnSp>
        <p:nvCxnSpPr>
          <p:cNvPr id="121" name="flow3-report">
            <a:extLst>
              <a:ext uri="{FF2B5EF4-FFF2-40B4-BE49-F238E27FC236}">
                <a16:creationId xmlns:a16="http://schemas.microsoft.com/office/drawing/2014/main" id="{0FF8484C-FEDF-1B35-F068-DD32E88551A4}"/>
              </a:ext>
            </a:extLst>
          </p:cNvPr>
          <p:cNvCxnSpPr/>
          <p:nvPr/>
        </p:nvCxnSpPr>
        <p:spPr>
          <a:xfrm flipH="1">
            <a:off x="3047843" y="2905550"/>
            <a:ext cx="868680" cy="0"/>
          </a:xfrm>
          <a:prstGeom prst="line">
            <a:avLst/>
          </a:prstGeom>
          <a:ln w="19050">
            <a:solidFill>
              <a:srgbClr val="1F3864"/>
            </a:solidFill>
            <a:tailEnd type="triangle" w="med" len="med"/>
          </a:ln>
        </p:spPr>
      </p:cxnSp>
      <p:sp>
        <p:nvSpPr>
          <p:cNvPr id="122" name="badge-3">
            <a:extLst>
              <a:ext uri="{FF2B5EF4-FFF2-40B4-BE49-F238E27FC236}">
                <a16:creationId xmlns:a16="http://schemas.microsoft.com/office/drawing/2014/main" id="{551E8514-3E99-BB0E-47FB-7514FC2AD997}"/>
              </a:ext>
            </a:extLst>
          </p:cNvPr>
          <p:cNvSpPr/>
          <p:nvPr/>
        </p:nvSpPr>
        <p:spPr>
          <a:xfrm>
            <a:off x="3345023" y="276839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3</a:t>
            </a:r>
          </a:p>
        </p:txBody>
      </p:sp>
      <p:sp>
        <p:nvSpPr>
          <p:cNvPr id="123" name="TextBox 122">
            <a:extLst>
              <a:ext uri="{FF2B5EF4-FFF2-40B4-BE49-F238E27FC236}">
                <a16:creationId xmlns:a16="http://schemas.microsoft.com/office/drawing/2014/main" id="{8A25481C-95AB-70BE-82B6-2A09E9FA11EA}"/>
              </a:ext>
            </a:extLst>
          </p:cNvPr>
          <p:cNvSpPr txBox="1"/>
          <p:nvPr/>
        </p:nvSpPr>
        <p:spPr>
          <a:xfrm>
            <a:off x="3066131" y="3060998"/>
            <a:ext cx="832104" cy="384048"/>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보고서</a:t>
            </a:r>
          </a:p>
          <a:p>
            <a:pPr algn="ctr"/>
            <a:r>
              <a:rPr lang="ko-KR" altLang="en-US" sz="1000" b="1" i="0" dirty="0" err="1">
                <a:latin typeface="Arial Narrow" panose="020B0606020202030204" pitchFamily="34" charset="0"/>
                <a:ea typeface="LG스마트체 Regular" panose="020B0600000101010101" pitchFamily="50" charset="-127"/>
                <a:cs typeface="LG스마트체 Regular"/>
              </a:rPr>
              <a:t>내려받기</a:t>
            </a:r>
            <a:r>
              <a:rPr lang="ko-KR" altLang="en-US" sz="1000" b="1" i="0" dirty="0">
                <a:latin typeface="Arial Narrow" panose="020B0606020202030204" pitchFamily="34" charset="0"/>
                <a:ea typeface="LG스마트체 Regular" panose="020B0600000101010101" pitchFamily="50" charset="-127"/>
                <a:cs typeface="LG스마트체 Regular"/>
              </a:rPr>
              <a:t>(PPT)</a:t>
            </a:r>
          </a:p>
        </p:txBody>
      </p:sp>
      <p:cxnSp>
        <p:nvCxnSpPr>
          <p:cNvPr id="124" name="flow2-ai">
            <a:extLst>
              <a:ext uri="{FF2B5EF4-FFF2-40B4-BE49-F238E27FC236}">
                <a16:creationId xmlns:a16="http://schemas.microsoft.com/office/drawing/2014/main" id="{2523DCC8-602F-60C2-AAFF-C22236CA9D9D}"/>
              </a:ext>
            </a:extLst>
          </p:cNvPr>
          <p:cNvCxnSpPr/>
          <p:nvPr/>
        </p:nvCxnSpPr>
        <p:spPr>
          <a:xfrm>
            <a:off x="6522563" y="1799128"/>
            <a:ext cx="731520" cy="0"/>
          </a:xfrm>
          <a:prstGeom prst="line">
            <a:avLst/>
          </a:prstGeom>
          <a:ln w="19050">
            <a:solidFill>
              <a:srgbClr val="1F3864"/>
            </a:solidFill>
            <a:tailEnd type="triangle" w="med" len="med"/>
          </a:ln>
        </p:spPr>
      </p:cxnSp>
      <p:sp>
        <p:nvSpPr>
          <p:cNvPr id="125" name="badge-2">
            <a:extLst>
              <a:ext uri="{FF2B5EF4-FFF2-40B4-BE49-F238E27FC236}">
                <a16:creationId xmlns:a16="http://schemas.microsoft.com/office/drawing/2014/main" id="{22F7E707-FB3A-8ADD-0E98-FABDD3B4FDF6}"/>
              </a:ext>
            </a:extLst>
          </p:cNvPr>
          <p:cNvSpPr/>
          <p:nvPr/>
        </p:nvSpPr>
        <p:spPr>
          <a:xfrm>
            <a:off x="6751163" y="1661968"/>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2</a:t>
            </a:r>
          </a:p>
        </p:txBody>
      </p:sp>
      <p:sp>
        <p:nvSpPr>
          <p:cNvPr id="126" name="TextBox 125">
            <a:extLst>
              <a:ext uri="{FF2B5EF4-FFF2-40B4-BE49-F238E27FC236}">
                <a16:creationId xmlns:a16="http://schemas.microsoft.com/office/drawing/2014/main" id="{EF47913F-52CE-A3DC-9E86-39DFE0A01BBC}"/>
              </a:ext>
            </a:extLst>
          </p:cNvPr>
          <p:cNvSpPr txBox="1"/>
          <p:nvPr/>
        </p:nvSpPr>
        <p:spPr>
          <a:xfrm>
            <a:off x="6540851" y="1996559"/>
            <a:ext cx="694944" cy="384048"/>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AI 요약</a:t>
            </a:r>
          </a:p>
          <a:p>
            <a:pPr algn="ctr"/>
            <a:r>
              <a:rPr lang="ko-KR" altLang="en-US" sz="1000" b="1" i="0" dirty="0">
                <a:latin typeface="Arial Narrow" panose="020B0606020202030204" pitchFamily="34" charset="0"/>
                <a:ea typeface="LG스마트체 Regular" panose="020B0600000101010101" pitchFamily="50" charset="-127"/>
                <a:cs typeface="LG스마트체 Regular"/>
              </a:rPr>
              <a:t>요청</a:t>
            </a:r>
          </a:p>
        </p:txBody>
      </p:sp>
      <p:cxnSp>
        <p:nvCxnSpPr>
          <p:cNvPr id="127" name="flow4-backup">
            <a:extLst>
              <a:ext uri="{FF2B5EF4-FFF2-40B4-BE49-F238E27FC236}">
                <a16:creationId xmlns:a16="http://schemas.microsoft.com/office/drawing/2014/main" id="{60EAAE28-9481-904B-53AF-313320BEB82B}"/>
              </a:ext>
            </a:extLst>
          </p:cNvPr>
          <p:cNvCxnSpPr>
            <a:cxnSpLocks/>
          </p:cNvCxnSpPr>
          <p:nvPr/>
        </p:nvCxnSpPr>
        <p:spPr>
          <a:xfrm>
            <a:off x="6412835" y="3042710"/>
            <a:ext cx="841248" cy="0"/>
          </a:xfrm>
          <a:prstGeom prst="line">
            <a:avLst/>
          </a:prstGeom>
          <a:ln w="19050">
            <a:solidFill>
              <a:srgbClr val="1F3864"/>
            </a:solidFill>
            <a:tailEnd type="triangle" w="med" len="med"/>
          </a:ln>
        </p:spPr>
      </p:cxnSp>
      <p:sp>
        <p:nvSpPr>
          <p:cNvPr id="128" name="badge-4">
            <a:extLst>
              <a:ext uri="{FF2B5EF4-FFF2-40B4-BE49-F238E27FC236}">
                <a16:creationId xmlns:a16="http://schemas.microsoft.com/office/drawing/2014/main" id="{A846678F-3C74-DEEA-CFA4-95EB1828E96D}"/>
              </a:ext>
            </a:extLst>
          </p:cNvPr>
          <p:cNvSpPr/>
          <p:nvPr/>
        </p:nvSpPr>
        <p:spPr>
          <a:xfrm>
            <a:off x="6751163" y="2905550"/>
            <a:ext cx="274320" cy="274320"/>
          </a:xfrm>
          <a:prstGeom prst="ellipse">
            <a:avLst/>
          </a:prstGeom>
          <a:solidFill>
            <a:srgbClr val="1F3864"/>
          </a:solidFill>
          <a:ln w="9525">
            <a:solidFill>
              <a:srgbClr val="FFFFFF"/>
            </a:solidFill>
          </a:ln>
          <a:effectLst/>
        </p:spPr>
        <p:txBody>
          <a:bodyPr wrap="square" lIns="0" tIns="0" rIns="0" bIns="0" rtlCol="0" anchor="ctr">
            <a:noAutofit/>
          </a:bodyPr>
          <a:lstStyle/>
          <a:p>
            <a:pPr algn="ctr"/>
            <a:r>
              <a:rPr lang="ko-KR" altLang="en-US" sz="1000" b="1" i="0">
                <a:solidFill>
                  <a:srgbClr val="FFFFFF"/>
                </a:solidFill>
                <a:latin typeface="Arial Narrow" panose="020B0606020202030204" pitchFamily="34" charset="0"/>
                <a:ea typeface="LG스마트체 Regular" panose="020B0600000101010101" pitchFamily="50" charset="-127"/>
                <a:cs typeface="LG스마트체 Regular"/>
              </a:rPr>
              <a:t>4</a:t>
            </a:r>
          </a:p>
        </p:txBody>
      </p:sp>
      <p:sp>
        <p:nvSpPr>
          <p:cNvPr id="129" name="TextBox 128">
            <a:extLst>
              <a:ext uri="{FF2B5EF4-FFF2-40B4-BE49-F238E27FC236}">
                <a16:creationId xmlns:a16="http://schemas.microsoft.com/office/drawing/2014/main" id="{3B000D2E-972F-9CB9-1B94-D1E1890888D8}"/>
              </a:ext>
            </a:extLst>
          </p:cNvPr>
          <p:cNvSpPr txBox="1"/>
          <p:nvPr/>
        </p:nvSpPr>
        <p:spPr>
          <a:xfrm>
            <a:off x="6540851" y="3216446"/>
            <a:ext cx="694944" cy="219456"/>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백업</a:t>
            </a:r>
          </a:p>
        </p:txBody>
      </p:sp>
      <p:sp>
        <p:nvSpPr>
          <p:cNvPr id="130" name="chip-server-alloc">
            <a:extLst>
              <a:ext uri="{FF2B5EF4-FFF2-40B4-BE49-F238E27FC236}">
                <a16:creationId xmlns:a16="http://schemas.microsoft.com/office/drawing/2014/main" id="{199F8608-ACC5-6B59-C9BC-2A1C9ACC0AD3}"/>
              </a:ext>
            </a:extLst>
          </p:cNvPr>
          <p:cNvSpPr/>
          <p:nvPr/>
        </p:nvSpPr>
        <p:spPr>
          <a:xfrm>
            <a:off x="4159220" y="3061862"/>
            <a:ext cx="2129790" cy="438912"/>
          </a:xfrm>
          <a:prstGeom prst="roundRect">
            <a:avLst>
              <a:gd name="adj" fmla="val 10416"/>
            </a:avLst>
          </a:prstGeom>
          <a:solidFill>
            <a:srgbClr val="FFF5EB"/>
          </a:solidFill>
          <a:ln w="12700">
            <a:solidFill>
              <a:srgbClr val="C55A11"/>
            </a:solidFill>
            <a:prstDash val="dash"/>
          </a:ln>
          <a:effectLst/>
        </p:spPr>
        <p:txBody>
          <a:bodyPr wrap="square" lIns="64008" tIns="18288" rIns="64008" bIns="18288" rtlCol="0" anchor="ctr">
            <a:noAutofit/>
          </a:bodyPr>
          <a:lstStyle/>
          <a:p>
            <a:r>
              <a:rPr lang="en-US" altLang="ko-KR" sz="1000" dirty="0">
                <a:solidFill>
                  <a:srgbClr val="262626"/>
                </a:solidFill>
                <a:latin typeface="Arial Narrow" panose="020B0606020202030204" pitchFamily="34" charset="0"/>
                <a:ea typeface="LG스마트체 Regular" panose="020B0600000101010101" pitchFamily="50" charset="-127"/>
              </a:rPr>
              <a:t>DISK </a:t>
            </a:r>
            <a:r>
              <a:rPr lang="en-US" altLang="ko-KR" sz="1000" dirty="0">
                <a:solidFill>
                  <a:srgbClr val="262626"/>
                </a:solidFill>
                <a:latin typeface="Arial Narrow" panose="020B0606020202030204" pitchFamily="34" charset="0"/>
                <a:ea typeface="LG스마트체 Regular" panose="020B0600000101010101" pitchFamily="50" charset="-127"/>
                <a:cs typeface="LG스마트체 Regular"/>
              </a:rPr>
              <a:t>2</a:t>
            </a:r>
            <a:r>
              <a:rPr lang="ko-KR" altLang="en-US" sz="1000" dirty="0">
                <a:solidFill>
                  <a:srgbClr val="262626"/>
                </a:solidFill>
                <a:latin typeface="Arial Narrow" panose="020B0606020202030204" pitchFamily="34" charset="0"/>
                <a:ea typeface="LG스마트체 Regular" panose="020B0600000101010101" pitchFamily="50" charset="-127"/>
                <a:cs typeface="LG스마트체 Regular"/>
              </a:rPr>
              <a:t>TB</a:t>
            </a:r>
          </a:p>
        </p:txBody>
      </p:sp>
      <p:sp>
        <p:nvSpPr>
          <p:cNvPr id="3" name="Rectangle 143">
            <a:extLst>
              <a:ext uri="{FF2B5EF4-FFF2-40B4-BE49-F238E27FC236}">
                <a16:creationId xmlns:a16="http://schemas.microsoft.com/office/drawing/2014/main" id="{01DD4454-E89A-5D7A-ED2F-E19D2BC7048B}"/>
              </a:ext>
            </a:extLst>
          </p:cNvPr>
          <p:cNvSpPr/>
          <p:nvPr/>
        </p:nvSpPr>
        <p:spPr>
          <a:xfrm>
            <a:off x="189765" y="1199470"/>
            <a:ext cx="880000" cy="2683088"/>
          </a:xfrm>
          <a:prstGeom prst="rect">
            <a:avLst/>
          </a:prstGeom>
          <a:solidFill>
            <a:schemeClr val="bg1"/>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ko-KR" altLang="en-US" sz="1200" b="1" dirty="0">
                <a:solidFill>
                  <a:sysClr val="windowText" lastClr="000000"/>
                </a:solidFill>
                <a:latin typeface="Arial Narrow" panose="020B0606020202030204" pitchFamily="34" charset="0"/>
                <a:ea typeface="LG스마트체 Regular" panose="020B0600000101010101" pitchFamily="50" charset="-127"/>
              </a:rPr>
              <a:t>시스템 구성</a:t>
            </a:r>
            <a:endParaRPr lang="en-US" sz="1200" b="1" dirty="0">
              <a:solidFill>
                <a:sysClr val="windowText" lastClr="000000"/>
              </a:solidFill>
              <a:latin typeface="Arial Narrow" panose="020B0606020202030204" pitchFamily="34" charset="0"/>
              <a:ea typeface="LG스마트체 Regular" panose="020B0600000101010101" pitchFamily="50" charset="-127"/>
            </a:endParaRPr>
          </a:p>
        </p:txBody>
      </p:sp>
      <p:graphicFrame>
        <p:nvGraphicFramePr>
          <p:cNvPr id="6" name="capacity-table">
            <a:extLst>
              <a:ext uri="{FF2B5EF4-FFF2-40B4-BE49-F238E27FC236}">
                <a16:creationId xmlns:a16="http://schemas.microsoft.com/office/drawing/2014/main" id="{8D66BEC0-986B-DCB3-95DF-B1285618747C}"/>
              </a:ext>
            </a:extLst>
          </p:cNvPr>
          <p:cNvGraphicFramePr>
            <a:graphicFrameLocks noGrp="1"/>
          </p:cNvGraphicFramePr>
          <p:nvPr>
            <p:extLst>
              <p:ext uri="{D42A27DB-BD31-4B8C-83A1-F6EECF244321}">
                <p14:modId xmlns:p14="http://schemas.microsoft.com/office/powerpoint/2010/main" val="2109000281"/>
              </p:ext>
            </p:extLst>
          </p:nvPr>
        </p:nvGraphicFramePr>
        <p:xfrm>
          <a:off x="6587886" y="5326770"/>
          <a:ext cx="2802319" cy="731520"/>
        </p:xfrm>
        <a:graphic>
          <a:graphicData uri="http://schemas.openxmlformats.org/drawingml/2006/table">
            <a:tbl>
              <a:tblPr>
                <a:tableStyleId>{5C22544A-7EE6-4342-B048-85BDC9FD1C3A}</a:tableStyleId>
              </a:tblPr>
              <a:tblGrid>
                <a:gridCol w="1124141">
                  <a:extLst>
                    <a:ext uri="{9D8B030D-6E8A-4147-A177-3AD203B41FA5}">
                      <a16:colId xmlns:a16="http://schemas.microsoft.com/office/drawing/2014/main" val="20000"/>
                    </a:ext>
                  </a:extLst>
                </a:gridCol>
                <a:gridCol w="1678178">
                  <a:extLst>
                    <a:ext uri="{9D8B030D-6E8A-4147-A177-3AD203B41FA5}">
                      <a16:colId xmlns:a16="http://schemas.microsoft.com/office/drawing/2014/main" val="20001"/>
                    </a:ext>
                  </a:extLst>
                </a:gridCol>
              </a:tblGrid>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월 </a:t>
                      </a:r>
                      <a:r>
                        <a:rPr lang="en-US" altLang="ko-KR" sz="900" b="1" i="0" dirty="0">
                          <a:solidFill>
                            <a:srgbClr val="595959"/>
                          </a:solidFill>
                          <a:latin typeface="Arial Narrow" panose="020B0606020202030204" pitchFamily="34" charset="0"/>
                          <a:ea typeface="LG스마트체 Regular"/>
                          <a:cs typeface="LG스마트체 Regular"/>
                        </a:rPr>
                        <a:t>Worklog </a:t>
                      </a:r>
                      <a:r>
                        <a:rPr lang="ko-KR" altLang="en-US" sz="900" b="1" i="0" dirty="0">
                          <a:solidFill>
                            <a:srgbClr val="595959"/>
                          </a:solidFill>
                          <a:latin typeface="Arial Narrow" panose="020B0606020202030204" pitchFamily="34" charset="0"/>
                          <a:ea typeface="LG스마트체 Regular"/>
                          <a:cs typeface="LG스마트체 Regular"/>
                        </a:rPr>
                        <a:t>용량</a:t>
                      </a:r>
                      <a:r>
                        <a:rPr lang="en-US" altLang="ko-KR" sz="900" b="1" i="0" dirty="0">
                          <a:solidFill>
                            <a:srgbClr val="595959"/>
                          </a:solidFill>
                          <a:latin typeface="Arial Narrow" panose="020B0606020202030204" pitchFamily="34" charset="0"/>
                          <a:ea typeface="LG스마트체 Regular"/>
                          <a:cs typeface="LG스마트체 Regular"/>
                        </a:rPr>
                        <a:t>(</a:t>
                      </a:r>
                      <a:r>
                        <a:rPr lang="ko-KR" altLang="en-US" sz="900" b="1" i="0" dirty="0">
                          <a:solidFill>
                            <a:srgbClr val="595959"/>
                          </a:solidFill>
                          <a:latin typeface="Arial Narrow" panose="020B0606020202030204" pitchFamily="34" charset="0"/>
                          <a:ea typeface="LG스마트체 Regular"/>
                          <a:cs typeface="LG스마트체 Regular"/>
                        </a:rPr>
                        <a:t>인당</a:t>
                      </a:r>
                      <a:r>
                        <a:rPr lang="en-US" altLang="ko-KR" sz="900" b="1" i="0" dirty="0">
                          <a:solidFill>
                            <a:srgbClr val="595959"/>
                          </a:solidFill>
                          <a:latin typeface="Arial Narrow" panose="020B0606020202030204" pitchFamily="34" charset="0"/>
                          <a:ea typeface="LG스마트체 Regular"/>
                          <a:cs typeface="LG스마트체 Regular"/>
                        </a:rPr>
                        <a:t>)</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mpd="sng">
                      <a:solidFill>
                        <a:srgbClr val="D9D9D9"/>
                      </a:solidFill>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3</a:t>
                      </a:r>
                      <a:r>
                        <a:rPr lang="en-US" altLang="ko-KR" sz="900" b="0" i="0" dirty="0">
                          <a:solidFill>
                            <a:srgbClr val="262626"/>
                          </a:solidFill>
                          <a:latin typeface="Arial Narrow" panose="020B0606020202030204" pitchFamily="34" charset="0"/>
                          <a:ea typeface="LG스마트체 Regular"/>
                          <a:cs typeface="LG스마트체 Regular"/>
                        </a:rPr>
                        <a:t>00</a:t>
                      </a:r>
                      <a:r>
                        <a:rPr lang="ko-KR" altLang="en-US" sz="900" b="0" i="0" dirty="0">
                          <a:solidFill>
                            <a:srgbClr val="262626"/>
                          </a:solidFill>
                          <a:latin typeface="Arial Narrow" panose="020B0606020202030204" pitchFamily="34" charset="0"/>
                          <a:ea typeface="LG스마트체 Regular"/>
                          <a:cs typeface="LG스마트체 Regular"/>
                        </a:rPr>
                        <a:t>MB </a:t>
                      </a:r>
                      <a:r>
                        <a:rPr lang="en-US" altLang="ko-KR" sz="900" b="0" i="0" dirty="0">
                          <a:solidFill>
                            <a:srgbClr val="262626"/>
                          </a:solidFill>
                          <a:latin typeface="Arial Narrow" panose="020B0606020202030204" pitchFamily="34" charset="0"/>
                          <a:ea typeface="LG스마트체 Regular"/>
                          <a:cs typeface="LG스마트체 Regular"/>
                        </a:rPr>
                        <a:t>(JSON / </a:t>
                      </a:r>
                      <a:r>
                        <a:rPr lang="ko-KR" altLang="en-US" sz="900" b="0" i="0" dirty="0">
                          <a:solidFill>
                            <a:srgbClr val="262626"/>
                          </a:solidFill>
                          <a:latin typeface="Arial Narrow" panose="020B0606020202030204" pitchFamily="34" charset="0"/>
                          <a:ea typeface="LG스마트체 Regular"/>
                          <a:cs typeface="LG스마트체 Regular"/>
                        </a:rPr>
                        <a:t>이미지 </a:t>
                      </a:r>
                      <a:r>
                        <a:rPr lang="en-US" altLang="ko-KR" sz="900" b="0" i="0" dirty="0">
                          <a:solidFill>
                            <a:srgbClr val="262626"/>
                          </a:solidFill>
                          <a:latin typeface="Arial Narrow" panose="020B0606020202030204" pitchFamily="34" charset="0"/>
                          <a:ea typeface="LG스마트체 Regular"/>
                          <a:cs typeface="LG스마트체 Regular"/>
                        </a:rPr>
                        <a:t>/ CSV / PPT)</a:t>
                      </a:r>
                      <a:endParaRPr lang="ko-KR" altLang="en-US" sz="900" b="0" i="0" dirty="0">
                        <a:solidFill>
                          <a:srgbClr val="262626"/>
                        </a:solidFill>
                        <a:latin typeface="Arial Narrow" panose="020B0606020202030204" pitchFamily="34" charset="0"/>
                        <a:ea typeface="LG스마트체 Regular"/>
                        <a:cs typeface="LG스마트체 Regular"/>
                      </a:endParaRP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mpd="sng">
                      <a:solidFill>
                        <a:srgbClr val="D9D9D9"/>
                      </a:solidFill>
                    </a:lnT>
                    <a:lnB w="6350" cmpd="sng">
                      <a:solidFill>
                        <a:srgbClr val="D9D9D9"/>
                      </a:solidFill>
                    </a:lnB>
                    <a:solidFill>
                      <a:srgbClr val="FFFFFF"/>
                    </a:solidFill>
                  </a:tcPr>
                </a:tc>
                <a:extLst>
                  <a:ext uri="{0D108BD9-81ED-4DB2-BD59-A6C34878D82A}">
                    <a16:rowId xmlns:a16="http://schemas.microsoft.com/office/drawing/2014/main" val="10001"/>
                  </a:ext>
                </a:extLst>
              </a:tr>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200명 </a:t>
                      </a:r>
                      <a:r>
                        <a:rPr lang="ko-KR" altLang="en-US" sz="900" b="1" i="0" dirty="0" err="1">
                          <a:solidFill>
                            <a:srgbClr val="595959"/>
                          </a:solidFill>
                          <a:latin typeface="Arial Narrow" panose="020B0606020202030204" pitchFamily="34" charset="0"/>
                          <a:ea typeface="LG스마트체 Regular"/>
                          <a:cs typeface="LG스마트체 Regular"/>
                        </a:rPr>
                        <a:t>월·연</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월 </a:t>
                      </a:r>
                      <a:r>
                        <a:rPr lang="en-US" altLang="ko-KR" sz="900" b="0" i="0" dirty="0">
                          <a:solidFill>
                            <a:srgbClr val="262626"/>
                          </a:solidFill>
                          <a:latin typeface="Arial Narrow" panose="020B0606020202030204" pitchFamily="34" charset="0"/>
                          <a:ea typeface="LG스마트체 Regular"/>
                          <a:cs typeface="LG스마트체 Regular"/>
                        </a:rPr>
                        <a:t>60</a:t>
                      </a:r>
                      <a:r>
                        <a:rPr lang="ko-KR" altLang="en-US" sz="900" b="0" i="0" dirty="0">
                          <a:solidFill>
                            <a:srgbClr val="262626"/>
                          </a:solidFill>
                          <a:latin typeface="Arial Narrow" panose="020B0606020202030204" pitchFamily="34" charset="0"/>
                          <a:ea typeface="LG스마트체 Regular"/>
                          <a:cs typeface="LG스마트체 Regular"/>
                        </a:rPr>
                        <a:t>GB · 연 약 </a:t>
                      </a:r>
                      <a:r>
                        <a:rPr lang="en-US" altLang="ko-KR" sz="900" b="0" i="0" dirty="0">
                          <a:solidFill>
                            <a:srgbClr val="262626"/>
                          </a:solidFill>
                          <a:latin typeface="Arial Narrow" panose="020B0606020202030204" pitchFamily="34" charset="0"/>
                          <a:ea typeface="LG스마트체 Regular"/>
                          <a:cs typeface="LG스마트체 Regular"/>
                        </a:rPr>
                        <a:t>720</a:t>
                      </a:r>
                      <a:r>
                        <a:rPr lang="ko-KR" altLang="en-US" sz="900" b="0" i="0" dirty="0">
                          <a:solidFill>
                            <a:srgbClr val="262626"/>
                          </a:solidFill>
                          <a:latin typeface="Arial Narrow" panose="020B0606020202030204" pitchFamily="34" charset="0"/>
                          <a:ea typeface="LG스마트체 Regular"/>
                          <a:cs typeface="LG스마트체 Regular"/>
                        </a:rPr>
                        <a:t>GB</a:t>
                      </a: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652653801"/>
                  </a:ext>
                </a:extLst>
              </a:tr>
              <a:tr h="113171">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저장 공간 </a:t>
                      </a:r>
                      <a:r>
                        <a:rPr lang="en-US" altLang="ko-KR" sz="900" b="1" i="0" dirty="0">
                          <a:solidFill>
                            <a:srgbClr val="595959"/>
                          </a:solidFill>
                          <a:latin typeface="Arial Narrow" panose="020B0606020202030204" pitchFamily="34" charset="0"/>
                          <a:ea typeface="LG스마트체 Regular"/>
                          <a:cs typeface="LG스마트체 Regular"/>
                        </a:rPr>
                        <a:t>(SSD)</a:t>
                      </a:r>
                      <a:endParaRPr lang="ko-KR" altLang="en-US" sz="900" b="1" i="0" dirty="0">
                        <a:solidFill>
                          <a:srgbClr val="595959"/>
                        </a:solidFill>
                        <a:latin typeface="Arial Narrow" panose="020B0606020202030204" pitchFamily="34" charset="0"/>
                        <a:ea typeface="LG스마트체 Regular"/>
                        <a:cs typeface="LG스마트체 Regular"/>
                      </a:endParaRP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algn="l"/>
                      <a:r>
                        <a:rPr lang="ko-KR" altLang="en-US" sz="900" b="0" i="0" dirty="0">
                          <a:solidFill>
                            <a:srgbClr val="262626"/>
                          </a:solidFill>
                          <a:latin typeface="Arial Narrow" panose="020B0606020202030204" pitchFamily="34" charset="0"/>
                          <a:ea typeface="LG스마트체 Regular"/>
                          <a:cs typeface="LG스마트체 Regular"/>
                        </a:rPr>
                        <a:t>약 </a:t>
                      </a:r>
                      <a:r>
                        <a:rPr lang="en-US" altLang="ko-KR" sz="900" b="0" i="0" dirty="0">
                          <a:solidFill>
                            <a:srgbClr val="262626"/>
                          </a:solidFill>
                          <a:latin typeface="Arial Narrow" panose="020B0606020202030204" pitchFamily="34" charset="0"/>
                          <a:ea typeface="LG스마트체 Regular"/>
                          <a:cs typeface="LG스마트체 Regular"/>
                        </a:rPr>
                        <a:t>2.8</a:t>
                      </a:r>
                      <a:r>
                        <a:rPr lang="ko-KR" altLang="en-US" sz="900" b="0" i="0" dirty="0">
                          <a:solidFill>
                            <a:srgbClr val="262626"/>
                          </a:solidFill>
                          <a:latin typeface="Arial Narrow" panose="020B0606020202030204" pitchFamily="34" charset="0"/>
                          <a:ea typeface="LG스마트체 Regular"/>
                          <a:cs typeface="LG스마트체 Regular"/>
                        </a:rPr>
                        <a:t>년 </a:t>
                      </a:r>
                      <a:r>
                        <a:rPr lang="en-US" altLang="ko-KR" sz="900" b="0" i="0" dirty="0">
                          <a:solidFill>
                            <a:srgbClr val="262626"/>
                          </a:solidFill>
                          <a:latin typeface="Arial Narrow" panose="020B0606020202030204" pitchFamily="34" charset="0"/>
                          <a:ea typeface="LG스마트체 Regular"/>
                          <a:cs typeface="LG스마트체 Regular"/>
                        </a:rPr>
                        <a:t>(2TB</a:t>
                      </a:r>
                      <a:r>
                        <a:rPr lang="ko-KR" altLang="en-US" sz="900" b="0" i="0" dirty="0">
                          <a:solidFill>
                            <a:srgbClr val="262626"/>
                          </a:solidFill>
                          <a:latin typeface="Arial Narrow" panose="020B0606020202030204" pitchFamily="34" charset="0"/>
                          <a:ea typeface="LG스마트체 Regular"/>
                          <a:cs typeface="LG스마트체 Regular"/>
                        </a:rPr>
                        <a:t> </a:t>
                      </a:r>
                      <a:r>
                        <a:rPr lang="en-US" altLang="ko-KR" sz="900" b="0" i="0" dirty="0">
                          <a:solidFill>
                            <a:srgbClr val="262626"/>
                          </a:solidFill>
                          <a:latin typeface="Arial Narrow" panose="020B0606020202030204" pitchFamily="34" charset="0"/>
                          <a:ea typeface="LG스마트체 Regular"/>
                          <a:cs typeface="LG스마트체 Regular"/>
                        </a:rPr>
                        <a:t>/</a:t>
                      </a:r>
                      <a:r>
                        <a:rPr lang="ko-KR" altLang="en-US" sz="900" b="0" i="0" dirty="0">
                          <a:solidFill>
                            <a:srgbClr val="262626"/>
                          </a:solidFill>
                          <a:latin typeface="Arial Narrow" panose="020B0606020202030204" pitchFamily="34" charset="0"/>
                          <a:ea typeface="LG스마트체 Regular"/>
                          <a:cs typeface="LG스마트체 Regular"/>
                        </a:rPr>
                        <a:t> </a:t>
                      </a:r>
                      <a:r>
                        <a:rPr lang="en-US" altLang="ko-KR" sz="900" b="0" i="0" dirty="0">
                          <a:solidFill>
                            <a:srgbClr val="262626"/>
                          </a:solidFill>
                          <a:latin typeface="Arial Narrow" panose="020B0606020202030204" pitchFamily="34" charset="0"/>
                          <a:ea typeface="LG스마트체 Regular"/>
                          <a:cs typeface="LG스마트체 Regular"/>
                        </a:rPr>
                        <a:t>720GB)</a:t>
                      </a:r>
                      <a:endParaRPr lang="ko-KR" altLang="en-US" sz="900" b="0" i="0" dirty="0">
                        <a:solidFill>
                          <a:srgbClr val="262626"/>
                        </a:solidFill>
                        <a:latin typeface="Arial Narrow" panose="020B0606020202030204" pitchFamily="34" charset="0"/>
                        <a:ea typeface="LG스마트체 Regular"/>
                        <a:cs typeface="LG스마트체 Regular"/>
                      </a:endParaRP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3556674168"/>
                  </a:ext>
                </a:extLst>
              </a:tr>
              <a:tr h="114226">
                <a:tc>
                  <a:txBody>
                    <a:bodyPr/>
                    <a:lstStyle/>
                    <a:p>
                      <a:pPr algn="l"/>
                      <a:r>
                        <a:rPr lang="ko-KR" altLang="en-US" sz="900" b="1" i="0" dirty="0">
                          <a:solidFill>
                            <a:srgbClr val="595959"/>
                          </a:solidFill>
                          <a:latin typeface="Arial Narrow" panose="020B0606020202030204" pitchFamily="34" charset="0"/>
                          <a:ea typeface="LG스마트체 Regular"/>
                          <a:cs typeface="LG스마트체 Regular"/>
                        </a:rPr>
                        <a:t>백업 1회</a:t>
                      </a:r>
                    </a:p>
                  </a:txBody>
                  <a:tcPr marL="54864" marR="54864" marT="22860" marB="22860" anchor="ctr">
                    <a:lnL w="6350" cmpd="sng">
                      <a:solidFill>
                        <a:srgbClr val="D9D9D9"/>
                      </a:solidFill>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mpd="sng">
                      <a:solidFill>
                        <a:srgbClr val="D9D9D9"/>
                      </a:solidFill>
                    </a:lnB>
                    <a:solidFill>
                      <a:srgbClr val="F7F7F7"/>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i="0" dirty="0">
                          <a:solidFill>
                            <a:srgbClr val="262626"/>
                          </a:solidFill>
                          <a:latin typeface="Arial Narrow" panose="020B0606020202030204" pitchFamily="34" charset="0"/>
                          <a:ea typeface="LG스마트체 Regular"/>
                          <a:cs typeface="LG스마트체 Regular"/>
                        </a:rPr>
                        <a:t>DB + 첨부 전체 복사</a:t>
                      </a:r>
                    </a:p>
                  </a:txBody>
                  <a:tcPr marL="54864" marR="54864" marT="22860" marB="22860" anchor="ctr">
                    <a:lnL w="6350" cap="flat" cmpd="sng" algn="ctr">
                      <a:solidFill>
                        <a:srgbClr val="D9D9D9"/>
                      </a:solidFill>
                      <a:prstDash val="solid"/>
                      <a:round/>
                      <a:headEnd type="none" w="med" len="med"/>
                      <a:tailEnd type="none" w="med" len="med"/>
                    </a:lnL>
                    <a:lnR w="6350" cmpd="sng">
                      <a:solidFill>
                        <a:srgbClr val="D9D9D9"/>
                      </a:solidFill>
                    </a:lnR>
                    <a:lnT w="6350" cap="flat" cmpd="sng" algn="ctr">
                      <a:solidFill>
                        <a:srgbClr val="D9D9D9"/>
                      </a:solidFill>
                      <a:prstDash val="solid"/>
                      <a:round/>
                      <a:headEnd type="none" w="med" len="med"/>
                      <a:tailEnd type="none" w="med" len="med"/>
                    </a:lnT>
                    <a:lnB w="6350" cmpd="sng">
                      <a:solidFill>
                        <a:srgbClr val="D9D9D9"/>
                      </a:solidFill>
                    </a:lnB>
                    <a:solidFill>
                      <a:srgbClr val="FFFFFF"/>
                    </a:solidFill>
                  </a:tcPr>
                </a:tc>
                <a:extLst>
                  <a:ext uri="{0D108BD9-81ED-4DB2-BD59-A6C34878D82A}">
                    <a16:rowId xmlns:a16="http://schemas.microsoft.com/office/drawing/2014/main" val="10003"/>
                  </a:ext>
                </a:extLst>
              </a:tr>
            </a:tbl>
          </a:graphicData>
        </a:graphic>
      </p:graphicFrame>
      <p:grpSp>
        <p:nvGrpSpPr>
          <p:cNvPr id="10" name="그룹 9">
            <a:extLst>
              <a:ext uri="{FF2B5EF4-FFF2-40B4-BE49-F238E27FC236}">
                <a16:creationId xmlns:a16="http://schemas.microsoft.com/office/drawing/2014/main" id="{F44B4BD9-9B1B-B6A4-7E0C-1255067BE86D}"/>
              </a:ext>
            </a:extLst>
          </p:cNvPr>
          <p:cNvGrpSpPr/>
          <p:nvPr/>
        </p:nvGrpSpPr>
        <p:grpSpPr>
          <a:xfrm>
            <a:off x="6587886" y="4286930"/>
            <a:ext cx="3015863" cy="276999"/>
            <a:chOff x="189765" y="1017990"/>
            <a:chExt cx="7692896" cy="276999"/>
          </a:xfrm>
        </p:grpSpPr>
        <p:cxnSp>
          <p:nvCxnSpPr>
            <p:cNvPr id="11" name="직선 연결선 10">
              <a:extLst>
                <a:ext uri="{FF2B5EF4-FFF2-40B4-BE49-F238E27FC236}">
                  <a16:creationId xmlns:a16="http://schemas.microsoft.com/office/drawing/2014/main" id="{2A247E31-947D-CDA4-4FFB-5B10F3D46E25}"/>
                </a:ext>
              </a:extLst>
            </p:cNvPr>
            <p:cNvCxnSpPr>
              <a:cxnSpLocks/>
            </p:cNvCxnSpPr>
            <p:nvPr/>
          </p:nvCxnSpPr>
          <p:spPr>
            <a:xfrm>
              <a:off x="189765" y="1291472"/>
              <a:ext cx="7692896" cy="0"/>
            </a:xfrm>
            <a:prstGeom prst="line">
              <a:avLst/>
            </a:prstGeom>
          </p:spPr>
          <p:style>
            <a:lnRef idx="1">
              <a:schemeClr val="dk1"/>
            </a:lnRef>
            <a:fillRef idx="0">
              <a:schemeClr val="dk1"/>
            </a:fillRef>
            <a:effectRef idx="0">
              <a:schemeClr val="dk1"/>
            </a:effectRef>
            <a:fontRef idx="minor">
              <a:schemeClr val="tx1"/>
            </a:fontRef>
          </p:style>
        </p:cxnSp>
        <p:sp>
          <p:nvSpPr>
            <p:cNvPr id="12" name="제목 4">
              <a:extLst>
                <a:ext uri="{FF2B5EF4-FFF2-40B4-BE49-F238E27FC236}">
                  <a16:creationId xmlns:a16="http://schemas.microsoft.com/office/drawing/2014/main" id="{3F4E9D51-D84F-1C1C-63DA-00B016B12566}"/>
                </a:ext>
              </a:extLst>
            </p:cNvPr>
            <p:cNvSpPr txBox="1">
              <a:spLocks/>
            </p:cNvSpPr>
            <p:nvPr/>
          </p:nvSpPr>
          <p:spPr>
            <a:xfrm>
              <a:off x="2091146" y="1017990"/>
              <a:ext cx="3890129" cy="27699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200" dirty="0">
                  <a:latin typeface="Arial Narrow" panose="020B0606020202030204" pitchFamily="34" charset="0"/>
                  <a:ea typeface="LG스마트체 Regular" panose="020B0600000101010101" pitchFamily="50" charset="-127"/>
                </a:rPr>
                <a:t>데이터 저장 용량</a:t>
              </a:r>
            </a:p>
          </p:txBody>
        </p:sp>
      </p:grpSp>
      <p:sp>
        <p:nvSpPr>
          <p:cNvPr id="21" name="제목 4">
            <a:extLst>
              <a:ext uri="{FF2B5EF4-FFF2-40B4-BE49-F238E27FC236}">
                <a16:creationId xmlns:a16="http://schemas.microsoft.com/office/drawing/2014/main" id="{74153F52-45DD-BAAD-9931-9884D3D61008}"/>
              </a:ext>
            </a:extLst>
          </p:cNvPr>
          <p:cNvSpPr txBox="1">
            <a:spLocks/>
          </p:cNvSpPr>
          <p:nvPr/>
        </p:nvSpPr>
        <p:spPr>
          <a:xfrm>
            <a:off x="6573839" y="4659502"/>
            <a:ext cx="3029910" cy="571695"/>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저장 공간 </a:t>
            </a:r>
            <a:r>
              <a:rPr lang="en-US" altLang="ko-KR" sz="1100" b="0" dirty="0">
                <a:latin typeface="Arial Narrow" panose="020B0606020202030204" pitchFamily="34" charset="0"/>
                <a:ea typeface="LG스마트체 Regular" panose="020B0600000101010101" pitchFamily="50" charset="-127"/>
              </a:rPr>
              <a:t>2TB</a:t>
            </a:r>
            <a:r>
              <a:rPr lang="ko-KR" altLang="en-US" sz="1100" b="0" dirty="0">
                <a:latin typeface="Arial Narrow" panose="020B0606020202030204" pitchFamily="34" charset="0"/>
                <a:ea typeface="LG스마트체 Regular" panose="020B0600000101010101" pitchFamily="50" charset="-127"/>
              </a:rPr>
              <a:t>로 약 </a:t>
            </a:r>
            <a:r>
              <a:rPr lang="en-US" altLang="ko-KR" sz="1100" b="0" dirty="0">
                <a:latin typeface="Arial Narrow" panose="020B0606020202030204" pitchFamily="34" charset="0"/>
                <a:ea typeface="LG스마트체 Regular" panose="020B0600000101010101" pitchFamily="50" charset="-127"/>
              </a:rPr>
              <a:t>2.8</a:t>
            </a:r>
            <a:r>
              <a:rPr lang="ko-KR" altLang="en-US" sz="1100" b="0" dirty="0">
                <a:latin typeface="Arial Narrow" panose="020B0606020202030204" pitchFamily="34" charset="0"/>
                <a:ea typeface="LG스마트체 Regular" panose="020B0600000101010101" pitchFamily="50" charset="-127"/>
              </a:rPr>
              <a:t>년 간 데이터 적재 가능</a:t>
            </a:r>
            <a:endParaRPr lang="en-US" altLang="ko-KR" sz="1100" b="0" dirty="0">
              <a:latin typeface="Arial Narrow" panose="020B0606020202030204" pitchFamily="34" charset="0"/>
              <a:ea typeface="LG스마트체 Regular" panose="020B0600000101010101" pitchFamily="50" charset="-127"/>
            </a:endParaRPr>
          </a:p>
          <a:p>
            <a:pPr>
              <a:lnSpc>
                <a:spcPct val="150000"/>
              </a:lnSpc>
            </a:pPr>
            <a:r>
              <a:rPr lang="en-US" altLang="ko-KR" sz="1100" b="0" dirty="0">
                <a:latin typeface="Arial Narrow" panose="020B0606020202030204" pitchFamily="34" charset="0"/>
                <a:ea typeface="LG스마트체 Regular" panose="020B0600000101010101" pitchFamily="50" charset="-127"/>
              </a:rPr>
              <a:t>- </a:t>
            </a:r>
            <a:r>
              <a:rPr lang="ko-KR" altLang="en-US" sz="1100" b="0" dirty="0">
                <a:latin typeface="Arial Narrow" panose="020B0606020202030204" pitchFamily="34" charset="0"/>
                <a:ea typeface="LG스마트체 Regular" panose="020B0600000101010101" pitchFamily="50" charset="-127"/>
              </a:rPr>
              <a:t>생성 보고서는 기본 백업에서 제외 </a:t>
            </a:r>
            <a:r>
              <a:rPr lang="en-US" altLang="ko-KR" sz="1100" b="0" dirty="0">
                <a:latin typeface="Arial Narrow" panose="020B0606020202030204" pitchFamily="34" charset="0"/>
                <a:ea typeface="LG스마트체 Regular" panose="020B0600000101010101" pitchFamily="50" charset="-127"/>
              </a:rPr>
              <a:t> </a:t>
            </a:r>
          </a:p>
        </p:txBody>
      </p:sp>
      <p:sp>
        <p:nvSpPr>
          <p:cNvPr id="54" name="TextBox 53">
            <a:extLst>
              <a:ext uri="{FF2B5EF4-FFF2-40B4-BE49-F238E27FC236}">
                <a16:creationId xmlns:a16="http://schemas.microsoft.com/office/drawing/2014/main" id="{3F836E7A-4CC1-A017-41EF-50C94142C376}"/>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3/3</a:t>
            </a: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cxnSp>
        <p:nvCxnSpPr>
          <p:cNvPr id="2" name="flow2-ai">
            <a:extLst>
              <a:ext uri="{FF2B5EF4-FFF2-40B4-BE49-F238E27FC236}">
                <a16:creationId xmlns:a16="http://schemas.microsoft.com/office/drawing/2014/main" id="{E69FDA64-A685-241D-B9FB-BD6B98FD42A5}"/>
              </a:ext>
            </a:extLst>
          </p:cNvPr>
          <p:cNvCxnSpPr>
            <a:cxnSpLocks/>
            <a:stCxn id="108" idx="2"/>
          </p:cNvCxnSpPr>
          <p:nvPr/>
        </p:nvCxnSpPr>
        <p:spPr>
          <a:xfrm flipH="1">
            <a:off x="6412835" y="2252086"/>
            <a:ext cx="1709928" cy="451643"/>
          </a:xfrm>
          <a:prstGeom prst="line">
            <a:avLst/>
          </a:prstGeom>
          <a:ln w="19050">
            <a:solidFill>
              <a:srgbClr val="1F3864"/>
            </a:solidFill>
            <a:tailEnd type="triangle" w="med" len="med"/>
          </a:ln>
        </p:spPr>
      </p:cxnSp>
      <p:sp>
        <p:nvSpPr>
          <p:cNvPr id="9" name="TextBox 8">
            <a:extLst>
              <a:ext uri="{FF2B5EF4-FFF2-40B4-BE49-F238E27FC236}">
                <a16:creationId xmlns:a16="http://schemas.microsoft.com/office/drawing/2014/main" id="{E6223507-B71A-6174-E9D5-06F35E7264AC}"/>
              </a:ext>
            </a:extLst>
          </p:cNvPr>
          <p:cNvSpPr txBox="1"/>
          <p:nvPr/>
        </p:nvSpPr>
        <p:spPr>
          <a:xfrm>
            <a:off x="4472020" y="3927494"/>
            <a:ext cx="1997965" cy="384048"/>
          </a:xfrm>
          <a:prstGeom prst="rect">
            <a:avLst/>
          </a:prstGeom>
          <a:noFill/>
        </p:spPr>
        <p:txBody>
          <a:bodyPr wrap="square" lIns="0" tIns="18288" rIns="0" bIns="18288" anchor="t">
            <a:noAutofit/>
          </a:bodyPr>
          <a:lstStyle/>
          <a:p>
            <a:pPr algn="ctr"/>
            <a:r>
              <a:rPr lang="ko-KR" altLang="en-US" sz="1000" b="1" i="0" dirty="0">
                <a:latin typeface="Arial Narrow" panose="020B0606020202030204" pitchFamily="34" charset="0"/>
                <a:ea typeface="LG스마트체 Regular" panose="020B0600000101010101" pitchFamily="50" charset="-127"/>
                <a:cs typeface="LG스마트체 Regular"/>
              </a:rPr>
              <a:t>서버에서 </a:t>
            </a:r>
            <a:r>
              <a:rPr lang="en-US" altLang="ko-KR" sz="1000" b="1" i="0" dirty="0">
                <a:latin typeface="Arial Narrow" panose="020B0606020202030204" pitchFamily="34" charset="0"/>
                <a:ea typeface="LG스마트체 Regular" panose="020B0600000101010101" pitchFamily="50" charset="-127"/>
                <a:cs typeface="LG스마트체 Regular"/>
              </a:rPr>
              <a:t>ppt </a:t>
            </a:r>
            <a:r>
              <a:rPr lang="ko-KR" altLang="en-US" sz="1000" b="1" i="0" dirty="0" err="1">
                <a:latin typeface="Arial Narrow" panose="020B0606020202030204" pitchFamily="34" charset="0"/>
                <a:ea typeface="LG스마트체 Regular" panose="020B0600000101010101" pitchFamily="50" charset="-127"/>
                <a:cs typeface="LG스마트체 Regular"/>
              </a:rPr>
              <a:t>만드는거</a:t>
            </a:r>
            <a:r>
              <a:rPr lang="ko-KR" altLang="en-US" sz="1000" b="1" i="0" dirty="0">
                <a:latin typeface="Arial Narrow" panose="020B0606020202030204" pitchFamily="34" charset="0"/>
                <a:ea typeface="LG스마트체 Regular" panose="020B0600000101010101" pitchFamily="50" charset="-127"/>
                <a:cs typeface="LG스마트체 Regular"/>
              </a:rPr>
              <a:t> 이미지를 추가</a:t>
            </a:r>
          </a:p>
        </p:txBody>
      </p:sp>
      <p:sp>
        <p:nvSpPr>
          <p:cNvPr id="13" name="TextBox 12">
            <a:extLst>
              <a:ext uri="{FF2B5EF4-FFF2-40B4-BE49-F238E27FC236}">
                <a16:creationId xmlns:a16="http://schemas.microsoft.com/office/drawing/2014/main" id="{40AAE530-F577-C93B-D977-11C75164457A}"/>
              </a:ext>
            </a:extLst>
          </p:cNvPr>
          <p:cNvSpPr txBox="1"/>
          <p:nvPr/>
        </p:nvSpPr>
        <p:spPr>
          <a:xfrm>
            <a:off x="5471003" y="1579672"/>
            <a:ext cx="832104" cy="219456"/>
          </a:xfrm>
          <a:prstGeom prst="rect">
            <a:avLst/>
          </a:prstGeom>
          <a:noFill/>
        </p:spPr>
        <p:txBody>
          <a:bodyPr wrap="square" lIns="0" tIns="18288" rIns="0" bIns="18288" anchor="t">
            <a:noAutofit/>
          </a:bodyPr>
          <a:lstStyle/>
          <a:p>
            <a:pPr algn="ctr"/>
            <a:r>
              <a:rPr lang="en-US" altLang="ko-KR" sz="1000" b="1" i="0" dirty="0" err="1">
                <a:latin typeface="Arial Narrow" panose="020B0606020202030204" pitchFamily="34" charset="0"/>
                <a:ea typeface="LG스마트체 Regular" panose="020B0600000101010101" pitchFamily="50" charset="-127"/>
                <a:cs typeface="LG스마트체 Regular"/>
              </a:rPr>
              <a:t>Xx</a:t>
            </a:r>
            <a:r>
              <a:rPr lang="en-US" altLang="ko-KR" sz="1000" b="1" i="0" dirty="0">
                <a:latin typeface="Arial Narrow" panose="020B0606020202030204" pitchFamily="34" charset="0"/>
                <a:ea typeface="LG스마트체 Regular" panose="020B0600000101010101" pitchFamily="50" charset="-127"/>
                <a:cs typeface="LG스마트체 Regular"/>
              </a:rPr>
              <a:t>/xx </a:t>
            </a:r>
            <a:r>
              <a:rPr lang="ko-KR" altLang="en-US" sz="1000" b="1" i="0" dirty="0">
                <a:latin typeface="Arial Narrow" panose="020B0606020202030204" pitchFamily="34" charset="0"/>
                <a:ea typeface="LG스마트체 Regular" panose="020B0600000101010101" pitchFamily="50" charset="-127"/>
                <a:cs typeface="LG스마트체 Regular"/>
              </a:rPr>
              <a:t>자 할당</a:t>
            </a:r>
          </a:p>
        </p:txBody>
      </p:sp>
      <p:sp>
        <p:nvSpPr>
          <p:cNvPr id="20" name="제목 4">
            <a:extLst>
              <a:ext uri="{FF2B5EF4-FFF2-40B4-BE49-F238E27FC236}">
                <a16:creationId xmlns:a16="http://schemas.microsoft.com/office/drawing/2014/main" id="{EBE7D24C-43E3-31D6-8681-22D64CB21EAA}"/>
              </a:ext>
            </a:extLst>
          </p:cNvPr>
          <p:cNvSpPr txBox="1">
            <a:spLocks/>
          </p:cNvSpPr>
          <p:nvPr/>
        </p:nvSpPr>
        <p:spPr>
          <a:xfrm>
            <a:off x="6545387" y="6153863"/>
            <a:ext cx="3029910" cy="31777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nSpc>
                <a:spcPct val="150000"/>
              </a:lnSpc>
            </a:pPr>
            <a:r>
              <a:rPr lang="ko-KR" altLang="en-US" sz="1100" b="0" dirty="0">
                <a:latin typeface="Arial Narrow" panose="020B0606020202030204" pitchFamily="34" charset="0"/>
                <a:ea typeface="LG스마트체 Regular" panose="020B0600000101010101" pitchFamily="50" charset="-127"/>
              </a:rPr>
              <a:t>산출 근거 </a:t>
            </a:r>
            <a:r>
              <a:rPr lang="en-US" altLang="ko-KR" sz="1100" b="0" dirty="0">
                <a:latin typeface="Arial Narrow" panose="020B0606020202030204" pitchFamily="34" charset="0"/>
                <a:ea typeface="LG스마트체 Regular" panose="020B0600000101010101" pitchFamily="50" charset="-127"/>
              </a:rPr>
              <a:t>1) : PoC </a:t>
            </a:r>
            <a:r>
              <a:rPr lang="ko-KR" altLang="en-US" sz="1100" b="0" dirty="0">
                <a:latin typeface="Arial Narrow" panose="020B0606020202030204" pitchFamily="34" charset="0"/>
                <a:ea typeface="LG스마트체 Regular" panose="020B0600000101010101" pitchFamily="50" charset="-127"/>
              </a:rPr>
              <a:t>기간 데이터 용량 분석해봤을 때 </a:t>
            </a:r>
            <a:endParaRPr lang="en-US" altLang="ko-KR" sz="1100" b="0" dirty="0">
              <a:latin typeface="Arial Narrow" panose="020B0606020202030204" pitchFamily="34" charset="0"/>
              <a:ea typeface="LG스마트체 Regular" panose="020B0600000101010101" pitchFamily="50" charset="-127"/>
            </a:endParaRPr>
          </a:p>
        </p:txBody>
      </p:sp>
    </p:spTree>
    <p:extLst>
      <p:ext uri="{BB962C8B-B14F-4D97-AF65-F5344CB8AC3E}">
        <p14:creationId xmlns:p14="http://schemas.microsoft.com/office/powerpoint/2010/main" val="564903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26318-05DA-F2DE-9FFF-21A2CA514879}"/>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46A12D06-3A07-2005-FF5E-A3D1679358D4}"/>
              </a:ext>
            </a:extLst>
          </p:cNvPr>
          <p:cNvSpPr>
            <a:spLocks noGrp="1"/>
          </p:cNvSpPr>
          <p:nvPr>
            <p:ph type="title"/>
          </p:nvPr>
        </p:nvSpPr>
        <p:spPr>
          <a:xfrm>
            <a:off x="189765" y="170929"/>
            <a:ext cx="9516209" cy="369332"/>
          </a:xfrm>
        </p:spPr>
        <p:txBody>
          <a:bodyPr/>
          <a:lstStyle/>
          <a:p>
            <a:r>
              <a:rPr lang="ko-KR" altLang="en-US" dirty="0">
                <a:latin typeface="Arial Narrow" panose="020B0606020202030204" pitchFamily="34" charset="0"/>
                <a:ea typeface="LG스마트체 Regular" panose="020B0600000101010101" pitchFamily="50" charset="-127"/>
              </a:rPr>
              <a:t>보조</a:t>
            </a:r>
            <a:r>
              <a:rPr lang="en-US" altLang="ko-KR" dirty="0">
                <a:latin typeface="Arial Narrow" panose="020B0606020202030204" pitchFamily="34" charset="0"/>
                <a:ea typeface="LG스마트체 Regular" panose="020B0600000101010101" pitchFamily="50" charset="-127"/>
              </a:rPr>
              <a:t>. </a:t>
            </a:r>
            <a:r>
              <a:rPr lang="en-US" altLang="ko-KR" dirty="0" err="1">
                <a:latin typeface="Arial Narrow" panose="020B0606020202030204" pitchFamily="34" charset="0"/>
                <a:ea typeface="LG스마트체 Regular" panose="020B0600000101010101" pitchFamily="50" charset="-127"/>
              </a:rPr>
              <a:t>VoE</a:t>
            </a:r>
            <a:r>
              <a:rPr lang="en-US" altLang="ko-KR" dirty="0">
                <a:latin typeface="Arial Narrow" panose="020B0606020202030204" pitchFamily="34" charset="0"/>
                <a:ea typeface="LG스마트체 Regular" panose="020B0600000101010101" pitchFamily="50" charset="-127"/>
              </a:rPr>
              <a:t> List</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DE830B68-4E37-7944-134C-97393DD94256}"/>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 name="TextBox 3">
            <a:extLst>
              <a:ext uri="{FF2B5EF4-FFF2-40B4-BE49-F238E27FC236}">
                <a16:creationId xmlns:a16="http://schemas.microsoft.com/office/drawing/2014/main" id="{B470CF22-A6AE-1F10-EB2B-7301F9CCD2C4}"/>
              </a:ext>
            </a:extLst>
          </p:cNvPr>
          <p:cNvSpPr txBox="1"/>
          <p:nvPr/>
        </p:nvSpPr>
        <p:spPr>
          <a:xfrm>
            <a:off x="175718" y="598138"/>
            <a:ext cx="9730281" cy="589200"/>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pPr marL="0" marR="0" lvl="0" indent="0" algn="l" defTabSz="457200" rtl="0" eaLnBrk="1" fontAlgn="auto" latinLnBrk="0" hangingPunct="1">
              <a:lnSpc>
                <a:spcPct val="120000"/>
              </a:lnSpc>
              <a:spcBef>
                <a:spcPts val="0"/>
              </a:spcBef>
              <a:spcAft>
                <a:spcPts val="0"/>
              </a:spcAft>
              <a:buClrTx/>
              <a:buSzTx/>
              <a:buFontTx/>
              <a:buNone/>
              <a:tabLst/>
              <a:defRPr/>
            </a:pPr>
            <a:r>
              <a:rPr lang="en-US" dirty="0"/>
              <a:t>PoC </a:t>
            </a:r>
            <a:r>
              <a:rPr lang="en-US" dirty="0" err="1"/>
              <a:t>VoE</a:t>
            </a:r>
            <a:r>
              <a:rPr lang="en-US" dirty="0"/>
              <a:t> 16</a:t>
            </a:r>
            <a:r>
              <a:rPr lang="ko-KR" altLang="en-US" dirty="0"/>
              <a:t>건</a:t>
            </a:r>
            <a:r>
              <a:rPr lang="en-US" altLang="ko-KR" dirty="0"/>
              <a:t>(</a:t>
            </a:r>
            <a:r>
              <a:rPr lang="ko-KR" altLang="en-US" dirty="0"/>
              <a:t>사용성</a:t>
            </a:r>
            <a:r>
              <a:rPr lang="en-US" altLang="ko-KR" dirty="0"/>
              <a:t>·</a:t>
            </a:r>
            <a:r>
              <a:rPr lang="ko-KR" altLang="en-US" dirty="0"/>
              <a:t>기능 요청 </a:t>
            </a:r>
            <a:r>
              <a:rPr lang="en-US" altLang="ko-KR" dirty="0"/>
              <a:t>10</a:t>
            </a:r>
            <a:r>
              <a:rPr lang="ko-KR" altLang="en-US" dirty="0"/>
              <a:t>건</a:t>
            </a:r>
            <a:r>
              <a:rPr lang="en-US" altLang="ko-KR" dirty="0"/>
              <a:t>, </a:t>
            </a:r>
            <a:r>
              <a:rPr lang="ko-KR" altLang="en-US" dirty="0"/>
              <a:t>결함 </a:t>
            </a:r>
            <a:r>
              <a:rPr lang="en-US" altLang="ko-KR" dirty="0"/>
              <a:t>3</a:t>
            </a:r>
            <a:r>
              <a:rPr lang="ko-KR" altLang="en-US" dirty="0"/>
              <a:t>건 등</a:t>
            </a:r>
            <a:r>
              <a:rPr lang="en-US" altLang="ko-KR" dirty="0"/>
              <a:t>)</a:t>
            </a:r>
            <a:r>
              <a:rPr lang="ko-KR" altLang="en-US" dirty="0"/>
              <a:t>은 모두 조치했으며</a:t>
            </a:r>
            <a:r>
              <a:rPr lang="en-US" altLang="ko-KR" dirty="0"/>
              <a:t>,</a:t>
            </a:r>
          </a:p>
          <a:p>
            <a:pPr marL="0" marR="0" lvl="0" indent="0" algn="l" defTabSz="457200" rtl="0" eaLnBrk="1" fontAlgn="auto" latinLnBrk="0" hangingPunct="1">
              <a:lnSpc>
                <a:spcPct val="120000"/>
              </a:lnSpc>
              <a:spcBef>
                <a:spcPts val="0"/>
              </a:spcBef>
              <a:spcAft>
                <a:spcPts val="0"/>
              </a:spcAft>
              <a:buClrTx/>
              <a:buSzTx/>
              <a:buFontTx/>
              <a:buNone/>
              <a:tabLst/>
              <a:defRPr/>
            </a:pPr>
            <a:r>
              <a:rPr lang="ko-KR" altLang="en-US" dirty="0"/>
              <a:t>주요 </a:t>
            </a:r>
            <a:r>
              <a:rPr lang="en-US" altLang="ko-KR" dirty="0" err="1"/>
              <a:t>VoE</a:t>
            </a:r>
            <a:r>
              <a:rPr lang="en-US" altLang="ko-KR" dirty="0"/>
              <a:t> </a:t>
            </a:r>
            <a:r>
              <a:rPr lang="ko-KR" altLang="en-US" dirty="0">
                <a:solidFill>
                  <a:srgbClr val="FF0000"/>
                </a:solidFill>
              </a:rPr>
              <a:t>였던 ‘주간업무 전용</a:t>
            </a:r>
            <a:r>
              <a:rPr lang="en-US" altLang="ko-KR" dirty="0">
                <a:solidFill>
                  <a:srgbClr val="FF0000"/>
                </a:solidFill>
              </a:rPr>
              <a:t>·</a:t>
            </a:r>
            <a:r>
              <a:rPr lang="ko-KR" altLang="en-US" dirty="0">
                <a:solidFill>
                  <a:srgbClr val="FF0000"/>
                </a:solidFill>
              </a:rPr>
              <a:t>매일 작성’ 인식과</a:t>
            </a:r>
            <a:r>
              <a:rPr lang="ko-KR" altLang="en-US" dirty="0"/>
              <a:t> 반복 입력</a:t>
            </a:r>
            <a:r>
              <a:rPr lang="en-US" altLang="ko-KR" dirty="0"/>
              <a:t>·</a:t>
            </a:r>
            <a:r>
              <a:rPr lang="ko-KR" altLang="en-US" dirty="0" err="1"/>
              <a:t>오기록</a:t>
            </a:r>
            <a:r>
              <a:rPr lang="ko-KR" altLang="en-US" dirty="0"/>
              <a:t> 위험은 과제별 이어 쓰기</a:t>
            </a:r>
            <a:r>
              <a:rPr lang="en-US" altLang="ko-KR" dirty="0"/>
              <a:t>·</a:t>
            </a:r>
            <a:r>
              <a:rPr lang="ko-KR" altLang="en-US" dirty="0"/>
              <a:t>표 기록</a:t>
            </a:r>
            <a:r>
              <a:rPr lang="en-US" altLang="ko-KR" dirty="0"/>
              <a:t>·</a:t>
            </a:r>
            <a:r>
              <a:rPr lang="ko-KR" altLang="en-US" dirty="0"/>
              <a:t>입력 자동화로 개선했습니다</a:t>
            </a:r>
            <a:r>
              <a:rPr lang="en-US" altLang="ko-KR" dirty="0"/>
              <a:t>.</a:t>
            </a:r>
            <a:endPar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8" name="표 7">
            <a:extLst>
              <a:ext uri="{FF2B5EF4-FFF2-40B4-BE49-F238E27FC236}">
                <a16:creationId xmlns:a16="http://schemas.microsoft.com/office/drawing/2014/main" id="{9C1213C9-EF81-7409-2871-1D41B1F0CFE1}"/>
              </a:ext>
            </a:extLst>
          </p:cNvPr>
          <p:cNvGraphicFramePr>
            <a:graphicFrameLocks noGrp="1"/>
          </p:cNvGraphicFramePr>
          <p:nvPr>
            <p:extLst>
              <p:ext uri="{D42A27DB-BD31-4B8C-83A1-F6EECF244321}">
                <p14:modId xmlns:p14="http://schemas.microsoft.com/office/powerpoint/2010/main" val="356195827"/>
              </p:ext>
            </p:extLst>
          </p:nvPr>
        </p:nvGraphicFramePr>
        <p:xfrm>
          <a:off x="112026" y="1245215"/>
          <a:ext cx="9671686" cy="5333617"/>
        </p:xfrm>
        <a:graphic>
          <a:graphicData uri="http://schemas.openxmlformats.org/drawingml/2006/table">
            <a:tbl>
              <a:tblPr>
                <a:tableStyleId>{5940675A-B579-460E-94D1-54222C63F5DA}</a:tableStyleId>
              </a:tblPr>
              <a:tblGrid>
                <a:gridCol w="234315">
                  <a:extLst>
                    <a:ext uri="{9D8B030D-6E8A-4147-A177-3AD203B41FA5}">
                      <a16:colId xmlns:a16="http://schemas.microsoft.com/office/drawing/2014/main" val="2138308309"/>
                    </a:ext>
                  </a:extLst>
                </a:gridCol>
                <a:gridCol w="4201478">
                  <a:extLst>
                    <a:ext uri="{9D8B030D-6E8A-4147-A177-3AD203B41FA5}">
                      <a16:colId xmlns:a16="http://schemas.microsoft.com/office/drawing/2014/main" val="2458867536"/>
                    </a:ext>
                  </a:extLst>
                </a:gridCol>
                <a:gridCol w="1148715">
                  <a:extLst>
                    <a:ext uri="{9D8B030D-6E8A-4147-A177-3AD203B41FA5}">
                      <a16:colId xmlns:a16="http://schemas.microsoft.com/office/drawing/2014/main" val="1432933991"/>
                    </a:ext>
                  </a:extLst>
                </a:gridCol>
                <a:gridCol w="4087178">
                  <a:extLst>
                    <a:ext uri="{9D8B030D-6E8A-4147-A177-3AD203B41FA5}">
                      <a16:colId xmlns:a16="http://schemas.microsoft.com/office/drawing/2014/main" val="4174234000"/>
                    </a:ext>
                  </a:extLst>
                </a:gridCol>
              </a:tblGrid>
              <a:tr h="257956">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원문(요지)</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유형</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조치(근거)</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9525" cap="flat" cmpd="sng" algn="ctr">
                      <a:solidFill>
                        <a:schemeClr val="tx1">
                          <a:lumMod val="50000"/>
                          <a:lumOff val="50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07389693"/>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1</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프로젝트 등록이 안 된다는 문의 — 원인은 첫 화면에서 ‘내 </a:t>
                      </a:r>
                      <a:r>
                        <a:rPr lang="ko-KR" altLang="en-US" sz="1000" b="0" dirty="0" err="1">
                          <a:solidFill>
                            <a:schemeClr val="tx1"/>
                          </a:solidFill>
                          <a:latin typeface="Arial Narrow" panose="020B0606020202030204" pitchFamily="34" charset="0"/>
                          <a:ea typeface="LG스마트체 Regular" panose="020B0600000101010101" pitchFamily="50" charset="-127"/>
                        </a:rPr>
                        <a:t>이름’을</a:t>
                      </a:r>
                      <a:r>
                        <a:rPr lang="ko-KR" altLang="en-US" sz="1000" b="0" dirty="0">
                          <a:solidFill>
                            <a:schemeClr val="tx1"/>
                          </a:solidFill>
                          <a:latin typeface="Arial Narrow" panose="020B0606020202030204" pitchFamily="34" charset="0"/>
                          <a:ea typeface="LG스마트체 Regular" panose="020B0600000101010101" pitchFamily="50" charset="-127"/>
                        </a:rPr>
                        <a:t> 고르지 않은 것.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이름을 안 고르면 등록 버튼을 막아 달라는 제안</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사용성(혼동)</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이름을 고르지 않으면 화면 위와 입력창에 “내 이름을 먼저 고르세요” 안내 표시.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등록 버튼 자체를 막는 것은 일부 화면만 적용</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32619176"/>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2</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첫 화면에 모든 사람의 기록이 보여 불편</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첫 화면 기본값을 ‘내가 쓴 기록’으로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65339962"/>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3</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주간보고 표는 매주 숫자만 바뀌는데 매번 새로 그려야 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같은 표를 주마다 새 버전으로 이어 쓰는 ‘표(</a:t>
                      </a:r>
                      <a:r>
                        <a:rPr lang="ko-KR" altLang="en-US" sz="1000" b="0" dirty="0" err="1">
                          <a:solidFill>
                            <a:schemeClr val="tx1"/>
                          </a:solidFill>
                          <a:latin typeface="Arial Narrow" panose="020B0606020202030204" pitchFamily="34" charset="0"/>
                          <a:ea typeface="LG스마트체 Regular" panose="020B0600000101010101" pitchFamily="50" charset="-127"/>
                        </a:rPr>
                        <a:t>Sheet</a:t>
                      </a:r>
                      <a:r>
                        <a:rPr lang="ko-KR" altLang="en-US" sz="1000" b="0" dirty="0">
                          <a:solidFill>
                            <a:schemeClr val="tx1"/>
                          </a:solidFill>
                          <a:latin typeface="Arial Narrow" panose="020B0606020202030204" pitchFamily="34" charset="0"/>
                          <a:ea typeface="LG스마트체 Regular" panose="020B0600000101010101" pitchFamily="50" charset="-127"/>
                        </a:rPr>
                        <a:t>) 기록’ 추가.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지난주 대비 바뀐 칸 자동 표시</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67365875"/>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4</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추진일정과 </a:t>
                      </a:r>
                      <a:r>
                        <a:rPr lang="ko-KR" altLang="en-US" sz="1000" b="0" dirty="0" err="1">
                          <a:solidFill>
                            <a:schemeClr val="tx1"/>
                          </a:solidFill>
                          <a:latin typeface="Arial Narrow" panose="020B0606020202030204" pitchFamily="34" charset="0"/>
                          <a:ea typeface="LG스마트체 Regular" panose="020B0600000101010101" pitchFamily="50" charset="-127"/>
                        </a:rPr>
                        <a:t>기록·할</a:t>
                      </a:r>
                      <a:r>
                        <a:rPr lang="ko-KR" altLang="en-US" sz="1000" b="0" dirty="0">
                          <a:solidFill>
                            <a:schemeClr val="tx1"/>
                          </a:solidFill>
                          <a:latin typeface="Arial Narrow" panose="020B0606020202030204" pitchFamily="34" charset="0"/>
                          <a:ea typeface="LG스마트체 Regular" panose="020B0600000101010101" pitchFamily="50" charset="-127"/>
                        </a:rPr>
                        <a:t> 일이 자동으로 연결되면 좋겠다는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이미 있는데 못 찾음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기존 기능으로 해결. 이후 기록에서 할 일을 바로 등록하는 연결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42224947"/>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5</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주간 단위로 보니 기간 선택에 “이전주/이번주/다음주 버튼”이 있으면 좋겠음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보고자료 화면에 ‘이전 주 · 이번 주 · 다음 주’ 버튼 있음</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21885242"/>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6</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화면의 체크박스 줄이 어긋나 보임</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결함(화면)</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화면의 체크박스 줄 </a:t>
                      </a:r>
                      <a:r>
                        <a:rPr lang="ko-KR" altLang="en-US" sz="1000" b="0" dirty="0" err="1">
                          <a:solidFill>
                            <a:schemeClr val="tx1"/>
                          </a:solidFill>
                          <a:latin typeface="Arial Narrow" panose="020B0606020202030204" pitchFamily="34" charset="0"/>
                          <a:ea typeface="LG스마트체 Regular" panose="020B0600000101010101" pitchFamily="50" charset="-127"/>
                        </a:rPr>
                        <a:t>얼라인</a:t>
                      </a:r>
                      <a:r>
                        <a:rPr lang="ko-KR" altLang="en-US" sz="1000" b="0" dirty="0">
                          <a:solidFill>
                            <a:schemeClr val="tx1"/>
                          </a:solidFill>
                          <a:latin typeface="Arial Narrow" panose="020B0606020202030204" pitchFamily="34" charset="0"/>
                          <a:ea typeface="LG스마트체 Regular" panose="020B0600000101010101" pitchFamily="50" charset="-127"/>
                        </a:rPr>
                        <a:t> 완료</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72148426"/>
                  </a:ext>
                </a:extLst>
              </a:tr>
              <a:tr h="447629">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7</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업데이트 직후 예전 기록이 안 보인다는 문의</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결함</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ctr"/>
                      <a:r>
                        <a:rPr lang="ko-KR" altLang="en-US" sz="1000" b="0" dirty="0">
                          <a:solidFill>
                            <a:schemeClr val="tx1"/>
                          </a:solidFill>
                          <a:latin typeface="Arial Narrow" panose="020B0606020202030204" pitchFamily="34" charset="0"/>
                          <a:ea typeface="LG스마트체 Regular" panose="020B0600000101010101" pitchFamily="50" charset="-127"/>
                        </a:rPr>
                        <a:t>(업데이트 직후 혼선)</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현장에서 </a:t>
                      </a:r>
                      <a:r>
                        <a:rPr lang="ko-KR" altLang="en-US" sz="1000" b="0" dirty="0" err="1">
                          <a:solidFill>
                            <a:schemeClr val="tx1"/>
                          </a:solidFill>
                          <a:latin typeface="Arial Narrow" panose="020B0606020202030204" pitchFamily="34" charset="0"/>
                          <a:ea typeface="LG스마트체 Regular" panose="020B0600000101010101" pitchFamily="50" charset="-127"/>
                        </a:rPr>
                        <a:t>새로고침</a:t>
                      </a:r>
                      <a:r>
                        <a:rPr lang="ko-KR" altLang="en-US" sz="1000" b="0" dirty="0">
                          <a:solidFill>
                            <a:schemeClr val="tx1"/>
                          </a:solidFill>
                          <a:latin typeface="Arial Narrow" panose="020B0606020202030204" pitchFamily="34" charset="0"/>
                          <a:ea typeface="LG스마트체 Regular" panose="020B0600000101010101" pitchFamily="50" charset="-127"/>
                        </a:rPr>
                        <a:t> 안내로 해결.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예전에 고른 이름이 남아 생기던 문제는 자동 정리되도록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6924725"/>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8</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기록 작성 날짜가 “2026-10-20으로 </a:t>
                      </a:r>
                      <a:r>
                        <a:rPr lang="ko-KR" altLang="en-US" sz="1000" b="0" dirty="0" err="1">
                          <a:solidFill>
                            <a:schemeClr val="tx1"/>
                          </a:solidFill>
                          <a:latin typeface="Arial Narrow" panose="020B0606020202030204" pitchFamily="34" charset="0"/>
                          <a:ea typeface="LG스마트체 Regular" panose="020B0600000101010101" pitchFamily="50" charset="-127"/>
                        </a:rPr>
                        <a:t>고정”되어</a:t>
                      </a:r>
                      <a:r>
                        <a:rPr lang="ko-KR" altLang="en-US" sz="1000" b="0" dirty="0">
                          <a:solidFill>
                            <a:schemeClr val="tx1"/>
                          </a:solidFill>
                          <a:latin typeface="Arial Narrow" panose="020B0606020202030204" pitchFamily="34" charset="0"/>
                          <a:ea typeface="LG스마트체 Regular" panose="020B0600000101010101" pitchFamily="50" charset="-127"/>
                        </a:rPr>
                        <a:t> 오늘 날짜로 바뀌지 않음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결함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입력창을 새로 열 때마다 오늘 날짜로 시작하도록 수정</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3740252"/>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9</a:t>
                      </a: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예시 문구가 계속 다시 나타나 “일일이 지워야” 함. </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사용성(입력 부담)</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본문을 누르면 예시 문장은 지워지고 </a:t>
                      </a:r>
                      <a:r>
                        <a:rPr lang="ko-KR" altLang="en-US" sz="1000" b="0" dirty="0" err="1">
                          <a:solidFill>
                            <a:schemeClr val="tx1"/>
                          </a:solidFill>
                          <a:latin typeface="Arial Narrow" panose="020B0606020202030204" pitchFamily="34" charset="0"/>
                          <a:ea typeface="LG스마트체 Regular" panose="020B0600000101010101" pitchFamily="50" charset="-127"/>
                        </a:rPr>
                        <a:t>제목·항목</a:t>
                      </a:r>
                      <a:r>
                        <a:rPr lang="ko-KR" altLang="en-US" sz="1000" b="0" dirty="0">
                          <a:solidFill>
                            <a:schemeClr val="tx1"/>
                          </a:solidFill>
                          <a:latin typeface="Arial Narrow" panose="020B0606020202030204" pitchFamily="34" charset="0"/>
                          <a:ea typeface="LG스마트체 Regular" panose="020B0600000101010101" pitchFamily="50" charset="-127"/>
                        </a:rPr>
                        <a:t> 틀만 남도록 변경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85431991"/>
                  </a:ext>
                </a:extLst>
              </a:tr>
              <a:tr h="257956">
                <a:tc>
                  <a:txBody>
                    <a:bodyPr/>
                    <a:lstStyle/>
                    <a:p>
                      <a:pPr algn="ctr"/>
                      <a:r>
                        <a:rPr lang="ko-KR" altLang="en-US" sz="1000" b="1" dirty="0">
                          <a:solidFill>
                            <a:schemeClr val="tx1"/>
                          </a:solidFill>
                          <a:latin typeface="Arial Narrow" panose="020B0606020202030204" pitchFamily="34" charset="0"/>
                          <a:ea typeface="LG스마트체 Regular" panose="020B0600000101010101" pitchFamily="50" charset="-127"/>
                        </a:rPr>
                        <a:t>1</a:t>
                      </a:r>
                      <a:r>
                        <a:rPr lang="en-US" altLang="ko-KR" sz="1000" b="1" dirty="0">
                          <a:solidFill>
                            <a:schemeClr val="tx1"/>
                          </a:solidFill>
                          <a:latin typeface="Arial Narrow" panose="020B0606020202030204" pitchFamily="34" charset="0"/>
                          <a:ea typeface="LG스마트체 Regular" panose="020B0600000101010101" pitchFamily="50" charset="-127"/>
                        </a:rPr>
                        <a:t>0</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입력 화면이 주간보고용 같아, 과제마다 다른 양식을 쓰고 싶다는 의견</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err="1">
                          <a:solidFill>
                            <a:schemeClr val="tx1"/>
                          </a:solidFill>
                          <a:latin typeface="Arial Narrow" panose="020B0606020202030204" pitchFamily="34" charset="0"/>
                          <a:ea typeface="LG스마트체 Regular" panose="020B0600000101010101" pitchFamily="50" charset="-127"/>
                        </a:rPr>
                        <a:t>범위·양식</a:t>
                      </a:r>
                      <a:endParaRPr lang="ko-KR" altLang="en-US" sz="1000" b="0"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err="1">
                          <a:solidFill>
                            <a:schemeClr val="tx1"/>
                          </a:solidFill>
                          <a:latin typeface="Arial Narrow" panose="020B0606020202030204" pitchFamily="34" charset="0"/>
                          <a:ea typeface="LG스마트체 Regular" panose="020B0600000101010101" pitchFamily="50" charset="-127"/>
                        </a:rPr>
                        <a:t>분석·표</a:t>
                      </a:r>
                      <a:r>
                        <a:rPr lang="ko-KR" altLang="en-US" sz="1000" b="0" dirty="0">
                          <a:solidFill>
                            <a:schemeClr val="tx1"/>
                          </a:solidFill>
                          <a:latin typeface="Arial Narrow" panose="020B0606020202030204" pitchFamily="34" charset="0"/>
                          <a:ea typeface="LG스마트체 Regular" panose="020B0600000101010101" pitchFamily="50" charset="-127"/>
                        </a:rPr>
                        <a:t> 입력 양식 추가, 완료 보고 등 담당별 보고서 양식을 별도 메뉴로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7949151"/>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11</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기록에 쓸 수 있는 항목이 적고, HTML·XML 등 다양한 파일을 첨부하고 싶음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파일 형식 제한 없이 첨부 가능. 기록 종류에 ‘</a:t>
                      </a:r>
                      <a:r>
                        <a:rPr lang="ko-KR" altLang="en-US" sz="1000" b="0" dirty="0" err="1">
                          <a:solidFill>
                            <a:schemeClr val="tx1"/>
                          </a:solidFill>
                          <a:latin typeface="Arial Narrow" panose="020B0606020202030204" pitchFamily="34" charset="0"/>
                          <a:ea typeface="LG스마트체 Regular" panose="020B0600000101010101" pitchFamily="50" charset="-127"/>
                        </a:rPr>
                        <a:t>Lesson</a:t>
                      </a:r>
                      <a:r>
                        <a:rPr lang="ko-KR" altLang="en-US" sz="1000" b="0" dirty="0">
                          <a:solidFill>
                            <a:schemeClr val="tx1"/>
                          </a:solidFill>
                          <a:latin typeface="Arial Narrow" panose="020B0606020202030204" pitchFamily="34" charset="0"/>
                          <a:ea typeface="LG스마트체 Regular" panose="020B0600000101010101" pitchFamily="50" charset="-127"/>
                        </a:rPr>
                        <a:t> </a:t>
                      </a:r>
                      <a:r>
                        <a:rPr lang="ko-KR" altLang="en-US" sz="1000" b="0" dirty="0" err="1">
                          <a:solidFill>
                            <a:schemeClr val="tx1"/>
                          </a:solidFill>
                          <a:latin typeface="Arial Narrow" panose="020B0606020202030204" pitchFamily="34" charset="0"/>
                          <a:ea typeface="LG스마트체 Regular" panose="020B0600000101010101" pitchFamily="50" charset="-127"/>
                        </a:rPr>
                        <a:t>Learned</a:t>
                      </a:r>
                      <a:r>
                        <a:rPr lang="ko-KR" altLang="en-US" sz="1000" b="0" dirty="0">
                          <a:solidFill>
                            <a:schemeClr val="tx1"/>
                          </a:solidFill>
                          <a:latin typeface="Arial Narrow" panose="020B0606020202030204" pitchFamily="34" charset="0"/>
                          <a:ea typeface="LG스마트체 Regular" panose="020B0600000101010101" pitchFamily="50" charset="-127"/>
                        </a:rPr>
                        <a:t>’ 추가</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3022417"/>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12</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a:solidFill>
                            <a:schemeClr val="tx1"/>
                          </a:solidFill>
                          <a:latin typeface="Arial Narrow" panose="020B0606020202030204" pitchFamily="34" charset="0"/>
                          <a:ea typeface="LG스마트체 Regular" panose="020B0600000101010101" pitchFamily="50" charset="-127"/>
                        </a:rPr>
                        <a:t>할 일 창이 작성일 기준이라 불편 — 마감일 기준으로 보고 싶음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사용성</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할 일에 마감일 </a:t>
                      </a:r>
                      <a:r>
                        <a:rPr lang="ko-KR" altLang="en-US" sz="1000" b="0" dirty="0" err="1">
                          <a:solidFill>
                            <a:schemeClr val="tx1"/>
                          </a:solidFill>
                          <a:latin typeface="Arial Narrow" panose="020B0606020202030204" pitchFamily="34" charset="0"/>
                          <a:ea typeface="LG스마트체 Regular" panose="020B0600000101010101" pitchFamily="50" charset="-127"/>
                        </a:rPr>
                        <a:t>입력·목록에</a:t>
                      </a:r>
                      <a:r>
                        <a:rPr lang="ko-KR" altLang="en-US" sz="1000" b="0" dirty="0">
                          <a:solidFill>
                            <a:schemeClr val="tx1"/>
                          </a:solidFill>
                          <a:latin typeface="Arial Narrow" panose="020B0606020202030204" pitchFamily="34" charset="0"/>
                          <a:ea typeface="LG스마트체 Regular" panose="020B0600000101010101" pitchFamily="50" charset="-127"/>
                        </a:rPr>
                        <a:t> 마감일 표시. </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6733018"/>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13</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 변경을 기록 화면에서 바로 하면 좋겠다는 검토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추진일정은 프로젝트 정보 화면에서 수정</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44102991"/>
                  </a:ext>
                </a:extLst>
              </a:tr>
              <a:tr h="447629">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14</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과거에 쓴 기록과 이어서 보고 싶음(추진일정의 흐름이 이어지게)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프로젝트별로 기록이 날짜순으로 이어지는 화면으로 변경</a:t>
                      </a:r>
                      <a:r>
                        <a:rPr lang="en-US" altLang="ko-KR" sz="1000" b="0" dirty="0">
                          <a:solidFill>
                            <a:schemeClr val="tx1"/>
                          </a:solidFill>
                          <a:latin typeface="Arial Narrow" panose="020B0606020202030204" pitchFamily="34" charset="0"/>
                          <a:ea typeface="LG스마트체 Regular" panose="020B0600000101010101" pitchFamily="50" charset="-127"/>
                        </a:rPr>
                        <a:t>.</a:t>
                      </a:r>
                      <a:r>
                        <a:rPr lang="ko-KR" altLang="en-US" sz="1000" b="0" dirty="0">
                          <a:solidFill>
                            <a:schemeClr val="tx1"/>
                          </a:solidFill>
                          <a:latin typeface="Arial Narrow" panose="020B0606020202030204" pitchFamily="34" charset="0"/>
                          <a:ea typeface="LG스마트체 Regular" panose="020B0600000101010101" pitchFamily="50" charset="-127"/>
                        </a:rPr>
                        <a:t>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보고서는 단계별로 지난 이력을 이어서 요약</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04154354"/>
                  </a:ext>
                </a:extLst>
              </a:tr>
              <a:tr h="257956">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15</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지난 기록을 찾는 검색 기능이 필요함</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ko-KR" altLang="en-US" sz="1000" b="0">
                          <a:solidFill>
                            <a:schemeClr val="tx1"/>
                          </a:solidFill>
                          <a:latin typeface="Arial Narrow" panose="020B0606020202030204" pitchFamily="34" charset="0"/>
                          <a:ea typeface="LG스마트체 Regular" panose="020B0600000101010101" pitchFamily="50" charset="-127"/>
                        </a:rPr>
                        <a:t>기능 요청</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a:r>
                        <a:rPr lang="ko-KR" altLang="en-US" sz="1000" b="0" dirty="0" err="1">
                          <a:solidFill>
                            <a:schemeClr val="tx1"/>
                          </a:solidFill>
                          <a:latin typeface="Arial Narrow" panose="020B0606020202030204" pitchFamily="34" charset="0"/>
                          <a:ea typeface="LG스마트체 Regular" panose="020B0600000101010101" pitchFamily="50" charset="-127"/>
                        </a:rPr>
                        <a:t>작성자·기록</a:t>
                      </a:r>
                      <a:r>
                        <a:rPr lang="ko-KR" altLang="en-US" sz="1000" b="0" dirty="0">
                          <a:solidFill>
                            <a:schemeClr val="tx1"/>
                          </a:solidFill>
                          <a:latin typeface="Arial Narrow" panose="020B0606020202030204" pitchFamily="34" charset="0"/>
                          <a:ea typeface="LG스마트체 Regular" panose="020B0600000101010101" pitchFamily="50" charset="-127"/>
                        </a:rPr>
                        <a:t> </a:t>
                      </a:r>
                      <a:r>
                        <a:rPr lang="ko-KR" altLang="en-US" sz="1000" b="0" dirty="0" err="1">
                          <a:solidFill>
                            <a:schemeClr val="tx1"/>
                          </a:solidFill>
                          <a:latin typeface="Arial Narrow" panose="020B0606020202030204" pitchFamily="34" charset="0"/>
                          <a:ea typeface="LG스마트체 Regular" panose="020B0600000101010101" pitchFamily="50" charset="-127"/>
                        </a:rPr>
                        <a:t>종류·기간·글자로</a:t>
                      </a:r>
                      <a:r>
                        <a:rPr lang="ko-KR" altLang="en-US" sz="1000" b="0" dirty="0">
                          <a:solidFill>
                            <a:schemeClr val="tx1"/>
                          </a:solidFill>
                          <a:latin typeface="Arial Narrow" panose="020B0606020202030204" pitchFamily="34" charset="0"/>
                          <a:ea typeface="LG스마트체 Regular" panose="020B0600000101010101" pitchFamily="50" charset="-127"/>
                        </a:rPr>
                        <a:t> 찾는 기능 제공</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79034221"/>
                  </a:ext>
                </a:extLst>
              </a:tr>
              <a:tr h="447629">
                <a:tc>
                  <a:txBody>
                    <a:bodyPr/>
                    <a:lstStyle/>
                    <a:p>
                      <a:pPr algn="ctr"/>
                      <a:r>
                        <a:rPr lang="en-US" altLang="ko-KR" sz="1000" b="1" dirty="0">
                          <a:solidFill>
                            <a:schemeClr val="tx1"/>
                          </a:solidFill>
                          <a:latin typeface="Arial Narrow" panose="020B0606020202030204" pitchFamily="34" charset="0"/>
                          <a:ea typeface="LG스마트체 Regular" panose="020B0600000101010101" pitchFamily="50" charset="-127"/>
                        </a:rPr>
                        <a:t>16</a:t>
                      </a:r>
                      <a:endParaRPr lang="ko-KR" altLang="en-US" sz="1000" b="1" dirty="0">
                        <a:solidFill>
                          <a:schemeClr val="tx1"/>
                        </a:solidFill>
                        <a:latin typeface="Arial Narrow" panose="020B0606020202030204" pitchFamily="34" charset="0"/>
                        <a:ea typeface="LG스마트체 Regular" panose="020B0600000101010101" pitchFamily="50" charset="-127"/>
                      </a:endParaRPr>
                    </a:p>
                  </a:txBody>
                  <a:tcPr marL="45720" marR="45720" marT="27432" marB="27432" anchor="ctr">
                    <a:lnL w="9525" cap="flat" cmpd="sng" algn="ctr">
                      <a:noFill/>
                      <a:prstDash val="soli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a:t>
                      </a:r>
                      <a:r>
                        <a:rPr lang="ko-KR" altLang="en-US" sz="1000" b="0" dirty="0" err="1">
                          <a:solidFill>
                            <a:schemeClr val="tx1"/>
                          </a:solidFill>
                          <a:latin typeface="Arial Narrow" panose="020B0606020202030204" pitchFamily="34" charset="0"/>
                          <a:ea typeface="LG스마트체 Regular" panose="020B0600000101010101" pitchFamily="50" charset="-127"/>
                        </a:rPr>
                        <a:t>일단위</a:t>
                      </a:r>
                      <a:r>
                        <a:rPr lang="ko-KR" altLang="en-US" sz="1000" b="0" dirty="0">
                          <a:solidFill>
                            <a:schemeClr val="tx1"/>
                          </a:solidFill>
                          <a:latin typeface="Arial Narrow" panose="020B0606020202030204" pitchFamily="34" charset="0"/>
                          <a:ea typeface="LG스마트체 Regular" panose="020B0600000101010101" pitchFamily="50" charset="-127"/>
                        </a:rPr>
                        <a:t> 작성이 </a:t>
                      </a:r>
                      <a:r>
                        <a:rPr lang="ko-KR" altLang="en-US" sz="1000" b="0" dirty="0" err="1">
                          <a:solidFill>
                            <a:schemeClr val="tx1"/>
                          </a:solidFill>
                          <a:latin typeface="Arial Narrow" panose="020B0606020202030204" pitchFamily="34" charset="0"/>
                          <a:ea typeface="LG스마트체 Regular" panose="020B0600000101010101" pitchFamily="50" charset="-127"/>
                        </a:rPr>
                        <a:t>필수”라는</a:t>
                      </a:r>
                      <a:r>
                        <a:rPr lang="ko-KR" altLang="en-US" sz="1000" b="0" dirty="0">
                          <a:solidFill>
                            <a:schemeClr val="tx1"/>
                          </a:solidFill>
                          <a:latin typeface="Arial Narrow" panose="020B0606020202030204" pitchFamily="34" charset="0"/>
                          <a:ea typeface="LG스마트체 Regular" panose="020B0600000101010101" pitchFamily="50" charset="-127"/>
                        </a:rPr>
                        <a:t> 오해가 많음 </a:t>
                      </a:r>
                      <a:endParaRPr lang="en-US" altLang="ko-KR" sz="1000" b="0" dirty="0">
                        <a:solidFill>
                          <a:schemeClr val="tx1"/>
                        </a:solidFill>
                        <a:latin typeface="Arial Narrow" panose="020B0606020202030204" pitchFamily="34" charset="0"/>
                        <a:ea typeface="LG스마트체 Regular" panose="020B0600000101010101" pitchFamily="50" charset="-127"/>
                      </a:endParaRPr>
                    </a:p>
                    <a:p>
                      <a:pPr algn="l"/>
                      <a:r>
                        <a:rPr lang="ko-KR" altLang="en-US" sz="1000" b="0" dirty="0">
                          <a:solidFill>
                            <a:schemeClr val="tx1"/>
                          </a:solidFill>
                          <a:latin typeface="Arial Narrow" panose="020B0606020202030204" pitchFamily="34" charset="0"/>
                          <a:ea typeface="LG스마트체 Regular" panose="020B0600000101010101" pitchFamily="50" charset="-127"/>
                        </a:rPr>
                        <a:t>— 달력 화면 때문에 매일 써야 하고 </a:t>
                      </a:r>
                      <a:r>
                        <a:rPr lang="ko-KR" altLang="en-US" sz="1000" b="0" dirty="0" err="1">
                          <a:solidFill>
                            <a:schemeClr val="tx1"/>
                          </a:solidFill>
                          <a:latin typeface="Arial Narrow" panose="020B0606020202030204" pitchFamily="34" charset="0"/>
                          <a:ea typeface="LG스마트체 Regular" panose="020B0600000101010101" pitchFamily="50" charset="-127"/>
                        </a:rPr>
                        <a:t>감시받는다고</a:t>
                      </a:r>
                      <a:r>
                        <a:rPr lang="ko-KR" altLang="en-US" sz="1000" b="0" dirty="0">
                          <a:solidFill>
                            <a:schemeClr val="tx1"/>
                          </a:solidFill>
                          <a:latin typeface="Arial Narrow" panose="020B0606020202030204" pitchFamily="34" charset="0"/>
                          <a:ea typeface="LG스마트체 Regular" panose="020B0600000101010101" pitchFamily="50" charset="-127"/>
                        </a:rPr>
                        <a:t> 느낌</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ko-KR" altLang="en-US" sz="1000" b="0" dirty="0">
                          <a:solidFill>
                            <a:schemeClr val="tx1"/>
                          </a:solidFill>
                          <a:latin typeface="Arial Narrow" panose="020B0606020202030204" pitchFamily="34" charset="0"/>
                          <a:ea typeface="LG스마트체 Regular" panose="020B0600000101010101" pitchFamily="50" charset="-127"/>
                        </a:rPr>
                        <a:t>인식(채택 위험)</a:t>
                      </a:r>
                    </a:p>
                  </a:txBody>
                  <a:tcPr marL="45720" marR="45720" marT="27432" marB="27432"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l"/>
                      <a:r>
                        <a:rPr lang="ko-KR" altLang="en-US" sz="1000" b="0" dirty="0">
                          <a:solidFill>
                            <a:schemeClr val="tx1"/>
                          </a:solidFill>
                          <a:latin typeface="Arial Narrow" panose="020B0606020202030204" pitchFamily="34" charset="0"/>
                          <a:ea typeface="LG스마트체 Regular" panose="020B0600000101010101" pitchFamily="50" charset="-127"/>
                        </a:rPr>
                        <a:t>달력 중심 화면을 프로젝트 단위로 이어 쓰는 화면으로 교체</a:t>
                      </a:r>
                    </a:p>
                  </a:txBody>
                  <a:tcPr marL="45720" marR="45720" marT="27432" marB="27432" anchor="ctr">
                    <a:lnL w="6350" cap="flat" cmpd="sng" algn="ctr">
                      <a:solidFill>
                        <a:schemeClr val="bg1">
                          <a:lumMod val="65000"/>
                        </a:schemeClr>
                      </a:solidFill>
                      <a:prstDash val="solid"/>
                      <a:round/>
                      <a:headEnd type="none" w="med" len="med"/>
                      <a:tailEnd type="none" w="med" len="med"/>
                    </a:lnL>
                    <a:lnR w="9525" cap="flat" cmpd="sng" algn="ctr">
                      <a:noFill/>
                      <a:prstDash val="solid"/>
                    </a:lnR>
                    <a:lnT w="6350" cap="flat" cmpd="sng" algn="ctr">
                      <a:solidFill>
                        <a:schemeClr val="bg1">
                          <a:lumMod val="65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06438896"/>
                  </a:ext>
                </a:extLst>
              </a:tr>
            </a:tbl>
          </a:graphicData>
        </a:graphic>
      </p:graphicFrame>
      <p:sp>
        <p:nvSpPr>
          <p:cNvPr id="14" name="TextBox 13">
            <a:extLst>
              <a:ext uri="{FF2B5EF4-FFF2-40B4-BE49-F238E27FC236}">
                <a16:creationId xmlns:a16="http://schemas.microsoft.com/office/drawing/2014/main" id="{02A33B31-4C98-7758-3EDF-A8E7D2ED0CD9}"/>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유첨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1/1</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spTree>
    <p:extLst>
      <p:ext uri="{BB962C8B-B14F-4D97-AF65-F5344CB8AC3E}">
        <p14:creationId xmlns:p14="http://schemas.microsoft.com/office/powerpoint/2010/main" val="3048048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ECM\TEMP\부서함\Brand담당\CI 매뉴얼★\★로고파일-자회사名\14년ver\(주)LG\LG_가로조합.png">
            <a:extLst>
              <a:ext uri="{FF2B5EF4-FFF2-40B4-BE49-F238E27FC236}">
                <a16:creationId xmlns:a16="http://schemas.microsoft.com/office/drawing/2014/main" id="{3FDADC5C-3F1A-46B6-BB86-18E819CFAF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01198" y="5156523"/>
            <a:ext cx="839469" cy="368791"/>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3">
            <a:extLst>
              <a:ext uri="{FF2B5EF4-FFF2-40B4-BE49-F238E27FC236}">
                <a16:creationId xmlns:a16="http://schemas.microsoft.com/office/drawing/2014/main" id="{9A24C5A4-2B68-30CD-B8D5-D473BBF1363D}"/>
              </a:ext>
            </a:extLst>
          </p:cNvPr>
          <p:cNvSpPr txBox="1">
            <a:spLocks/>
          </p:cNvSpPr>
          <p:nvPr>
            <p:custDataLst>
              <p:tags r:id="rId1"/>
            </p:custDataLst>
          </p:nvPr>
        </p:nvSpPr>
        <p:spPr>
          <a:xfrm>
            <a:off x="1020788" y="1631173"/>
            <a:ext cx="8474197" cy="492443"/>
          </a:xfrm>
          <a:prstGeom prst="rect">
            <a:avLst/>
          </a:prstGeom>
        </p:spPr>
        <p:txBody>
          <a:bodyPr vert="horz" wrap="square" lIns="91440" tIns="45720" rIns="91440" bIns="45720" rtlCol="0" anchor="t">
            <a:spAutoFit/>
          </a:bodyPr>
          <a:lstStyle>
            <a:lvl1pPr algn="l" defTabSz="914400" rtl="0" eaLnBrk="1" latinLnBrk="1" hangingPunct="1">
              <a:lnSpc>
                <a:spcPct val="90000"/>
              </a:lnSpc>
              <a:spcBef>
                <a:spcPct val="0"/>
              </a:spcBef>
              <a:buNone/>
              <a:defRPr sz="3200" kern="120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stStyle>
          <a:p>
            <a:pPr marL="0" marR="0" lvl="0" indent="0" algn="l" defTabSz="914395" rtl="0" eaLnBrk="1" fontAlgn="auto" latinLnBrk="1" hangingPunct="1">
              <a:lnSpc>
                <a:spcPct val="100000"/>
              </a:lnSpc>
              <a:spcBef>
                <a:spcPct val="0"/>
              </a:spcBef>
              <a:spcAft>
                <a:spcPts val="0"/>
              </a:spcAft>
              <a:buClrTx/>
              <a:buSzTx/>
              <a:buFontTx/>
              <a:buNone/>
              <a:tabLst/>
              <a:defRPr/>
            </a:pPr>
            <a:r>
              <a:rPr kumimoji="0" lang="en-US" altLang="ko-KR"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AI </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활용 보고서 작성 효율화 </a:t>
            </a:r>
            <a:r>
              <a:rPr kumimoji="0" lang="ko-KR" altLang="en-US" sz="2600" b="1" i="0" u="none" strike="noStrike" kern="1200" cap="none" spc="0" normalizeH="0" baseline="0" noProof="0" dirty="0" err="1">
                <a:ln>
                  <a:noFill/>
                </a:ln>
                <a:solidFill>
                  <a:srgbClr val="1F1F1F"/>
                </a:solidFill>
                <a:effectLst/>
                <a:uLnTx/>
                <a:uFillTx/>
                <a:latin typeface="Arial Narrow" panose="020B0606020202030204" pitchFamily="34" charset="0"/>
                <a:ea typeface="LG스마트체 Regular" panose="020B0600000101010101" pitchFamily="50" charset="-127"/>
                <a:cs typeface="+mj-cs"/>
              </a:rPr>
              <a:t>검토안</a:t>
            </a:r>
            <a:r>
              <a:rPr kumimoji="0" lang="ko-KR" altLang="en-US" sz="2600" b="1" i="0" u="none" strike="noStrike" kern="1200" cap="none" spc="0" normalizeH="0" baseline="0" noProof="0" dirty="0">
                <a:ln>
                  <a:noFill/>
                </a:ln>
                <a:solidFill>
                  <a:srgbClr val="1F1F1F"/>
                </a:solidFill>
                <a:effectLst/>
                <a:uLnTx/>
                <a:uFillTx/>
                <a:latin typeface="Arial Narrow" panose="020B0606020202030204" pitchFamily="34" charset="0"/>
                <a:ea typeface="LG스마트체 Regular" panose="020B0600000101010101" pitchFamily="50" charset="-127"/>
                <a:cs typeface="+mj-cs"/>
              </a:rPr>
              <a:t> 보고</a:t>
            </a:r>
          </a:p>
        </p:txBody>
      </p:sp>
      <p:sp>
        <p:nvSpPr>
          <p:cNvPr id="3" name="내용 개체 틀 14">
            <a:extLst>
              <a:ext uri="{FF2B5EF4-FFF2-40B4-BE49-F238E27FC236}">
                <a16:creationId xmlns:a16="http://schemas.microsoft.com/office/drawing/2014/main" id="{B1BAD9B2-1E19-5902-76E3-F1722B66CDEE}"/>
              </a:ext>
            </a:extLst>
          </p:cNvPr>
          <p:cNvSpPr txBox="1">
            <a:spLocks/>
          </p:cNvSpPr>
          <p:nvPr>
            <p:custDataLst>
              <p:tags r:id="rId2"/>
            </p:custDataLst>
          </p:nvPr>
        </p:nvSpPr>
        <p:spPr>
          <a:xfrm>
            <a:off x="1309076" y="4992005"/>
            <a:ext cx="3993987" cy="368114"/>
          </a:xfrm>
          <a:prstGeom prst="rect">
            <a:avLst/>
          </a:prstGeom>
        </p:spPr>
        <p:txBody>
          <a:bodyPr vert="horz" wrap="square" lIns="91440" tIns="45720" rIns="91440" bIns="45720" rtlCol="0" anchor="t">
            <a:sp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400" kern="12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lgn="l" defTabSz="914400" rtl="0" eaLnBrk="1" latinLnBrk="1" hangingPunct="1">
              <a:lnSpc>
                <a:spcPct val="90000"/>
              </a:lnSpc>
              <a:spcBef>
                <a:spcPts val="500"/>
              </a:spcBef>
              <a:buFont typeface="Arial" panose="020B0604020202020204" pitchFamily="34" charset="0"/>
              <a:buNone/>
              <a:defRPr lang="ko-KR" altLang="en-US" sz="2400" kern="1200" smtClean="0">
                <a:solidFill>
                  <a:schemeClr val="tx1"/>
                </a:solidFill>
                <a:latin typeface="+mn-lt"/>
                <a:ea typeface="+mn-ea"/>
                <a:cs typeface="+mn-cs"/>
              </a:defRPr>
            </a:lvl2pPr>
            <a:lvl3pPr marL="914361" indent="0" algn="l" defTabSz="914400" rtl="0" eaLnBrk="1" latinLnBrk="1" hangingPunct="1">
              <a:lnSpc>
                <a:spcPct val="90000"/>
              </a:lnSpc>
              <a:spcBef>
                <a:spcPts val="500"/>
              </a:spcBef>
              <a:buFont typeface="Arial" panose="020B0604020202020204" pitchFamily="34" charset="0"/>
              <a:buNone/>
              <a:defRPr lang="ko-KR" altLang="en-US" sz="2000" kern="1200" smtClean="0">
                <a:solidFill>
                  <a:schemeClr val="tx1"/>
                </a:solidFill>
                <a:latin typeface="+mn-lt"/>
                <a:ea typeface="+mn-ea"/>
                <a:cs typeface="+mn-cs"/>
              </a:defRPr>
            </a:lvl3pPr>
            <a:lvl4pPr marL="1371543" indent="0" algn="l" defTabSz="914400" rtl="0" eaLnBrk="1" latinLnBrk="1" hangingPunct="1">
              <a:lnSpc>
                <a:spcPct val="90000"/>
              </a:lnSpc>
              <a:spcBef>
                <a:spcPts val="500"/>
              </a:spcBef>
              <a:buFont typeface="Arial" panose="020B0604020202020204" pitchFamily="34" charset="0"/>
              <a:buNone/>
              <a:defRPr lang="ko-KR" altLang="en-US" sz="1800" kern="1200" smtClean="0">
                <a:solidFill>
                  <a:schemeClr val="tx1"/>
                </a:solidFill>
                <a:latin typeface="+mn-lt"/>
                <a:ea typeface="+mn-ea"/>
                <a:cs typeface="+mn-cs"/>
              </a:defRPr>
            </a:lvl4pPr>
            <a:lvl5pPr marL="1828724" indent="0" algn="l" defTabSz="914400" rtl="0" eaLnBrk="1" latinLnBrk="1" hangingPunct="1">
              <a:lnSpc>
                <a:spcPct val="90000"/>
              </a:lnSpc>
              <a:spcBef>
                <a:spcPts val="500"/>
              </a:spcBef>
              <a:buFont typeface="Arial" panose="020B0604020202020204" pitchFamily="34" charset="0"/>
              <a:buNone/>
              <a:defRPr lang="ko-KR" altLang="en-US"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1" hangingPunct="1">
              <a:lnSpc>
                <a:spcPct val="120000"/>
              </a:lnSpc>
              <a:spcBef>
                <a:spcPct val="0"/>
              </a:spcBef>
              <a:spcAft>
                <a:spcPts val="0"/>
              </a:spcAft>
              <a:buClrTx/>
              <a:buSzTx/>
              <a:buFont typeface="Arial" panose="020B0604020202020204" pitchFamily="34" charset="0"/>
              <a:buNone/>
              <a:tabLst/>
              <a:defRPr/>
            </a:pPr>
            <a:r>
              <a:rPr kumimoji="0" lang="ko-KR" altLang="en-US"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제조</a:t>
            </a:r>
            <a:r>
              <a:rPr kumimoji="0" lang="en-US" altLang="ko-KR"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DX</a:t>
            </a:r>
            <a:r>
              <a:rPr kumimoji="0" lang="ko-KR" altLang="en-US"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a:t>
            </a:r>
            <a:r>
              <a:rPr kumimoji="0" lang="en-US" altLang="ko-KR" sz="1600" b="0" i="0" u="none" strike="noStrike" kern="1200" cap="none" spc="0" normalizeH="0" baseline="0" noProof="0">
                <a:ln>
                  <a:noFill/>
                </a:ln>
                <a:solidFill>
                  <a:prstClr val="black">
                    <a:lumMod val="65000"/>
                    <a:lumOff val="35000"/>
                  </a:prstClr>
                </a:solidFill>
                <a:effectLst/>
                <a:uLnTx/>
                <a:uFillTx/>
                <a:latin typeface="Arial Narrow" panose="020B0606020202030204" pitchFamily="34" charset="0"/>
                <a:ea typeface="LG스마트체 Regular" panose="020B0600000101010101" pitchFamily="50" charset="-127"/>
                <a:cs typeface="+mj-cs"/>
              </a:rPr>
              <a:t>|  2026. 10. 8</a:t>
            </a:r>
          </a:p>
        </p:txBody>
      </p:sp>
      <p:sp>
        <p:nvSpPr>
          <p:cNvPr id="5" name="Rectangle 26">
            <a:extLst>
              <a:ext uri="{FF2B5EF4-FFF2-40B4-BE49-F238E27FC236}">
                <a16:creationId xmlns:a16="http://schemas.microsoft.com/office/drawing/2014/main" id="{4722EFD3-4DD4-B898-90AF-8C881647D3A4}"/>
              </a:ext>
            </a:extLst>
          </p:cNvPr>
          <p:cNvSpPr>
            <a:spLocks noChangeArrowheads="1"/>
          </p:cNvSpPr>
          <p:nvPr>
            <p:custDataLst>
              <p:tags r:id="rId3"/>
            </p:custDataLst>
          </p:nvPr>
        </p:nvSpPr>
        <p:spPr bwMode="auto">
          <a:xfrm>
            <a:off x="1378283" y="2863695"/>
            <a:ext cx="7396717" cy="292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t">
            <a:spAutoFit/>
          </a:bodyPr>
          <a:lstStyle>
            <a:lvl1pPr eaLnBrk="0" hangingPunct="0">
              <a:defRPr kumimoji="1" sz="1200" b="1">
                <a:solidFill>
                  <a:schemeClr val="tx1"/>
                </a:solidFill>
                <a:latin typeface="Arial"/>
                <a:ea typeface="돋움" pitchFamily="50" charset="-127"/>
              </a:defRPr>
            </a:lvl1pPr>
            <a:lvl2pPr marL="742950" indent="-285750" eaLnBrk="0" hangingPunct="0">
              <a:defRPr kumimoji="1" sz="1200" b="1">
                <a:solidFill>
                  <a:schemeClr val="tx1"/>
                </a:solidFill>
                <a:latin typeface="Arial"/>
                <a:ea typeface="돋움" pitchFamily="50" charset="-127"/>
              </a:defRPr>
            </a:lvl2pPr>
            <a:lvl3pPr marL="1143000" indent="-228600" eaLnBrk="0" hangingPunct="0">
              <a:defRPr kumimoji="1" sz="1200" b="1">
                <a:solidFill>
                  <a:schemeClr val="tx1"/>
                </a:solidFill>
                <a:latin typeface="Arial"/>
                <a:ea typeface="돋움" pitchFamily="50" charset="-127"/>
              </a:defRPr>
            </a:lvl3pPr>
            <a:lvl4pPr marL="1600200" indent="-228600" eaLnBrk="0" hangingPunct="0">
              <a:defRPr kumimoji="1" sz="1200" b="1">
                <a:solidFill>
                  <a:schemeClr val="tx1"/>
                </a:solidFill>
                <a:latin typeface="Arial"/>
                <a:ea typeface="돋움" pitchFamily="50" charset="-127"/>
              </a:defRPr>
            </a:lvl4pPr>
            <a:lvl5pPr marL="2057400" indent="-228600" eaLnBrk="0" hangingPunct="0">
              <a:defRPr kumimoji="1" sz="1200" b="1">
                <a:solidFill>
                  <a:schemeClr val="tx1"/>
                </a:solidFill>
                <a:latin typeface="Arial"/>
                <a:ea typeface="돋움" pitchFamily="50" charset="-127"/>
              </a:defRPr>
            </a:lvl5pPr>
            <a:lvl6pPr marL="25146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6pPr>
            <a:lvl7pPr marL="29718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7pPr>
            <a:lvl8pPr marL="34290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8pPr>
            <a:lvl9pPr marL="38862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9pPr>
          </a:lstStyle>
          <a:p>
            <a:pPr marL="175260" marR="0" lvl="0" indent="-175260" algn="l" defTabSz="457200" rtl="0" eaLnBrk="1" fontAlgn="auto" latinLnBrk="0" hangingPunct="1">
              <a:lnSpc>
                <a:spcPct val="150000"/>
              </a:lnSpc>
              <a:spcBef>
                <a:spcPct val="0"/>
              </a:spcBef>
              <a:spcAft>
                <a:spcPts val="600"/>
              </a:spcAft>
              <a:buClrTx/>
              <a:buSzTx/>
              <a:buFontTx/>
              <a:buAutoNum type="arabicPeriod"/>
              <a:tabLst/>
              <a:defRPr/>
            </a:pPr>
            <a:r>
              <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보고 </a:t>
            </a:r>
            <a:r>
              <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Summary</a:t>
            </a:r>
          </a:p>
          <a:p>
            <a:pPr marL="175260" lvl="0" indent="-175260" eaLnBrk="1" hangingPunct="1">
              <a:lnSpc>
                <a:spcPct val="150000"/>
              </a:lnSpc>
              <a:spcBef>
                <a:spcPct val="0"/>
              </a:spcBef>
              <a:spcAft>
                <a:spcPts val="600"/>
              </a:spcAft>
              <a:buFontTx/>
              <a:buAutoNum type="arabicPeriod"/>
              <a:defRPr/>
            </a:pPr>
            <a:r>
              <a:rPr lang="en-US" altLang="ko-KR" sz="1600" dirty="0">
                <a:latin typeface="Arial Narrow" panose="020B0606020202030204" pitchFamily="34" charset="0"/>
                <a:ea typeface="LG스마트체 Regular" panose="020B0600000101010101" pitchFamily="50" charset="-127"/>
              </a:rPr>
              <a:t>AI Readable </a:t>
            </a:r>
            <a:r>
              <a:rPr lang="ko-KR" altLang="en-US" sz="1600" dirty="0">
                <a:latin typeface="Arial Narrow" panose="020B0606020202030204" pitchFamily="34" charset="0"/>
                <a:ea typeface="LG스마트체 Regular" panose="020B0600000101010101" pitchFamily="50" charset="-127"/>
              </a:rPr>
              <a:t>현상 파악 </a:t>
            </a:r>
            <a:endParaRPr lang="en-US" altLang="ko-KR" sz="1600" dirty="0">
              <a:latin typeface="Arial Narrow" panose="020B0606020202030204" pitchFamily="34" charset="0"/>
              <a:ea typeface="LG스마트체 Regular" panose="020B0600000101010101" pitchFamily="50" charset="-127"/>
            </a:endParaRPr>
          </a:p>
          <a:p>
            <a:pPr marL="175260" lvl="0" indent="-175260" eaLnBrk="1" hangingPunct="1">
              <a:lnSpc>
                <a:spcPct val="150000"/>
              </a:lnSpc>
              <a:spcBef>
                <a:spcPct val="0"/>
              </a:spcBef>
              <a:spcAft>
                <a:spcPts val="600"/>
              </a:spcAft>
              <a:buFontTx/>
              <a:buAutoNum type="arabicPeriod"/>
              <a:defRPr/>
            </a:pPr>
            <a:r>
              <a:rPr lang="ko-KR" altLang="en-US" sz="1600" dirty="0">
                <a:latin typeface="Arial Narrow" panose="020B0606020202030204" pitchFamily="34" charset="0"/>
                <a:ea typeface="LG스마트체 Regular" panose="020B0600000101010101" pitchFamily="50" charset="-127"/>
              </a:rPr>
              <a:t>구현 방안 </a:t>
            </a:r>
            <a:endParaRPr lang="en-US" altLang="ko-KR" sz="1600" dirty="0">
              <a:latin typeface="Arial Narrow" panose="020B0606020202030204" pitchFamily="34" charset="0"/>
              <a:ea typeface="LG스마트체 Regular" panose="020B0600000101010101" pitchFamily="50" charset="-127"/>
            </a:endParaRPr>
          </a:p>
          <a:p>
            <a:pPr marL="175260" lvl="0" indent="-175260" eaLnBrk="1" hangingPunct="1">
              <a:lnSpc>
                <a:spcPct val="150000"/>
              </a:lnSpc>
              <a:spcBef>
                <a:spcPct val="0"/>
              </a:spcBef>
              <a:spcAft>
                <a:spcPts val="600"/>
              </a:spcAft>
              <a:buFontTx/>
              <a:buAutoNum type="arabicPeriod"/>
              <a:defRPr/>
            </a:pPr>
            <a:r>
              <a:rPr lang="en-US" altLang="ko-KR" sz="160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Worklog </a:t>
            </a:r>
            <a:r>
              <a:rPr lang="ko-KR" altLang="en-US" sz="160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사용방법</a:t>
            </a: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R="0" lvl="0" algn="l" defTabSz="457200" rtl="0" eaLnBrk="1" fontAlgn="auto" latinLnBrk="0" hangingPunct="1">
              <a:lnSpc>
                <a:spcPct val="150000"/>
              </a:lnSpc>
              <a:spcBef>
                <a:spcPct val="0"/>
              </a:spcBef>
              <a:spcAft>
                <a:spcPts val="600"/>
              </a:spcAft>
              <a:buClrTx/>
              <a:buSzTx/>
              <a:tabLst/>
              <a:defRPr/>
            </a:pPr>
            <a:br>
              <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endParaRPr kumimoji="1" lang="en-US" altLang="ko-KR"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7200" rtl="0" eaLnBrk="1" fontAlgn="auto" latinLnBrk="0" hangingPunct="1">
              <a:lnSpc>
                <a:spcPct val="150000"/>
              </a:lnSpc>
              <a:spcBef>
                <a:spcPct val="0"/>
              </a:spcBef>
              <a:spcAft>
                <a:spcPts val="600"/>
              </a:spcAft>
              <a:buClrTx/>
              <a:buSzTx/>
              <a:buFontTx/>
              <a:buNone/>
              <a:tabLst/>
              <a:defRPr/>
            </a:pPr>
            <a:endParaRPr kumimoji="1" lang="ko-KR" altLang="en-US" sz="16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5563845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FC184-D8B4-DA3C-6E53-AE153196EF68}"/>
            </a:ext>
          </a:extLst>
        </p:cNvPr>
        <p:cNvGrpSpPr/>
        <p:nvPr/>
      </p:nvGrpSpPr>
      <p:grpSpPr>
        <a:xfrm>
          <a:off x="0" y="0"/>
          <a:ext cx="0" cy="0"/>
          <a:chOff x="0" y="0"/>
          <a:chExt cx="0" cy="0"/>
        </a:xfrm>
      </p:grpSpPr>
      <p:sp>
        <p:nvSpPr>
          <p:cNvPr id="7" name="제목 4">
            <a:extLst>
              <a:ext uri="{FF2B5EF4-FFF2-40B4-BE49-F238E27FC236}">
                <a16:creationId xmlns:a16="http://schemas.microsoft.com/office/drawing/2014/main" id="{E9C5C329-A8C3-1E06-DC98-3E283DB80BFC}"/>
              </a:ext>
            </a:extLst>
          </p:cNvPr>
          <p:cNvSpPr>
            <a:spLocks noGrp="1"/>
          </p:cNvSpPr>
          <p:nvPr>
            <p:ph type="title"/>
          </p:nvPr>
        </p:nvSpPr>
        <p:spPr>
          <a:xfrm>
            <a:off x="189765" y="170929"/>
            <a:ext cx="9516209" cy="369332"/>
          </a:xfrm>
        </p:spPr>
        <p:txBody>
          <a:bodyPr/>
          <a:lstStyle/>
          <a:p>
            <a:r>
              <a:rPr lang="en-US" altLang="ko-KR" dirty="0">
                <a:latin typeface="Arial Narrow" panose="020B0606020202030204" pitchFamily="34" charset="0"/>
                <a:ea typeface="LG스마트체 Regular" panose="020B0600000101010101" pitchFamily="50" charset="-127"/>
              </a:rPr>
              <a:t>1.</a:t>
            </a:r>
            <a:r>
              <a:rPr lang="ko-KR" altLang="en-US" dirty="0">
                <a:latin typeface="Arial Narrow" panose="020B0606020202030204" pitchFamily="34" charset="0"/>
                <a:ea typeface="LG스마트체 Regular" panose="020B0600000101010101" pitchFamily="50" charset="-127"/>
              </a:rPr>
              <a:t> 보고 </a:t>
            </a:r>
            <a:r>
              <a:rPr lang="en-US" altLang="ko-KR" dirty="0">
                <a:latin typeface="Arial Narrow" panose="020B0606020202030204" pitchFamily="34" charset="0"/>
                <a:ea typeface="LG스마트체 Regular" panose="020B0600000101010101" pitchFamily="50" charset="-127"/>
              </a:rPr>
              <a:t>Summary</a:t>
            </a:r>
            <a:endParaRPr lang="ko-KR" altLang="en-US" dirty="0">
              <a:latin typeface="Arial Narrow" panose="020B0606020202030204" pitchFamily="34" charset="0"/>
              <a:ea typeface="LG스마트체 Regular" panose="020B0600000101010101" pitchFamily="50" charset="-127"/>
            </a:endParaRPr>
          </a:p>
        </p:txBody>
      </p:sp>
      <p:sp>
        <p:nvSpPr>
          <p:cNvPr id="22" name="TextBox 21">
            <a:extLst>
              <a:ext uri="{FF2B5EF4-FFF2-40B4-BE49-F238E27FC236}">
                <a16:creationId xmlns:a16="http://schemas.microsoft.com/office/drawing/2014/main" id="{932B346D-A852-0B1B-9F4F-487F0AC89086}"/>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TextBox 8">
            <a:extLst>
              <a:ext uri="{FF2B5EF4-FFF2-40B4-BE49-F238E27FC236}">
                <a16:creationId xmlns:a16="http://schemas.microsoft.com/office/drawing/2014/main" id="{CB736127-DA9B-A5BD-8F8A-EFC3938C3BF0}"/>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1/4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 name="TextBox Summary">
            <a:extLst>
              <a:ext uri="{FF2B5EF4-FFF2-40B4-BE49-F238E27FC236}">
                <a16:creationId xmlns:a16="http://schemas.microsoft.com/office/drawing/2014/main" id="{8BDEB447-6F86-E577-85AA-C75CCDB14A1C}"/>
              </a:ext>
            </a:extLst>
          </p:cNvPr>
          <p:cNvSpPr txBox="1"/>
          <p:nvPr/>
        </p:nvSpPr>
        <p:spPr>
          <a:xfrm>
            <a:off x="662413" y="996729"/>
            <a:ext cx="8974642" cy="5163925"/>
          </a:xfrm>
          <a:prstGeom prst="rect">
            <a:avLst/>
          </a:prstGeom>
          <a:noFill/>
        </p:spPr>
        <p:txBody>
          <a:bodyPr wrap="square" lIns="45720" tIns="45720" rIns="45720" bIns="45720" rtlCol="0">
            <a:noAutofit/>
          </a:bodyPr>
          <a:lstStyle/>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본 과제는 개인별로 분산 관리하는 업무 정보를 표준화하고, AI </a:t>
            </a:r>
            <a:r>
              <a:rPr lang="ko-KR" altLang="en-US" sz="1400" dirty="0" err="1">
                <a:latin typeface="Arial Narrow" panose="020B0606020202030204" pitchFamily="34" charset="0"/>
                <a:ea typeface="LG스마트체 Regular" panose="020B0600000101010101" pitchFamily="50" charset="-127"/>
              </a:rPr>
              <a:t>Agent로</a:t>
            </a:r>
            <a:r>
              <a:rPr lang="ko-KR" altLang="en-US" sz="1400" dirty="0">
                <a:latin typeface="Arial Narrow" panose="020B0606020202030204" pitchFamily="34" charset="0"/>
                <a:ea typeface="LG스마트체 Regular" panose="020B0600000101010101" pitchFamily="50" charset="-127"/>
              </a:rPr>
              <a:t> 보고서 작성의 효율성을 높이고자 추진하였습니다</a:t>
            </a:r>
            <a:r>
              <a:rPr lang="en-US" altLang="ko-KR" sz="1400" dirty="0">
                <a:latin typeface="Arial Narrow" panose="020B0606020202030204" pitchFamily="34" charset="0"/>
                <a:ea typeface="LG스마트체 Regular" panose="020B0600000101010101" pitchFamily="50" charset="-127"/>
              </a:rPr>
              <a:t>.</a:t>
            </a:r>
            <a:r>
              <a:rPr lang="ko-KR" altLang="en-US" sz="1400" dirty="0">
                <a:latin typeface="Arial Narrow" panose="020B0606020202030204" pitchFamily="34" charset="0"/>
                <a:ea typeface="LG스마트체 Regular" panose="020B0600000101010101" pitchFamily="50" charset="-127"/>
              </a:rPr>
              <a:t> </a:t>
            </a: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업무 이력을 축적하여 재사용 가능한 지식 자산으로 관리하는 것이 목표입니다.</a:t>
            </a: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현재 구성원들은 PPT, </a:t>
            </a:r>
            <a:r>
              <a:rPr lang="ko-KR" altLang="en-US" sz="1400" dirty="0" err="1">
                <a:latin typeface="Arial Narrow" panose="020B0606020202030204" pitchFamily="34" charset="0"/>
                <a:ea typeface="LG스마트체 Regular" panose="020B0600000101010101" pitchFamily="50" charset="-127"/>
              </a:rPr>
              <a:t>Notepad</a:t>
            </a:r>
            <a:r>
              <a:rPr lang="ko-KR" altLang="en-US" sz="1400" dirty="0">
                <a:latin typeface="Arial Narrow" panose="020B0606020202030204" pitchFamily="34" charset="0"/>
                <a:ea typeface="LG스마트체 Regular" panose="020B0600000101010101" pitchFamily="50" charset="-127"/>
              </a:rPr>
              <a:t>, Excel 등 서로 다른 도구와 작성 방식을 사용해 프로젝트별 이력 추적과 지식 재활용에 한계가 있습니다. 보고 구조와 작성 역량의 차이로 실무자는 재구성과 편집을 반복하고, 관리자는 핵심 내용 파악과 의사결정에 추가 시간을 들입니다. 다만, 모든 구성원에게 동일한 작성 방식과 양식을 적용하는 데에는 현실적인 어려움이 있습니다.</a:t>
            </a: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이 점을 개선하기 위해서</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웹 서비스 기반으로 업무 이력을 표준 </a:t>
            </a:r>
            <a:r>
              <a:rPr lang="en-US" altLang="ko-KR" sz="1400" dirty="0">
                <a:latin typeface="Arial Narrow" panose="020B0606020202030204" pitchFamily="34" charset="0"/>
                <a:ea typeface="LG스마트체 Regular" panose="020B0600000101010101" pitchFamily="50" charset="-127"/>
              </a:rPr>
              <a:t>Format</a:t>
            </a:r>
            <a:r>
              <a:rPr lang="ko-KR" altLang="en-US" sz="1400" dirty="0">
                <a:latin typeface="Arial Narrow" panose="020B0606020202030204" pitchFamily="34" charset="0"/>
                <a:ea typeface="LG스마트체 Regular" panose="020B0600000101010101" pitchFamily="50" charset="-127"/>
              </a:rPr>
              <a:t>으로 작성하고</a:t>
            </a:r>
            <a:r>
              <a:rPr lang="en-US" altLang="ko-KR" sz="1400" dirty="0">
                <a:latin typeface="Arial Narrow" panose="020B0606020202030204" pitchFamily="34" charset="0"/>
                <a:ea typeface="LG스마트체 Regular" panose="020B0600000101010101" pitchFamily="50" charset="-127"/>
              </a:rPr>
              <a:t>, </a:t>
            </a:r>
            <a:br>
              <a:rPr lang="en-US" altLang="ko-KR" sz="1400" dirty="0">
                <a:latin typeface="Arial Narrow" panose="020B0606020202030204" pitchFamily="34" charset="0"/>
                <a:ea typeface="LG스마트체 Regular" panose="020B0600000101010101" pitchFamily="50" charset="-127"/>
              </a:rPr>
            </a:b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배경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목적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추진일정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진행업무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향후계획 </a:t>
            </a:r>
            <a:r>
              <a:rPr kumimoji="1" lang="en-US" altLang="ko-KR"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400"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이슈 </a:t>
            </a:r>
            <a:r>
              <a:rPr lang="ko-KR" altLang="en-US" sz="1400" dirty="0">
                <a:latin typeface="Arial Narrow" panose="020B0606020202030204" pitchFamily="34" charset="0"/>
                <a:ea typeface="LG스마트체 Regular" panose="020B0600000101010101" pitchFamily="50" charset="-127"/>
              </a:rPr>
              <a:t>등 주요 정보를 구조화 하여 단일 정보원으로 관리해 나아가면</a:t>
            </a:r>
            <a:r>
              <a:rPr lang="en-US" altLang="ko-KR" sz="1400" dirty="0">
                <a:latin typeface="Arial Narrow" panose="020B0606020202030204" pitchFamily="34" charset="0"/>
                <a:ea typeface="LG스마트체 Regular" panose="020B0600000101010101" pitchFamily="50" charset="-127"/>
              </a:rPr>
              <a:t>, </a:t>
            </a:r>
            <a:br>
              <a:rPr lang="en-US" altLang="ko-KR" sz="1400" dirty="0">
                <a:latin typeface="Arial Narrow" panose="020B0606020202030204" pitchFamily="34" charset="0"/>
                <a:ea typeface="LG스마트체 Regular" panose="020B0600000101010101" pitchFamily="50" charset="-127"/>
              </a:rPr>
            </a:br>
            <a:r>
              <a:rPr lang="ko-KR" altLang="en-US" sz="1400" dirty="0" err="1">
                <a:latin typeface="Arial Narrow" panose="020B0606020202030204" pitchFamily="34" charset="0"/>
                <a:ea typeface="LG스마트체 Regular" panose="020B0600000101010101" pitchFamily="50" charset="-127"/>
              </a:rPr>
              <a:t>AI가</a:t>
            </a:r>
            <a:r>
              <a:rPr lang="ko-KR" altLang="en-US" sz="1400" dirty="0">
                <a:latin typeface="Arial Narrow" panose="020B0606020202030204" pitchFamily="34" charset="0"/>
                <a:ea typeface="LG스마트체 Regular" panose="020B0600000101010101" pitchFamily="50" charset="-127"/>
              </a:rPr>
              <a:t> 정보의 의미와 맥락을 해석해서 활용할 수 있는 AI </a:t>
            </a:r>
            <a:r>
              <a:rPr lang="ko-KR" altLang="en-US" sz="1400" dirty="0" err="1">
                <a:latin typeface="Arial Narrow" panose="020B0606020202030204" pitchFamily="34" charset="0"/>
                <a:ea typeface="LG스마트체 Regular" panose="020B0600000101010101" pitchFamily="50" charset="-127"/>
              </a:rPr>
              <a:t>Readable</a:t>
            </a:r>
            <a:r>
              <a:rPr lang="ko-KR" altLang="en-US" sz="1400" dirty="0">
                <a:latin typeface="Arial Narrow" panose="020B0606020202030204" pitchFamily="34" charset="0"/>
                <a:ea typeface="LG스마트체 Regular" panose="020B0600000101010101" pitchFamily="50" charset="-127"/>
              </a:rPr>
              <a:t> 형태로의 정보로 관리 될 수 있습니다</a:t>
            </a:r>
            <a:r>
              <a:rPr lang="en-US" altLang="ko-KR" sz="1400" dirty="0">
                <a:latin typeface="Arial Narrow" panose="020B0606020202030204" pitchFamily="34" charset="0"/>
                <a:ea typeface="LG스마트체 Regular" panose="020B0600000101010101" pitchFamily="50" charset="-127"/>
              </a:rPr>
              <a:t>.</a:t>
            </a:r>
          </a:p>
          <a:p>
            <a:pPr>
              <a:lnSpc>
                <a:spcPct val="150000"/>
              </a:lnSpc>
              <a:spcBef>
                <a:spcPts val="200"/>
              </a:spcBef>
            </a:pPr>
            <a:endParaRPr lang="en-US" altLang="ko-KR" sz="1400" dirty="0">
              <a:latin typeface="Arial Narrow" panose="020B0606020202030204" pitchFamily="34" charset="0"/>
              <a:ea typeface="LG스마트체 Regular" panose="020B0600000101010101" pitchFamily="50" charset="-127"/>
            </a:endParaRPr>
          </a:p>
          <a:p>
            <a:pPr>
              <a:lnSpc>
                <a:spcPct val="150000"/>
              </a:lnSpc>
              <a:spcBef>
                <a:spcPts val="200"/>
              </a:spcBef>
            </a:pPr>
            <a:r>
              <a:rPr lang="ko-KR" altLang="en-US" sz="1400" dirty="0">
                <a:latin typeface="Arial Narrow" panose="020B0606020202030204" pitchFamily="34" charset="0"/>
                <a:ea typeface="LG스마트체 Regular" panose="020B0600000101010101" pitchFamily="50" charset="-127"/>
              </a:rPr>
              <a:t>축적된 정보는 누적 업무와 금주 입력 내용을 반영한 주간 업무 초안과 프로젝트별 누적 이력에 기반한 보고자료 생성에 활용 가능하며</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실무자가 생성된 초안과 보고자료를 </a:t>
            </a:r>
            <a:r>
              <a:rPr lang="ko-KR" altLang="en-US" sz="1400" dirty="0" err="1">
                <a:latin typeface="Arial Narrow" panose="020B0606020202030204" pitchFamily="34" charset="0"/>
                <a:ea typeface="LG스마트체 Regular" panose="020B0600000101010101" pitchFamily="50" charset="-127"/>
              </a:rPr>
              <a:t>검토·승인한</a:t>
            </a:r>
            <a:r>
              <a:rPr lang="ko-KR" altLang="en-US" sz="1400" dirty="0">
                <a:latin typeface="Arial Narrow" panose="020B0606020202030204" pitchFamily="34" charset="0"/>
                <a:ea typeface="LG스마트체 Regular" panose="020B0600000101010101" pitchFamily="50" charset="-127"/>
              </a:rPr>
              <a:t> 후 확정할 수 있습니다.</a:t>
            </a:r>
          </a:p>
          <a:p>
            <a:pPr>
              <a:lnSpc>
                <a:spcPct val="150000"/>
              </a:lnSpc>
              <a:spcBef>
                <a:spcPts val="200"/>
              </a:spcBef>
            </a:pPr>
            <a:r>
              <a:rPr lang="ko-KR" altLang="en-US" sz="1400" b="1" dirty="0">
                <a:latin typeface="Arial Narrow" panose="020B0606020202030204" pitchFamily="34" charset="0"/>
                <a:ea typeface="LG스마트체 Regular" panose="020B0600000101010101" pitchFamily="50" charset="-127"/>
              </a:rPr>
              <a:t>업무 정보를 일관된 구조로 축적하고 다양한 보고자료에 재사용하는 것이 본 과제의 핵심입니다.</a:t>
            </a:r>
          </a:p>
        </p:txBody>
      </p:sp>
    </p:spTree>
    <p:extLst>
      <p:ext uri="{BB962C8B-B14F-4D97-AF65-F5344CB8AC3E}">
        <p14:creationId xmlns:p14="http://schemas.microsoft.com/office/powerpoint/2010/main" val="957553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6EE9-1F2B-BF99-0797-982B4E677208}"/>
            </a:ext>
          </a:extLst>
        </p:cNvPr>
        <p:cNvGrpSpPr/>
        <p:nvPr/>
      </p:nvGrpSpPr>
      <p:grpSpPr>
        <a:xfrm>
          <a:off x="0" y="0"/>
          <a:ext cx="0" cy="0"/>
          <a:chOff x="0" y="0"/>
          <a:chExt cx="0" cy="0"/>
        </a:xfrm>
      </p:grpSpPr>
      <p:sp>
        <p:nvSpPr>
          <p:cNvPr id="90" name="직사각형 89">
            <a:extLst>
              <a:ext uri="{FF2B5EF4-FFF2-40B4-BE49-F238E27FC236}">
                <a16:creationId xmlns:a16="http://schemas.microsoft.com/office/drawing/2014/main" id="{1EE1A4CD-F659-5A61-BC52-B78E6E80CB78}"/>
              </a:ext>
            </a:extLst>
          </p:cNvPr>
          <p:cNvSpPr/>
          <p:nvPr/>
        </p:nvSpPr>
        <p:spPr>
          <a:xfrm>
            <a:off x="216227" y="1386995"/>
            <a:ext cx="9391650" cy="5128756"/>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5" name="제목 4">
            <a:extLst>
              <a:ext uri="{FF2B5EF4-FFF2-40B4-BE49-F238E27FC236}">
                <a16:creationId xmlns:a16="http://schemas.microsoft.com/office/drawing/2014/main" id="{99D6EFEB-27F4-B1D8-C658-DBAD55D399C4}"/>
              </a:ext>
            </a:extLst>
          </p:cNvPr>
          <p:cNvSpPr>
            <a:spLocks noGrp="1"/>
          </p:cNvSpPr>
          <p:nvPr>
            <p:ph type="title"/>
          </p:nvPr>
        </p:nvSpPr>
        <p:spPr>
          <a:xfrm>
            <a:off x="189765" y="170929"/>
            <a:ext cx="6473081" cy="369332"/>
          </a:xfrm>
        </p:spPr>
        <p:txBody>
          <a:bodyPr/>
          <a:lstStyle/>
          <a:p>
            <a:r>
              <a:rPr lang="en-US" altLang="ko-KR" dirty="0">
                <a:latin typeface="Arial Narrow" panose="020B0606020202030204" pitchFamily="34" charset="0"/>
                <a:ea typeface="LG스마트체 Regular" panose="020B0600000101010101" pitchFamily="50" charset="-127"/>
              </a:rPr>
              <a:t>2. AI Readable </a:t>
            </a:r>
            <a:r>
              <a:rPr lang="ko-KR" altLang="en-US" dirty="0">
                <a:latin typeface="Arial Narrow" panose="020B0606020202030204" pitchFamily="34" charset="0"/>
                <a:ea typeface="LG스마트체 Regular" panose="020B0600000101010101" pitchFamily="50" charset="-127"/>
              </a:rPr>
              <a:t>현상 파악</a:t>
            </a:r>
          </a:p>
        </p:txBody>
      </p:sp>
      <p:sp>
        <p:nvSpPr>
          <p:cNvPr id="6" name="TextBox 5">
            <a:extLst>
              <a:ext uri="{FF2B5EF4-FFF2-40B4-BE49-F238E27FC236}">
                <a16:creationId xmlns:a16="http://schemas.microsoft.com/office/drawing/2014/main" id="{B582DF9E-E17D-F095-3D59-6E3F2E489D3A}"/>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9" name="TextBox 88">
            <a:extLst>
              <a:ext uri="{FF2B5EF4-FFF2-40B4-BE49-F238E27FC236}">
                <a16:creationId xmlns:a16="http://schemas.microsoft.com/office/drawing/2014/main" id="{B564B28B-F453-7C3E-8EC3-F474F468058B}"/>
              </a:ext>
            </a:extLst>
          </p:cNvPr>
          <p:cNvSpPr txBox="1"/>
          <p:nvPr/>
        </p:nvSpPr>
        <p:spPr>
          <a:xfrm>
            <a:off x="175718" y="580555"/>
            <a:ext cx="9730281" cy="589264"/>
          </a:xfrm>
          <a:prstGeom prst="rect">
            <a:avLst/>
          </a:prstGeom>
          <a:noFill/>
        </p:spPr>
        <p:txBody>
          <a:bodyPr wrap="square" rtlCol="0">
            <a:spAutoFit/>
          </a:bodyPr>
          <a:lstStyle>
            <a:defPPr>
              <a:defRPr lang="en-US"/>
            </a:defPPr>
            <a:lvl1pPr marR="0" lvl="0" indent="0" fontAlgn="auto">
              <a:lnSpc>
                <a:spcPct val="120000"/>
              </a:lnSpc>
              <a:spcBef>
                <a:spcPts val="0"/>
              </a:spcBef>
              <a:spcAft>
                <a:spcPts val="0"/>
              </a:spcAft>
              <a:buClrTx/>
              <a:buSzTx/>
              <a:buFontTx/>
              <a:buNone/>
              <a:tabLst/>
              <a:defRPr kumimoji="0" sz="1400" b="1" i="0" u="none" strike="noStrike" cap="none" spc="0" normalizeH="0" baseline="0">
                <a:ln>
                  <a:noFill/>
                </a:ln>
                <a:solidFill>
                  <a:sysClr val="windowText" lastClr="000000"/>
                </a:solidFill>
                <a:effectLst/>
                <a:uLnTx/>
                <a:uFillTx/>
                <a:latin typeface="Arial Narrow" panose="020B0606020202030204" pitchFamily="34" charset="0"/>
                <a:ea typeface="LG스마트체 Regular" panose="020B0600000101010101" pitchFamily="50" charset="-127"/>
              </a:defRPr>
            </a:lvl1pPr>
          </a:lstStyle>
          <a:p>
            <a:r>
              <a:rPr lang="en-US" altLang="ko-KR" b="0" dirty="0"/>
              <a:t>AI Readable </a:t>
            </a:r>
            <a:r>
              <a:rPr lang="ko-KR" altLang="en-US" b="0" dirty="0"/>
              <a:t>한 문서를 설계 하기 위한 방법론이 </a:t>
            </a:r>
            <a:r>
              <a:rPr lang="en-US" altLang="ko-KR" b="0" dirty="0"/>
              <a:t>6</a:t>
            </a:r>
            <a:r>
              <a:rPr lang="ko-KR" altLang="en-US" b="0" dirty="0"/>
              <a:t>단계가 있으며 핵심은 </a:t>
            </a:r>
            <a:r>
              <a:rPr lang="ko-KR" altLang="en-US" u="sng" dirty="0"/>
              <a:t>표준화 →구조화 →분류 →연결 →</a:t>
            </a:r>
            <a:r>
              <a:rPr lang="en-US" altLang="ko-KR" u="sng" dirty="0"/>
              <a:t>AI </a:t>
            </a:r>
            <a:r>
              <a:rPr lang="ko-KR" altLang="en-US" u="sng" dirty="0"/>
              <a:t>검색 형태 → 재활용</a:t>
            </a:r>
            <a:r>
              <a:rPr lang="en-US" altLang="ko-KR" dirty="0"/>
              <a:t> </a:t>
            </a:r>
            <a:r>
              <a:rPr lang="ko-KR" altLang="en-US" b="0" dirty="0"/>
              <a:t>입니다</a:t>
            </a:r>
            <a:r>
              <a:rPr lang="en-US" altLang="ko-KR" b="0" dirty="0"/>
              <a:t>.</a:t>
            </a:r>
            <a:br>
              <a:rPr lang="en-US" altLang="ko-KR" b="0" dirty="0"/>
            </a:br>
            <a:r>
              <a:rPr lang="ko-KR" altLang="en-US" b="0" dirty="0"/>
              <a:t>다만</a:t>
            </a:r>
            <a:r>
              <a:rPr lang="en-US" altLang="ko-KR" b="0" dirty="0"/>
              <a:t>, </a:t>
            </a:r>
            <a:r>
              <a:rPr lang="ko-KR" altLang="en-US" b="0" dirty="0"/>
              <a:t>모든 구성원에게 동일한 작성 방식과 양식을 적용하는 데에는 현실적인 어려움이 있습니다</a:t>
            </a:r>
            <a:r>
              <a:rPr lang="en-US" altLang="ko-KR" b="0" dirty="0"/>
              <a:t>.</a:t>
            </a:r>
          </a:p>
        </p:txBody>
      </p:sp>
      <p:sp>
        <p:nvSpPr>
          <p:cNvPr id="46" name="사각형 설명선 24">
            <a:extLst>
              <a:ext uri="{FF2B5EF4-FFF2-40B4-BE49-F238E27FC236}">
                <a16:creationId xmlns:a16="http://schemas.microsoft.com/office/drawing/2014/main" id="{879C0DA2-5E0A-B10C-AFAB-F6E0C4E33EE0}"/>
              </a:ext>
            </a:extLst>
          </p:cNvPr>
          <p:cNvSpPr/>
          <p:nvPr/>
        </p:nvSpPr>
        <p:spPr bwMode="auto">
          <a:xfrm>
            <a:off x="175719" y="1633271"/>
            <a:ext cx="4320081" cy="756271"/>
          </a:xfrm>
          <a:prstGeom prst="wedgeRectCallout">
            <a:avLst>
              <a:gd name="adj1" fmla="val -49909"/>
              <a:gd name="adj2" fmla="val -26418"/>
            </a:avLst>
          </a:prstGeom>
          <a:noFill/>
          <a:ln w="6350" algn="ctr">
            <a:noFill/>
            <a:miter lim="800000"/>
            <a:headEnd/>
            <a:tailEnd/>
          </a:ln>
          <a:effectLst/>
        </p:spPr>
        <p:txBody>
          <a:bodyPr lIns="108000" anchor="t"/>
          <a:lstStyle/>
          <a:p>
            <a:pPr marL="0" lvl="1" defTabSz="1042298" fontAlgn="base">
              <a:lnSpc>
                <a:spcPct val="120000"/>
              </a:lnSpc>
              <a:spcBef>
                <a:spcPts val="400"/>
              </a:spcBef>
              <a:spcAft>
                <a:spcPct val="0"/>
              </a:spcAft>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AI Readable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문서 설계 방법론</a:t>
            </a:r>
            <a:b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업무 정보를 </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AI</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가 이해하고 검색 및 재활용 할 수 있도록 만드는 </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6</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단계</a:t>
            </a:r>
            <a:b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 </a:t>
            </a:r>
            <a:r>
              <a:rPr kumimoji="1" lang="ko-KR" altLang="en-US"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출처 </a:t>
            </a: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Source: Google Cloud, RAG &amp; Vector Search Architecture, 2025</a:t>
            </a:r>
          </a:p>
        </p:txBody>
      </p:sp>
      <p:grpSp>
        <p:nvGrpSpPr>
          <p:cNvPr id="102" name="그룹 101">
            <a:extLst>
              <a:ext uri="{FF2B5EF4-FFF2-40B4-BE49-F238E27FC236}">
                <a16:creationId xmlns:a16="http://schemas.microsoft.com/office/drawing/2014/main" id="{BF1B7223-D0D9-FFC5-4B50-38CE05ED7063}"/>
              </a:ext>
            </a:extLst>
          </p:cNvPr>
          <p:cNvGrpSpPr/>
          <p:nvPr/>
        </p:nvGrpSpPr>
        <p:grpSpPr>
          <a:xfrm>
            <a:off x="5713858" y="4921349"/>
            <a:ext cx="3115817" cy="1450875"/>
            <a:chOff x="5742220" y="4940444"/>
            <a:chExt cx="2693595" cy="1344798"/>
          </a:xfrm>
        </p:grpSpPr>
        <p:pic>
          <p:nvPicPr>
            <p:cNvPr id="62" name="그림 61">
              <a:extLst>
                <a:ext uri="{FF2B5EF4-FFF2-40B4-BE49-F238E27FC236}">
                  <a16:creationId xmlns:a16="http://schemas.microsoft.com/office/drawing/2014/main" id="{D1337A80-C667-46FF-5A54-6D4F44254BDE}"/>
                </a:ext>
              </a:extLst>
            </p:cNvPr>
            <p:cNvPicPr>
              <a:picLocks noChangeAspect="1"/>
            </p:cNvPicPr>
            <p:nvPr/>
          </p:nvPicPr>
          <p:blipFill>
            <a:blip r:embed="rId3"/>
            <a:stretch>
              <a:fillRect/>
            </a:stretch>
          </p:blipFill>
          <p:spPr>
            <a:xfrm>
              <a:off x="5887870" y="5954795"/>
              <a:ext cx="694654" cy="330447"/>
            </a:xfrm>
            <a:prstGeom prst="rect">
              <a:avLst/>
            </a:prstGeom>
          </p:spPr>
        </p:pic>
        <p:pic>
          <p:nvPicPr>
            <p:cNvPr id="63" name="그림 62">
              <a:extLst>
                <a:ext uri="{FF2B5EF4-FFF2-40B4-BE49-F238E27FC236}">
                  <a16:creationId xmlns:a16="http://schemas.microsoft.com/office/drawing/2014/main" id="{9738A9F0-1689-1186-3DB9-8B3C776E01C5}"/>
                </a:ext>
              </a:extLst>
            </p:cNvPr>
            <p:cNvPicPr>
              <a:picLocks noChangeAspect="1"/>
            </p:cNvPicPr>
            <p:nvPr/>
          </p:nvPicPr>
          <p:blipFill>
            <a:blip r:embed="rId3"/>
            <a:stretch>
              <a:fillRect/>
            </a:stretch>
          </p:blipFill>
          <p:spPr>
            <a:xfrm>
              <a:off x="6753623" y="5954795"/>
              <a:ext cx="694654" cy="330447"/>
            </a:xfrm>
            <a:prstGeom prst="rect">
              <a:avLst/>
            </a:prstGeom>
          </p:spPr>
        </p:pic>
        <p:pic>
          <p:nvPicPr>
            <p:cNvPr id="64" name="그림 63">
              <a:extLst>
                <a:ext uri="{FF2B5EF4-FFF2-40B4-BE49-F238E27FC236}">
                  <a16:creationId xmlns:a16="http://schemas.microsoft.com/office/drawing/2014/main" id="{34279315-EBC1-463B-A51C-CA09FB15D7EB}"/>
                </a:ext>
              </a:extLst>
            </p:cNvPr>
            <p:cNvPicPr>
              <a:picLocks noChangeAspect="1"/>
            </p:cNvPicPr>
            <p:nvPr/>
          </p:nvPicPr>
          <p:blipFill>
            <a:blip r:embed="rId3"/>
            <a:stretch>
              <a:fillRect/>
            </a:stretch>
          </p:blipFill>
          <p:spPr>
            <a:xfrm>
              <a:off x="7636202" y="5954794"/>
              <a:ext cx="694654" cy="330448"/>
            </a:xfrm>
            <a:prstGeom prst="rect">
              <a:avLst/>
            </a:prstGeom>
          </p:spPr>
        </p:pic>
        <p:cxnSp>
          <p:nvCxnSpPr>
            <p:cNvPr id="69" name="직선 화살표 연결선 68">
              <a:extLst>
                <a:ext uri="{FF2B5EF4-FFF2-40B4-BE49-F238E27FC236}">
                  <a16:creationId xmlns:a16="http://schemas.microsoft.com/office/drawing/2014/main" id="{73663D01-21DF-3A56-6A07-6A431A89BF09}"/>
                </a:ext>
              </a:extLst>
            </p:cNvPr>
            <p:cNvCxnSpPr/>
            <p:nvPr/>
          </p:nvCxnSpPr>
          <p:spPr>
            <a:xfrm>
              <a:off x="6253037"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5E5C24C5-8BDA-1FDE-4494-D81EEDE56C18}"/>
                </a:ext>
              </a:extLst>
            </p:cNvPr>
            <p:cNvCxnSpPr/>
            <p:nvPr/>
          </p:nvCxnSpPr>
          <p:spPr>
            <a:xfrm>
              <a:off x="7107012"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CC307847-ECA9-A6B5-508C-6AA572477389}"/>
                </a:ext>
              </a:extLst>
            </p:cNvPr>
            <p:cNvCxnSpPr/>
            <p:nvPr/>
          </p:nvCxnSpPr>
          <p:spPr>
            <a:xfrm>
              <a:off x="7983529" y="5703728"/>
              <a:ext cx="0" cy="253288"/>
            </a:xfrm>
            <a:prstGeom prst="straightConnector1">
              <a:avLst/>
            </a:prstGeom>
            <a:ln>
              <a:solidFill>
                <a:schemeClr val="tx1">
                  <a:lumMod val="50000"/>
                  <a:lumOff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사각형 설명선 24">
              <a:extLst>
                <a:ext uri="{FF2B5EF4-FFF2-40B4-BE49-F238E27FC236}">
                  <a16:creationId xmlns:a16="http://schemas.microsoft.com/office/drawing/2014/main" id="{1151BFE5-5353-DA9F-176A-355D9394A7F7}"/>
                </a:ext>
              </a:extLst>
            </p:cNvPr>
            <p:cNvSpPr/>
            <p:nvPr/>
          </p:nvSpPr>
          <p:spPr bwMode="auto">
            <a:xfrm>
              <a:off x="5857209"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grpSp>
          <p:nvGrpSpPr>
            <p:cNvPr id="60" name="그룹 59">
              <a:extLst>
                <a:ext uri="{FF2B5EF4-FFF2-40B4-BE49-F238E27FC236}">
                  <a16:creationId xmlns:a16="http://schemas.microsoft.com/office/drawing/2014/main" id="{A1D73EBD-2AB1-6E9E-F30D-07613C330036}"/>
                </a:ext>
              </a:extLst>
            </p:cNvPr>
            <p:cNvGrpSpPr/>
            <p:nvPr/>
          </p:nvGrpSpPr>
          <p:grpSpPr>
            <a:xfrm>
              <a:off x="5742220" y="5085488"/>
              <a:ext cx="2693595" cy="661810"/>
              <a:chOff x="-4913264" y="548313"/>
              <a:chExt cx="15374999" cy="5676664"/>
            </a:xfrm>
          </p:grpSpPr>
          <p:pic>
            <p:nvPicPr>
              <p:cNvPr id="52" name="그림 51">
                <a:extLst>
                  <a:ext uri="{FF2B5EF4-FFF2-40B4-BE49-F238E27FC236}">
                    <a16:creationId xmlns:a16="http://schemas.microsoft.com/office/drawing/2014/main" id="{522F5918-6076-96E2-B7D3-7A3434BB990A}"/>
                  </a:ext>
                </a:extLst>
              </p:cNvPr>
              <p:cNvPicPr>
                <a:picLocks noChangeAspect="1"/>
              </p:cNvPicPr>
              <p:nvPr/>
            </p:nvPicPr>
            <p:blipFill>
              <a:blip r:embed="rId4"/>
              <a:stretch>
                <a:fillRect/>
              </a:stretch>
            </p:blipFill>
            <p:spPr>
              <a:xfrm>
                <a:off x="-116816" y="548313"/>
                <a:ext cx="5987535" cy="5641542"/>
              </a:xfrm>
              <a:prstGeom prst="rect">
                <a:avLst/>
              </a:prstGeom>
            </p:spPr>
          </p:pic>
          <p:pic>
            <p:nvPicPr>
              <p:cNvPr id="50" name="그림 49">
                <a:extLst>
                  <a:ext uri="{FF2B5EF4-FFF2-40B4-BE49-F238E27FC236}">
                    <a16:creationId xmlns:a16="http://schemas.microsoft.com/office/drawing/2014/main" id="{49FFE219-67DA-0248-8DB9-91FB475A1840}"/>
                  </a:ext>
                </a:extLst>
              </p:cNvPr>
              <p:cNvPicPr>
                <a:picLocks noChangeAspect="1"/>
              </p:cNvPicPr>
              <p:nvPr/>
            </p:nvPicPr>
            <p:blipFill>
              <a:blip r:embed="rId5"/>
              <a:stretch>
                <a:fillRect/>
              </a:stretch>
            </p:blipFill>
            <p:spPr>
              <a:xfrm>
                <a:off x="5298464" y="559717"/>
                <a:ext cx="5163271" cy="5551740"/>
              </a:xfrm>
              <a:prstGeom prst="rect">
                <a:avLst/>
              </a:prstGeom>
            </p:spPr>
          </p:pic>
          <p:pic>
            <p:nvPicPr>
              <p:cNvPr id="55" name="그림 54">
                <a:extLst>
                  <a:ext uri="{FF2B5EF4-FFF2-40B4-BE49-F238E27FC236}">
                    <a16:creationId xmlns:a16="http://schemas.microsoft.com/office/drawing/2014/main" id="{73E565F8-6BFE-341E-2BFB-37C2E4DECFCD}"/>
                  </a:ext>
                </a:extLst>
              </p:cNvPr>
              <p:cNvPicPr>
                <a:picLocks noChangeAspect="1"/>
              </p:cNvPicPr>
              <p:nvPr/>
            </p:nvPicPr>
            <p:blipFill>
              <a:blip r:embed="rId6"/>
              <a:stretch>
                <a:fillRect/>
              </a:stretch>
            </p:blipFill>
            <p:spPr>
              <a:xfrm>
                <a:off x="-4913264" y="633022"/>
                <a:ext cx="5410955" cy="5591955"/>
              </a:xfrm>
              <a:prstGeom prst="rect">
                <a:avLst/>
              </a:prstGeom>
            </p:spPr>
          </p:pic>
        </p:grpSp>
        <p:sp>
          <p:nvSpPr>
            <p:cNvPr id="73" name="사각형 설명선 24">
              <a:extLst>
                <a:ext uri="{FF2B5EF4-FFF2-40B4-BE49-F238E27FC236}">
                  <a16:creationId xmlns:a16="http://schemas.microsoft.com/office/drawing/2014/main" id="{393B207D-8655-FBEB-9DF3-0FAFEDDF4422}"/>
                </a:ext>
              </a:extLst>
            </p:cNvPr>
            <p:cNvSpPr/>
            <p:nvPr/>
          </p:nvSpPr>
          <p:spPr bwMode="auto">
            <a:xfrm>
              <a:off x="6705130"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4" name="사각형 설명선 24">
              <a:extLst>
                <a:ext uri="{FF2B5EF4-FFF2-40B4-BE49-F238E27FC236}">
                  <a16:creationId xmlns:a16="http://schemas.microsoft.com/office/drawing/2014/main" id="{B2528A44-1D30-CAA0-21B3-B3CC387C0594}"/>
                </a:ext>
              </a:extLst>
            </p:cNvPr>
            <p:cNvSpPr/>
            <p:nvPr/>
          </p:nvSpPr>
          <p:spPr bwMode="auto">
            <a:xfrm>
              <a:off x="7609401" y="6119525"/>
              <a:ext cx="736132" cy="92035"/>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ko-KR" altLang="en-US" sz="10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rPr>
                <a:t>로컬 폴더</a:t>
              </a:r>
              <a:endParaRPr kumimoji="1" lang="en-US" altLang="ko-KR" sz="700" kern="0" dirty="0">
                <a:solidFill>
                  <a:schemeClr val="tx1">
                    <a:lumMod val="65000"/>
                    <a:lumOff val="35000"/>
                  </a:schemeClr>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5" name="사각형 설명선 24">
              <a:extLst>
                <a:ext uri="{FF2B5EF4-FFF2-40B4-BE49-F238E27FC236}">
                  <a16:creationId xmlns:a16="http://schemas.microsoft.com/office/drawing/2014/main" id="{A71426E7-BA92-939F-35D9-7C84B1E0F06E}"/>
                </a:ext>
              </a:extLst>
            </p:cNvPr>
            <p:cNvSpPr/>
            <p:nvPr/>
          </p:nvSpPr>
          <p:spPr bwMode="auto">
            <a:xfrm>
              <a:off x="5921088"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rPr>
                <a:t>A</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책임</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6" name="사각형 설명선 24">
              <a:extLst>
                <a:ext uri="{FF2B5EF4-FFF2-40B4-BE49-F238E27FC236}">
                  <a16:creationId xmlns:a16="http://schemas.microsoft.com/office/drawing/2014/main" id="{B648DEDC-F62F-41DA-7DD9-F82CA975C40D}"/>
                </a:ext>
              </a:extLst>
            </p:cNvPr>
            <p:cNvSpPr/>
            <p:nvPr/>
          </p:nvSpPr>
          <p:spPr bwMode="auto">
            <a:xfrm>
              <a:off x="6802825"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a:latin typeface="Arial Narrow" panose="020B0606020202030204" pitchFamily="34" charset="0"/>
                  <a:ea typeface="LG스마트체 Regular" panose="020B0600000101010101" pitchFamily="50" charset="-127"/>
                  <a:cs typeface="Arial" panose="020B0604020202020204" pitchFamily="34" charset="0"/>
                </a:rPr>
                <a:t>B</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팀장</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77" name="사각형 설명선 24">
              <a:extLst>
                <a:ext uri="{FF2B5EF4-FFF2-40B4-BE49-F238E27FC236}">
                  <a16:creationId xmlns:a16="http://schemas.microsoft.com/office/drawing/2014/main" id="{D934A3E5-349F-196E-9F39-0FF9EFFAFEBA}"/>
                </a:ext>
              </a:extLst>
            </p:cNvPr>
            <p:cNvSpPr/>
            <p:nvPr/>
          </p:nvSpPr>
          <p:spPr bwMode="auto">
            <a:xfrm>
              <a:off x="7631500" y="4940444"/>
              <a:ext cx="608373" cy="122499"/>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rPr>
                <a:t>C</a:t>
              </a:r>
              <a:r>
                <a:rPr kumimoji="1" lang="ko-KR" altLang="en-US" sz="1050" kern="0" dirty="0">
                  <a:latin typeface="Arial Narrow" panose="020B0606020202030204" pitchFamily="34" charset="0"/>
                  <a:ea typeface="LG스마트체 Regular" panose="020B0600000101010101" pitchFamily="50" charset="-127"/>
                  <a:cs typeface="Arial" panose="020B0604020202020204" pitchFamily="34" charset="0"/>
                </a:rPr>
                <a:t>사원</a:t>
              </a:r>
              <a:endParaRPr kumimoji="1" lang="en-US" altLang="ko-KR" sz="1050" kern="0" dirty="0">
                <a:latin typeface="Arial Narrow" panose="020B0606020202030204" pitchFamily="34" charset="0"/>
                <a:ea typeface="LG스마트체 Regular" panose="020B0600000101010101" pitchFamily="50" charset="-127"/>
                <a:cs typeface="Arial" panose="020B0604020202020204" pitchFamily="34" charset="0"/>
              </a:endParaRPr>
            </a:p>
          </p:txBody>
        </p:sp>
      </p:grpSp>
      <p:sp>
        <p:nvSpPr>
          <p:cNvPr id="80" name="사각형 설명선 24">
            <a:extLst>
              <a:ext uri="{FF2B5EF4-FFF2-40B4-BE49-F238E27FC236}">
                <a16:creationId xmlns:a16="http://schemas.microsoft.com/office/drawing/2014/main" id="{2C7F325D-244C-9C82-24DD-0C402F1635A7}"/>
              </a:ext>
            </a:extLst>
          </p:cNvPr>
          <p:cNvSpPr/>
          <p:nvPr/>
        </p:nvSpPr>
        <p:spPr bwMode="auto">
          <a:xfrm>
            <a:off x="5211902" y="4148702"/>
            <a:ext cx="3969630" cy="756271"/>
          </a:xfrm>
          <a:prstGeom prst="wedgeRectCallout">
            <a:avLst>
              <a:gd name="adj1" fmla="val -49909"/>
              <a:gd name="adj2" fmla="val -26418"/>
            </a:avLst>
          </a:prstGeom>
          <a:noFill/>
          <a:ln w="6350" algn="ctr">
            <a:noFill/>
            <a:miter lim="800000"/>
            <a:headEnd/>
            <a:tailEnd/>
          </a:ln>
          <a:effectLst/>
        </p:spPr>
        <p:txBody>
          <a:bodyPr lIns="108000" anchor="t"/>
          <a:lstStyle/>
          <a:p>
            <a:pPr marL="0" lvl="1" defTabSz="1042298" fontAlgn="base">
              <a:lnSpc>
                <a:spcPct val="120000"/>
              </a:lnSpc>
              <a:spcBef>
                <a:spcPts val="400"/>
              </a:spcBef>
              <a:spcAft>
                <a:spcPct val="0"/>
              </a:spcAft>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개인 별 업무 작성 방식</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및 관리체계 상이</a:t>
            </a:r>
            <a:b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개인별 상이한 </a:t>
            </a: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Tool</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을 활용하여 업무 내용 관리하며</a:t>
            </a: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로컬 폴더에</a:t>
            </a:r>
            <a:b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ko-KR" altLang="en-US"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저장하여 이력관리 및 업무 간 관계 연결 어려움이 있음</a:t>
            </a:r>
            <a:endPar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81" name="사각형 설명선 24">
            <a:extLst>
              <a:ext uri="{FF2B5EF4-FFF2-40B4-BE49-F238E27FC236}">
                <a16:creationId xmlns:a16="http://schemas.microsoft.com/office/drawing/2014/main" id="{04B2EA46-57FB-AEA6-894E-6A90B5186BB3}"/>
              </a:ext>
            </a:extLst>
          </p:cNvPr>
          <p:cNvSpPr/>
          <p:nvPr/>
        </p:nvSpPr>
        <p:spPr bwMode="auto">
          <a:xfrm>
            <a:off x="5211902" y="1633271"/>
            <a:ext cx="4231229" cy="947612"/>
          </a:xfrm>
          <a:prstGeom prst="wedgeRectCallout">
            <a:avLst>
              <a:gd name="adj1" fmla="val -49909"/>
              <a:gd name="adj2" fmla="val -26418"/>
            </a:avLst>
          </a:prstGeom>
          <a:noFill/>
          <a:ln w="6350" algn="ctr">
            <a:noFill/>
            <a:miter lim="800000"/>
            <a:headEnd/>
            <a:tailEnd/>
          </a:ln>
          <a:effectLst/>
        </p:spPr>
        <p:txBody>
          <a:bodyPr lIns="108000" anchor="t"/>
          <a:lstStyle/>
          <a:p>
            <a:pPr lvl="0">
              <a:lnSpc>
                <a:spcPct val="110000"/>
              </a:lnSpc>
              <a:defRPr/>
            </a:pP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a:t>
            </a:r>
            <a:r>
              <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PPT vs Markdown </a:t>
            </a:r>
            <a:r>
              <a:rPr kumimoji="1" lang="ko-KR" altLang="en-US"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비교</a:t>
            </a:r>
            <a:endParaRPr kumimoji="1" lang="en-US" altLang="ko-KR" sz="1200" b="1" u="sng"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a:p>
            <a:pPr lvl="0">
              <a:lnSpc>
                <a:spcPct val="110000"/>
              </a:lnSpc>
              <a:defRPr/>
            </a:pPr>
            <a:r>
              <a:rPr lang="en-US" altLang="ko-KR" sz="1050" b="1" dirty="0">
                <a:solidFill>
                  <a:prstClr val="black"/>
                </a:solidFill>
                <a:latin typeface="Arial Narrow" panose="020B0606020202030204" pitchFamily="34" charset="0"/>
                <a:ea typeface="LG스마트체 Regular" panose="020B0600000101010101" pitchFamily="50" charset="-127"/>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PPT</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a:t>
            </a:r>
            <a:r>
              <a:rPr lang="ko-KR" altLang="en-US" sz="1050" b="1" dirty="0">
                <a:solidFill>
                  <a:prstClr val="black"/>
                </a:solidFill>
                <a:latin typeface="Arial Narrow" panose="020B0606020202030204" pitchFamily="34" charset="0"/>
                <a:ea typeface="LG스마트체 Regular" panose="020B0600000101010101" pitchFamily="50" charset="-127"/>
              </a:rPr>
              <a:t> 시각적 배치 중심 </a:t>
            </a:r>
            <a:r>
              <a:rPr lang="en-US" altLang="ko-KR" sz="1050" b="1" dirty="0">
                <a:solidFill>
                  <a:prstClr val="black"/>
                </a:solidFill>
                <a:latin typeface="Arial Narrow" panose="020B0606020202030204" pitchFamily="34" charset="0"/>
                <a:ea typeface="LG스마트체 Regular" panose="020B0600000101010101" pitchFamily="50" charset="-127"/>
              </a:rPr>
              <a:t>(Human Readable)</a:t>
            </a:r>
          </a:p>
          <a:p>
            <a:pPr lvl="0">
              <a:lnSpc>
                <a:spcPct val="110000"/>
              </a:lnSpc>
              <a:defRPr/>
            </a:pPr>
            <a:r>
              <a:rPr lang="en-US" altLang="ko-KR" sz="1000" dirty="0">
                <a:solidFill>
                  <a:prstClr val="black"/>
                </a:solidFill>
                <a:latin typeface="Arial Narrow" panose="020B0606020202030204" pitchFamily="34" charset="0"/>
                <a:ea typeface="LG스마트체 Regular" panose="020B0600000101010101" pitchFamily="50" charset="-127"/>
              </a:rPr>
              <a:t>       -. </a:t>
            </a:r>
            <a:r>
              <a:rPr lang="ko-KR" altLang="en-US" sz="1000" dirty="0">
                <a:solidFill>
                  <a:prstClr val="black"/>
                </a:solidFill>
                <a:latin typeface="Arial Narrow" panose="020B0606020202030204" pitchFamily="34" charset="0"/>
                <a:ea typeface="LG스마트체 Regular" panose="020B0600000101010101" pitchFamily="50" charset="-127"/>
              </a:rPr>
              <a:t>텍스트 추출 가능하나</a:t>
            </a:r>
            <a:r>
              <a:rPr lang="en-US" altLang="ko-KR" sz="1000" dirty="0">
                <a:solidFill>
                  <a:prstClr val="black"/>
                </a:solidFill>
                <a:latin typeface="Arial Narrow" panose="020B0606020202030204" pitchFamily="34" charset="0"/>
                <a:ea typeface="LG스마트체 Regular" panose="020B0600000101010101" pitchFamily="50" charset="-127"/>
              </a:rPr>
              <a:t>, </a:t>
            </a:r>
            <a:r>
              <a:rPr lang="ko-KR" altLang="en-US" sz="1000" dirty="0">
                <a:solidFill>
                  <a:prstClr val="black"/>
                </a:solidFill>
                <a:latin typeface="Arial Narrow" panose="020B0606020202030204" pitchFamily="34" charset="0"/>
                <a:ea typeface="LG스마트체 Regular" panose="020B0600000101010101" pitchFamily="50" charset="-127"/>
              </a:rPr>
              <a:t>읽기 순서와 도형 간 계층 구조화 가 되어있지 않음</a:t>
            </a:r>
            <a:endParaRPr lang="en-US" altLang="ko-KR" sz="1000" dirty="0">
              <a:solidFill>
                <a:prstClr val="black"/>
              </a:solidFill>
              <a:latin typeface="Arial Narrow" panose="020B0606020202030204" pitchFamily="34" charset="0"/>
              <a:ea typeface="LG스마트체 Regular" panose="020B0600000101010101" pitchFamily="50" charset="-127"/>
            </a:endParaRPr>
          </a:p>
          <a:p>
            <a:pPr lvl="0">
              <a:lnSpc>
                <a:spcPct val="110000"/>
              </a:lnSpc>
              <a:defRPr/>
            </a:pPr>
            <a:r>
              <a:rPr lang="en-US" altLang="ko-KR" sz="1050" b="1" dirty="0">
                <a:solidFill>
                  <a:prstClr val="black"/>
                </a:solidFill>
                <a:latin typeface="Arial Narrow" panose="020B0606020202030204" pitchFamily="34" charset="0"/>
                <a:ea typeface="LG스마트체 Regular" panose="020B0600000101010101" pitchFamily="50" charset="-127"/>
              </a:rPr>
              <a:t> </a:t>
            </a:r>
            <a:r>
              <a:rPr lang="ko-KR" altLang="en-US" sz="1050" b="1" dirty="0">
                <a:solidFill>
                  <a:prstClr val="black"/>
                </a:solidFill>
                <a:latin typeface="Arial Narrow" panose="020B0606020202030204" pitchFamily="34" charset="0"/>
                <a:ea typeface="LG스마트체 Regular" panose="020B0600000101010101" pitchFamily="50" charset="-127"/>
              </a:rPr>
              <a:t>○ </a:t>
            </a:r>
            <a:r>
              <a:rPr lang="en-US" altLang="ko-KR" sz="1050" b="1" dirty="0">
                <a:solidFill>
                  <a:prstClr val="black"/>
                </a:solidFill>
                <a:latin typeface="Arial Narrow" panose="020B0606020202030204" pitchFamily="34" charset="0"/>
                <a:ea typeface="LG스마트체 Regular" panose="020B0600000101010101" pitchFamily="50" charset="-127"/>
              </a:rPr>
              <a:t>Markdown : </a:t>
            </a:r>
            <a:r>
              <a:rPr lang="ko-KR" altLang="en-US" sz="1050" b="1" dirty="0">
                <a:solidFill>
                  <a:prstClr val="black"/>
                </a:solidFill>
                <a:latin typeface="Arial Narrow" panose="020B0606020202030204" pitchFamily="34" charset="0"/>
                <a:ea typeface="LG스마트체 Regular" panose="020B0600000101010101" pitchFamily="50" charset="-127"/>
              </a:rPr>
              <a:t>텍스트 구조 중심 </a:t>
            </a:r>
            <a:r>
              <a:rPr lang="en-US" altLang="ko-KR" sz="1050" b="1" dirty="0">
                <a:solidFill>
                  <a:prstClr val="black"/>
                </a:solidFill>
                <a:latin typeface="Arial Narrow" panose="020B0606020202030204" pitchFamily="34" charset="0"/>
                <a:ea typeface="LG스마트체 Regular" panose="020B0600000101010101" pitchFamily="50" charset="-127"/>
              </a:rPr>
              <a:t>(AI Readable) </a:t>
            </a:r>
          </a:p>
          <a:p>
            <a:pPr lvl="0">
              <a:lnSpc>
                <a:spcPct val="110000"/>
              </a:lnSpc>
              <a:defRPr/>
            </a:pPr>
            <a:r>
              <a:rPr lang="en-US" altLang="ko-KR" sz="1000" dirty="0">
                <a:solidFill>
                  <a:prstClr val="black"/>
                </a:solidFill>
                <a:latin typeface="Arial Narrow" panose="020B0606020202030204" pitchFamily="34" charset="0"/>
                <a:ea typeface="LG스마트체 Regular" panose="020B0600000101010101" pitchFamily="50" charset="-127"/>
              </a:rPr>
              <a:t>       -. </a:t>
            </a:r>
            <a:r>
              <a:rPr lang="ko-KR" altLang="en-US" sz="1000" dirty="0">
                <a:solidFill>
                  <a:prstClr val="black"/>
                </a:solidFill>
                <a:latin typeface="Arial Narrow" panose="020B0606020202030204" pitchFamily="34" charset="0"/>
                <a:ea typeface="LG스마트체 Regular" panose="020B0600000101010101" pitchFamily="50" charset="-127"/>
              </a:rPr>
              <a:t>제목</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목록</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표 구조가 명시적이어서 문서 분할</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검색</a:t>
            </a:r>
            <a:r>
              <a:rPr lang="en-US" altLang="ko-KR" sz="1000" dirty="0">
                <a:solidFill>
                  <a:prstClr val="black"/>
                </a:solidFill>
                <a:latin typeface="Arial Narrow" panose="020B0606020202030204" pitchFamily="34" charset="0"/>
                <a:ea typeface="LG스마트체 Regular" panose="020B0600000101010101" pitchFamily="50" charset="-127"/>
              </a:rPr>
              <a:t>/</a:t>
            </a:r>
            <a:r>
              <a:rPr lang="ko-KR" altLang="en-US" sz="1000" dirty="0">
                <a:solidFill>
                  <a:prstClr val="black"/>
                </a:solidFill>
                <a:latin typeface="Arial Narrow" panose="020B0606020202030204" pitchFamily="34" charset="0"/>
                <a:ea typeface="LG스마트체 Regular" panose="020B0600000101010101" pitchFamily="50" charset="-127"/>
              </a:rPr>
              <a:t>요약에 활용하기 용이</a:t>
            </a:r>
          </a:p>
          <a:p>
            <a:pPr marL="0" lvl="1" defTabSz="1042298" fontAlgn="base">
              <a:lnSpc>
                <a:spcPct val="120000"/>
              </a:lnSpc>
              <a:spcBef>
                <a:spcPts val="400"/>
              </a:spcBef>
              <a:spcAft>
                <a:spcPct val="0"/>
              </a:spcAft>
              <a:defRPr/>
            </a:pPr>
            <a:endParaRPr kumimoji="1" lang="en-US" altLang="ko-KR" sz="100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pic>
        <p:nvPicPr>
          <p:cNvPr id="88" name="그림 87">
            <a:extLst>
              <a:ext uri="{FF2B5EF4-FFF2-40B4-BE49-F238E27FC236}">
                <a16:creationId xmlns:a16="http://schemas.microsoft.com/office/drawing/2014/main" id="{201F9168-A537-2F48-7B46-03500476A3D8}"/>
              </a:ext>
            </a:extLst>
          </p:cNvPr>
          <p:cNvPicPr>
            <a:picLocks noChangeAspect="1"/>
          </p:cNvPicPr>
          <p:nvPr/>
        </p:nvPicPr>
        <p:blipFill>
          <a:blip r:embed="rId7"/>
          <a:srcRect l="-1" t="11827" r="-255"/>
          <a:stretch/>
        </p:blipFill>
        <p:spPr>
          <a:xfrm>
            <a:off x="514786" y="2281247"/>
            <a:ext cx="4043837" cy="4207307"/>
          </a:xfrm>
          <a:prstGeom prst="rect">
            <a:avLst/>
          </a:prstGeom>
        </p:spPr>
      </p:pic>
      <p:sp>
        <p:nvSpPr>
          <p:cNvPr id="92" name="직사각형 91">
            <a:extLst>
              <a:ext uri="{FF2B5EF4-FFF2-40B4-BE49-F238E27FC236}">
                <a16:creationId xmlns:a16="http://schemas.microsoft.com/office/drawing/2014/main" id="{6838F42A-35B7-6E43-A6B6-0661477D5A6A}"/>
              </a:ext>
            </a:extLst>
          </p:cNvPr>
          <p:cNvSpPr/>
          <p:nvPr/>
        </p:nvSpPr>
        <p:spPr>
          <a:xfrm>
            <a:off x="1745840" y="1219069"/>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Arial Narrow" panose="020B0606020202030204" pitchFamily="34" charset="0"/>
                <a:ea typeface="LG스마트체 Regular" panose="020B0600000101010101" pitchFamily="50" charset="-127"/>
              </a:rPr>
              <a:t>AI Readable </a:t>
            </a:r>
            <a:r>
              <a:rPr lang="ko-KR" altLang="en-US" sz="1400" dirty="0">
                <a:solidFill>
                  <a:schemeClr val="tx1"/>
                </a:solidFill>
                <a:latin typeface="Arial Narrow" panose="020B0606020202030204" pitchFamily="34" charset="0"/>
                <a:ea typeface="LG스마트체 Regular" panose="020B0600000101010101" pitchFamily="50" charset="-127"/>
              </a:rPr>
              <a:t>정의</a:t>
            </a:r>
          </a:p>
        </p:txBody>
      </p:sp>
      <p:sp>
        <p:nvSpPr>
          <p:cNvPr id="93" name="직사각형 92">
            <a:extLst>
              <a:ext uri="{FF2B5EF4-FFF2-40B4-BE49-F238E27FC236}">
                <a16:creationId xmlns:a16="http://schemas.microsoft.com/office/drawing/2014/main" id="{87CC4977-735A-2B03-2C1B-136EB892D9A4}"/>
              </a:ext>
            </a:extLst>
          </p:cNvPr>
          <p:cNvSpPr/>
          <p:nvPr/>
        </p:nvSpPr>
        <p:spPr>
          <a:xfrm>
            <a:off x="6574624" y="1219069"/>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latin typeface="Arial Narrow" panose="020B0606020202030204" pitchFamily="34" charset="0"/>
                <a:ea typeface="LG스마트체 Regular" panose="020B0600000101010101" pitchFamily="50" charset="-127"/>
              </a:rPr>
              <a:t>현 상황</a:t>
            </a:r>
          </a:p>
        </p:txBody>
      </p:sp>
      <p:grpSp>
        <p:nvGrpSpPr>
          <p:cNvPr id="97" name="그룹 96">
            <a:extLst>
              <a:ext uri="{FF2B5EF4-FFF2-40B4-BE49-F238E27FC236}">
                <a16:creationId xmlns:a16="http://schemas.microsoft.com/office/drawing/2014/main" id="{05145C67-B982-210E-9757-295F0369464D}"/>
              </a:ext>
            </a:extLst>
          </p:cNvPr>
          <p:cNvGrpSpPr/>
          <p:nvPr/>
        </p:nvGrpSpPr>
        <p:grpSpPr>
          <a:xfrm>
            <a:off x="5318654" y="2620355"/>
            <a:ext cx="4138909" cy="1297355"/>
            <a:chOff x="5113072" y="2725789"/>
            <a:chExt cx="4264322" cy="1297355"/>
          </a:xfrm>
        </p:grpSpPr>
        <p:grpSp>
          <p:nvGrpSpPr>
            <p:cNvPr id="94" name="그룹 93">
              <a:extLst>
                <a:ext uri="{FF2B5EF4-FFF2-40B4-BE49-F238E27FC236}">
                  <a16:creationId xmlns:a16="http://schemas.microsoft.com/office/drawing/2014/main" id="{FC91202F-6CDD-8EEA-6506-6B6D99A3B315}"/>
                </a:ext>
              </a:extLst>
            </p:cNvPr>
            <p:cNvGrpSpPr/>
            <p:nvPr/>
          </p:nvGrpSpPr>
          <p:grpSpPr>
            <a:xfrm>
              <a:off x="5286683" y="2912363"/>
              <a:ext cx="4090711" cy="1110781"/>
              <a:chOff x="5383800" y="2773137"/>
              <a:chExt cx="4090711" cy="1110781"/>
            </a:xfrm>
          </p:grpSpPr>
          <p:sp>
            <p:nvSpPr>
              <p:cNvPr id="15" name="AI Readable diagram 62">
                <a:extLst>
                  <a:ext uri="{FF2B5EF4-FFF2-40B4-BE49-F238E27FC236}">
                    <a16:creationId xmlns:a16="http://schemas.microsoft.com/office/drawing/2014/main" id="{1EF1B19C-10FD-C255-F5C7-A95AB146CF56}"/>
                  </a:ext>
                </a:extLst>
              </p:cNvPr>
              <p:cNvSpPr/>
              <p:nvPr/>
            </p:nvSpPr>
            <p:spPr>
              <a:xfrm>
                <a:off x="7535983" y="2773137"/>
                <a:ext cx="1938528" cy="1110781"/>
              </a:xfrm>
              <a:prstGeom prst="rect">
                <a:avLst/>
              </a:prstGeom>
              <a:solidFill>
                <a:srgbClr val="FFFFFF"/>
              </a:solidFill>
              <a:ln w="10160">
                <a:solidFill>
                  <a:srgbClr val="93A0A5"/>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endParaRPr sz="900">
                  <a:latin typeface="Arial Narrow" panose="020B0606020202030204" pitchFamily="34" charset="0"/>
                  <a:ea typeface="LG스마트체 Regular" panose="020B0600000101010101" pitchFamily="50" charset="-127"/>
                </a:endParaRPr>
              </a:p>
            </p:txBody>
          </p:sp>
          <p:sp>
            <p:nvSpPr>
              <p:cNvPr id="18" name="AI Readable diagram 62">
                <a:extLst>
                  <a:ext uri="{FF2B5EF4-FFF2-40B4-BE49-F238E27FC236}">
                    <a16:creationId xmlns:a16="http://schemas.microsoft.com/office/drawing/2014/main" id="{FF056324-6320-9D53-8EB1-9DFDD608E7F1}"/>
                  </a:ext>
                </a:extLst>
              </p:cNvPr>
              <p:cNvSpPr/>
              <p:nvPr/>
            </p:nvSpPr>
            <p:spPr>
              <a:xfrm>
                <a:off x="5383800" y="2773137"/>
                <a:ext cx="1938528" cy="1110781"/>
              </a:xfrm>
              <a:prstGeom prst="rect">
                <a:avLst/>
              </a:prstGeom>
              <a:solidFill>
                <a:srgbClr val="FFFFFF"/>
              </a:solidFill>
              <a:ln w="10160">
                <a:solidFill>
                  <a:srgbClr val="93A0A5"/>
                </a:solid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endParaRPr sz="900">
                  <a:latin typeface="Arial Narrow" panose="020B0606020202030204" pitchFamily="34" charset="0"/>
                  <a:ea typeface="LG스마트체 Regular" panose="020B0600000101010101" pitchFamily="50" charset="-127"/>
                </a:endParaRPr>
              </a:p>
            </p:txBody>
          </p:sp>
          <p:sp>
            <p:nvSpPr>
              <p:cNvPr id="19" name="AI Readable diagram 63">
                <a:extLst>
                  <a:ext uri="{FF2B5EF4-FFF2-40B4-BE49-F238E27FC236}">
                    <a16:creationId xmlns:a16="http://schemas.microsoft.com/office/drawing/2014/main" id="{2465AE7C-7FF9-71D9-3382-620626040F13}"/>
                  </a:ext>
                </a:extLst>
              </p:cNvPr>
              <p:cNvSpPr/>
              <p:nvPr/>
            </p:nvSpPr>
            <p:spPr>
              <a:xfrm>
                <a:off x="5511816" y="2814092"/>
                <a:ext cx="1554480" cy="189262"/>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1" dirty="0" err="1">
                    <a:solidFill>
                      <a:srgbClr val="173A2A"/>
                    </a:solidFill>
                    <a:latin typeface="Arial Narrow" panose="020B0606020202030204" pitchFamily="34" charset="0"/>
                    <a:ea typeface="LG스마트체 Regular" panose="020B0600000101010101" pitchFamily="50" charset="-127"/>
                  </a:rPr>
                  <a:t>업무</a:t>
                </a:r>
                <a:r>
                  <a:rPr sz="900" b="1" dirty="0">
                    <a:solidFill>
                      <a:srgbClr val="173A2A"/>
                    </a:solidFill>
                    <a:latin typeface="Arial Narrow" panose="020B0606020202030204" pitchFamily="34" charset="0"/>
                    <a:ea typeface="LG스마트체 Regular" panose="020B0600000101010101" pitchFamily="50" charset="-127"/>
                  </a:rPr>
                  <a:t> </a:t>
                </a:r>
                <a:r>
                  <a:rPr sz="900" b="1" dirty="0" err="1">
                    <a:solidFill>
                      <a:srgbClr val="173A2A"/>
                    </a:solidFill>
                    <a:latin typeface="Arial Narrow" panose="020B0606020202030204" pitchFamily="34" charset="0"/>
                    <a:ea typeface="LG스마트체 Regular" panose="020B0600000101010101" pitchFamily="50" charset="-127"/>
                  </a:rPr>
                  <a:t>기록</a:t>
                </a:r>
                <a:endParaRPr sz="900" b="1" dirty="0">
                  <a:solidFill>
                    <a:srgbClr val="173A2A"/>
                  </a:solidFill>
                  <a:latin typeface="Arial Narrow" panose="020B0606020202030204" pitchFamily="34" charset="0"/>
                  <a:ea typeface="LG스마트체 Regular" panose="020B0600000101010101" pitchFamily="50" charset="-127"/>
                </a:endParaRPr>
              </a:p>
            </p:txBody>
          </p:sp>
          <p:sp>
            <p:nvSpPr>
              <p:cNvPr id="20" name="AI Readable diagram 64">
                <a:extLst>
                  <a:ext uri="{FF2B5EF4-FFF2-40B4-BE49-F238E27FC236}">
                    <a16:creationId xmlns:a16="http://schemas.microsoft.com/office/drawing/2014/main" id="{9FB826E7-269A-0C07-FD8B-99FDBBD5048A}"/>
                  </a:ext>
                </a:extLst>
              </p:cNvPr>
              <p:cNvSpPr/>
              <p:nvPr/>
            </p:nvSpPr>
            <p:spPr>
              <a:xfrm>
                <a:off x="5630000" y="3068588"/>
                <a:ext cx="694944" cy="212920"/>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dirty="0" err="1">
                    <a:solidFill>
                      <a:srgbClr val="173A2A"/>
                    </a:solidFill>
                    <a:latin typeface="Arial Narrow" panose="020B0606020202030204" pitchFamily="34" charset="0"/>
                    <a:ea typeface="LG스마트체 Regular" panose="020B0600000101010101" pitchFamily="50" charset="-127"/>
                  </a:rPr>
                  <a:t>목적</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1" name="AI Readable diagram 65">
                <a:extLst>
                  <a:ext uri="{FF2B5EF4-FFF2-40B4-BE49-F238E27FC236}">
                    <a16:creationId xmlns:a16="http://schemas.microsoft.com/office/drawing/2014/main" id="{B474E979-9667-5C41-17B1-2218A6037C07}"/>
                  </a:ext>
                </a:extLst>
              </p:cNvPr>
              <p:cNvSpPr/>
              <p:nvPr/>
            </p:nvSpPr>
            <p:spPr>
              <a:xfrm>
                <a:off x="5630000" y="3350483"/>
                <a:ext cx="749808" cy="212920"/>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dirty="0" err="1">
                    <a:solidFill>
                      <a:srgbClr val="173A2A"/>
                    </a:solidFill>
                    <a:latin typeface="Arial Narrow" panose="020B0606020202030204" pitchFamily="34" charset="0"/>
                    <a:ea typeface="LG스마트체 Regular" panose="020B0600000101010101" pitchFamily="50" charset="-127"/>
                  </a:rPr>
                  <a:t>결과</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2" name="AI Readable diagram 66">
                <a:extLst>
                  <a:ext uri="{FF2B5EF4-FFF2-40B4-BE49-F238E27FC236}">
                    <a16:creationId xmlns:a16="http://schemas.microsoft.com/office/drawing/2014/main" id="{FA19DDD8-A71E-6EDD-8AD0-83FE1131611E}"/>
                  </a:ext>
                </a:extLst>
              </p:cNvPr>
              <p:cNvSpPr/>
              <p:nvPr/>
            </p:nvSpPr>
            <p:spPr>
              <a:xfrm>
                <a:off x="5848025" y="3618892"/>
                <a:ext cx="1078992" cy="189262"/>
              </a:xfrm>
              <a:prstGeom prst="rect">
                <a:avLst/>
              </a:prstGeom>
              <a:solidFill>
                <a:srgbClr val="F3F5F6"/>
              </a:solidFill>
              <a:ln w="10160">
                <a:solidFill>
                  <a:srgbClr val="FF0000"/>
                </a:solidFill>
                <a:prstDash val="dash"/>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nSpc>
                    <a:spcPct val="102000"/>
                  </a:lnSpc>
                  <a:spcAft>
                    <a:spcPts val="0"/>
                  </a:spcAft>
                </a:pPr>
                <a:r>
                  <a:rPr sz="900" b="0">
                    <a:solidFill>
                      <a:srgbClr val="173A2A"/>
                    </a:solidFill>
                    <a:latin typeface="Arial Narrow" panose="020B0606020202030204" pitchFamily="34" charset="0"/>
                    <a:ea typeface="LG스마트체 Regular" panose="020B0600000101010101" pitchFamily="50" charset="-127"/>
                  </a:rPr>
                  <a:t>검증 완료</a:t>
                </a:r>
              </a:p>
            </p:txBody>
          </p:sp>
          <p:cxnSp>
            <p:nvCxnSpPr>
              <p:cNvPr id="23" name="Connector 66">
                <a:extLst>
                  <a:ext uri="{FF2B5EF4-FFF2-40B4-BE49-F238E27FC236}">
                    <a16:creationId xmlns:a16="http://schemas.microsoft.com/office/drawing/2014/main" id="{EA0DBA81-EEEF-8142-4178-0F55F7C2B580}"/>
                  </a:ext>
                </a:extLst>
              </p:cNvPr>
              <p:cNvCxnSpPr>
                <a:cxnSpLocks/>
              </p:cNvCxnSpPr>
              <p:nvPr/>
            </p:nvCxnSpPr>
            <p:spPr>
              <a:xfrm>
                <a:off x="7797816" y="2936686"/>
                <a:ext cx="0" cy="761597"/>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cxnSp>
            <p:nvCxnSpPr>
              <p:cNvPr id="24" name="Connector 67">
                <a:extLst>
                  <a:ext uri="{FF2B5EF4-FFF2-40B4-BE49-F238E27FC236}">
                    <a16:creationId xmlns:a16="http://schemas.microsoft.com/office/drawing/2014/main" id="{1EF63E34-58C7-8570-EA00-50107C760358}"/>
                  </a:ext>
                </a:extLst>
              </p:cNvPr>
              <p:cNvCxnSpPr>
                <a:cxnSpLocks/>
              </p:cNvCxnSpPr>
              <p:nvPr/>
            </p:nvCxnSpPr>
            <p:spPr>
              <a:xfrm>
                <a:off x="7794260" y="3154638"/>
                <a:ext cx="612523"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cxnSp>
            <p:nvCxnSpPr>
              <p:cNvPr id="25" name="Connector 68">
                <a:extLst>
                  <a:ext uri="{FF2B5EF4-FFF2-40B4-BE49-F238E27FC236}">
                    <a16:creationId xmlns:a16="http://schemas.microsoft.com/office/drawing/2014/main" id="{7AA3FA43-E34B-1010-F544-66D5C2AF7A0F}"/>
                  </a:ext>
                </a:extLst>
              </p:cNvPr>
              <p:cNvCxnSpPr>
                <a:cxnSpLocks/>
              </p:cNvCxnSpPr>
              <p:nvPr/>
            </p:nvCxnSpPr>
            <p:spPr>
              <a:xfrm>
                <a:off x="7797816" y="3695108"/>
                <a:ext cx="640080"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sp>
            <p:nvSpPr>
              <p:cNvPr id="26" name="AI Readable diagram 72">
                <a:extLst>
                  <a:ext uri="{FF2B5EF4-FFF2-40B4-BE49-F238E27FC236}">
                    <a16:creationId xmlns:a16="http://schemas.microsoft.com/office/drawing/2014/main" id="{0AD86F01-EBAD-3EB4-9BEE-5654316A6738}"/>
                  </a:ext>
                </a:extLst>
              </p:cNvPr>
              <p:cNvSpPr/>
              <p:nvPr/>
            </p:nvSpPr>
            <p:spPr>
              <a:xfrm>
                <a:off x="7614936" y="2822387"/>
                <a:ext cx="1744345" cy="167069"/>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dirty="0">
                    <a:solidFill>
                      <a:srgbClr val="173A2A"/>
                    </a:solidFill>
                    <a:latin typeface="Arial Narrow" panose="020B0606020202030204" pitchFamily="34" charset="0"/>
                    <a:ea typeface="LG스마트체 Regular" panose="020B0600000101010101" pitchFamily="50" charset="-127"/>
                  </a:rPr>
                  <a:t>#</a:t>
                </a:r>
                <a:r>
                  <a:rPr sz="900" dirty="0">
                    <a:solidFill>
                      <a:srgbClr val="173A2A"/>
                    </a:solidFill>
                    <a:latin typeface="Arial Narrow" panose="020B0606020202030204" pitchFamily="34" charset="0"/>
                    <a:ea typeface="LG스마트체 Regular" panose="020B0600000101010101" pitchFamily="50" charset="-127"/>
                  </a:rPr>
                  <a:t> </a:t>
                </a:r>
                <a:r>
                  <a:rPr sz="900" dirty="0" err="1">
                    <a:solidFill>
                      <a:srgbClr val="173A2A"/>
                    </a:solidFill>
                    <a:latin typeface="Arial Narrow" panose="020B0606020202030204" pitchFamily="34" charset="0"/>
                    <a:ea typeface="LG스마트체 Regular" panose="020B0600000101010101" pitchFamily="50" charset="-127"/>
                  </a:rPr>
                  <a:t>업무</a:t>
                </a:r>
                <a:r>
                  <a:rPr sz="900" dirty="0">
                    <a:solidFill>
                      <a:srgbClr val="173A2A"/>
                    </a:solidFill>
                    <a:latin typeface="Arial Narrow" panose="020B0606020202030204" pitchFamily="34" charset="0"/>
                    <a:ea typeface="LG스마트체 Regular" panose="020B0600000101010101" pitchFamily="50" charset="-127"/>
                  </a:rPr>
                  <a:t> </a:t>
                </a:r>
                <a:r>
                  <a:rPr sz="900" dirty="0" err="1">
                    <a:solidFill>
                      <a:srgbClr val="173A2A"/>
                    </a:solidFill>
                    <a:latin typeface="Arial Narrow" panose="020B0606020202030204" pitchFamily="34" charset="0"/>
                    <a:ea typeface="LG스마트체 Regular" panose="020B0600000101010101" pitchFamily="50" charset="-127"/>
                  </a:rPr>
                  <a:t>기록</a:t>
                </a:r>
                <a:endParaRPr sz="900" dirty="0">
                  <a:solidFill>
                    <a:srgbClr val="173A2A"/>
                  </a:solidFill>
                  <a:latin typeface="Arial Narrow" panose="020B0606020202030204" pitchFamily="34" charset="0"/>
                  <a:ea typeface="LG스마트체 Regular" panose="020B0600000101010101" pitchFamily="50" charset="-127"/>
                </a:endParaRPr>
              </a:p>
            </p:txBody>
          </p:sp>
          <p:sp>
            <p:nvSpPr>
              <p:cNvPr id="27" name="AI Readable diagram 73">
                <a:extLst>
                  <a:ext uri="{FF2B5EF4-FFF2-40B4-BE49-F238E27FC236}">
                    <a16:creationId xmlns:a16="http://schemas.microsoft.com/office/drawing/2014/main" id="{876D041E-88A4-92B8-F1E6-07718468904E}"/>
                  </a:ext>
                </a:extLst>
              </p:cNvPr>
              <p:cNvSpPr/>
              <p:nvPr/>
            </p:nvSpPr>
            <p:spPr>
              <a:xfrm>
                <a:off x="8053848" y="3058554"/>
                <a:ext cx="1305432" cy="192168"/>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 </a:t>
                </a:r>
                <a:r>
                  <a:rPr sz="900" b="0" dirty="0" err="1">
                    <a:solidFill>
                      <a:srgbClr val="173A2A"/>
                    </a:solidFill>
                    <a:latin typeface="Arial Narrow" panose="020B0606020202030204" pitchFamily="34" charset="0"/>
                    <a:ea typeface="LG스마트체 Regular" panose="020B0600000101010101" pitchFamily="50" charset="-127"/>
                  </a:rPr>
                  <a:t>목적</a:t>
                </a:r>
                <a:endParaRPr sz="900" b="0" dirty="0">
                  <a:solidFill>
                    <a:srgbClr val="173A2A"/>
                  </a:solidFill>
                  <a:latin typeface="Arial Narrow" panose="020B0606020202030204" pitchFamily="34" charset="0"/>
                  <a:ea typeface="LG스마트체 Regular" panose="020B0600000101010101" pitchFamily="50" charset="-127"/>
                </a:endParaRPr>
              </a:p>
            </p:txBody>
          </p:sp>
          <p:sp>
            <p:nvSpPr>
              <p:cNvPr id="28" name="AI Readable diagram 75">
                <a:extLst>
                  <a:ext uri="{FF2B5EF4-FFF2-40B4-BE49-F238E27FC236}">
                    <a16:creationId xmlns:a16="http://schemas.microsoft.com/office/drawing/2014/main" id="{6094F559-AF64-AE18-1ECA-5F374497EA05}"/>
                  </a:ext>
                </a:extLst>
              </p:cNvPr>
              <p:cNvSpPr/>
              <p:nvPr/>
            </p:nvSpPr>
            <p:spPr>
              <a:xfrm>
                <a:off x="8406783" y="3630593"/>
                <a:ext cx="952490" cy="139106"/>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a:t>
                </a:r>
                <a:r>
                  <a:rPr sz="900" b="0" dirty="0">
                    <a:solidFill>
                      <a:srgbClr val="173A2A"/>
                    </a:solidFill>
                    <a:latin typeface="Arial Narrow" panose="020B0606020202030204" pitchFamily="34" charset="0"/>
                    <a:ea typeface="LG스마트체 Regular" panose="020B0600000101010101" pitchFamily="50" charset="-127"/>
                  </a:rPr>
                  <a:t>검증 </a:t>
                </a:r>
                <a:r>
                  <a:rPr sz="900" b="0" dirty="0" err="1">
                    <a:solidFill>
                      <a:srgbClr val="173A2A"/>
                    </a:solidFill>
                    <a:latin typeface="Arial Narrow" panose="020B0606020202030204" pitchFamily="34" charset="0"/>
                    <a:ea typeface="LG스마트체 Regular" panose="020B0600000101010101" pitchFamily="50" charset="-127"/>
                  </a:rPr>
                  <a:t>완료</a:t>
                </a:r>
                <a:endParaRPr sz="900" b="0" dirty="0">
                  <a:solidFill>
                    <a:srgbClr val="173A2A"/>
                  </a:solidFill>
                  <a:latin typeface="Arial Narrow" panose="020B0606020202030204" pitchFamily="34" charset="0"/>
                  <a:ea typeface="LG스마트체 Regular" panose="020B0600000101010101" pitchFamily="50" charset="-127"/>
                </a:endParaRPr>
              </a:p>
            </p:txBody>
          </p:sp>
          <p:cxnSp>
            <p:nvCxnSpPr>
              <p:cNvPr id="31" name="Connector 67">
                <a:extLst>
                  <a:ext uri="{FF2B5EF4-FFF2-40B4-BE49-F238E27FC236}">
                    <a16:creationId xmlns:a16="http://schemas.microsoft.com/office/drawing/2014/main" id="{98E6103A-6F74-ADEC-4DF0-51CFCBD8FF69}"/>
                  </a:ext>
                </a:extLst>
              </p:cNvPr>
              <p:cNvCxnSpPr>
                <a:cxnSpLocks/>
              </p:cNvCxnSpPr>
              <p:nvPr/>
            </p:nvCxnSpPr>
            <p:spPr>
              <a:xfrm>
                <a:off x="7794260" y="3449913"/>
                <a:ext cx="643636" cy="0"/>
              </a:xfrm>
              <a:prstGeom prst="line">
                <a:avLst/>
              </a:prstGeom>
              <a:ln w="12700">
                <a:solidFill>
                  <a:srgbClr val="64856A"/>
                </a:solidFill>
              </a:ln>
            </p:spPr>
            <p:style>
              <a:lnRef idx="2">
                <a:schemeClr val="accent1"/>
              </a:lnRef>
              <a:fillRef idx="0">
                <a:schemeClr val="accent1"/>
              </a:fillRef>
              <a:effectRef idx="1">
                <a:schemeClr val="accent1"/>
              </a:effectRef>
              <a:fontRef idx="minor">
                <a:schemeClr val="tx1"/>
              </a:fontRef>
            </p:style>
          </p:cxnSp>
          <p:sp>
            <p:nvSpPr>
              <p:cNvPr id="42" name="AI Readable diagram 74">
                <a:extLst>
                  <a:ext uri="{FF2B5EF4-FFF2-40B4-BE49-F238E27FC236}">
                    <a16:creationId xmlns:a16="http://schemas.microsoft.com/office/drawing/2014/main" id="{54EFDFCD-5E65-76CA-22D8-DD2B59CC6549}"/>
                  </a:ext>
                </a:extLst>
              </p:cNvPr>
              <p:cNvSpPr/>
              <p:nvPr/>
            </p:nvSpPr>
            <p:spPr>
              <a:xfrm>
                <a:off x="8053848" y="3358226"/>
                <a:ext cx="1305429" cy="164590"/>
              </a:xfrm>
              <a:prstGeom prst="rect">
                <a:avLst/>
              </a:prstGeom>
              <a:solidFill>
                <a:srgbClr val="E3EFDE"/>
              </a:solidFill>
              <a:ln>
                <a:noFill/>
              </a:ln>
            </p:spPr>
            <p:style>
              <a:lnRef idx="1">
                <a:schemeClr val="accent1"/>
              </a:lnRef>
              <a:fillRef idx="3">
                <a:schemeClr val="accent1"/>
              </a:fillRef>
              <a:effectRef idx="2">
                <a:schemeClr val="accent1"/>
              </a:effectRef>
              <a:fontRef idx="minor">
                <a:schemeClr val="lt1"/>
              </a:fontRef>
            </p:style>
            <p:txBody>
              <a:bodyPr wrap="square" lIns="54864" tIns="22860" rIns="54864" bIns="22860" rtlCol="0" anchor="ctr"/>
              <a:lstStyle/>
              <a:p>
                <a:pPr algn="l">
                  <a:lnSpc>
                    <a:spcPct val="102000"/>
                  </a:lnSpc>
                  <a:spcAft>
                    <a:spcPts val="0"/>
                  </a:spcAft>
                </a:pPr>
                <a:r>
                  <a:rPr lang="en-US" sz="900" b="0" dirty="0">
                    <a:solidFill>
                      <a:srgbClr val="173A2A"/>
                    </a:solidFill>
                    <a:latin typeface="Arial Narrow" panose="020B0606020202030204" pitchFamily="34" charset="0"/>
                    <a:ea typeface="LG스마트체 Regular" panose="020B0600000101010101" pitchFamily="50" charset="-127"/>
                  </a:rPr>
                  <a:t>## </a:t>
                </a:r>
                <a:r>
                  <a:rPr sz="900" b="0" dirty="0" err="1">
                    <a:solidFill>
                      <a:srgbClr val="173A2A"/>
                    </a:solidFill>
                    <a:latin typeface="Arial Narrow" panose="020B0606020202030204" pitchFamily="34" charset="0"/>
                    <a:ea typeface="LG스마트체 Regular" panose="020B0600000101010101" pitchFamily="50" charset="-127"/>
                  </a:rPr>
                  <a:t>결과</a:t>
                </a:r>
                <a:endParaRPr sz="900" b="0" dirty="0">
                  <a:solidFill>
                    <a:srgbClr val="173A2A"/>
                  </a:solidFill>
                  <a:latin typeface="Arial Narrow" panose="020B0606020202030204" pitchFamily="34" charset="0"/>
                  <a:ea typeface="LG스마트체 Regular" panose="020B0600000101010101" pitchFamily="50" charset="-127"/>
                </a:endParaRPr>
              </a:p>
            </p:txBody>
          </p:sp>
        </p:grpSp>
        <p:sp>
          <p:nvSpPr>
            <p:cNvPr id="95" name="사각형 설명선 24">
              <a:extLst>
                <a:ext uri="{FF2B5EF4-FFF2-40B4-BE49-F238E27FC236}">
                  <a16:creationId xmlns:a16="http://schemas.microsoft.com/office/drawing/2014/main" id="{3394580F-732C-EA32-4A43-FAE65E10D6AC}"/>
                </a:ext>
              </a:extLst>
            </p:cNvPr>
            <p:cNvSpPr/>
            <p:nvPr/>
          </p:nvSpPr>
          <p:spPr bwMode="auto">
            <a:xfrm>
              <a:off x="5113072" y="2725789"/>
              <a:ext cx="669211" cy="152076"/>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b="1" kern="0" dirty="0">
                  <a:latin typeface="Arial Narrow" panose="020B0606020202030204" pitchFamily="34" charset="0"/>
                  <a:ea typeface="LG스마트체 Regular" panose="020B0600000101010101" pitchFamily="50" charset="-127"/>
                  <a:cs typeface="Arial" panose="020B0604020202020204" pitchFamily="34" charset="0"/>
                </a:rPr>
                <a:t>PPT</a:t>
              </a:r>
            </a:p>
          </p:txBody>
        </p:sp>
        <p:sp>
          <p:nvSpPr>
            <p:cNvPr id="96" name="사각형 설명선 24">
              <a:extLst>
                <a:ext uri="{FF2B5EF4-FFF2-40B4-BE49-F238E27FC236}">
                  <a16:creationId xmlns:a16="http://schemas.microsoft.com/office/drawing/2014/main" id="{F40A7EA8-695A-786D-4E0C-87D144DE1871}"/>
                </a:ext>
              </a:extLst>
            </p:cNvPr>
            <p:cNvSpPr/>
            <p:nvPr/>
          </p:nvSpPr>
          <p:spPr bwMode="auto">
            <a:xfrm>
              <a:off x="7290404" y="2725789"/>
              <a:ext cx="890720" cy="152076"/>
            </a:xfrm>
            <a:prstGeom prst="wedgeRectCallout">
              <a:avLst>
                <a:gd name="adj1" fmla="val -49909"/>
                <a:gd name="adj2" fmla="val -26418"/>
              </a:avLst>
            </a:prstGeom>
            <a:noFill/>
            <a:ln w="6350" algn="ctr">
              <a:noFill/>
              <a:miter lim="800000"/>
              <a:headEnd/>
              <a:tailEnd/>
            </a:ln>
            <a:effectLst/>
          </p:spPr>
          <p:txBody>
            <a:bodyPr lIns="108000" anchor="ctr"/>
            <a:lstStyle/>
            <a:p>
              <a:pPr marL="0" lvl="1" algn="ctr" defTabSz="1042298" fontAlgn="base">
                <a:lnSpc>
                  <a:spcPct val="120000"/>
                </a:lnSpc>
                <a:spcBef>
                  <a:spcPts val="400"/>
                </a:spcBef>
                <a:spcAft>
                  <a:spcPct val="0"/>
                </a:spcAft>
                <a:defRPr/>
              </a:pPr>
              <a:r>
                <a:rPr kumimoji="1" lang="en-US" altLang="ko-KR" sz="1050" b="1" kern="0" dirty="0">
                  <a:latin typeface="Arial Narrow" panose="020B0606020202030204" pitchFamily="34" charset="0"/>
                  <a:ea typeface="LG스마트체 Regular" panose="020B0600000101010101" pitchFamily="50" charset="-127"/>
                  <a:cs typeface="Arial" panose="020B0604020202020204" pitchFamily="34" charset="0"/>
                </a:rPr>
                <a:t>Mark Down</a:t>
              </a:r>
            </a:p>
          </p:txBody>
        </p:sp>
      </p:grpSp>
      <p:sp>
        <p:nvSpPr>
          <p:cNvPr id="99" name="직사각형 98">
            <a:extLst>
              <a:ext uri="{FF2B5EF4-FFF2-40B4-BE49-F238E27FC236}">
                <a16:creationId xmlns:a16="http://schemas.microsoft.com/office/drawing/2014/main" id="{B902F090-8505-4F91-649D-126DD40BE83C}"/>
              </a:ext>
            </a:extLst>
          </p:cNvPr>
          <p:cNvSpPr/>
          <p:nvPr/>
        </p:nvSpPr>
        <p:spPr>
          <a:xfrm>
            <a:off x="514786" y="2281247"/>
            <a:ext cx="4020713" cy="1833553"/>
          </a:xfrm>
          <a:prstGeom prst="rect">
            <a:avLst/>
          </a:prstGeom>
          <a:noFill/>
          <a:ln w="1905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직사각형 99">
            <a:extLst>
              <a:ext uri="{FF2B5EF4-FFF2-40B4-BE49-F238E27FC236}">
                <a16:creationId xmlns:a16="http://schemas.microsoft.com/office/drawing/2014/main" id="{80939BE5-719A-9754-607E-DACBE287B2B6}"/>
              </a:ext>
            </a:extLst>
          </p:cNvPr>
          <p:cNvSpPr/>
          <p:nvPr/>
        </p:nvSpPr>
        <p:spPr>
          <a:xfrm>
            <a:off x="514786" y="4180877"/>
            <a:ext cx="4020713" cy="1908003"/>
          </a:xfrm>
          <a:prstGeom prst="rect">
            <a:avLst/>
          </a:prstGeom>
          <a:noFill/>
          <a:ln w="1905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화살표: 오른쪽 100">
            <a:extLst>
              <a:ext uri="{FF2B5EF4-FFF2-40B4-BE49-F238E27FC236}">
                <a16:creationId xmlns:a16="http://schemas.microsoft.com/office/drawing/2014/main" id="{DFAE9C43-D00F-16A2-5C36-E263024D0B97}"/>
              </a:ext>
            </a:extLst>
          </p:cNvPr>
          <p:cNvSpPr/>
          <p:nvPr/>
        </p:nvSpPr>
        <p:spPr>
          <a:xfrm>
            <a:off x="4741503" y="2707602"/>
            <a:ext cx="383145" cy="1002476"/>
          </a:xfrm>
          <a:prstGeom prst="rightArrow">
            <a:avLst>
              <a:gd name="adj1" fmla="val 55701"/>
              <a:gd name="adj2" fmla="val 40056"/>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화살표: 오른쪽 102">
            <a:extLst>
              <a:ext uri="{FF2B5EF4-FFF2-40B4-BE49-F238E27FC236}">
                <a16:creationId xmlns:a16="http://schemas.microsoft.com/office/drawing/2014/main" id="{F26EE14F-E023-7386-D812-FA20B814C0E9}"/>
              </a:ext>
            </a:extLst>
          </p:cNvPr>
          <p:cNvSpPr/>
          <p:nvPr/>
        </p:nvSpPr>
        <p:spPr>
          <a:xfrm>
            <a:off x="4741503" y="4620911"/>
            <a:ext cx="383145" cy="1002476"/>
          </a:xfrm>
          <a:prstGeom prst="rightArrow">
            <a:avLst>
              <a:gd name="adj1" fmla="val 55701"/>
              <a:gd name="adj2" fmla="val 40056"/>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 name="TextBox 1">
            <a:extLst>
              <a:ext uri="{FF2B5EF4-FFF2-40B4-BE49-F238E27FC236}">
                <a16:creationId xmlns:a16="http://schemas.microsoft.com/office/drawing/2014/main" id="{1AECB1E6-360C-8FCA-02F0-1DA343EEB409}"/>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2/4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Tree>
    <p:extLst>
      <p:ext uri="{BB962C8B-B14F-4D97-AF65-F5344CB8AC3E}">
        <p14:creationId xmlns:p14="http://schemas.microsoft.com/office/powerpoint/2010/main" val="938288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82EE-741C-3ADC-F299-8D53C4ED7CC5}"/>
            </a:ext>
          </a:extLst>
        </p:cNvPr>
        <p:cNvGrpSpPr/>
        <p:nvPr/>
      </p:nvGrpSpPr>
      <p:grpSpPr>
        <a:xfrm>
          <a:off x="0" y="0"/>
          <a:ext cx="0" cy="0"/>
          <a:chOff x="0" y="0"/>
          <a:chExt cx="0" cy="0"/>
        </a:xfrm>
      </p:grpSpPr>
      <p:sp>
        <p:nvSpPr>
          <p:cNvPr id="127" name="user">
            <a:extLst>
              <a:ext uri="{FF2B5EF4-FFF2-40B4-BE49-F238E27FC236}">
                <a16:creationId xmlns:a16="http://schemas.microsoft.com/office/drawing/2014/main" id="{77558399-E0B4-6F3A-7CCC-1A80B9162786}"/>
              </a:ext>
            </a:extLst>
          </p:cNvPr>
          <p:cNvSpPr/>
          <p:nvPr/>
        </p:nvSpPr>
        <p:spPr>
          <a:xfrm>
            <a:off x="8206750" y="1810351"/>
            <a:ext cx="1539512" cy="4275377"/>
          </a:xfrm>
          <a:prstGeom prst="roundRect">
            <a:avLst>
              <a:gd name="adj" fmla="val 8000"/>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39" name="t">
            <a:extLst>
              <a:ext uri="{FF2B5EF4-FFF2-40B4-BE49-F238E27FC236}">
                <a16:creationId xmlns:a16="http://schemas.microsoft.com/office/drawing/2014/main" id="{2E59DFEB-1DDE-00B4-E560-99414F23C6DD}"/>
              </a:ext>
            </a:extLst>
          </p:cNvPr>
          <p:cNvSpPr/>
          <p:nvPr/>
        </p:nvSpPr>
        <p:spPr>
          <a:xfrm>
            <a:off x="8400156" y="1938328"/>
            <a:ext cx="1019350" cy="254797"/>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a:ln>
                  <a:noFill/>
                </a:ln>
                <a:solidFill>
                  <a:schemeClr val="tx1">
                    <a:lumMod val="75000"/>
                    <a:lumOff val="25000"/>
                  </a:schemeClr>
                </a:solidFill>
                <a:effectLst/>
                <a:uLnTx/>
                <a:uFillTx/>
                <a:latin typeface="Arial Narrow" panose="020B0606020202030204" pitchFamily="34" charset="0"/>
                <a:ea typeface="LG스마트체 Regular" panose="020B0600000101010101" pitchFamily="50" charset="-127"/>
                <a:cs typeface="+mn-cs"/>
              </a:rPr>
              <a:t>보고자료</a:t>
            </a:r>
          </a:p>
        </p:txBody>
      </p:sp>
      <p:sp>
        <p:nvSpPr>
          <p:cNvPr id="69" name="t">
            <a:extLst>
              <a:ext uri="{FF2B5EF4-FFF2-40B4-BE49-F238E27FC236}">
                <a16:creationId xmlns:a16="http://schemas.microsoft.com/office/drawing/2014/main" id="{E989DCC2-1DFB-32AA-C4AD-F0FC2F748471}"/>
              </a:ext>
            </a:extLst>
          </p:cNvPr>
          <p:cNvSpPr/>
          <p:nvPr/>
        </p:nvSpPr>
        <p:spPr>
          <a:xfrm>
            <a:off x="7444843" y="3230879"/>
            <a:ext cx="825029" cy="389027"/>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PPT</a:t>
            </a:r>
            <a:b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보고자료</a:t>
            </a:r>
            <a:b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출력</a:t>
            </a:r>
          </a:p>
        </p:txBody>
      </p:sp>
      <p:sp>
        <p:nvSpPr>
          <p:cNvPr id="11" name="user">
            <a:extLst>
              <a:ext uri="{FF2B5EF4-FFF2-40B4-BE49-F238E27FC236}">
                <a16:creationId xmlns:a16="http://schemas.microsoft.com/office/drawing/2014/main" id="{FC5D7B84-B305-B9F5-D46F-3545920CC93A}"/>
              </a:ext>
            </a:extLst>
          </p:cNvPr>
          <p:cNvSpPr/>
          <p:nvPr/>
        </p:nvSpPr>
        <p:spPr>
          <a:xfrm>
            <a:off x="322860" y="1810351"/>
            <a:ext cx="852764" cy="4275378"/>
          </a:xfrm>
          <a:prstGeom prst="roundRect">
            <a:avLst>
              <a:gd name="adj" fmla="val 8000"/>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48" name="t">
            <a:extLst>
              <a:ext uri="{FF2B5EF4-FFF2-40B4-BE49-F238E27FC236}">
                <a16:creationId xmlns:a16="http://schemas.microsoft.com/office/drawing/2014/main" id="{91B7BE12-3715-A23F-239B-E0B61E3EF274}"/>
              </a:ext>
            </a:extLst>
          </p:cNvPr>
          <p:cNvSpPr/>
          <p:nvPr/>
        </p:nvSpPr>
        <p:spPr>
          <a:xfrm>
            <a:off x="1183715" y="3230879"/>
            <a:ext cx="690085" cy="706749"/>
          </a:xfrm>
          <a:prstGeom prst="rect">
            <a:avLst/>
          </a:prstGeom>
          <a:noFill/>
          <a:ln>
            <a:noFill/>
          </a:ln>
        </p:spPr>
        <p:txBody>
          <a:bodyPr wrap="square" lIns="0" tIns="0" rIns="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err="1">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endPar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및 보고서</a:t>
            </a:r>
            <a:endPar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작성 </a:t>
            </a:r>
            <a:r>
              <a:rPr kumimoji="0" lang="en-US" altLang="ko-KR"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요청</a:t>
            </a:r>
          </a:p>
        </p:txBody>
      </p:sp>
      <p:cxnSp>
        <p:nvCxnSpPr>
          <p:cNvPr id="49" name="a57">
            <a:extLst>
              <a:ext uri="{FF2B5EF4-FFF2-40B4-BE49-F238E27FC236}">
                <a16:creationId xmlns:a16="http://schemas.microsoft.com/office/drawing/2014/main" id="{48CFE2F8-681A-00B6-E163-E8A39BAE0B34}"/>
              </a:ext>
            </a:extLst>
          </p:cNvPr>
          <p:cNvCxnSpPr>
            <a:cxnSpLocks/>
          </p:cNvCxnSpPr>
          <p:nvPr/>
        </p:nvCxnSpPr>
        <p:spPr>
          <a:xfrm>
            <a:off x="1190170" y="4066933"/>
            <a:ext cx="677176" cy="0"/>
          </a:xfrm>
          <a:prstGeom prst="line">
            <a:avLst/>
          </a:prstGeom>
          <a:ln w="28575">
            <a:solidFill>
              <a:srgbClr val="2E75D4"/>
            </a:solidFill>
            <a:tailEnd type="triangle" w="med" len="med"/>
          </a:ln>
        </p:spPr>
      </p:cxnSp>
      <p:sp>
        <p:nvSpPr>
          <p:cNvPr id="109" name="t">
            <a:extLst>
              <a:ext uri="{FF2B5EF4-FFF2-40B4-BE49-F238E27FC236}">
                <a16:creationId xmlns:a16="http://schemas.microsoft.com/office/drawing/2014/main" id="{56054FB4-81FC-F786-B0A8-DB4A1B13F814}"/>
              </a:ext>
            </a:extLst>
          </p:cNvPr>
          <p:cNvSpPr/>
          <p:nvPr/>
        </p:nvSpPr>
        <p:spPr>
          <a:xfrm>
            <a:off x="347692" y="1938328"/>
            <a:ext cx="770172" cy="258326"/>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a:solidFill>
                  <a:schemeClr val="tx1">
                    <a:lumMod val="75000"/>
                    <a:lumOff val="25000"/>
                  </a:schemeClr>
                </a:solidFill>
                <a:latin typeface="Arial Narrow" panose="020B0606020202030204" pitchFamily="34" charset="0"/>
                <a:ea typeface="LG스마트체 Regular" panose="020B0600000101010101" pitchFamily="50" charset="-127"/>
              </a:rPr>
              <a:t>USER</a:t>
            </a:r>
            <a:endParaRPr kumimoji="0" lang="ko-KR" altLang="en-US" sz="1100" b="1" i="0" strike="noStrike" kern="1200" cap="none" spc="0" normalizeH="0" baseline="0" noProof="0">
              <a:ln>
                <a:noFill/>
              </a:ln>
              <a:solidFill>
                <a:schemeClr val="tx1">
                  <a:lumMod val="75000"/>
                  <a:lumOff val="25000"/>
                </a:schemeClr>
              </a:solidFill>
              <a:effectLst/>
              <a:uLnTx/>
              <a:uFillTx/>
              <a:latin typeface="Arial Narrow" panose="020B0606020202030204" pitchFamily="34" charset="0"/>
              <a:ea typeface="LG스마트체 Regular" panose="020B0600000101010101" pitchFamily="50" charset="-127"/>
              <a:cs typeface="+mn-cs"/>
            </a:endParaRPr>
          </a:p>
        </p:txBody>
      </p:sp>
      <p:cxnSp>
        <p:nvCxnSpPr>
          <p:cNvPr id="132" name="a57">
            <a:extLst>
              <a:ext uri="{FF2B5EF4-FFF2-40B4-BE49-F238E27FC236}">
                <a16:creationId xmlns:a16="http://schemas.microsoft.com/office/drawing/2014/main" id="{CCCA61E1-7D89-575F-D5F8-30A003C0A327}"/>
              </a:ext>
            </a:extLst>
          </p:cNvPr>
          <p:cNvCxnSpPr>
            <a:cxnSpLocks/>
          </p:cNvCxnSpPr>
          <p:nvPr/>
        </p:nvCxnSpPr>
        <p:spPr>
          <a:xfrm>
            <a:off x="7541425" y="4066933"/>
            <a:ext cx="636080" cy="0"/>
          </a:xfrm>
          <a:prstGeom prst="line">
            <a:avLst/>
          </a:prstGeom>
          <a:ln w="28575">
            <a:solidFill>
              <a:srgbClr val="2E75D4"/>
            </a:solidFill>
            <a:tailEnd type="triangle" w="med" len="med"/>
          </a:ln>
        </p:spPr>
      </p:cxnSp>
      <p:sp>
        <p:nvSpPr>
          <p:cNvPr id="5" name="제목 4">
            <a:extLst>
              <a:ext uri="{FF2B5EF4-FFF2-40B4-BE49-F238E27FC236}">
                <a16:creationId xmlns:a16="http://schemas.microsoft.com/office/drawing/2014/main" id="{0C2942AF-7EDF-7ABA-D99D-C54C20DA9DF0}"/>
              </a:ext>
            </a:extLst>
          </p:cNvPr>
          <p:cNvSpPr>
            <a:spLocks noGrp="1"/>
          </p:cNvSpPr>
          <p:nvPr>
            <p:ph type="title"/>
          </p:nvPr>
        </p:nvSpPr>
        <p:spPr>
          <a:xfrm>
            <a:off x="189765" y="170929"/>
            <a:ext cx="6473081" cy="369332"/>
          </a:xfrm>
        </p:spPr>
        <p:txBody>
          <a:bodyPr/>
          <a:lstStyle/>
          <a:p>
            <a:r>
              <a:rPr lang="en-US" altLang="ko-KR" dirty="0">
                <a:latin typeface="Arial Narrow" panose="020B0606020202030204" pitchFamily="34" charset="0"/>
                <a:ea typeface="LG스마트체 Regular" panose="020B0600000101010101" pitchFamily="50" charset="-127"/>
              </a:rPr>
              <a:t>3. </a:t>
            </a:r>
            <a:r>
              <a:rPr lang="ko-KR" altLang="en-US" dirty="0">
                <a:latin typeface="Arial Narrow" panose="020B0606020202030204" pitchFamily="34" charset="0"/>
                <a:ea typeface="LG스마트체 Regular" panose="020B0600000101010101" pitchFamily="50" charset="-127"/>
              </a:rPr>
              <a:t>구현 방안</a:t>
            </a:r>
          </a:p>
        </p:txBody>
      </p:sp>
      <p:sp>
        <p:nvSpPr>
          <p:cNvPr id="6" name="TextBox 5">
            <a:extLst>
              <a:ext uri="{FF2B5EF4-FFF2-40B4-BE49-F238E27FC236}">
                <a16:creationId xmlns:a16="http://schemas.microsoft.com/office/drawing/2014/main" id="{5507AD72-5ADF-BBD9-76AE-297B5292F0DC}"/>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그룹</a:t>
            </a:r>
            <a:endParaRPr kumimoji="1" lang="en-US" altLang="ko-KR" sz="11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9" name="TextBox 88">
            <a:extLst>
              <a:ext uri="{FF2B5EF4-FFF2-40B4-BE49-F238E27FC236}">
                <a16:creationId xmlns:a16="http://schemas.microsoft.com/office/drawing/2014/main" id="{B23408D3-1844-806D-837F-5BC907726D42}"/>
              </a:ext>
            </a:extLst>
          </p:cNvPr>
          <p:cNvSpPr txBox="1"/>
          <p:nvPr/>
        </p:nvSpPr>
        <p:spPr>
          <a:xfrm>
            <a:off x="175719" y="580555"/>
            <a:ext cx="9610172" cy="847733"/>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개인별로 상이한 업무 작성 방식으로 발생하는 수작업 취합과 반복적인 보고서 작성의 비효율을 줄이고자 합니다</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이를 위해 사용자는 웹 기반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Work Log</a:t>
            </a:r>
            <a:r>
              <a:rPr kumimoji="0" lang="en-US" altLang="ko-KR" sz="1400" i="0" u="none" strike="noStrike" kern="1200" cap="none" spc="0" normalizeH="0" baseline="3000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1)</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에서 표준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Format</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으로 업무를 작성하고</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업무이력을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One Source</a:t>
            </a:r>
            <a:r>
              <a:rPr kumimoji="0" lang="ko-KR" altLang="en-US" sz="1400" i="0" u="none" strike="noStrike" kern="1200" cap="none" spc="0" normalizeH="0" baseline="0" noProof="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로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관리하고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EXAONE</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 연계를 통해 업무 요약 및 </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PPT </a:t>
            </a:r>
            <a:r>
              <a:rPr kumimoji="0" lang="ko-KR" altLang="en-US"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보고서 생성을 자동화하는 구조로 구성하고자 합니다</a:t>
            </a:r>
            <a:r>
              <a:rPr kumimoji="0" lang="en-US" altLang="ko-KR" sz="1400" i="0" u="none" strike="noStrike" kern="1200" cap="none" spc="0" normalizeH="0" baseline="0" noProof="0" dirty="0">
                <a:ln>
                  <a:noFill/>
                </a:ln>
                <a:solidFill>
                  <a:sysClr val="windowText" lastClr="000000"/>
                </a:solidFill>
                <a:effectLst/>
                <a:uLnTx/>
                <a:uFillTx/>
                <a:latin typeface="Arial Narrow" panose="020B0606020202030204" pitchFamily="34" charset="0"/>
                <a:ea typeface="LG스마트체 Regular" panose="020B0600000101010101" pitchFamily="50" charset="-127"/>
                <a:cs typeface="+mn-cs"/>
              </a:rPr>
              <a:t>.</a:t>
            </a:r>
            <a:endParaRPr kumimoji="0" lang="en-US" altLang="ko-KR" sz="1400" i="0" u="none" strike="noStrike" kern="1200" cap="none" spc="0" normalizeH="0" baseline="0" noProof="0" dirty="0">
              <a:ln>
                <a:noFill/>
              </a:ln>
              <a:solidFill>
                <a:sysClr val="windowText" lastClr="000000"/>
              </a:solidFill>
              <a:effectLst/>
              <a:highlight>
                <a:srgbClr val="FFFF00"/>
              </a:highlight>
              <a:uLnTx/>
              <a:uFillTx/>
              <a:latin typeface="Arial Narrow" panose="020B0606020202030204" pitchFamily="34" charset="0"/>
              <a:ea typeface="LG스마트체 Regular" panose="020B0600000101010101" pitchFamily="50" charset="-127"/>
              <a:cs typeface="+mn-cs"/>
            </a:endParaRPr>
          </a:p>
        </p:txBody>
      </p:sp>
      <p:sp>
        <p:nvSpPr>
          <p:cNvPr id="106" name="직사각형 105">
            <a:extLst>
              <a:ext uri="{FF2B5EF4-FFF2-40B4-BE49-F238E27FC236}">
                <a16:creationId xmlns:a16="http://schemas.microsoft.com/office/drawing/2014/main" id="{106335F5-12E4-5842-F860-F72E590B60D1}"/>
              </a:ext>
            </a:extLst>
          </p:cNvPr>
          <p:cNvSpPr/>
          <p:nvPr/>
        </p:nvSpPr>
        <p:spPr>
          <a:xfrm>
            <a:off x="262057" y="1468582"/>
            <a:ext cx="1554559"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en-US" altLang="ko-KR" sz="1200" b="1">
                <a:latin typeface="Arial Narrow" panose="020B0606020202030204" pitchFamily="34" charset="0"/>
                <a:ea typeface="LG스마트체 Regular" panose="020B0600000101010101" pitchFamily="50" charset="-127"/>
              </a:rPr>
              <a:t>USER (Input)</a:t>
            </a:r>
            <a:endParaRPr lang="ko-KR" altLang="en-US" sz="1200" b="1">
              <a:latin typeface="Arial Narrow" panose="020B0606020202030204" pitchFamily="34" charset="0"/>
              <a:ea typeface="LG스마트체 Regular" panose="020B0600000101010101" pitchFamily="50" charset="-127"/>
            </a:endParaRPr>
          </a:p>
        </p:txBody>
      </p:sp>
      <p:sp>
        <p:nvSpPr>
          <p:cNvPr id="137" name="직사각형 136">
            <a:extLst>
              <a:ext uri="{FF2B5EF4-FFF2-40B4-BE49-F238E27FC236}">
                <a16:creationId xmlns:a16="http://schemas.microsoft.com/office/drawing/2014/main" id="{6142DB31-5832-DE74-4DAF-629925385D80}"/>
              </a:ext>
            </a:extLst>
          </p:cNvPr>
          <p:cNvSpPr/>
          <p:nvPr/>
        </p:nvSpPr>
        <p:spPr>
          <a:xfrm>
            <a:off x="7592675" y="1468582"/>
            <a:ext cx="2166263"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ko-KR" altLang="en-US" sz="1200" b="1" dirty="0">
                <a:latin typeface="Arial Narrow" panose="020B0606020202030204" pitchFamily="34" charset="0"/>
                <a:ea typeface="LG스마트체 Regular" panose="020B0600000101010101" pitchFamily="50" charset="-127"/>
              </a:rPr>
              <a:t>보고서</a:t>
            </a:r>
            <a:r>
              <a:rPr lang="en-US" altLang="ko-KR" sz="1200" b="1" dirty="0">
                <a:latin typeface="Arial Narrow" panose="020B0606020202030204" pitchFamily="34" charset="0"/>
                <a:ea typeface="LG스마트체 Regular" panose="020B0600000101010101" pitchFamily="50" charset="-127"/>
              </a:rPr>
              <a:t> (Output)</a:t>
            </a:r>
            <a:endParaRPr lang="ko-KR" altLang="en-US" sz="1200" b="1" dirty="0">
              <a:latin typeface="Arial Narrow" panose="020B0606020202030204" pitchFamily="34" charset="0"/>
              <a:ea typeface="LG스마트체 Regular" panose="020B0600000101010101" pitchFamily="50" charset="-127"/>
            </a:endParaRPr>
          </a:p>
        </p:txBody>
      </p:sp>
      <p:grpSp>
        <p:nvGrpSpPr>
          <p:cNvPr id="129" name="그룹 128">
            <a:extLst>
              <a:ext uri="{FF2B5EF4-FFF2-40B4-BE49-F238E27FC236}">
                <a16:creationId xmlns:a16="http://schemas.microsoft.com/office/drawing/2014/main" id="{25215385-9612-3E7E-D79C-25A35615DF21}"/>
              </a:ext>
            </a:extLst>
          </p:cNvPr>
          <p:cNvGrpSpPr/>
          <p:nvPr/>
        </p:nvGrpSpPr>
        <p:grpSpPr>
          <a:xfrm>
            <a:off x="508398" y="3371894"/>
            <a:ext cx="450722" cy="555280"/>
            <a:chOff x="719281" y="3537807"/>
            <a:chExt cx="442100" cy="464742"/>
          </a:xfrm>
        </p:grpSpPr>
        <p:sp>
          <p:nvSpPr>
            <p:cNvPr id="12" name="head">
              <a:extLst>
                <a:ext uri="{FF2B5EF4-FFF2-40B4-BE49-F238E27FC236}">
                  <a16:creationId xmlns:a16="http://schemas.microsoft.com/office/drawing/2014/main" id="{46045C85-BC8C-1E5C-193F-1983CCE0D73E}"/>
                </a:ext>
              </a:extLst>
            </p:cNvPr>
            <p:cNvSpPr/>
            <p:nvPr/>
          </p:nvSpPr>
          <p:spPr>
            <a:xfrm>
              <a:off x="796169" y="3537807"/>
              <a:ext cx="288326" cy="236310"/>
            </a:xfrm>
            <a:prstGeom prst="ellipse">
              <a:avLst/>
            </a:prstGeom>
            <a:solidFill>
              <a:srgbClr val="3D4F6B"/>
            </a:solidFill>
            <a:ln>
              <a:noFill/>
            </a:ln>
          </p:spPr>
          <p:txBody>
            <a:bodyPr wrap="square" lIns="91440" tIns="45720" rIns="91440" bIns="45720" anchor="ctr">
              <a:normAutofit fontScale="40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 name="body">
              <a:extLst>
                <a:ext uri="{FF2B5EF4-FFF2-40B4-BE49-F238E27FC236}">
                  <a16:creationId xmlns:a16="http://schemas.microsoft.com/office/drawing/2014/main" id="{987CFA57-EE0A-F3DA-239E-C35839F4719E}"/>
                </a:ext>
              </a:extLst>
            </p:cNvPr>
            <p:cNvSpPr/>
            <p:nvPr/>
          </p:nvSpPr>
          <p:spPr>
            <a:xfrm>
              <a:off x="719281" y="3797747"/>
              <a:ext cx="442100" cy="204802"/>
            </a:xfrm>
            <a:prstGeom prst="roundRect">
              <a:avLst>
                <a:gd name="adj" fmla="val 30000"/>
              </a:avLst>
            </a:prstGeom>
            <a:solidFill>
              <a:srgbClr val="3D4F6B"/>
            </a:solidFill>
            <a:ln>
              <a:noFill/>
            </a:ln>
          </p:spPr>
          <p:txBody>
            <a:bodyPr wrap="square" lIns="91440" tIns="45720" rIns="91440" bIns="45720" anchor="ctr">
              <a:normAutofit fontScale="47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45" name="그룹 44">
            <a:extLst>
              <a:ext uri="{FF2B5EF4-FFF2-40B4-BE49-F238E27FC236}">
                <a16:creationId xmlns:a16="http://schemas.microsoft.com/office/drawing/2014/main" id="{A6C70F0C-CE7F-C8C7-EB5A-D621E84DDD9B}"/>
              </a:ext>
            </a:extLst>
          </p:cNvPr>
          <p:cNvGrpSpPr/>
          <p:nvPr/>
        </p:nvGrpSpPr>
        <p:grpSpPr>
          <a:xfrm>
            <a:off x="1416076" y="3742254"/>
            <a:ext cx="226800" cy="226800"/>
            <a:chOff x="1152816" y="2290253"/>
            <a:chExt cx="191221" cy="208288"/>
          </a:xfrm>
        </p:grpSpPr>
        <p:sp>
          <p:nvSpPr>
            <p:cNvPr id="46" name="b">
              <a:extLst>
                <a:ext uri="{FF2B5EF4-FFF2-40B4-BE49-F238E27FC236}">
                  <a16:creationId xmlns:a16="http://schemas.microsoft.com/office/drawing/2014/main" id="{FFBF2E61-81B3-0710-E8DA-DE4FFCC4B32E}"/>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7" name="t">
              <a:extLst>
                <a:ext uri="{FF2B5EF4-FFF2-40B4-BE49-F238E27FC236}">
                  <a16:creationId xmlns:a16="http://schemas.microsoft.com/office/drawing/2014/main" id="{2E7EBF6E-01A9-5401-FC8D-2C38142BB869}"/>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1</a:t>
              </a:r>
            </a:p>
          </p:txBody>
        </p:sp>
      </p:grpSp>
      <p:sp>
        <p:nvSpPr>
          <p:cNvPr id="8" name="server">
            <a:extLst>
              <a:ext uri="{FF2B5EF4-FFF2-40B4-BE49-F238E27FC236}">
                <a16:creationId xmlns:a16="http://schemas.microsoft.com/office/drawing/2014/main" id="{6FE4E52D-9F41-72BC-D12A-19C77F50E137}"/>
              </a:ext>
            </a:extLst>
          </p:cNvPr>
          <p:cNvSpPr/>
          <p:nvPr/>
        </p:nvSpPr>
        <p:spPr>
          <a:xfrm>
            <a:off x="1878523" y="1810351"/>
            <a:ext cx="5629440" cy="4276330"/>
          </a:xfrm>
          <a:prstGeom prst="roundRect">
            <a:avLst>
              <a:gd name="adj" fmla="val 1867"/>
            </a:avLst>
          </a:prstGeom>
          <a:solidFill>
            <a:srgbClr val="F7FAFF"/>
          </a:solidFill>
          <a:ln w="12700">
            <a:solidFill>
              <a:srgbClr val="A9C2E8"/>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27" name="db">
            <a:extLst>
              <a:ext uri="{FF2B5EF4-FFF2-40B4-BE49-F238E27FC236}">
                <a16:creationId xmlns:a16="http://schemas.microsoft.com/office/drawing/2014/main" id="{F094A7AB-F93A-0B93-C8AB-B5D75C35E7AC}"/>
              </a:ext>
            </a:extLst>
          </p:cNvPr>
          <p:cNvSpPr/>
          <p:nvPr/>
        </p:nvSpPr>
        <p:spPr>
          <a:xfrm>
            <a:off x="3840208" y="2034340"/>
            <a:ext cx="1167957" cy="3890237"/>
          </a:xfrm>
          <a:prstGeom prst="roundRect">
            <a:avLst>
              <a:gd name="adj" fmla="val 6000"/>
            </a:avLst>
          </a:prstGeom>
          <a:solidFill>
            <a:srgbClr val="DAF5E8"/>
          </a:solidFill>
          <a:ln w="12700">
            <a:solidFill>
              <a:srgbClr val="4FA873"/>
            </a:solidFill>
          </a:ln>
        </p:spPr>
        <p:txBody>
          <a:bodyPr wrap="square" lIns="91440" tIns="45720" rIns="91440" bIns="45720" anchor="t">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 name="web">
            <a:extLst>
              <a:ext uri="{FF2B5EF4-FFF2-40B4-BE49-F238E27FC236}">
                <a16:creationId xmlns:a16="http://schemas.microsoft.com/office/drawing/2014/main" id="{B0F19C3E-DFDF-A281-70B8-134B34043B79}"/>
              </a:ext>
            </a:extLst>
          </p:cNvPr>
          <p:cNvSpPr/>
          <p:nvPr/>
        </p:nvSpPr>
        <p:spPr>
          <a:xfrm>
            <a:off x="2044276" y="2034346"/>
            <a:ext cx="1189613" cy="3890237"/>
          </a:xfrm>
          <a:prstGeom prst="roundRect">
            <a:avLst>
              <a:gd name="adj" fmla="val 6000"/>
            </a:avLst>
          </a:prstGeom>
          <a:solidFill>
            <a:srgbClr val="D2E9FA"/>
          </a:solidFill>
          <a:ln w="12700">
            <a:solidFill>
              <a:srgbClr val="2E75D4"/>
            </a:solidFill>
          </a:ln>
        </p:spPr>
        <p:txBody>
          <a:bodyPr wrap="square" lIns="91440" tIns="45720" rIns="91440" bIns="45720" anchor="t">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 name="t">
            <a:extLst>
              <a:ext uri="{FF2B5EF4-FFF2-40B4-BE49-F238E27FC236}">
                <a16:creationId xmlns:a16="http://schemas.microsoft.com/office/drawing/2014/main" id="{D26ED39E-6A9C-CBA7-FA80-7EC3EC5004E9}"/>
              </a:ext>
            </a:extLst>
          </p:cNvPr>
          <p:cNvSpPr/>
          <p:nvPr/>
        </p:nvSpPr>
        <p:spPr>
          <a:xfrm>
            <a:off x="2081570" y="2137407"/>
            <a:ext cx="1115024" cy="258326"/>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1" i="0"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WORKLOG (웹)</a:t>
            </a:r>
          </a:p>
        </p:txBody>
      </p:sp>
      <p:sp>
        <p:nvSpPr>
          <p:cNvPr id="26" name="t">
            <a:extLst>
              <a:ext uri="{FF2B5EF4-FFF2-40B4-BE49-F238E27FC236}">
                <a16:creationId xmlns:a16="http://schemas.microsoft.com/office/drawing/2014/main" id="{7556DE03-0BC9-CD13-5DDE-EB4D19C99EFE}"/>
              </a:ext>
            </a:extLst>
          </p:cNvPr>
          <p:cNvSpPr/>
          <p:nvPr/>
        </p:nvSpPr>
        <p:spPr>
          <a:xfrm>
            <a:off x="2085104" y="4572685"/>
            <a:ext cx="1052324" cy="1092886"/>
          </a:xfrm>
          <a:prstGeom prst="rect">
            <a:avLst/>
          </a:prstGeom>
          <a:noFill/>
          <a:ln>
            <a:noFill/>
          </a:ln>
        </p:spPr>
        <p:txBody>
          <a:bodyPr wrap="square" lIns="18000" tIns="0" rIns="18000" bIns="0" anchor="t">
            <a:norm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en-US" altLang="ko-KR" sz="1000" i="0" u="none" strike="noStrike" kern="1200" cap="none" spc="0" normalizeH="0" baseline="0" noProof="0" err="1">
                <a:ln>
                  <a:noFill/>
                </a:ln>
                <a:solidFill>
                  <a:srgbClr val="333333"/>
                </a:solidFill>
                <a:effectLst/>
                <a:uLnTx/>
                <a:uFillTx/>
                <a:latin typeface="Arial Narrow" panose="020B0606020202030204" pitchFamily="34" charset="0"/>
                <a:ea typeface="LG스마트체 Regular" panose="020B0600000101010101" pitchFamily="50" charset="-127"/>
                <a:cs typeface="+mn-cs"/>
              </a:rPr>
              <a:t>WorkLog</a:t>
            </a: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 작성</a:t>
            </a:r>
          </a:p>
          <a:p>
            <a:pPr marL="130000" marR="0" lvl="0" indent="-130000" algn="l" defTabSz="457200" rtl="0" eaLnBrk="1" fontAlgn="auto" latinLnBrk="0" hangingPunct="1">
              <a:lnSpc>
                <a:spcPct val="100000"/>
              </a:lnSpc>
              <a:spcBef>
                <a:spcPts val="30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관리</a:t>
            </a:r>
          </a:p>
        </p:txBody>
      </p:sp>
      <p:sp>
        <p:nvSpPr>
          <p:cNvPr id="28" name="t">
            <a:extLst>
              <a:ext uri="{FF2B5EF4-FFF2-40B4-BE49-F238E27FC236}">
                <a16:creationId xmlns:a16="http://schemas.microsoft.com/office/drawing/2014/main" id="{55F51BD1-AF20-85AE-ADC8-7A09DA309488}"/>
              </a:ext>
            </a:extLst>
          </p:cNvPr>
          <p:cNvSpPr/>
          <p:nvPr/>
        </p:nvSpPr>
        <p:spPr>
          <a:xfrm>
            <a:off x="3733845" y="2122164"/>
            <a:ext cx="1387240" cy="477127"/>
          </a:xfrm>
          <a:prstGeom prst="rect">
            <a:avLst/>
          </a:prstGeom>
          <a:noFill/>
          <a:ln>
            <a:noFill/>
          </a:ln>
        </p:spPr>
        <p:txBody>
          <a:bodyPr wrap="square" lIns="18000" tIns="0" rIns="18000" bIns="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One Source</a:t>
            </a:r>
            <a:b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lang="en-US" altLang="ko-KR" sz="1000" b="1" dirty="0">
                <a:solidFill>
                  <a:srgbClr val="0000FF"/>
                </a:solidFill>
                <a:latin typeface="Arial Narrow" panose="020B0606020202030204" pitchFamily="34" charset="0"/>
                <a:ea typeface="LG스마트체 Regular" panose="020B0600000101010101" pitchFamily="50" charset="-127"/>
              </a:rPr>
              <a:t>(DB)</a:t>
            </a:r>
            <a:endParaRPr lang="ko-KR" altLang="en-US" sz="1000" b="1" dirty="0">
              <a:solidFill>
                <a:srgbClr val="0000FF"/>
              </a:solidFill>
              <a:latin typeface="Arial Narrow" panose="020B0606020202030204" pitchFamily="34" charset="0"/>
              <a:ea typeface="LG스마트체 Regular" panose="020B0600000101010101" pitchFamily="50" charset="-127"/>
            </a:endParaRPr>
          </a:p>
        </p:txBody>
      </p:sp>
      <p:sp>
        <p:nvSpPr>
          <p:cNvPr id="29" name="dbin">
            <a:extLst>
              <a:ext uri="{FF2B5EF4-FFF2-40B4-BE49-F238E27FC236}">
                <a16:creationId xmlns:a16="http://schemas.microsoft.com/office/drawing/2014/main" id="{F5293A9A-9B42-7334-E631-63E00A544E4B}"/>
              </a:ext>
            </a:extLst>
          </p:cNvPr>
          <p:cNvSpPr/>
          <p:nvPr/>
        </p:nvSpPr>
        <p:spPr>
          <a:xfrm>
            <a:off x="3852461" y="4572685"/>
            <a:ext cx="1268216" cy="1154539"/>
          </a:xfrm>
          <a:prstGeom prst="roundRect">
            <a:avLst>
              <a:gd name="adj" fmla="val 6000"/>
            </a:avLst>
          </a:prstGeom>
          <a:noFill/>
          <a:ln>
            <a:noFill/>
          </a:ln>
        </p:spPr>
        <p:txBody>
          <a:bodyPr wrap="square" lIns="18000" tIns="0" rIns="18000" bIns="0" anchor="t">
            <a:norm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dirty="0">
                <a:ln>
                  <a:noFill/>
                </a:ln>
                <a:solidFill>
                  <a:srgbClr val="333333"/>
                </a:solidFill>
                <a:effectLst/>
                <a:uLnTx/>
                <a:uFillTx/>
                <a:latin typeface="Arial Narrow" panose="020B0606020202030204" pitchFamily="34" charset="0"/>
                <a:ea typeface="LG스마트체 Regular" panose="020B0600000101010101" pitchFamily="50" charset="-127"/>
                <a:cs typeface="+mn-cs"/>
              </a:rPr>
              <a:t>업무일지 저장</a:t>
            </a: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dirty="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정보 저장</a:t>
            </a:r>
          </a:p>
        </p:txBody>
      </p:sp>
      <p:sp>
        <p:nvSpPr>
          <p:cNvPr id="30" name="agent">
            <a:extLst>
              <a:ext uri="{FF2B5EF4-FFF2-40B4-BE49-F238E27FC236}">
                <a16:creationId xmlns:a16="http://schemas.microsoft.com/office/drawing/2014/main" id="{73086DF1-F4FF-03BF-C01F-323736620B3F}"/>
              </a:ext>
            </a:extLst>
          </p:cNvPr>
          <p:cNvSpPr/>
          <p:nvPr/>
        </p:nvSpPr>
        <p:spPr>
          <a:xfrm>
            <a:off x="5562582" y="2034345"/>
            <a:ext cx="1755736" cy="3890235"/>
          </a:xfrm>
          <a:prstGeom prst="roundRect">
            <a:avLst>
              <a:gd name="adj" fmla="val 8000"/>
            </a:avLst>
          </a:prstGeom>
          <a:solidFill>
            <a:srgbClr val="FBECDB"/>
          </a:solidFill>
          <a:ln w="12700">
            <a:solidFill>
              <a:srgbClr val="E8730C"/>
            </a:solidFill>
          </a:ln>
        </p:spPr>
        <p:txBody>
          <a:bodyPr wrap="square" lIns="91440" tIns="45720" rIns="91440" bIns="45720" anchor="t">
            <a:normAutofit/>
          </a:bodyPr>
          <a:lstStyle/>
          <a:p>
            <a:endParaRPr lang="ko-KR" altLang="en-US">
              <a:solidFill>
                <a:prstClr val="black"/>
              </a:solidFill>
              <a:latin typeface="Arial Narrow" panose="020B0606020202030204" pitchFamily="34" charset="0"/>
              <a:ea typeface="LG스마트체 Regular" panose="020B0600000101010101" pitchFamily="50" charset="-127"/>
            </a:endParaRPr>
          </a:p>
        </p:txBody>
      </p:sp>
      <p:sp>
        <p:nvSpPr>
          <p:cNvPr id="31" name="t">
            <a:extLst>
              <a:ext uri="{FF2B5EF4-FFF2-40B4-BE49-F238E27FC236}">
                <a16:creationId xmlns:a16="http://schemas.microsoft.com/office/drawing/2014/main" id="{00DEE7A9-8A49-905E-FB44-C7E9988D6730}"/>
              </a:ext>
            </a:extLst>
          </p:cNvPr>
          <p:cNvSpPr/>
          <p:nvPr/>
        </p:nvSpPr>
        <p:spPr>
          <a:xfrm>
            <a:off x="5835034" y="2137407"/>
            <a:ext cx="1210834" cy="503406"/>
          </a:xfrm>
          <a:prstGeom prst="rect">
            <a:avLst/>
          </a:prstGeom>
          <a:noFill/>
          <a:ln>
            <a:noFill/>
          </a:ln>
        </p:spPr>
        <p:txBody>
          <a:bodyPr wrap="square" lIns="18000" tIns="0" rIns="18000" bIns="0" anchor="t">
            <a:noAutofit/>
          </a:bodyPr>
          <a:lstStyle/>
          <a:p>
            <a:pPr algn="ctr">
              <a:defRPr/>
            </a:pPr>
            <a:r>
              <a:rPr lang="ko-KR" altLang="en-US" sz="1200" b="1" dirty="0">
                <a:latin typeface="Arial Narrow" panose="020B0606020202030204" pitchFamily="34" charset="0"/>
                <a:ea typeface="LG스마트체 Regular" panose="020B0600000101010101" pitchFamily="50" charset="-127"/>
              </a:rPr>
              <a:t>보고서</a:t>
            </a:r>
            <a:r>
              <a:rPr kumimoji="0" lang="ko-KR" altLang="en-US"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0" lang="ko-KR" altLang="en-US" sz="1200" b="1" i="0"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rPr>
              <a:t>Agent</a:t>
            </a:r>
            <a:b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0" lang="en-US" altLang="ko-KR" sz="1000" b="1" i="0"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EXAONE API</a:t>
            </a:r>
            <a: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2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_</a:t>
            </a:r>
            <a:endParaRPr kumimoji="0" lang="ko-KR" altLang="en-US" sz="1200" b="1" i="0"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32" name="t">
            <a:extLst>
              <a:ext uri="{FF2B5EF4-FFF2-40B4-BE49-F238E27FC236}">
                <a16:creationId xmlns:a16="http://schemas.microsoft.com/office/drawing/2014/main" id="{C5A813A3-3330-721A-0B21-E32BDE051430}"/>
              </a:ext>
            </a:extLst>
          </p:cNvPr>
          <p:cNvSpPr/>
          <p:nvPr/>
        </p:nvSpPr>
        <p:spPr>
          <a:xfrm>
            <a:off x="5603410" y="4572684"/>
            <a:ext cx="1640269" cy="1154539"/>
          </a:xfrm>
          <a:prstGeom prst="rect">
            <a:avLst/>
          </a:prstGeom>
          <a:noFill/>
          <a:ln>
            <a:noFill/>
          </a:ln>
        </p:spPr>
        <p:txBody>
          <a:bodyPr wrap="square" lIns="18000" tIns="0" rIns="18000" bIns="0" anchor="t">
            <a:noAutofit/>
          </a:bodyPr>
          <a:lstStyle/>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en-US" altLang="ko-KR" sz="1000" i="0" u="none" strike="noStrike" kern="1200" cap="none" spc="0" normalizeH="0" baseline="0" noProof="0" err="1">
                <a:ln>
                  <a:noFill/>
                </a:ln>
                <a:solidFill>
                  <a:srgbClr val="333333"/>
                </a:solidFill>
                <a:effectLst/>
                <a:uLnTx/>
                <a:uFillTx/>
                <a:latin typeface="Arial Narrow" panose="020B0606020202030204" pitchFamily="34" charset="0"/>
                <a:ea typeface="LG스마트체 Regular" panose="020B0600000101010101" pitchFamily="50" charset="-127"/>
                <a:cs typeface="+mn-cs"/>
              </a:rPr>
              <a:t>WorkLog</a:t>
            </a: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 분석 및 요약</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프로젝트 데이터 가공</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AI 작업 요청 및 결과 처리</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요약 데이터 기반 PPT 생성</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템플릿 기반 자동 보고서 제작</a:t>
            </a:r>
            <a:endParaRPr kumimoji="0" lang="en-US" altLang="ko-KR"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a:p>
            <a:pPr marL="130000" marR="0" lvl="0" indent="-130000" algn="l" defTabSz="457200" rtl="0" eaLnBrk="1" fontAlgn="auto" latinLnBrk="0" hangingPunct="1">
              <a:lnSpc>
                <a:spcPct val="100000"/>
              </a:lnSpc>
              <a:spcBef>
                <a:spcPts val="0"/>
              </a:spcBef>
              <a:spcAft>
                <a:spcPts val="0"/>
              </a:spcAft>
              <a:buClrTx/>
              <a:buSzTx/>
              <a:buFont typeface="Arial"/>
              <a:buChar char="•"/>
              <a:tabLst/>
              <a:defRPr/>
            </a:pPr>
            <a:r>
              <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rPr>
              <a:t>생성된 PPT 파일 저장</a:t>
            </a:r>
          </a:p>
          <a:p>
            <a:pPr marL="130000" marR="0" lvl="0" indent="-130000" algn="l" defTabSz="457200" rtl="0" eaLnBrk="1" fontAlgn="auto" latinLnBrk="0" hangingPunct="1">
              <a:lnSpc>
                <a:spcPct val="100000"/>
              </a:lnSpc>
              <a:spcBef>
                <a:spcPts val="200"/>
              </a:spcBef>
              <a:spcAft>
                <a:spcPts val="0"/>
              </a:spcAft>
              <a:buClrTx/>
              <a:buSzTx/>
              <a:buFont typeface="Arial"/>
              <a:buChar char="•"/>
              <a:tabLst/>
              <a:defRPr/>
            </a:pPr>
            <a:endParaRPr kumimoji="0" lang="ko-KR" altLang="en-US" sz="1000" i="0" u="none" strike="noStrike" kern="1200" cap="none" spc="0" normalizeH="0" baseline="0" noProof="0">
              <a:ln>
                <a:noFill/>
              </a:ln>
              <a:solidFill>
                <a:srgbClr val="333333"/>
              </a:solidFill>
              <a:effectLst/>
              <a:uLnTx/>
              <a:uFillTx/>
              <a:latin typeface="Arial Narrow" panose="020B0606020202030204" pitchFamily="34" charset="0"/>
              <a:ea typeface="LG스마트체 Regular" panose="020B0600000101010101" pitchFamily="50" charset="-127"/>
              <a:cs typeface="+mn-cs"/>
            </a:endParaRPr>
          </a:p>
        </p:txBody>
      </p:sp>
      <p:cxnSp>
        <p:nvCxnSpPr>
          <p:cNvPr id="52" name="a65">
            <a:extLst>
              <a:ext uri="{FF2B5EF4-FFF2-40B4-BE49-F238E27FC236}">
                <a16:creationId xmlns:a16="http://schemas.microsoft.com/office/drawing/2014/main" id="{C4AE0A09-2359-9061-DD5F-5F30CDA61C86}"/>
              </a:ext>
            </a:extLst>
          </p:cNvPr>
          <p:cNvCxnSpPr>
            <a:cxnSpLocks/>
          </p:cNvCxnSpPr>
          <p:nvPr/>
        </p:nvCxnSpPr>
        <p:spPr>
          <a:xfrm>
            <a:off x="3259060" y="4066933"/>
            <a:ext cx="538703" cy="0"/>
          </a:xfrm>
          <a:prstGeom prst="line">
            <a:avLst/>
          </a:prstGeom>
          <a:ln w="28575">
            <a:solidFill>
              <a:srgbClr val="2E75D4"/>
            </a:solidFill>
            <a:tailEnd type="triangle" w="med" len="med"/>
          </a:ln>
        </p:spPr>
      </p:cxnSp>
      <p:sp>
        <p:nvSpPr>
          <p:cNvPr id="56" name="t">
            <a:extLst>
              <a:ext uri="{FF2B5EF4-FFF2-40B4-BE49-F238E27FC236}">
                <a16:creationId xmlns:a16="http://schemas.microsoft.com/office/drawing/2014/main" id="{A4E4C1F8-59F0-08CB-EAB7-F9811CDD8AB6}"/>
              </a:ext>
            </a:extLst>
          </p:cNvPr>
          <p:cNvSpPr/>
          <p:nvPr/>
        </p:nvSpPr>
        <p:spPr>
          <a:xfrm>
            <a:off x="3259060" y="3230879"/>
            <a:ext cx="552143" cy="658748"/>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i="0" u="none" strike="noStrike" kern="1200" cap="none" spc="0" normalizeH="0" baseline="0" noProof="0" err="1">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프로젝트</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정보 적재</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p:txBody>
      </p:sp>
      <p:cxnSp>
        <p:nvCxnSpPr>
          <p:cNvPr id="59" name="a73">
            <a:extLst>
              <a:ext uri="{FF2B5EF4-FFF2-40B4-BE49-F238E27FC236}">
                <a16:creationId xmlns:a16="http://schemas.microsoft.com/office/drawing/2014/main" id="{588699C0-20FC-3D4B-48EA-4F2DDA14E76F}"/>
              </a:ext>
            </a:extLst>
          </p:cNvPr>
          <p:cNvCxnSpPr>
            <a:cxnSpLocks/>
          </p:cNvCxnSpPr>
          <p:nvPr/>
        </p:nvCxnSpPr>
        <p:spPr>
          <a:xfrm>
            <a:off x="5030397" y="4066933"/>
            <a:ext cx="519948" cy="0"/>
          </a:xfrm>
          <a:prstGeom prst="line">
            <a:avLst/>
          </a:prstGeom>
          <a:ln w="28575">
            <a:solidFill>
              <a:srgbClr val="2E75D4"/>
            </a:solidFill>
            <a:tailEnd type="triangle" w="med" len="med"/>
          </a:ln>
        </p:spPr>
      </p:cxnSp>
      <p:sp>
        <p:nvSpPr>
          <p:cNvPr id="79" name="t">
            <a:extLst>
              <a:ext uri="{FF2B5EF4-FFF2-40B4-BE49-F238E27FC236}">
                <a16:creationId xmlns:a16="http://schemas.microsoft.com/office/drawing/2014/main" id="{DCFA008F-47EB-0D80-1499-7ECD607A200F}"/>
              </a:ext>
            </a:extLst>
          </p:cNvPr>
          <p:cNvSpPr/>
          <p:nvPr/>
        </p:nvSpPr>
        <p:spPr>
          <a:xfrm>
            <a:off x="5008165" y="3230879"/>
            <a:ext cx="552143" cy="658748"/>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WorkLog</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프로젝트</a:t>
            </a:r>
            <a:endPar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데이터 </a:t>
            </a:r>
            <a:r>
              <a:rPr kumimoji="0" lang="en-US" altLang="ko-KR" sz="1000" i="0" u="none" strike="noStrike" kern="1200" cap="none" spc="0" normalizeH="0" baseline="0" noProof="0">
                <a:ln>
                  <a:noFill/>
                </a:ln>
                <a:solidFill>
                  <a:schemeClr val="tx1">
                    <a:lumMod val="95000"/>
                    <a:lumOff val="5000"/>
                  </a:schemeClr>
                </a:solidFill>
                <a:effectLst/>
                <a:uLnTx/>
                <a:uFillTx/>
                <a:latin typeface="Arial Narrow" panose="020B0606020202030204" pitchFamily="34" charset="0"/>
                <a:ea typeface="LG스마트체 Regular" panose="020B0600000101010101" pitchFamily="50" charset="-127"/>
                <a:cs typeface="+mn-cs"/>
              </a:rPr>
              <a:t>I/F</a:t>
            </a:r>
          </a:p>
        </p:txBody>
      </p:sp>
      <p:sp>
        <p:nvSpPr>
          <p:cNvPr id="4" name="t">
            <a:extLst>
              <a:ext uri="{FF2B5EF4-FFF2-40B4-BE49-F238E27FC236}">
                <a16:creationId xmlns:a16="http://schemas.microsoft.com/office/drawing/2014/main" id="{73BE9D0D-A2E7-5178-04EF-8C73C925DB0E}"/>
              </a:ext>
            </a:extLst>
          </p:cNvPr>
          <p:cNvSpPr/>
          <p:nvPr/>
        </p:nvSpPr>
        <p:spPr>
          <a:xfrm>
            <a:off x="2081570" y="3639658"/>
            <a:ext cx="1115024" cy="378217"/>
          </a:xfrm>
          <a:prstGeom prst="rect">
            <a:avLst/>
          </a:prstGeom>
          <a:noFill/>
          <a:ln>
            <a:noFill/>
          </a:ln>
        </p:spPr>
        <p:txBody>
          <a:bodyPr wrap="square" lIns="18000" tIns="0" rIns="18000" bIns="0" anchor="t">
            <a:normAutofit fontScale="92500" lnSpcReduction="1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표준 </a:t>
            </a: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Format </a:t>
            </a: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작성</a:t>
            </a:r>
          </a:p>
        </p:txBody>
      </p:sp>
      <p:sp>
        <p:nvSpPr>
          <p:cNvPr id="7" name="t">
            <a:extLst>
              <a:ext uri="{FF2B5EF4-FFF2-40B4-BE49-F238E27FC236}">
                <a16:creationId xmlns:a16="http://schemas.microsoft.com/office/drawing/2014/main" id="{D19C86CB-5C42-5FBD-0654-1DF0E70F6034}"/>
              </a:ext>
            </a:extLst>
          </p:cNvPr>
          <p:cNvSpPr/>
          <p:nvPr/>
        </p:nvSpPr>
        <p:spPr>
          <a:xfrm>
            <a:off x="3869305" y="3598936"/>
            <a:ext cx="1115024" cy="503406"/>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AI Readable</a:t>
            </a:r>
            <a:b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업무이력 저장</a:t>
            </a:r>
          </a:p>
        </p:txBody>
      </p:sp>
      <p:sp>
        <p:nvSpPr>
          <p:cNvPr id="3" name="t">
            <a:extLst>
              <a:ext uri="{FF2B5EF4-FFF2-40B4-BE49-F238E27FC236}">
                <a16:creationId xmlns:a16="http://schemas.microsoft.com/office/drawing/2014/main" id="{ACAAC029-5A6A-90F3-DD4D-07D97C70FD8D}"/>
              </a:ext>
            </a:extLst>
          </p:cNvPr>
          <p:cNvSpPr/>
          <p:nvPr/>
        </p:nvSpPr>
        <p:spPr>
          <a:xfrm>
            <a:off x="5737439" y="3598936"/>
            <a:ext cx="1344076" cy="503406"/>
          </a:xfrm>
          <a:prstGeom prst="rect">
            <a:avLst/>
          </a:prstGeom>
          <a:noFill/>
          <a:ln>
            <a:noFill/>
          </a:ln>
        </p:spPr>
        <p:txBody>
          <a:bodyPr wrap="square" lIns="18000" tIns="0" rIns="18000" bIns="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AI Agent </a:t>
            </a: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기반</a:t>
            </a:r>
            <a:br>
              <a:rPr kumimoji="0" lang="en-US" altLang="ko-KR"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br>
            <a:r>
              <a:rPr kumimoji="0" lang="ko-KR" altLang="en-US" sz="1400" i="0" strike="noStrike" kern="120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mn-cs"/>
              </a:rPr>
              <a:t>보고자료 자동생성</a:t>
            </a:r>
          </a:p>
        </p:txBody>
      </p:sp>
      <p:sp>
        <p:nvSpPr>
          <p:cNvPr id="107" name="직사각형 106">
            <a:extLst>
              <a:ext uri="{FF2B5EF4-FFF2-40B4-BE49-F238E27FC236}">
                <a16:creationId xmlns:a16="http://schemas.microsoft.com/office/drawing/2014/main" id="{EB9920F2-F1BD-30C4-5739-D561432D2FD0}"/>
              </a:ext>
            </a:extLst>
          </p:cNvPr>
          <p:cNvSpPr/>
          <p:nvPr/>
        </p:nvSpPr>
        <p:spPr>
          <a:xfrm>
            <a:off x="1889926" y="1468582"/>
            <a:ext cx="5629439" cy="250982"/>
          </a:xfrm>
          <a:prstGeom prst="rect">
            <a:avLst/>
          </a:prstGeom>
          <a:solidFill>
            <a:schemeClr val="bg1">
              <a:lumMod val="85000"/>
            </a:schemeClr>
          </a:solidFill>
          <a:ln w="6350" cap="flat" cmpd="sng" algn="ctr">
            <a:noFill/>
            <a:prstDash val="solid"/>
          </a:ln>
          <a:effectLst/>
        </p:spPr>
        <p:txBody>
          <a:bodyPr lIns="72000" tIns="0" rIns="0" bIns="0" rtlCol="0" anchor="ctr"/>
          <a:lstStyle/>
          <a:p>
            <a:pPr algn="ctr"/>
            <a:r>
              <a:rPr lang="en-US" altLang="ko-KR" sz="1200" b="1">
                <a:latin typeface="Arial Narrow" panose="020B0606020202030204" pitchFamily="34" charset="0"/>
                <a:ea typeface="LG스마트체 Regular" panose="020B0600000101010101" pitchFamily="50" charset="-127"/>
              </a:rPr>
              <a:t>SERVER</a:t>
            </a:r>
            <a:endParaRPr lang="ko-KR" altLang="en-US" sz="1200" b="1">
              <a:latin typeface="Arial Narrow" panose="020B0606020202030204" pitchFamily="34" charset="0"/>
              <a:ea typeface="LG스마트체 Regular" panose="020B0600000101010101" pitchFamily="50" charset="-127"/>
            </a:endParaRPr>
          </a:p>
        </p:txBody>
      </p:sp>
      <p:pic>
        <p:nvPicPr>
          <p:cNvPr id="74" name="그림 73">
            <a:extLst>
              <a:ext uri="{FF2B5EF4-FFF2-40B4-BE49-F238E27FC236}">
                <a16:creationId xmlns:a16="http://schemas.microsoft.com/office/drawing/2014/main" id="{A21A4C90-5654-B28F-B66E-F4AE32F9F068}"/>
              </a:ext>
            </a:extLst>
          </p:cNvPr>
          <p:cNvPicPr>
            <a:picLocks noChangeAspect="1"/>
          </p:cNvPicPr>
          <p:nvPr/>
        </p:nvPicPr>
        <p:blipFill>
          <a:blip r:embed="rId3"/>
          <a:stretch>
            <a:fillRect/>
          </a:stretch>
        </p:blipFill>
        <p:spPr>
          <a:xfrm>
            <a:off x="4136568" y="2526137"/>
            <a:ext cx="574079" cy="591742"/>
          </a:xfrm>
          <a:prstGeom prst="rect">
            <a:avLst/>
          </a:prstGeom>
        </p:spPr>
      </p:pic>
      <p:pic>
        <p:nvPicPr>
          <p:cNvPr id="75" name="그림 74">
            <a:extLst>
              <a:ext uri="{FF2B5EF4-FFF2-40B4-BE49-F238E27FC236}">
                <a16:creationId xmlns:a16="http://schemas.microsoft.com/office/drawing/2014/main" id="{650F93FF-E132-F692-B664-1079CA92A933}"/>
              </a:ext>
            </a:extLst>
          </p:cNvPr>
          <p:cNvPicPr>
            <a:picLocks noChangeAspect="1"/>
          </p:cNvPicPr>
          <p:nvPr/>
        </p:nvPicPr>
        <p:blipFill>
          <a:blip r:embed="rId4"/>
          <a:stretch>
            <a:fillRect/>
          </a:stretch>
        </p:blipFill>
        <p:spPr>
          <a:xfrm>
            <a:off x="2393691" y="2571235"/>
            <a:ext cx="504611" cy="463418"/>
          </a:xfrm>
          <a:prstGeom prst="rect">
            <a:avLst/>
          </a:prstGeom>
        </p:spPr>
      </p:pic>
      <p:sp>
        <p:nvSpPr>
          <p:cNvPr id="78" name="t">
            <a:extLst>
              <a:ext uri="{FF2B5EF4-FFF2-40B4-BE49-F238E27FC236}">
                <a16:creationId xmlns:a16="http://schemas.microsoft.com/office/drawing/2014/main" id="{9461FFA8-EF73-7D12-3A12-2DFD533C624F}"/>
              </a:ext>
            </a:extLst>
          </p:cNvPr>
          <p:cNvSpPr/>
          <p:nvPr/>
        </p:nvSpPr>
        <p:spPr>
          <a:xfrm>
            <a:off x="5185536" y="3742254"/>
            <a:ext cx="226800" cy="226800"/>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1200"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pic>
        <p:nvPicPr>
          <p:cNvPr id="10" name="그림 9">
            <a:extLst>
              <a:ext uri="{FF2B5EF4-FFF2-40B4-BE49-F238E27FC236}">
                <a16:creationId xmlns:a16="http://schemas.microsoft.com/office/drawing/2014/main" id="{A2FDD58F-9021-371B-F904-A56EBFA9FAA7}"/>
              </a:ext>
            </a:extLst>
          </p:cNvPr>
          <p:cNvPicPr>
            <a:picLocks noChangeAspect="1"/>
          </p:cNvPicPr>
          <p:nvPr/>
        </p:nvPicPr>
        <p:blipFill>
          <a:blip r:embed="rId5"/>
          <a:stretch>
            <a:fillRect/>
          </a:stretch>
        </p:blipFill>
        <p:spPr>
          <a:xfrm>
            <a:off x="6071611" y="2572644"/>
            <a:ext cx="728316" cy="554907"/>
          </a:xfrm>
          <a:prstGeom prst="rect">
            <a:avLst/>
          </a:prstGeom>
        </p:spPr>
      </p:pic>
      <p:grpSp>
        <p:nvGrpSpPr>
          <p:cNvPr id="9" name="그룹 8">
            <a:extLst>
              <a:ext uri="{FF2B5EF4-FFF2-40B4-BE49-F238E27FC236}">
                <a16:creationId xmlns:a16="http://schemas.microsoft.com/office/drawing/2014/main" id="{F216AA79-479B-2905-2746-8FCF62EAE81C}"/>
              </a:ext>
            </a:extLst>
          </p:cNvPr>
          <p:cNvGrpSpPr/>
          <p:nvPr/>
        </p:nvGrpSpPr>
        <p:grpSpPr>
          <a:xfrm>
            <a:off x="7750629" y="3742254"/>
            <a:ext cx="213455" cy="235289"/>
            <a:chOff x="3104704" y="2290253"/>
            <a:chExt cx="191221" cy="208288"/>
          </a:xfrm>
        </p:grpSpPr>
        <p:sp>
          <p:nvSpPr>
            <p:cNvPr id="14" name="b">
              <a:extLst>
                <a:ext uri="{FF2B5EF4-FFF2-40B4-BE49-F238E27FC236}">
                  <a16:creationId xmlns:a16="http://schemas.microsoft.com/office/drawing/2014/main" id="{A0FB2D72-EFD4-7455-C4D7-770EC250E5A2}"/>
                </a:ext>
              </a:extLst>
            </p:cNvPr>
            <p:cNvSpPr/>
            <p:nvPr/>
          </p:nvSpPr>
          <p:spPr>
            <a:xfrm>
              <a:off x="3104704" y="2298584"/>
              <a:ext cx="191221" cy="191625"/>
            </a:xfrm>
            <a:prstGeom prst="ellipse">
              <a:avLst/>
            </a:prstGeom>
            <a:solidFill>
              <a:srgbClr val="2E75D4"/>
            </a:solidFill>
            <a:ln>
              <a:noFill/>
            </a:ln>
          </p:spPr>
          <p:txBody>
            <a:bodyPr wrap="square" lIns="91440" tIns="45720" rIns="91440" bIns="4572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 name="t">
              <a:extLst>
                <a:ext uri="{FF2B5EF4-FFF2-40B4-BE49-F238E27FC236}">
                  <a16:creationId xmlns:a16="http://schemas.microsoft.com/office/drawing/2014/main" id="{461B97B9-55EB-009E-3889-8399EC7A031E}"/>
                </a:ext>
              </a:extLst>
            </p:cNvPr>
            <p:cNvSpPr/>
            <p:nvPr/>
          </p:nvSpPr>
          <p:spPr>
            <a:xfrm>
              <a:off x="3104704"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200" b="1">
                  <a:solidFill>
                    <a:srgbClr val="FFFFFF"/>
                  </a:solidFill>
                  <a:latin typeface="Arial Narrow" panose="020B0606020202030204" pitchFamily="34" charset="0"/>
                  <a:ea typeface="LG스마트체 Regular" panose="020B0600000101010101" pitchFamily="50" charset="-127"/>
                </a:rPr>
                <a:t>4</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20" name="그룹 19">
            <a:extLst>
              <a:ext uri="{FF2B5EF4-FFF2-40B4-BE49-F238E27FC236}">
                <a16:creationId xmlns:a16="http://schemas.microsoft.com/office/drawing/2014/main" id="{48DDBDB1-C5E4-4F61-3400-5F1160345C07}"/>
              </a:ext>
            </a:extLst>
          </p:cNvPr>
          <p:cNvGrpSpPr/>
          <p:nvPr/>
        </p:nvGrpSpPr>
        <p:grpSpPr>
          <a:xfrm>
            <a:off x="3416142" y="3742254"/>
            <a:ext cx="226800" cy="226800"/>
            <a:chOff x="1152816" y="2290253"/>
            <a:chExt cx="191221" cy="208288"/>
          </a:xfrm>
        </p:grpSpPr>
        <p:sp>
          <p:nvSpPr>
            <p:cNvPr id="21" name="b">
              <a:extLst>
                <a:ext uri="{FF2B5EF4-FFF2-40B4-BE49-F238E27FC236}">
                  <a16:creationId xmlns:a16="http://schemas.microsoft.com/office/drawing/2014/main" id="{748142D9-54D1-84BC-BDA6-B1F7F18D74A1}"/>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2" name="t">
              <a:extLst>
                <a:ext uri="{FF2B5EF4-FFF2-40B4-BE49-F238E27FC236}">
                  <a16:creationId xmlns:a16="http://schemas.microsoft.com/office/drawing/2014/main" id="{F24A2030-A9AC-66D1-8259-2B282C1275F8}"/>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200" b="1">
                  <a:solidFill>
                    <a:srgbClr val="FFFFFF"/>
                  </a:solidFill>
                  <a:latin typeface="Arial Narrow" panose="020B0606020202030204" pitchFamily="34" charset="0"/>
                  <a:ea typeface="LG스마트체 Regular" panose="020B0600000101010101" pitchFamily="50" charset="-127"/>
                </a:rPr>
                <a:t>2</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23" name="그룹 22">
            <a:extLst>
              <a:ext uri="{FF2B5EF4-FFF2-40B4-BE49-F238E27FC236}">
                <a16:creationId xmlns:a16="http://schemas.microsoft.com/office/drawing/2014/main" id="{AE730FFC-6D57-5993-5CB8-4582F6973222}"/>
              </a:ext>
            </a:extLst>
          </p:cNvPr>
          <p:cNvGrpSpPr/>
          <p:nvPr/>
        </p:nvGrpSpPr>
        <p:grpSpPr>
          <a:xfrm>
            <a:off x="5149252" y="3742254"/>
            <a:ext cx="226800" cy="226800"/>
            <a:chOff x="1152816" y="2290253"/>
            <a:chExt cx="191221" cy="208288"/>
          </a:xfrm>
        </p:grpSpPr>
        <p:sp>
          <p:nvSpPr>
            <p:cNvPr id="24" name="b">
              <a:extLst>
                <a:ext uri="{FF2B5EF4-FFF2-40B4-BE49-F238E27FC236}">
                  <a16:creationId xmlns:a16="http://schemas.microsoft.com/office/drawing/2014/main" id="{DE9EC22B-24F2-E697-B741-0A2B08369F1C}"/>
                </a:ext>
              </a:extLst>
            </p:cNvPr>
            <p:cNvSpPr/>
            <p:nvPr/>
          </p:nvSpPr>
          <p:spPr>
            <a:xfrm>
              <a:off x="1152816" y="2298584"/>
              <a:ext cx="191221" cy="191625"/>
            </a:xfrm>
            <a:prstGeom prst="ellipse">
              <a:avLst/>
            </a:prstGeom>
            <a:solidFill>
              <a:srgbClr val="2E75D4"/>
            </a:solidFill>
            <a:ln>
              <a:noFill/>
            </a:ln>
          </p:spPr>
          <p:txBody>
            <a:bodyPr wrap="square" lIns="91440" tIns="45720" rIns="91440" bIns="45720" anchor="ctr">
              <a:normAutofit fontScale="2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5" name="t">
              <a:extLst>
                <a:ext uri="{FF2B5EF4-FFF2-40B4-BE49-F238E27FC236}">
                  <a16:creationId xmlns:a16="http://schemas.microsoft.com/office/drawing/2014/main" id="{12C10DE6-DE70-49CB-92B1-EB00BB5ACABC}"/>
                </a:ext>
              </a:extLst>
            </p:cNvPr>
            <p:cNvSpPr/>
            <p:nvPr/>
          </p:nvSpPr>
          <p:spPr>
            <a:xfrm>
              <a:off x="1152816" y="2290253"/>
              <a:ext cx="191221" cy="208288"/>
            </a:xfrm>
            <a:prstGeom prst="rect">
              <a:avLst/>
            </a:prstGeom>
            <a:noFill/>
            <a:ln>
              <a:noFill/>
            </a:ln>
          </p:spPr>
          <p:txBody>
            <a:bodyPr wrap="square" lIns="18000" tIns="0" rIns="18000" bIns="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1200" b="1" i="0" u="none" strike="noStrike" kern="1200" cap="none" spc="0" normalizeH="0" baseline="0" noProof="0">
                <a:ln>
                  <a:noFill/>
                </a:ln>
                <a:solidFill>
                  <a:srgbClr val="FFFFFF"/>
                </a:solidFill>
                <a:effectLst/>
                <a:uLnTx/>
                <a:uFillTx/>
                <a:latin typeface="Arial Narrow" panose="020B0606020202030204" pitchFamily="34" charset="0"/>
                <a:ea typeface="LG스마트체 Regular" panose="020B0600000101010101" pitchFamily="50" charset="-127"/>
                <a:cs typeface="+mn-cs"/>
              </a:endParaRPr>
            </a:p>
          </p:txBody>
        </p:sp>
      </p:grpSp>
      <p:pic>
        <p:nvPicPr>
          <p:cNvPr id="60" name="그림 59">
            <a:extLst>
              <a:ext uri="{FF2B5EF4-FFF2-40B4-BE49-F238E27FC236}">
                <a16:creationId xmlns:a16="http://schemas.microsoft.com/office/drawing/2014/main" id="{44D036D0-4AB5-2900-B424-16D021A3AA1D}"/>
              </a:ext>
            </a:extLst>
          </p:cNvPr>
          <p:cNvPicPr>
            <a:picLocks noChangeAspect="1"/>
          </p:cNvPicPr>
          <p:nvPr/>
        </p:nvPicPr>
        <p:blipFill>
          <a:blip r:embed="rId6"/>
          <a:stretch>
            <a:fillRect/>
          </a:stretch>
        </p:blipFill>
        <p:spPr>
          <a:xfrm>
            <a:off x="8466831" y="2146932"/>
            <a:ext cx="969028" cy="1146244"/>
          </a:xfrm>
          <a:prstGeom prst="rect">
            <a:avLst/>
          </a:prstGeom>
        </p:spPr>
      </p:pic>
      <p:pic>
        <p:nvPicPr>
          <p:cNvPr id="19" name="그림 18">
            <a:extLst>
              <a:ext uri="{FF2B5EF4-FFF2-40B4-BE49-F238E27FC236}">
                <a16:creationId xmlns:a16="http://schemas.microsoft.com/office/drawing/2014/main" id="{F9A1A74B-1923-88DB-7383-DB9470CF22FC}"/>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l="1992" t="120" r="55313" b="7006"/>
          <a:stretch/>
        </p:blipFill>
        <p:spPr>
          <a:xfrm>
            <a:off x="8471878" y="3432115"/>
            <a:ext cx="1009257" cy="1134895"/>
          </a:xfrm>
          <a:prstGeom prst="rect">
            <a:avLst/>
          </a:prstGeom>
        </p:spPr>
      </p:pic>
      <p:pic>
        <p:nvPicPr>
          <p:cNvPr id="35" name="그림 34">
            <a:extLst>
              <a:ext uri="{FF2B5EF4-FFF2-40B4-BE49-F238E27FC236}">
                <a16:creationId xmlns:a16="http://schemas.microsoft.com/office/drawing/2014/main" id="{4F112BA3-4EB8-E032-CBD6-78C69F735F46}"/>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l="50419" t="2189" r="7707" b="8813"/>
          <a:stretch/>
        </p:blipFill>
        <p:spPr>
          <a:xfrm>
            <a:off x="8466831" y="4705949"/>
            <a:ext cx="969028" cy="1114940"/>
          </a:xfrm>
          <a:prstGeom prst="rect">
            <a:avLst/>
          </a:prstGeom>
        </p:spPr>
      </p:pic>
      <p:sp>
        <p:nvSpPr>
          <p:cNvPr id="36" name="TextBox 35">
            <a:extLst>
              <a:ext uri="{FF2B5EF4-FFF2-40B4-BE49-F238E27FC236}">
                <a16:creationId xmlns:a16="http://schemas.microsoft.com/office/drawing/2014/main" id="{A9421D5D-AF33-67E9-9379-DC93DCEA9DC2}"/>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3/4</a:t>
            </a:r>
            <a:endParaRPr kumimoji="0" lang="ko-KR" altLang="en-US" sz="11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0" name="TextBox 39">
            <a:extLst>
              <a:ext uri="{FF2B5EF4-FFF2-40B4-BE49-F238E27FC236}">
                <a16:creationId xmlns:a16="http://schemas.microsoft.com/office/drawing/2014/main" id="{D7D01F44-1F3E-9FAB-58E8-FF3864E4B527}"/>
              </a:ext>
            </a:extLst>
          </p:cNvPr>
          <p:cNvSpPr txBox="1"/>
          <p:nvPr/>
        </p:nvSpPr>
        <p:spPr>
          <a:xfrm>
            <a:off x="347692" y="6421499"/>
            <a:ext cx="3787896" cy="153888"/>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j-cs"/>
              </a:defRPr>
            </a:lvl1pPr>
          </a:lstStyle>
          <a:p>
            <a:r>
              <a:rPr lang="en-US" altLang="ko-KR" sz="1000" b="0" baseline="30000" dirty="0">
                <a:solidFill>
                  <a:srgbClr val="006600"/>
                </a:solidFill>
              </a:rPr>
              <a:t>1)</a:t>
            </a:r>
            <a:r>
              <a:rPr lang="en-US" altLang="ko-KR" sz="1000" b="0" dirty="0">
                <a:solidFill>
                  <a:srgbClr val="006600"/>
                </a:solidFill>
              </a:rPr>
              <a:t> Work Log</a:t>
            </a:r>
            <a:r>
              <a:rPr lang="ko-KR" altLang="en-US" sz="1000" b="0" dirty="0">
                <a:solidFill>
                  <a:srgbClr val="006600"/>
                </a:solidFill>
              </a:rPr>
              <a:t> </a:t>
            </a:r>
            <a:r>
              <a:rPr lang="en-US" altLang="ko-KR" sz="1000" b="0" dirty="0">
                <a:solidFill>
                  <a:srgbClr val="006600"/>
                </a:solidFill>
              </a:rPr>
              <a:t>: </a:t>
            </a:r>
            <a:r>
              <a:rPr lang="ko-KR" altLang="en-US" sz="1000" b="0" dirty="0">
                <a:solidFill>
                  <a:srgbClr val="006600"/>
                </a:solidFill>
              </a:rPr>
              <a:t>프로젝트</a:t>
            </a:r>
            <a:r>
              <a:rPr lang="en-US" altLang="ko-KR" sz="1000" b="0" dirty="0">
                <a:solidFill>
                  <a:srgbClr val="006600"/>
                </a:solidFill>
              </a:rPr>
              <a:t>, </a:t>
            </a:r>
            <a:r>
              <a:rPr lang="ko-KR" altLang="en-US" sz="1000" b="0" dirty="0">
                <a:solidFill>
                  <a:srgbClr val="006600"/>
                </a:solidFill>
              </a:rPr>
              <a:t>일상 업무 등에 대한 진행현황</a:t>
            </a:r>
            <a:r>
              <a:rPr lang="en-US" altLang="ko-KR" sz="1000" b="0" dirty="0">
                <a:solidFill>
                  <a:srgbClr val="006600"/>
                </a:solidFill>
              </a:rPr>
              <a:t>, </a:t>
            </a:r>
            <a:r>
              <a:rPr lang="ko-KR" altLang="en-US" sz="1000" b="0" dirty="0">
                <a:solidFill>
                  <a:srgbClr val="006600"/>
                </a:solidFill>
              </a:rPr>
              <a:t>향후계획</a:t>
            </a:r>
            <a:r>
              <a:rPr lang="en-US" altLang="ko-KR" sz="1000" b="0" dirty="0">
                <a:solidFill>
                  <a:srgbClr val="006600"/>
                </a:solidFill>
              </a:rPr>
              <a:t>, </a:t>
            </a:r>
            <a:r>
              <a:rPr lang="ko-KR" altLang="en-US" sz="1000" b="0" dirty="0">
                <a:solidFill>
                  <a:srgbClr val="006600"/>
                </a:solidFill>
              </a:rPr>
              <a:t>이슈를 기록 </a:t>
            </a:r>
            <a:endParaRPr lang="en-US" altLang="ko-KR" sz="1000" b="0" dirty="0">
              <a:solidFill>
                <a:srgbClr val="006600"/>
              </a:solidFill>
            </a:endParaRPr>
          </a:p>
        </p:txBody>
      </p:sp>
      <p:sp>
        <p:nvSpPr>
          <p:cNvPr id="33" name="TextBox 32">
            <a:extLst>
              <a:ext uri="{FF2B5EF4-FFF2-40B4-BE49-F238E27FC236}">
                <a16:creationId xmlns:a16="http://schemas.microsoft.com/office/drawing/2014/main" id="{242FF467-BC53-9F61-F958-E03647EE3235}"/>
              </a:ext>
            </a:extLst>
          </p:cNvPr>
          <p:cNvSpPr txBox="1"/>
          <p:nvPr/>
        </p:nvSpPr>
        <p:spPr>
          <a:xfrm>
            <a:off x="9193618" y="1962732"/>
            <a:ext cx="364690" cy="369332"/>
          </a:xfrm>
          <a:prstGeom prst="rect">
            <a:avLst/>
          </a:prstGeom>
          <a:noFill/>
        </p:spPr>
        <p:txBody>
          <a:bodyPr wrap="square">
            <a:spAutoFit/>
          </a:bodyPr>
          <a:lstStyle/>
          <a:p>
            <a:pPr algn="ctr"/>
            <a:r>
              <a:rPr kumimoji="0" lang="en-US" altLang="ko-KR" sz="1800" b="1" i="0" u="none" strike="noStrike" kern="1200" cap="none" spc="0" normalizeH="0" baseline="0" noProof="0" dirty="0">
                <a:ln>
                  <a:noFill/>
                </a:ln>
                <a:solidFill>
                  <a:srgbClr val="C00000"/>
                </a:solidFill>
                <a:effectLst/>
                <a:uLnTx/>
                <a:uFillTx/>
                <a:latin typeface="Arial Narrow" panose="020B0606020202030204" pitchFamily="34" charset="0"/>
                <a:ea typeface="LG스마트체 Regular" panose="020B0600000101010101" pitchFamily="50" charset="-127"/>
                <a:cs typeface="+mn-cs"/>
                <a:sym typeface="Wingdings 2" panose="05020102010507070707" pitchFamily="18" charset="2"/>
              </a:rPr>
              <a:t></a:t>
            </a:r>
            <a:endParaRPr lang="ko-KR" altLang="en-US" dirty="0">
              <a:solidFill>
                <a:srgbClr val="C00000"/>
              </a:solidFill>
            </a:endParaRPr>
          </a:p>
        </p:txBody>
      </p:sp>
      <p:sp>
        <p:nvSpPr>
          <p:cNvPr id="38" name="TextBox 37">
            <a:extLst>
              <a:ext uri="{FF2B5EF4-FFF2-40B4-BE49-F238E27FC236}">
                <a16:creationId xmlns:a16="http://schemas.microsoft.com/office/drawing/2014/main" id="{E64DFB7F-A71B-C510-50C0-80464AB04F4A}"/>
              </a:ext>
            </a:extLst>
          </p:cNvPr>
          <p:cNvSpPr txBox="1"/>
          <p:nvPr/>
        </p:nvSpPr>
        <p:spPr>
          <a:xfrm>
            <a:off x="8553690" y="5805930"/>
            <a:ext cx="795310" cy="261610"/>
          </a:xfrm>
          <a:prstGeom prst="rect">
            <a:avLst/>
          </a:prstGeom>
          <a:noFill/>
        </p:spPr>
        <p:txBody>
          <a:bodyPr wrap="square">
            <a:spAutoFit/>
          </a:bodyPr>
          <a:lstStyle/>
          <a:p>
            <a:pPr algn="ctr"/>
            <a:r>
              <a:rPr lang="ko-KR" altLang="en-US" sz="1100" dirty="0">
                <a:latin typeface="Arial Narrow" panose="020B0606020202030204" pitchFamily="34" charset="0"/>
                <a:ea typeface="LG스마트체 Regular" panose="020B0600000101010101" pitchFamily="50" charset="-127"/>
              </a:rPr>
              <a:t>추후 구현 </a:t>
            </a:r>
          </a:p>
        </p:txBody>
      </p:sp>
    </p:spTree>
    <p:extLst>
      <p:ext uri="{BB962C8B-B14F-4D97-AF65-F5344CB8AC3E}">
        <p14:creationId xmlns:p14="http://schemas.microsoft.com/office/powerpoint/2010/main" val="3317206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A1869-8ED1-C8F2-A328-E07A935A3589}"/>
            </a:ext>
          </a:extLst>
        </p:cNvPr>
        <p:cNvGrpSpPr/>
        <p:nvPr/>
      </p:nvGrpSpPr>
      <p:grpSpPr>
        <a:xfrm>
          <a:off x="0" y="0"/>
          <a:ext cx="0" cy="0"/>
          <a:chOff x="0" y="0"/>
          <a:chExt cx="0" cy="0"/>
        </a:xfrm>
      </p:grpSpPr>
      <p:sp>
        <p:nvSpPr>
          <p:cNvPr id="37" name="직사각형 36">
            <a:extLst>
              <a:ext uri="{FF2B5EF4-FFF2-40B4-BE49-F238E27FC236}">
                <a16:creationId xmlns:a16="http://schemas.microsoft.com/office/drawing/2014/main" id="{8205D06E-5E03-7D23-4F87-3711FBE80ADF}"/>
              </a:ext>
            </a:extLst>
          </p:cNvPr>
          <p:cNvSpPr/>
          <p:nvPr/>
        </p:nvSpPr>
        <p:spPr>
          <a:xfrm>
            <a:off x="320222" y="4303207"/>
            <a:ext cx="4470854" cy="208393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1040" name="직사각형 1039">
            <a:extLst>
              <a:ext uri="{FF2B5EF4-FFF2-40B4-BE49-F238E27FC236}">
                <a16:creationId xmlns:a16="http://schemas.microsoft.com/office/drawing/2014/main" id="{EA5B31CE-9B96-34C4-00E5-C8AA03E03790}"/>
              </a:ext>
            </a:extLst>
          </p:cNvPr>
          <p:cNvSpPr/>
          <p:nvPr/>
        </p:nvSpPr>
        <p:spPr>
          <a:xfrm>
            <a:off x="216227" y="1159046"/>
            <a:ext cx="4684777" cy="5337004"/>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Narrow" panose="020B0606020202030204" pitchFamily="34" charset="0"/>
              <a:ea typeface="LG스마트체 Regular" panose="020B0600000101010101" pitchFamily="50" charset="-127"/>
            </a:endParaRPr>
          </a:p>
        </p:txBody>
      </p:sp>
      <p:sp>
        <p:nvSpPr>
          <p:cNvPr id="31" name="TextBox 30">
            <a:extLst>
              <a:ext uri="{FF2B5EF4-FFF2-40B4-BE49-F238E27FC236}">
                <a16:creationId xmlns:a16="http://schemas.microsoft.com/office/drawing/2014/main" id="{38B39876-BA8F-38C0-608E-0165082F689C}"/>
              </a:ext>
            </a:extLst>
          </p:cNvPr>
          <p:cNvSpPr txBox="1"/>
          <p:nvPr/>
        </p:nvSpPr>
        <p:spPr>
          <a:xfrm>
            <a:off x="5078889" y="1863486"/>
            <a:ext cx="4561410" cy="1908215"/>
          </a:xfrm>
          <a:prstGeom prst="rect">
            <a:avLst/>
          </a:prstGeom>
          <a:solidFill>
            <a:schemeClr val="bg1"/>
          </a:solidFill>
        </p:spPr>
        <p:txBody>
          <a:bodyPr wrap="square">
            <a:spAutoFit/>
          </a:bodyPr>
          <a:lstStyle/>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진행 업무</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수위 데이터 기반 위상 분석 모듈 : 탱크별 공급주기, 공급/정지 SV,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코팅 </a:t>
            </a:r>
            <a:br>
              <a:rPr lang="en-US"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소모속도 추정 (완, 10/7</a:t>
            </a:r>
            <a:r>
              <a:rPr lang="ko-KR" altLang="ko-KR" sz="800" dirty="0">
                <a:latin typeface="Arial Narrow" panose="020B0606020202030204" pitchFamily="34" charset="0"/>
                <a:ea typeface="LG스마트체 Regular" panose="020B0600000101010101" pitchFamily="50" charset="-127"/>
              </a:rPr>
              <a:t>)</a:t>
            </a:r>
            <a:endParaRPr lang="en-US" altLang="ko-KR" sz="800" dirty="0">
              <a:latin typeface="Arial Narrow" panose="020B0606020202030204" pitchFamily="34" charset="0"/>
              <a:ea typeface="LG스마트체 Regular" panose="020B0600000101010101" pitchFamily="50" charset="-127"/>
            </a:endParaRPr>
          </a:p>
          <a:p>
            <a:endParaRPr lang="ko-KR" altLang="ko-KR" sz="800" dirty="0">
              <a:latin typeface="Arial Narrow" panose="020B0606020202030204" pitchFamily="34" charset="0"/>
              <a:ea typeface="LG스마트체 Regular" panose="020B0600000101010101" pitchFamily="50" charset="-127"/>
            </a:endParaRPr>
          </a:p>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향후 계획</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배관용량차이 계산 함수 개발 (~10/8)</a:t>
            </a:r>
            <a:br>
              <a:rPr lang="ko-KR"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배관 용적 만큼 </a:t>
            </a:r>
            <a:r>
              <a:rPr lang="ko-KR" altLang="ko-KR" sz="1000" dirty="0" err="1">
                <a:latin typeface="Arial Narrow" panose="020B0606020202030204" pitchFamily="34" charset="0"/>
                <a:ea typeface="LG스마트체 Regular" panose="020B0600000101010101" pitchFamily="50" charset="-127"/>
              </a:rPr>
              <a:t>SV를</a:t>
            </a:r>
            <a:r>
              <a:rPr lang="ko-KR" altLang="ko-KR" sz="1000" dirty="0">
                <a:latin typeface="Arial Narrow" panose="020B0606020202030204" pitchFamily="34" charset="0"/>
                <a:ea typeface="LG스마트체 Regular" panose="020B0600000101010101" pitchFamily="50" charset="-127"/>
              </a:rPr>
              <a:t> 보상하는 보정 개발</a:t>
            </a:r>
            <a:r>
              <a:rPr lang="en-US" altLang="ko-KR" sz="1000" dirty="0">
                <a:latin typeface="Arial Narrow" panose="020B0606020202030204" pitchFamily="34" charset="0"/>
                <a:ea typeface="LG스마트체 Regular" panose="020B0600000101010101" pitchFamily="50" charset="-127"/>
              </a:rPr>
              <a:t> </a:t>
            </a:r>
            <a:endParaRPr lang="ko-KR" altLang="ko-KR" sz="1000" dirty="0">
              <a:latin typeface="Arial Narrow" panose="020B0606020202030204" pitchFamily="34" charset="0"/>
              <a:ea typeface="LG스마트체 Regular" panose="020B0600000101010101" pitchFamily="50" charset="-127"/>
            </a:endParaRP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코팅 속도 차이 계산 함수 개발 (~10/8)</a:t>
            </a:r>
            <a:br>
              <a:rPr lang="ko-KR" altLang="ko-KR" sz="1000" dirty="0">
                <a:latin typeface="Arial Narrow" panose="020B0606020202030204" pitchFamily="34" charset="0"/>
                <a:ea typeface="LG스마트체 Regular" panose="020B0600000101010101" pitchFamily="50" charset="-127"/>
              </a:rPr>
            </a:br>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저장 탱크 고갈시점에 </a:t>
            </a:r>
            <a:r>
              <a:rPr lang="ko-KR" altLang="ko-KR" sz="1000" dirty="0" err="1">
                <a:latin typeface="Arial Narrow" panose="020B0606020202030204" pitchFamily="34" charset="0"/>
                <a:ea typeface="LG스마트체 Regular" panose="020B0600000101010101" pitchFamily="50" charset="-127"/>
              </a:rPr>
              <a:t>Top,Back</a:t>
            </a:r>
            <a:r>
              <a:rPr lang="ko-KR" altLang="ko-KR" sz="1000" dirty="0">
                <a:latin typeface="Arial Narrow" panose="020B0606020202030204" pitchFamily="34" charset="0"/>
                <a:ea typeface="LG스마트체 Regular" panose="020B0600000101010101" pitchFamily="50" charset="-127"/>
              </a:rPr>
              <a:t> </a:t>
            </a:r>
            <a:r>
              <a:rPr lang="ko-KR" altLang="ko-KR" sz="1000" dirty="0" err="1">
                <a:latin typeface="Arial Narrow" panose="020B0606020202030204" pitchFamily="34" charset="0"/>
                <a:ea typeface="LG스마트체 Regular" panose="020B0600000101010101" pitchFamily="50" charset="-127"/>
              </a:rPr>
              <a:t>슬러리</a:t>
            </a:r>
            <a:r>
              <a:rPr lang="ko-KR" altLang="ko-KR" sz="1000" dirty="0">
                <a:latin typeface="Arial Narrow" panose="020B0606020202030204" pitchFamily="34" charset="0"/>
                <a:ea typeface="LG스마트체 Regular" panose="020B0600000101010101" pitchFamily="50" charset="-127"/>
              </a:rPr>
              <a:t> 잔량을 소모 속도비에 비례하도록 보정 개발</a:t>
            </a:r>
          </a:p>
          <a:p>
            <a:endParaRPr lang="ko-KR" altLang="ko-KR" sz="1000" dirty="0">
              <a:latin typeface="Arial Narrow" panose="020B0606020202030204" pitchFamily="34" charset="0"/>
              <a:ea typeface="LG스마트체 Regular" panose="020B0600000101010101" pitchFamily="50" charset="-127"/>
            </a:endParaRPr>
          </a:p>
          <a:p>
            <a:r>
              <a:rPr lang="en-US" altLang="ko-KR" sz="1000" b="1" dirty="0">
                <a:latin typeface="Arial Narrow" panose="020B0606020202030204" pitchFamily="34" charset="0"/>
                <a:ea typeface="LG스마트체 Regular" panose="020B0600000101010101" pitchFamily="50" charset="-127"/>
              </a:rPr>
              <a:t># </a:t>
            </a:r>
            <a:r>
              <a:rPr lang="ko-KR" altLang="ko-KR" sz="1000" b="1" dirty="0">
                <a:latin typeface="Arial Narrow" panose="020B0606020202030204" pitchFamily="34" charset="0"/>
                <a:ea typeface="LG스마트체 Regular" panose="020B0600000101010101" pitchFamily="50" charset="-127"/>
              </a:rPr>
              <a:t>이슈</a:t>
            </a:r>
          </a:p>
          <a:p>
            <a:r>
              <a:rPr lang="en-US" altLang="ko-KR" sz="1000" dirty="0">
                <a:latin typeface="Arial Narrow" panose="020B0606020202030204" pitchFamily="34" charset="0"/>
                <a:ea typeface="LG스마트체 Regular" panose="020B0600000101010101" pitchFamily="50" charset="-127"/>
              </a:rPr>
              <a:t>## </a:t>
            </a:r>
            <a:r>
              <a:rPr lang="ko-KR" altLang="ko-KR" sz="1000" dirty="0">
                <a:latin typeface="Arial Narrow" panose="020B0606020202030204" pitchFamily="34" charset="0"/>
                <a:ea typeface="LG스마트체 Regular" panose="020B0600000101010101" pitchFamily="50" charset="-127"/>
              </a:rPr>
              <a:t>PLC 현장 검증 완료 뒤 검증 서버에서 APC 기반 적용 </a:t>
            </a:r>
            <a:r>
              <a:rPr lang="ko-KR" altLang="ko-KR" sz="1000" dirty="0" err="1">
                <a:latin typeface="Arial Narrow" panose="020B0606020202030204" pitchFamily="34" charset="0"/>
                <a:ea typeface="LG스마트체 Regular" panose="020B0600000101010101" pitchFamily="50" charset="-127"/>
              </a:rPr>
              <a:t>Test</a:t>
            </a:r>
            <a:r>
              <a:rPr lang="ko-KR" altLang="ko-KR" sz="1000" dirty="0">
                <a:latin typeface="Arial Narrow" panose="020B0606020202030204" pitchFamily="34" charset="0"/>
                <a:ea typeface="LG스마트체 Regular" panose="020B0600000101010101" pitchFamily="50" charset="-127"/>
              </a:rPr>
              <a:t> (10/20~) </a:t>
            </a:r>
          </a:p>
        </p:txBody>
      </p:sp>
      <p:pic>
        <p:nvPicPr>
          <p:cNvPr id="11" name="그림 10">
            <a:extLst>
              <a:ext uri="{FF2B5EF4-FFF2-40B4-BE49-F238E27FC236}">
                <a16:creationId xmlns:a16="http://schemas.microsoft.com/office/drawing/2014/main" id="{C24E04F7-69F7-C25A-7E19-24471CC0FEA6}"/>
              </a:ext>
            </a:extLst>
          </p:cNvPr>
          <p:cNvPicPr>
            <a:picLocks noChangeAspect="1"/>
          </p:cNvPicPr>
          <p:nvPr/>
        </p:nvPicPr>
        <p:blipFill>
          <a:blip r:embed="rId3"/>
          <a:stretch>
            <a:fillRect/>
          </a:stretch>
        </p:blipFill>
        <p:spPr>
          <a:xfrm>
            <a:off x="339989" y="1733465"/>
            <a:ext cx="4379615" cy="2155592"/>
          </a:xfrm>
          <a:prstGeom prst="rect">
            <a:avLst/>
          </a:prstGeom>
        </p:spPr>
      </p:pic>
      <p:sp>
        <p:nvSpPr>
          <p:cNvPr id="47" name="직사각형 46">
            <a:extLst>
              <a:ext uri="{FF2B5EF4-FFF2-40B4-BE49-F238E27FC236}">
                <a16:creationId xmlns:a16="http://schemas.microsoft.com/office/drawing/2014/main" id="{94B7EC40-8739-4E66-4CC3-5C80CCE6F72C}"/>
              </a:ext>
            </a:extLst>
          </p:cNvPr>
          <p:cNvSpPr/>
          <p:nvPr/>
        </p:nvSpPr>
        <p:spPr>
          <a:xfrm>
            <a:off x="320222" y="1863486"/>
            <a:ext cx="4470854" cy="206009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10" name="직사각형 9">
            <a:extLst>
              <a:ext uri="{FF2B5EF4-FFF2-40B4-BE49-F238E27FC236}">
                <a16:creationId xmlns:a16="http://schemas.microsoft.com/office/drawing/2014/main" id="{A0F8D4EB-B845-ABA7-4467-14BCAAF9186A}"/>
              </a:ext>
            </a:extLst>
          </p:cNvPr>
          <p:cNvSpPr/>
          <p:nvPr/>
        </p:nvSpPr>
        <p:spPr>
          <a:xfrm>
            <a:off x="5129796" y="1863486"/>
            <a:ext cx="4470854" cy="206009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7" name="제목 4">
            <a:extLst>
              <a:ext uri="{FF2B5EF4-FFF2-40B4-BE49-F238E27FC236}">
                <a16:creationId xmlns:a16="http://schemas.microsoft.com/office/drawing/2014/main" id="{723CB93B-1EE9-6AA9-0093-77F2D437E507}"/>
              </a:ext>
            </a:extLst>
          </p:cNvPr>
          <p:cNvSpPr>
            <a:spLocks noGrp="1"/>
          </p:cNvSpPr>
          <p:nvPr>
            <p:ph type="title"/>
          </p:nvPr>
        </p:nvSpPr>
        <p:spPr>
          <a:xfrm>
            <a:off x="189765" y="170929"/>
            <a:ext cx="9516209" cy="369332"/>
          </a:xfrm>
        </p:spPr>
        <p:txBody>
          <a:bodyPr/>
          <a:lstStyle/>
          <a:p>
            <a:r>
              <a:rPr lang="en-US" altLang="ko-KR" dirty="0">
                <a:solidFill>
                  <a:prstClr val="black"/>
                </a:solidFill>
                <a:latin typeface="Arial Narrow" panose="020B0606020202030204" pitchFamily="34" charset="0"/>
                <a:ea typeface="LG스마트체 Regular" panose="020B0600000101010101" pitchFamily="50" charset="-127"/>
              </a:rPr>
              <a:t>4. Worklog </a:t>
            </a:r>
            <a:r>
              <a:rPr lang="ko-KR" altLang="en-US" dirty="0">
                <a:solidFill>
                  <a:prstClr val="black"/>
                </a:solidFill>
                <a:latin typeface="Arial Narrow" panose="020B0606020202030204" pitchFamily="34" charset="0"/>
                <a:ea typeface="LG스마트체 Regular" panose="020B0600000101010101" pitchFamily="50" charset="-127"/>
              </a:rPr>
              <a:t>사용방법</a:t>
            </a:r>
          </a:p>
        </p:txBody>
      </p:sp>
      <p:sp>
        <p:nvSpPr>
          <p:cNvPr id="22" name="TextBox 21">
            <a:extLst>
              <a:ext uri="{FF2B5EF4-FFF2-40B4-BE49-F238E27FC236}">
                <a16:creationId xmlns:a16="http://schemas.microsoft.com/office/drawing/2014/main" id="{661A3FA3-AC35-9579-75FE-671ED68A9C53}"/>
              </a:ext>
            </a:extLst>
          </p:cNvPr>
          <p:cNvSpPr txBox="1"/>
          <p:nvPr/>
        </p:nvSpPr>
        <p:spPr>
          <a:xfrm>
            <a:off x="7905328" y="228806"/>
            <a:ext cx="1827110" cy="279628"/>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ko-KR" altLang="en-US" sz="1100" b="1">
                <a:solidFill>
                  <a:prstClr val="black"/>
                </a:solidFill>
                <a:latin typeface="Arial Narrow" panose="020B0606020202030204" pitchFamily="34" charset="0"/>
                <a:ea typeface="LG스마트체 Regular" panose="020B0600000101010101" pitchFamily="50" charset="-127"/>
              </a:rPr>
              <a:t>제조</a:t>
            </a:r>
            <a:r>
              <a:rPr kumimoji="1" lang="en-US" altLang="ko-KR" sz="1100" b="1">
                <a:solidFill>
                  <a:prstClr val="black"/>
                </a:solidFill>
                <a:latin typeface="Arial Narrow" panose="020B0606020202030204" pitchFamily="34" charset="0"/>
                <a:ea typeface="LG스마트체 Regular" panose="020B0600000101010101" pitchFamily="50" charset="-127"/>
              </a:rPr>
              <a:t>DX</a:t>
            </a:r>
            <a:r>
              <a:rPr kumimoji="1" lang="ko-KR" altLang="en-US" sz="1100" b="1">
                <a:solidFill>
                  <a:prstClr val="black"/>
                </a:solidFill>
                <a:latin typeface="Arial Narrow" panose="020B0606020202030204" pitchFamily="34" charset="0"/>
                <a:ea typeface="LG스마트체 Regular" panose="020B0600000101010101" pitchFamily="50" charset="-127"/>
              </a:rPr>
              <a:t>그룹</a:t>
            </a:r>
            <a:endParaRPr kumimoji="1" lang="en-US" altLang="ko-KR" sz="1100" b="1" i="0" u="none" strike="noStrike" kern="1200" cap="none" spc="0" normalizeH="0" noProof="0">
              <a:ln>
                <a:noFill/>
              </a:ln>
              <a:solidFill>
                <a:prstClr val="black"/>
              </a:solidFill>
              <a:effectLst/>
              <a:uLnTx/>
              <a:uFillTx/>
              <a:latin typeface="Arial Narrow" panose="020B0606020202030204" pitchFamily="34" charset="0"/>
              <a:ea typeface="LG스마트체 Regular" panose="020B0600000101010101" pitchFamily="50" charset="-127"/>
            </a:endParaRPr>
          </a:p>
        </p:txBody>
      </p:sp>
      <p:pic>
        <p:nvPicPr>
          <p:cNvPr id="18" name="그림 17">
            <a:extLst>
              <a:ext uri="{FF2B5EF4-FFF2-40B4-BE49-F238E27FC236}">
                <a16:creationId xmlns:a16="http://schemas.microsoft.com/office/drawing/2014/main" id="{2BC731DD-45CD-02C0-F761-E4FC4EF6EF00}"/>
              </a:ext>
            </a:extLst>
          </p:cNvPr>
          <p:cNvPicPr>
            <a:picLocks noChangeAspect="1"/>
          </p:cNvPicPr>
          <p:nvPr/>
        </p:nvPicPr>
        <p:blipFill>
          <a:blip r:embed="rId4"/>
          <a:srcRect b="12292"/>
          <a:stretch>
            <a:fillRect/>
          </a:stretch>
        </p:blipFill>
        <p:spPr>
          <a:xfrm>
            <a:off x="371311" y="4403975"/>
            <a:ext cx="3095625" cy="1914415"/>
          </a:xfrm>
          <a:prstGeom prst="rect">
            <a:avLst/>
          </a:prstGeom>
        </p:spPr>
      </p:pic>
      <p:sp>
        <p:nvSpPr>
          <p:cNvPr id="20" name="직사각형 19">
            <a:extLst>
              <a:ext uri="{FF2B5EF4-FFF2-40B4-BE49-F238E27FC236}">
                <a16:creationId xmlns:a16="http://schemas.microsoft.com/office/drawing/2014/main" id="{C7E4FAA0-A9F2-FE5E-3143-3B93C11779AB}"/>
              </a:ext>
            </a:extLst>
          </p:cNvPr>
          <p:cNvSpPr/>
          <p:nvPr/>
        </p:nvSpPr>
        <p:spPr>
          <a:xfrm>
            <a:off x="5032242" y="1162814"/>
            <a:ext cx="4684777" cy="5337004"/>
          </a:xfrm>
          <a:prstGeom prst="rect">
            <a:avLst/>
          </a:prstGeom>
          <a:solidFill>
            <a:schemeClr val="accent1">
              <a:alpha val="0"/>
            </a:schemeClr>
          </a:solidFill>
          <a:ln w="9525">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24" name="직사각형 23">
            <a:extLst>
              <a:ext uri="{FF2B5EF4-FFF2-40B4-BE49-F238E27FC236}">
                <a16:creationId xmlns:a16="http://schemas.microsoft.com/office/drawing/2014/main" id="{F8941201-98D0-4714-412E-C1B3AD75D17E}"/>
              </a:ext>
            </a:extLst>
          </p:cNvPr>
          <p:cNvSpPr/>
          <p:nvPr/>
        </p:nvSpPr>
        <p:spPr>
          <a:xfrm>
            <a:off x="1745840" y="981571"/>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a:solidFill>
                  <a:schemeClr val="tx1"/>
                </a:solidFill>
                <a:latin typeface="Arial Narrow" panose="020B0606020202030204" pitchFamily="34" charset="0"/>
                <a:ea typeface="LG스마트체 Regular" panose="020B0600000101010101" pitchFamily="50" charset="-127"/>
              </a:rPr>
              <a:t>프로젝트 정보</a:t>
            </a:r>
          </a:p>
        </p:txBody>
      </p:sp>
      <p:sp>
        <p:nvSpPr>
          <p:cNvPr id="25" name="직사각형 24">
            <a:extLst>
              <a:ext uri="{FF2B5EF4-FFF2-40B4-BE49-F238E27FC236}">
                <a16:creationId xmlns:a16="http://schemas.microsoft.com/office/drawing/2014/main" id="{2B5CFD60-32C7-DD4C-5E9E-4FD0209139DB}"/>
              </a:ext>
            </a:extLst>
          </p:cNvPr>
          <p:cNvSpPr/>
          <p:nvPr/>
        </p:nvSpPr>
        <p:spPr>
          <a:xfrm>
            <a:off x="6574624" y="981571"/>
            <a:ext cx="1625550" cy="347486"/>
          </a:xfrm>
          <a:prstGeom prst="rec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latin typeface="Arial Narrow" panose="020B0606020202030204" pitchFamily="34" charset="0"/>
                <a:ea typeface="LG스마트체 Regular" panose="020B0600000101010101" pitchFamily="50" charset="-127"/>
              </a:rPr>
              <a:t>업무 이력</a:t>
            </a:r>
          </a:p>
        </p:txBody>
      </p:sp>
      <p:sp>
        <p:nvSpPr>
          <p:cNvPr id="27" name="TextBox 26">
            <a:extLst>
              <a:ext uri="{FF2B5EF4-FFF2-40B4-BE49-F238E27FC236}">
                <a16:creationId xmlns:a16="http://schemas.microsoft.com/office/drawing/2014/main" id="{9341EFDD-7497-6FA3-00F7-966DC51FEAB1}"/>
              </a:ext>
            </a:extLst>
          </p:cNvPr>
          <p:cNvSpPr txBox="1"/>
          <p:nvPr/>
        </p:nvSpPr>
        <p:spPr>
          <a:xfrm>
            <a:off x="371311" y="2308691"/>
            <a:ext cx="4316969" cy="587574"/>
          </a:xfrm>
          <a:prstGeom prst="rect">
            <a:avLst/>
          </a:prstGeom>
          <a:solidFill>
            <a:schemeClr val="bg1"/>
          </a:solidFill>
        </p:spPr>
        <p:txBody>
          <a:bodyPr wrap="square">
            <a:spAutoFit/>
          </a:bodyPr>
          <a:lstStyle/>
          <a:p>
            <a:pPr>
              <a:buNone/>
            </a:pPr>
            <a:r>
              <a:rPr lang="ko-KR" altLang="ko-KR" sz="1200" dirty="0">
                <a:latin typeface="Arial Narrow" panose="020B0606020202030204" pitchFamily="34" charset="0"/>
                <a:ea typeface="LG스마트체 Regular" panose="020B0600000101010101" pitchFamily="50" charset="-127"/>
              </a:rPr>
              <a:t>본 과제는 원통형전극.46전극생산팀의 요청으로 NFF </a:t>
            </a:r>
            <a:r>
              <a:rPr lang="ko-KR" altLang="ko-KR" sz="1200" dirty="0" err="1">
                <a:latin typeface="Arial Narrow" panose="020B0606020202030204" pitchFamily="34" charset="0"/>
                <a:ea typeface="LG스마트체 Regular" panose="020B0600000101010101" pitchFamily="50" charset="-127"/>
              </a:rPr>
              <a:t>코터</a:t>
            </a:r>
            <a:r>
              <a:rPr lang="ko-KR" altLang="ko-KR" sz="1200" dirty="0">
                <a:latin typeface="Arial Narrow" panose="020B0606020202030204" pitchFamily="34" charset="0"/>
                <a:ea typeface="LG스마트체 Regular" panose="020B0600000101010101" pitchFamily="50" charset="-127"/>
              </a:rPr>
              <a:t> 1Line의 양극 및 음극 </a:t>
            </a:r>
            <a:r>
              <a:rPr lang="ko-KR" altLang="ko-KR" sz="1200" dirty="0" err="1">
                <a:latin typeface="Arial Narrow" panose="020B0606020202030204" pitchFamily="34" charset="0"/>
                <a:ea typeface="LG스마트체 Regular" panose="020B0600000101010101" pitchFamily="50" charset="-127"/>
              </a:rPr>
              <a:t>슬러리</a:t>
            </a:r>
            <a:r>
              <a:rPr lang="ko-KR" altLang="ko-KR" sz="1200" dirty="0">
                <a:latin typeface="Arial Narrow" panose="020B0606020202030204" pitchFamily="34" charset="0"/>
                <a:ea typeface="LG스마트체 Regular" panose="020B0600000101010101" pitchFamily="50" charset="-127"/>
              </a:rPr>
              <a:t> 폐기량을 최소화하여 재료비를 절감하고자 추진하게 되었습니다.</a:t>
            </a:r>
          </a:p>
        </p:txBody>
      </p:sp>
      <p:sp>
        <p:nvSpPr>
          <p:cNvPr id="28" name="TextBox 27">
            <a:extLst>
              <a:ext uri="{FF2B5EF4-FFF2-40B4-BE49-F238E27FC236}">
                <a16:creationId xmlns:a16="http://schemas.microsoft.com/office/drawing/2014/main" id="{3572288B-BD60-8A38-BA0D-769DCF894A4F}"/>
              </a:ext>
            </a:extLst>
          </p:cNvPr>
          <p:cNvSpPr txBox="1"/>
          <p:nvPr/>
        </p:nvSpPr>
        <p:spPr>
          <a:xfrm>
            <a:off x="371311" y="3257545"/>
            <a:ext cx="4316969" cy="646331"/>
          </a:xfrm>
          <a:prstGeom prst="rect">
            <a:avLst/>
          </a:prstGeom>
          <a:solidFill>
            <a:schemeClr val="bg1"/>
          </a:solidFill>
        </p:spPr>
        <p:txBody>
          <a:bodyPr wrap="square">
            <a:spAutoFit/>
          </a:bodyPr>
          <a:lstStyle/>
          <a:p>
            <a:r>
              <a:rPr lang="ko-KR" altLang="ko-KR" sz="1200" dirty="0" err="1">
                <a:latin typeface="Arial Narrow" panose="020B0606020202030204" pitchFamily="34" charset="0"/>
                <a:ea typeface="LG스마트체 Regular" panose="020B0600000101010101" pitchFamily="50" charset="-127"/>
              </a:rPr>
              <a:t>코터</a:t>
            </a:r>
            <a:r>
              <a:rPr lang="ko-KR" altLang="ko-KR" sz="1200" dirty="0">
                <a:latin typeface="Arial Narrow" panose="020B0606020202030204" pitchFamily="34" charset="0"/>
                <a:ea typeface="LG스마트체 Regular" panose="020B0600000101010101" pitchFamily="50" charset="-127"/>
              </a:rPr>
              <a:t> 공정의 생산 후 부동을 계획하는 상황에서 </a:t>
            </a:r>
            <a:r>
              <a:rPr lang="ko-KR" altLang="ko-KR" sz="1200" dirty="0" err="1">
                <a:latin typeface="Arial Narrow" panose="020B0606020202030204" pitchFamily="34" charset="0"/>
                <a:ea typeface="LG스마트체 Regular" panose="020B0600000101010101" pitchFamily="50" charset="-127"/>
              </a:rPr>
              <a:t>더블레이어의</a:t>
            </a:r>
            <a:r>
              <a:rPr lang="ko-KR" altLang="ko-KR" sz="1200" dirty="0">
                <a:latin typeface="Arial Narrow" panose="020B0606020202030204" pitchFamily="34" charset="0"/>
                <a:ea typeface="LG스마트체 Regular" panose="020B0600000101010101" pitchFamily="50" charset="-127"/>
              </a:rPr>
              <a:t> 상층/하층 </a:t>
            </a:r>
            <a:r>
              <a:rPr lang="ko-KR" altLang="ko-KR" sz="1200" dirty="0" err="1">
                <a:latin typeface="Arial Narrow" panose="020B0606020202030204" pitchFamily="34" charset="0"/>
                <a:ea typeface="LG스마트체 Regular" panose="020B0600000101010101" pitchFamily="50" charset="-127"/>
              </a:rPr>
              <a:t>슬러리</a:t>
            </a:r>
            <a:r>
              <a:rPr lang="ko-KR" altLang="ko-KR" sz="1200" dirty="0">
                <a:latin typeface="Arial Narrow" panose="020B0606020202030204" pitchFamily="34" charset="0"/>
                <a:ea typeface="LG스마트체 Regular" panose="020B0600000101010101" pitchFamily="50" charset="-127"/>
              </a:rPr>
              <a:t> 소모량 차이로 인해 폐기하는 </a:t>
            </a:r>
            <a:r>
              <a:rPr lang="ko-KR" altLang="ko-KR" sz="1200" dirty="0" err="1">
                <a:latin typeface="Arial Narrow" panose="020B0606020202030204" pitchFamily="34" charset="0"/>
                <a:ea typeface="LG스마트체 Regular" panose="020B0600000101010101" pitchFamily="50" charset="-127"/>
              </a:rPr>
              <a:t>슬러리를</a:t>
            </a:r>
            <a:r>
              <a:rPr lang="ko-KR" altLang="ko-KR" sz="1200" dirty="0">
                <a:latin typeface="Arial Narrow" panose="020B0606020202030204" pitchFamily="34" charset="0"/>
                <a:ea typeface="LG스마트체 Regular" panose="020B0600000101010101" pitchFamily="50" charset="-127"/>
              </a:rPr>
              <a:t> 최소화</a:t>
            </a:r>
            <a:br>
              <a:rPr lang="en-US" altLang="ko-KR" sz="1200" dirty="0">
                <a:latin typeface="Arial Narrow" panose="020B0606020202030204" pitchFamily="34" charset="0"/>
                <a:ea typeface="LG스마트체 Regular" panose="020B0600000101010101" pitchFamily="50" charset="-127"/>
              </a:rPr>
            </a:br>
            <a:r>
              <a:rPr lang="ko-KR" altLang="ko-KR" sz="1200" dirty="0">
                <a:latin typeface="Arial Narrow" panose="020B0606020202030204" pitchFamily="34" charset="0"/>
                <a:ea typeface="LG스마트체 Regular" panose="020B0600000101010101" pitchFamily="50" charset="-127"/>
              </a:rPr>
              <a:t>하기 위한 목적입니다. </a:t>
            </a:r>
          </a:p>
        </p:txBody>
      </p:sp>
      <p:sp>
        <p:nvSpPr>
          <p:cNvPr id="19" name="TextBox 18">
            <a:extLst>
              <a:ext uri="{FF2B5EF4-FFF2-40B4-BE49-F238E27FC236}">
                <a16:creationId xmlns:a16="http://schemas.microsoft.com/office/drawing/2014/main" id="{C37EA0FD-A7EA-288D-C609-89DF632450B4}"/>
              </a:ext>
            </a:extLst>
          </p:cNvPr>
          <p:cNvSpPr txBox="1"/>
          <p:nvPr/>
        </p:nvSpPr>
        <p:spPr>
          <a:xfrm>
            <a:off x="175719" y="580555"/>
            <a:ext cx="9660788" cy="330732"/>
          </a:xfrm>
          <a:prstGeom prst="rect">
            <a:avLst/>
          </a:prstGeom>
          <a:noFill/>
        </p:spPr>
        <p:txBody>
          <a:bodyPr wrap="square" rtlCol="0">
            <a:spAutoFit/>
          </a:bodyPr>
          <a:lstStyle/>
          <a:p>
            <a:pPr lvl="0">
              <a:lnSpc>
                <a:spcPct val="120000"/>
              </a:lnSpc>
              <a:defRPr/>
            </a:pPr>
            <a:r>
              <a:rPr lang="ko-KR" altLang="en-US" sz="1400" dirty="0">
                <a:solidFill>
                  <a:sysClr val="windowText" lastClr="000000"/>
                </a:solidFill>
                <a:latin typeface="Arial Narrow" panose="020B0606020202030204" pitchFamily="34" charset="0"/>
                <a:ea typeface="LG스마트체 Regular" panose="020B0600000101010101" pitchFamily="50" charset="-127"/>
              </a:rPr>
              <a:t>                환경에서 표준화된 양식으로 프로젝트 착수 정보</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배경</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목적</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일정</a:t>
            </a:r>
            <a:r>
              <a:rPr lang="en-US" altLang="ko-KR" sz="1400" dirty="0">
                <a:solidFill>
                  <a:sysClr val="windowText" lastClr="000000"/>
                </a:solidFill>
                <a:latin typeface="Arial Narrow" panose="020B0606020202030204" pitchFamily="34" charset="0"/>
                <a:ea typeface="LG스마트체 Regular" panose="020B0600000101010101" pitchFamily="50" charset="-127"/>
              </a:rPr>
              <a:t>)</a:t>
            </a:r>
            <a:r>
              <a:rPr lang="ko-KR" altLang="en-US" sz="1400" dirty="0">
                <a:solidFill>
                  <a:sysClr val="windowText" lastClr="000000"/>
                </a:solidFill>
                <a:latin typeface="Arial Narrow" panose="020B0606020202030204" pitchFamily="34" charset="0"/>
                <a:ea typeface="LG스마트체 Regular" panose="020B0600000101010101" pitchFamily="50" charset="-127"/>
              </a:rPr>
              <a:t>를 입력하고</a:t>
            </a:r>
            <a:r>
              <a:rPr lang="en-US" altLang="ko-KR" sz="1400" dirty="0">
                <a:latin typeface="Arial Narrow" panose="020B0606020202030204" pitchFamily="34" charset="0"/>
                <a:ea typeface="LG스마트체 Regular" panose="020B0600000101010101" pitchFamily="50" charset="-127"/>
              </a:rPr>
              <a:t>, </a:t>
            </a:r>
            <a:r>
              <a:rPr lang="ko-KR" altLang="en-US" sz="1400" dirty="0">
                <a:latin typeface="Arial Narrow" panose="020B0606020202030204" pitchFamily="34" charset="0"/>
                <a:ea typeface="LG스마트체 Regular" panose="020B0600000101010101" pitchFamily="50" charset="-127"/>
              </a:rPr>
              <a:t>구성원은 진행한 업무 내용을 기록합니다</a:t>
            </a:r>
            <a:r>
              <a:rPr lang="en-US" altLang="ko-KR" sz="1400" dirty="0">
                <a:latin typeface="Arial Narrow" panose="020B0606020202030204" pitchFamily="34" charset="0"/>
                <a:ea typeface="LG스마트체 Regular" panose="020B0600000101010101" pitchFamily="50" charset="-127"/>
              </a:rPr>
              <a:t>.</a:t>
            </a:r>
          </a:p>
        </p:txBody>
      </p:sp>
      <p:sp>
        <p:nvSpPr>
          <p:cNvPr id="39" name="직사각형 38">
            <a:extLst>
              <a:ext uri="{FF2B5EF4-FFF2-40B4-BE49-F238E27FC236}">
                <a16:creationId xmlns:a16="http://schemas.microsoft.com/office/drawing/2014/main" id="{796D4B54-5565-DCDD-AE1A-28C1FAB8386F}"/>
              </a:ext>
            </a:extLst>
          </p:cNvPr>
          <p:cNvSpPr/>
          <p:nvPr/>
        </p:nvSpPr>
        <p:spPr>
          <a:xfrm>
            <a:off x="189765" y="642660"/>
            <a:ext cx="806603" cy="223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err="1">
                <a:latin typeface="Arial Narrow" panose="020B0606020202030204" pitchFamily="34" charset="0"/>
                <a:ea typeface="LG스마트체 Regular" panose="020B0600000101010101" pitchFamily="50" charset="-127"/>
                <a:hlinkClick r:id="rId5" tooltip="http://10.76.93.61:8100/"/>
              </a:rPr>
              <a:t>WorkLog</a:t>
            </a:r>
            <a:endParaRPr lang="ko-KR" altLang="en-US" sz="1400" dirty="0">
              <a:latin typeface="Arial Narrow" panose="020B0606020202030204" pitchFamily="34" charset="0"/>
              <a:ea typeface="LG스마트체 Regular" panose="020B0600000101010101" pitchFamily="50" charset="-127"/>
            </a:endParaRPr>
          </a:p>
        </p:txBody>
      </p:sp>
      <p:sp>
        <p:nvSpPr>
          <p:cNvPr id="41" name="TextBox 40">
            <a:extLst>
              <a:ext uri="{FF2B5EF4-FFF2-40B4-BE49-F238E27FC236}">
                <a16:creationId xmlns:a16="http://schemas.microsoft.com/office/drawing/2014/main" id="{7722345A-75A7-17DB-07D9-F9268ABD38CE}"/>
              </a:ext>
            </a:extLst>
          </p:cNvPr>
          <p:cNvSpPr txBox="1"/>
          <p:nvPr/>
        </p:nvSpPr>
        <p:spPr>
          <a:xfrm>
            <a:off x="241763" y="1373445"/>
            <a:ext cx="4659241" cy="296620"/>
          </a:xfrm>
          <a:prstGeom prst="rect">
            <a:avLst/>
          </a:prstGeom>
          <a:noFill/>
        </p:spPr>
        <p:txBody>
          <a:bodyPr wrap="square">
            <a:spAutoFit/>
          </a:bodyPr>
          <a:lstStyle/>
          <a:p>
            <a:pPr marR="0" fontAlgn="auto">
              <a:lnSpc>
                <a:spcPct val="120000"/>
              </a:lnSpc>
              <a:spcBef>
                <a:spcPts val="0"/>
              </a:spcBef>
              <a:spcAft>
                <a:spcPts val="0"/>
              </a:spcAft>
              <a:buClrTx/>
              <a:buSzTx/>
              <a:defRPr/>
            </a:pP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프로젝트 착수 시 배경</a:t>
            </a:r>
            <a:r>
              <a:rPr lang="en-US" altLang="ko-KR" sz="1200" b="1" u="sng" dirty="0">
                <a:solidFill>
                  <a:sysClr val="windowText" lastClr="000000"/>
                </a:solidFill>
                <a:latin typeface="Arial Narrow" panose="020B0606020202030204" pitchFamily="34" charset="0"/>
                <a:ea typeface="LG스마트체 Regular" panose="020B0600000101010101" pitchFamily="50" charset="-127"/>
              </a:rPr>
              <a:t>·</a:t>
            </a: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목적과 추진 일정을 명확히 설정 및 관리</a:t>
            </a:r>
          </a:p>
        </p:txBody>
      </p:sp>
      <p:sp>
        <p:nvSpPr>
          <p:cNvPr id="42" name="TextBox 41">
            <a:extLst>
              <a:ext uri="{FF2B5EF4-FFF2-40B4-BE49-F238E27FC236}">
                <a16:creationId xmlns:a16="http://schemas.microsoft.com/office/drawing/2014/main" id="{35505643-3698-F613-DEBA-DE00C76D33DB}"/>
              </a:ext>
            </a:extLst>
          </p:cNvPr>
          <p:cNvSpPr txBox="1"/>
          <p:nvPr/>
        </p:nvSpPr>
        <p:spPr>
          <a:xfrm>
            <a:off x="5057778" y="1373445"/>
            <a:ext cx="4369561" cy="296620"/>
          </a:xfrm>
          <a:prstGeom prst="rect">
            <a:avLst/>
          </a:prstGeom>
          <a:noFill/>
        </p:spPr>
        <p:txBody>
          <a:bodyPr wrap="square">
            <a:spAutoFit/>
          </a:bodyPr>
          <a:lstStyle/>
          <a:p>
            <a:pPr marR="0" fontAlgn="auto">
              <a:lnSpc>
                <a:spcPct val="120000"/>
              </a:lnSpc>
              <a:spcBef>
                <a:spcPts val="0"/>
              </a:spcBef>
              <a:spcAft>
                <a:spcPts val="0"/>
              </a:spcAft>
              <a:buClrTx/>
              <a:buSzTx/>
              <a:defRPr/>
            </a:pPr>
            <a:r>
              <a:rPr lang="ko-KR" altLang="en-US" sz="1200" b="1" u="sng" dirty="0">
                <a:solidFill>
                  <a:sysClr val="windowText" lastClr="000000"/>
                </a:solidFill>
                <a:latin typeface="Arial Narrow" panose="020B0606020202030204" pitchFamily="34" charset="0"/>
                <a:ea typeface="LG스마트체 Regular" panose="020B0600000101010101" pitchFamily="50" charset="-127"/>
              </a:rPr>
              <a:t>개인별로 프로젝트 진행하며 업무 내용을 자유롭게 작성 및 이력관리</a:t>
            </a:r>
          </a:p>
        </p:txBody>
      </p:sp>
      <p:sp>
        <p:nvSpPr>
          <p:cNvPr id="45" name="TextBox 44">
            <a:extLst>
              <a:ext uri="{FF2B5EF4-FFF2-40B4-BE49-F238E27FC236}">
                <a16:creationId xmlns:a16="http://schemas.microsoft.com/office/drawing/2014/main" id="{F40013CD-39A1-65D1-24FF-2DBBB2599C73}"/>
              </a:ext>
            </a:extLst>
          </p:cNvPr>
          <p:cNvSpPr txBox="1"/>
          <p:nvPr/>
        </p:nvSpPr>
        <p:spPr>
          <a:xfrm>
            <a:off x="331902" y="1994337"/>
            <a:ext cx="420573" cy="230832"/>
          </a:xfrm>
          <a:prstGeom prst="rect">
            <a:avLst/>
          </a:prstGeom>
          <a:solidFill>
            <a:schemeClr val="bg1"/>
          </a:solidFill>
        </p:spPr>
        <p:txBody>
          <a:bodyPr wrap="square">
            <a:spAutoFit/>
          </a:bodyPr>
          <a:lstStyle/>
          <a:p>
            <a:pPr>
              <a:buNone/>
            </a:pPr>
            <a:r>
              <a:rPr lang="ko-KR" altLang="en-US" sz="900" b="1" dirty="0">
                <a:latin typeface="Arial Narrow" panose="020B0606020202030204" pitchFamily="34" charset="0"/>
                <a:ea typeface="LG스마트체 Regular" panose="020B0600000101010101" pitchFamily="50" charset="-127"/>
              </a:rPr>
              <a:t>배경</a:t>
            </a:r>
            <a:endParaRPr lang="ko-KR" altLang="ko-KR" sz="900" b="1" dirty="0">
              <a:latin typeface="Arial Narrow" panose="020B0606020202030204" pitchFamily="34" charset="0"/>
              <a:ea typeface="LG스마트체 Regular" panose="020B0600000101010101" pitchFamily="50" charset="-127"/>
            </a:endParaRPr>
          </a:p>
        </p:txBody>
      </p:sp>
      <p:sp>
        <p:nvSpPr>
          <p:cNvPr id="46" name="TextBox 45">
            <a:extLst>
              <a:ext uri="{FF2B5EF4-FFF2-40B4-BE49-F238E27FC236}">
                <a16:creationId xmlns:a16="http://schemas.microsoft.com/office/drawing/2014/main" id="{EDE45FDE-F733-1628-2FB1-58E519414025}"/>
              </a:ext>
            </a:extLst>
          </p:cNvPr>
          <p:cNvSpPr txBox="1"/>
          <p:nvPr/>
        </p:nvSpPr>
        <p:spPr>
          <a:xfrm>
            <a:off x="331902" y="3033588"/>
            <a:ext cx="420573" cy="230832"/>
          </a:xfrm>
          <a:prstGeom prst="rect">
            <a:avLst/>
          </a:prstGeom>
          <a:solidFill>
            <a:schemeClr val="bg1"/>
          </a:solidFill>
        </p:spPr>
        <p:txBody>
          <a:bodyPr wrap="square">
            <a:spAutoFit/>
          </a:bodyPr>
          <a:lstStyle/>
          <a:p>
            <a:pPr>
              <a:buNone/>
            </a:pPr>
            <a:r>
              <a:rPr lang="ko-KR" altLang="en-US" sz="900" b="1" dirty="0">
                <a:latin typeface="Arial Narrow" panose="020B0606020202030204" pitchFamily="34" charset="0"/>
                <a:ea typeface="LG스마트체 Regular" panose="020B0600000101010101" pitchFamily="50" charset="-127"/>
              </a:rPr>
              <a:t>목적</a:t>
            </a:r>
            <a:endParaRPr lang="ko-KR" altLang="ko-KR" sz="900" b="1" dirty="0">
              <a:latin typeface="Arial Narrow" panose="020B0606020202030204" pitchFamily="34" charset="0"/>
              <a:ea typeface="LG스마트체 Regular" panose="020B0600000101010101" pitchFamily="50" charset="-127"/>
            </a:endParaRPr>
          </a:p>
        </p:txBody>
      </p:sp>
      <p:sp>
        <p:nvSpPr>
          <p:cNvPr id="51" name="직사각형 50">
            <a:extLst>
              <a:ext uri="{FF2B5EF4-FFF2-40B4-BE49-F238E27FC236}">
                <a16:creationId xmlns:a16="http://schemas.microsoft.com/office/drawing/2014/main" id="{3989C759-AF2A-5E29-287A-2981F449CAC8}"/>
              </a:ext>
            </a:extLst>
          </p:cNvPr>
          <p:cNvSpPr/>
          <p:nvPr/>
        </p:nvSpPr>
        <p:spPr>
          <a:xfrm>
            <a:off x="5129796" y="4303207"/>
            <a:ext cx="4470854" cy="2083934"/>
          </a:xfrm>
          <a:prstGeom prst="rect">
            <a:avLst/>
          </a:prstGeom>
          <a:solidFill>
            <a:schemeClr val="accent1">
              <a:alpha val="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grpSp>
        <p:nvGrpSpPr>
          <p:cNvPr id="32" name="그룹 31">
            <a:extLst>
              <a:ext uri="{FF2B5EF4-FFF2-40B4-BE49-F238E27FC236}">
                <a16:creationId xmlns:a16="http://schemas.microsoft.com/office/drawing/2014/main" id="{6750273E-5441-25F8-E891-F43716B27C48}"/>
              </a:ext>
            </a:extLst>
          </p:cNvPr>
          <p:cNvGrpSpPr/>
          <p:nvPr/>
        </p:nvGrpSpPr>
        <p:grpSpPr>
          <a:xfrm>
            <a:off x="5071848" y="4455086"/>
            <a:ext cx="4222213" cy="1947738"/>
            <a:chOff x="4937168" y="4332042"/>
            <a:chExt cx="4644431" cy="1947738"/>
          </a:xfrm>
        </p:grpSpPr>
        <p:pic>
          <p:nvPicPr>
            <p:cNvPr id="5" name="그림 4">
              <a:extLst>
                <a:ext uri="{FF2B5EF4-FFF2-40B4-BE49-F238E27FC236}">
                  <a16:creationId xmlns:a16="http://schemas.microsoft.com/office/drawing/2014/main" id="{2F81F59F-B1B4-CF40-6134-ED908EFD3A77}"/>
                </a:ext>
              </a:extLst>
            </p:cNvPr>
            <p:cNvPicPr>
              <a:picLocks noChangeAspect="1"/>
            </p:cNvPicPr>
            <p:nvPr/>
          </p:nvPicPr>
          <p:blipFill>
            <a:blip r:embed="rId6"/>
            <a:stretch>
              <a:fillRect/>
            </a:stretch>
          </p:blipFill>
          <p:spPr>
            <a:xfrm>
              <a:off x="5989898" y="4332042"/>
              <a:ext cx="3591701" cy="1947738"/>
            </a:xfrm>
            <a:prstGeom prst="rect">
              <a:avLst/>
            </a:prstGeom>
          </p:spPr>
        </p:pic>
        <p:sp>
          <p:nvSpPr>
            <p:cNvPr id="13" name="직사각형 12">
              <a:extLst>
                <a:ext uri="{FF2B5EF4-FFF2-40B4-BE49-F238E27FC236}">
                  <a16:creationId xmlns:a16="http://schemas.microsoft.com/office/drawing/2014/main" id="{A8FE715B-35FC-4A88-7654-7BB634EBA808}"/>
                </a:ext>
              </a:extLst>
            </p:cNvPr>
            <p:cNvSpPr/>
            <p:nvPr/>
          </p:nvSpPr>
          <p:spPr>
            <a:xfrm>
              <a:off x="5989898" y="4332042"/>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2026-10-07 (</a:t>
              </a:r>
              <a:r>
                <a:rPr lang="ko-KR" altLang="en-US" sz="800" b="1">
                  <a:solidFill>
                    <a:schemeClr val="tx1"/>
                  </a:solidFill>
                  <a:latin typeface="Arial Narrow" panose="020B0606020202030204" pitchFamily="34" charset="0"/>
                  <a:ea typeface="LG스마트체 Regular" panose="020B0600000101010101" pitchFamily="50" charset="-127"/>
                </a:rPr>
                <a:t>수</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33" name="직사각형 32">
              <a:extLst>
                <a:ext uri="{FF2B5EF4-FFF2-40B4-BE49-F238E27FC236}">
                  <a16:creationId xmlns:a16="http://schemas.microsoft.com/office/drawing/2014/main" id="{FD52F071-CB7E-33A4-F63F-E735047256D3}"/>
                </a:ext>
              </a:extLst>
            </p:cNvPr>
            <p:cNvSpPr/>
            <p:nvPr/>
          </p:nvSpPr>
          <p:spPr>
            <a:xfrm>
              <a:off x="5989898" y="5000647"/>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2026-10-06 (</a:t>
              </a:r>
              <a:r>
                <a:rPr lang="ko-KR" altLang="en-US" sz="800" b="1">
                  <a:solidFill>
                    <a:schemeClr val="tx1"/>
                  </a:solidFill>
                  <a:latin typeface="Arial Narrow" panose="020B0606020202030204" pitchFamily="34" charset="0"/>
                  <a:ea typeface="LG스마트체 Regular" panose="020B0600000101010101" pitchFamily="50" charset="-127"/>
                </a:rPr>
                <a:t>화</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34" name="직사각형 33">
              <a:extLst>
                <a:ext uri="{FF2B5EF4-FFF2-40B4-BE49-F238E27FC236}">
                  <a16:creationId xmlns:a16="http://schemas.microsoft.com/office/drawing/2014/main" id="{CEE68322-B172-1F10-2665-824AA4C2092C}"/>
                </a:ext>
              </a:extLst>
            </p:cNvPr>
            <p:cNvSpPr/>
            <p:nvPr/>
          </p:nvSpPr>
          <p:spPr>
            <a:xfrm>
              <a:off x="5989898" y="5669253"/>
              <a:ext cx="769963" cy="21533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a:solidFill>
                    <a:schemeClr val="tx1"/>
                  </a:solidFill>
                  <a:latin typeface="Arial Narrow" panose="020B0606020202030204" pitchFamily="34" charset="0"/>
                  <a:ea typeface="LG스마트체 Regular" panose="020B0600000101010101" pitchFamily="50" charset="-127"/>
                </a:rPr>
                <a:t>2026-10-02 (</a:t>
              </a:r>
              <a:r>
                <a:rPr lang="ko-KR" altLang="en-US" sz="800" b="1">
                  <a:solidFill>
                    <a:schemeClr val="tx1"/>
                  </a:solidFill>
                  <a:latin typeface="Arial Narrow" panose="020B0606020202030204" pitchFamily="34" charset="0"/>
                  <a:ea typeface="LG스마트체 Regular" panose="020B0600000101010101" pitchFamily="50" charset="-127"/>
                </a:rPr>
                <a:t>금</a:t>
              </a:r>
              <a:r>
                <a:rPr lang="en-US" altLang="ko-KR" sz="800" b="1">
                  <a:solidFill>
                    <a:schemeClr val="tx1"/>
                  </a:solidFill>
                  <a:latin typeface="Arial Narrow" panose="020B0606020202030204" pitchFamily="34" charset="0"/>
                  <a:ea typeface="LG스마트체 Regular" panose="020B0600000101010101" pitchFamily="50" charset="-127"/>
                </a:rPr>
                <a:t>)</a:t>
              </a:r>
              <a:endParaRPr lang="ko-KR" altLang="en-US" sz="800" b="1">
                <a:solidFill>
                  <a:schemeClr val="tx1"/>
                </a:solidFill>
                <a:latin typeface="Arial Narrow" panose="020B0606020202030204" pitchFamily="34" charset="0"/>
                <a:ea typeface="LG스마트체 Regular" panose="020B0600000101010101" pitchFamily="50" charset="-127"/>
              </a:endParaRPr>
            </a:p>
          </p:txBody>
        </p:sp>
        <p:sp>
          <p:nvSpPr>
            <p:cNvPr id="54" name="화살표: 아래쪽 53">
              <a:extLst>
                <a:ext uri="{FF2B5EF4-FFF2-40B4-BE49-F238E27FC236}">
                  <a16:creationId xmlns:a16="http://schemas.microsoft.com/office/drawing/2014/main" id="{224EE9CF-04CF-E70C-DF18-006D2CB0B48F}"/>
                </a:ext>
              </a:extLst>
            </p:cNvPr>
            <p:cNvSpPr/>
            <p:nvPr/>
          </p:nvSpPr>
          <p:spPr>
            <a:xfrm rot="10800000">
              <a:off x="5264760" y="4403006"/>
              <a:ext cx="554157" cy="1775348"/>
            </a:xfrm>
            <a:prstGeom prst="downArrow">
              <a:avLst>
                <a:gd name="adj1" fmla="val 5000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Narrow" panose="020B0606020202030204" pitchFamily="34" charset="0"/>
                <a:ea typeface="LG스마트체 Regular" panose="020B0600000101010101" pitchFamily="50" charset="-127"/>
              </a:endParaRPr>
            </a:p>
          </p:txBody>
        </p:sp>
        <p:sp>
          <p:nvSpPr>
            <p:cNvPr id="55" name="제목 4">
              <a:extLst>
                <a:ext uri="{FF2B5EF4-FFF2-40B4-BE49-F238E27FC236}">
                  <a16:creationId xmlns:a16="http://schemas.microsoft.com/office/drawing/2014/main" id="{CEDE0380-F7A8-871B-9DA9-8A94255AF28A}"/>
                </a:ext>
              </a:extLst>
            </p:cNvPr>
            <p:cNvSpPr txBox="1">
              <a:spLocks/>
            </p:cNvSpPr>
            <p:nvPr/>
          </p:nvSpPr>
          <p:spPr>
            <a:xfrm>
              <a:off x="4937168" y="5025629"/>
              <a:ext cx="1210786" cy="979289"/>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algn="ctr"/>
              <a:r>
                <a:rPr lang="ko-KR" altLang="en-US" sz="1600" b="0" dirty="0">
                  <a:solidFill>
                    <a:srgbClr val="0000FF"/>
                  </a:solidFill>
                  <a:latin typeface="Arial Narrow" panose="020B0606020202030204" pitchFamily="34" charset="0"/>
                  <a:ea typeface="LG스마트체 Regular" panose="020B0600000101010101" pitchFamily="50" charset="-127"/>
                </a:rPr>
                <a:t>일자별 </a:t>
              </a:r>
              <a:endParaRPr lang="en-US" altLang="ko-KR" sz="1600" b="0" dirty="0">
                <a:solidFill>
                  <a:srgbClr val="0000FF"/>
                </a:solidFill>
                <a:latin typeface="Arial Narrow" panose="020B0606020202030204" pitchFamily="34" charset="0"/>
                <a:ea typeface="LG스마트체 Regular" panose="020B0600000101010101" pitchFamily="50" charset="-127"/>
              </a:endParaRPr>
            </a:p>
            <a:p>
              <a:pPr algn="ctr"/>
              <a:r>
                <a:rPr lang="ko-KR" altLang="en-US" sz="1600" b="0" dirty="0">
                  <a:solidFill>
                    <a:srgbClr val="0000FF"/>
                  </a:solidFill>
                  <a:latin typeface="Arial Narrow" panose="020B0606020202030204" pitchFamily="34" charset="0"/>
                  <a:ea typeface="LG스마트체 Regular" panose="020B0600000101010101" pitchFamily="50" charset="-127"/>
                </a:rPr>
                <a:t>이력 적재</a:t>
              </a:r>
            </a:p>
          </p:txBody>
        </p:sp>
      </p:grpSp>
      <p:sp>
        <p:nvSpPr>
          <p:cNvPr id="6" name="TextBox 5">
            <a:extLst>
              <a:ext uri="{FF2B5EF4-FFF2-40B4-BE49-F238E27FC236}">
                <a16:creationId xmlns:a16="http://schemas.microsoft.com/office/drawing/2014/main" id="{0961AA95-B89C-DFA8-056C-054E5938FF15}"/>
              </a:ext>
            </a:extLst>
          </p:cNvPr>
          <p:cNvSpPr txBox="1"/>
          <p:nvPr/>
        </p:nvSpPr>
        <p:spPr>
          <a:xfrm>
            <a:off x="9427339" y="6707797"/>
            <a:ext cx="419432" cy="110948"/>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dirty="0">
                <a:solidFill>
                  <a:prstClr val="black"/>
                </a:solidFill>
                <a:latin typeface="Arial Narrow" panose="020B0606020202030204" pitchFamily="34" charset="0"/>
                <a:ea typeface="LG스마트체 Regular" panose="020B0600000101010101" pitchFamily="50" charset="-127"/>
              </a:rPr>
              <a:t>4/4</a:t>
            </a:r>
            <a:endParaRPr kumimoji="0" lang="ko-KR" altLang="en-US" sz="1100" i="0" u="none" strike="noStrike" kern="1200" cap="none" spc="0" normalizeH="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사각형 설명선 24">
            <a:extLst>
              <a:ext uri="{FF2B5EF4-FFF2-40B4-BE49-F238E27FC236}">
                <a16:creationId xmlns:a16="http://schemas.microsoft.com/office/drawing/2014/main" id="{432E5ADC-E855-7B42-D5F5-E7D6B2941F3B}"/>
              </a:ext>
            </a:extLst>
          </p:cNvPr>
          <p:cNvSpPr/>
          <p:nvPr/>
        </p:nvSpPr>
        <p:spPr bwMode="auto">
          <a:xfrm>
            <a:off x="336276" y="1650115"/>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배경</a:t>
            </a:r>
            <a:r>
              <a:rPr kumimoji="1" lang="en-US" altLang="ko-KR"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a:t>
            </a: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목적</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17" name="사각형 설명선 24">
            <a:extLst>
              <a:ext uri="{FF2B5EF4-FFF2-40B4-BE49-F238E27FC236}">
                <a16:creationId xmlns:a16="http://schemas.microsoft.com/office/drawing/2014/main" id="{44BE1377-264F-4D2A-387C-7755F4238FCE}"/>
              </a:ext>
            </a:extLst>
          </p:cNvPr>
          <p:cNvSpPr/>
          <p:nvPr/>
        </p:nvSpPr>
        <p:spPr bwMode="auto">
          <a:xfrm>
            <a:off x="5139321" y="1650115"/>
            <a:ext cx="732079"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업무내용</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26" name="사각형 설명선 24">
            <a:extLst>
              <a:ext uri="{FF2B5EF4-FFF2-40B4-BE49-F238E27FC236}">
                <a16:creationId xmlns:a16="http://schemas.microsoft.com/office/drawing/2014/main" id="{CA00C00D-364F-20F7-F1B2-10ABA6ECFF8E}"/>
              </a:ext>
            </a:extLst>
          </p:cNvPr>
          <p:cNvSpPr/>
          <p:nvPr/>
        </p:nvSpPr>
        <p:spPr bwMode="auto">
          <a:xfrm>
            <a:off x="336276" y="4059313"/>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추진일정</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35" name="사각형 설명선 24">
            <a:extLst>
              <a:ext uri="{FF2B5EF4-FFF2-40B4-BE49-F238E27FC236}">
                <a16:creationId xmlns:a16="http://schemas.microsoft.com/office/drawing/2014/main" id="{C36FEFC8-00D8-73E5-7401-F9E50C0DCEDE}"/>
              </a:ext>
            </a:extLst>
          </p:cNvPr>
          <p:cNvSpPr/>
          <p:nvPr/>
        </p:nvSpPr>
        <p:spPr bwMode="auto">
          <a:xfrm>
            <a:off x="5139321" y="4059313"/>
            <a:ext cx="885816" cy="213432"/>
          </a:xfrm>
          <a:prstGeom prst="wedgeRectCallout">
            <a:avLst>
              <a:gd name="adj1" fmla="val -49909"/>
              <a:gd name="adj2" fmla="val -26418"/>
            </a:avLst>
          </a:prstGeom>
          <a:solidFill>
            <a:schemeClr val="bg1"/>
          </a:solidFill>
          <a:ln w="6350" algn="ctr">
            <a:noFill/>
            <a:miter lim="800000"/>
            <a:headEnd/>
            <a:tailEnd/>
          </a:ln>
          <a:effectLst/>
        </p:spPr>
        <p:txBody>
          <a:bodyPr lIns="0" tIns="0" rIns="0" bIns="0" anchor="ctr"/>
          <a:lstStyle/>
          <a:p>
            <a:pPr marL="0" lvl="1" defTabSz="1042298" fontAlgn="base">
              <a:lnSpc>
                <a:spcPct val="120000"/>
              </a:lnSpc>
              <a:spcBef>
                <a:spcPts val="400"/>
              </a:spcBef>
              <a:spcAft>
                <a:spcPct val="0"/>
              </a:spcAft>
              <a:defRPr/>
            </a:pPr>
            <a:r>
              <a:rPr kumimoji="1" lang="ko-KR" altLang="en-US" sz="1050" b="1"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rPr>
              <a:t>○ 이력관리</a:t>
            </a:r>
            <a:endParaRPr kumimoji="1" lang="en-US" altLang="ko-KR" sz="1050" kern="0" dirty="0">
              <a:solidFill>
                <a:prstClr val="black"/>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3" name="TextBox 2">
            <a:extLst>
              <a:ext uri="{FF2B5EF4-FFF2-40B4-BE49-F238E27FC236}">
                <a16:creationId xmlns:a16="http://schemas.microsoft.com/office/drawing/2014/main" id="{DF101946-A843-E09E-AD49-091C2E9242F5}"/>
              </a:ext>
            </a:extLst>
          </p:cNvPr>
          <p:cNvSpPr txBox="1"/>
          <p:nvPr/>
        </p:nvSpPr>
        <p:spPr>
          <a:xfrm>
            <a:off x="290542" y="6507224"/>
            <a:ext cx="3787896" cy="153888"/>
          </a:xfrm>
          <a:prstGeom prst="rect">
            <a:avLst/>
          </a:prstGeom>
          <a:noFill/>
        </p:spPr>
        <p:txBody>
          <a:bodyPr wrap="none" lIns="0" tIns="0" rIns="0" bIns="0" rtlCol="0" anchor="ctr">
            <a:spAutoFit/>
          </a:bodyPr>
          <a:lstStyle>
            <a:defPPr>
              <a:defRPr lang="en-US"/>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j-cs"/>
              </a:defRPr>
            </a:lvl1pPr>
          </a:lstStyle>
          <a:p>
            <a:r>
              <a:rPr lang="en-US" altLang="ko-KR" sz="1000" b="0" baseline="30000" dirty="0">
                <a:solidFill>
                  <a:srgbClr val="006600"/>
                </a:solidFill>
              </a:rPr>
              <a:t>1)</a:t>
            </a:r>
            <a:r>
              <a:rPr lang="en-US" altLang="ko-KR" sz="1000" b="0" dirty="0">
                <a:solidFill>
                  <a:srgbClr val="006600"/>
                </a:solidFill>
              </a:rPr>
              <a:t> Work Log</a:t>
            </a:r>
            <a:r>
              <a:rPr lang="ko-KR" altLang="en-US" sz="1000" b="0" dirty="0">
                <a:solidFill>
                  <a:srgbClr val="006600"/>
                </a:solidFill>
              </a:rPr>
              <a:t> </a:t>
            </a:r>
            <a:r>
              <a:rPr lang="en-US" altLang="ko-KR" sz="1000" b="0" dirty="0">
                <a:solidFill>
                  <a:srgbClr val="006600"/>
                </a:solidFill>
              </a:rPr>
              <a:t>: </a:t>
            </a:r>
            <a:r>
              <a:rPr lang="ko-KR" altLang="en-US" sz="1000" b="0" dirty="0">
                <a:solidFill>
                  <a:srgbClr val="006600"/>
                </a:solidFill>
              </a:rPr>
              <a:t>프로젝트</a:t>
            </a:r>
            <a:r>
              <a:rPr lang="en-US" altLang="ko-KR" sz="1000" b="0" dirty="0">
                <a:solidFill>
                  <a:srgbClr val="006600"/>
                </a:solidFill>
              </a:rPr>
              <a:t>, </a:t>
            </a:r>
            <a:r>
              <a:rPr lang="ko-KR" altLang="en-US" sz="1000" b="0" dirty="0">
                <a:solidFill>
                  <a:srgbClr val="006600"/>
                </a:solidFill>
              </a:rPr>
              <a:t>일상 업무 등에 대한 진행현황</a:t>
            </a:r>
            <a:r>
              <a:rPr lang="en-US" altLang="ko-KR" sz="1000" b="0" dirty="0">
                <a:solidFill>
                  <a:srgbClr val="006600"/>
                </a:solidFill>
              </a:rPr>
              <a:t>, </a:t>
            </a:r>
            <a:r>
              <a:rPr lang="ko-KR" altLang="en-US" sz="1000" b="0" dirty="0">
                <a:solidFill>
                  <a:srgbClr val="006600"/>
                </a:solidFill>
              </a:rPr>
              <a:t>향후계획</a:t>
            </a:r>
            <a:r>
              <a:rPr lang="en-US" altLang="ko-KR" sz="1000" b="0" dirty="0">
                <a:solidFill>
                  <a:srgbClr val="006600"/>
                </a:solidFill>
              </a:rPr>
              <a:t>, </a:t>
            </a:r>
            <a:r>
              <a:rPr lang="ko-KR" altLang="en-US" sz="1000" b="0" dirty="0">
                <a:solidFill>
                  <a:srgbClr val="006600"/>
                </a:solidFill>
              </a:rPr>
              <a:t>이슈를 기록 </a:t>
            </a:r>
            <a:endParaRPr lang="en-US" altLang="ko-KR" sz="1000" b="0" dirty="0">
              <a:solidFill>
                <a:srgbClr val="006600"/>
              </a:solidFill>
            </a:endParaRPr>
          </a:p>
        </p:txBody>
      </p:sp>
      <p:graphicFrame>
        <p:nvGraphicFramePr>
          <p:cNvPr id="2" name="개체 1">
            <a:hlinkClick r:id="" action="ppaction://ole?verb=0"/>
            <a:extLst>
              <a:ext uri="{FF2B5EF4-FFF2-40B4-BE49-F238E27FC236}">
                <a16:creationId xmlns:a16="http://schemas.microsoft.com/office/drawing/2014/main" id="{938E59E4-2EBF-BD52-C129-4BAE1D6B18FA}"/>
              </a:ext>
            </a:extLst>
          </p:cNvPr>
          <p:cNvGraphicFramePr>
            <a:graphicFrameLocks noChangeAspect="1"/>
          </p:cNvGraphicFramePr>
          <p:nvPr>
            <p:extLst>
              <p:ext uri="{D42A27DB-BD31-4B8C-83A1-F6EECF244321}">
                <p14:modId xmlns:p14="http://schemas.microsoft.com/office/powerpoint/2010/main" val="1904176667"/>
              </p:ext>
            </p:extLst>
          </p:nvPr>
        </p:nvGraphicFramePr>
        <p:xfrm>
          <a:off x="8991600" y="609488"/>
          <a:ext cx="914400" cy="771525"/>
        </p:xfrm>
        <a:graphic>
          <a:graphicData uri="http://schemas.openxmlformats.org/presentationml/2006/ole">
            <mc:AlternateContent xmlns:mc="http://schemas.openxmlformats.org/markup-compatibility/2006">
              <mc:Choice xmlns:v="urn:schemas-microsoft-com:vml" Requires="v">
                <p:oleObj name="Presentation" showAsIcon="1" r:id="rId7" imgW="914400" imgH="771525" progId="PowerPoint.Show.12">
                  <p:embed/>
                </p:oleObj>
              </mc:Choice>
              <mc:Fallback>
                <p:oleObj name="Presentation" showAsIcon="1" r:id="rId7" imgW="914400" imgH="771525" progId="PowerPoint.Show.12">
                  <p:embed/>
                  <p:pic>
                    <p:nvPicPr>
                      <p:cNvPr id="0" name=""/>
                      <p:cNvPicPr/>
                      <p:nvPr/>
                    </p:nvPicPr>
                    <p:blipFill>
                      <a:blip r:embed="rId8"/>
                      <a:stretch>
                        <a:fillRect/>
                      </a:stretch>
                    </p:blipFill>
                    <p:spPr>
                      <a:xfrm>
                        <a:off x="8991600" y="609488"/>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28958333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612"/>
</p:tagLst>
</file>

<file path=ppt/tags/tag2.xml><?xml version="1.0" encoding="utf-8"?>
<p:tagLst xmlns:a="http://schemas.openxmlformats.org/drawingml/2006/main" xmlns:r="http://schemas.openxmlformats.org/officeDocument/2006/relationships" xmlns:p="http://schemas.openxmlformats.org/presentationml/2006/main">
  <p:tag name="AS_UNIQUEID" val="3613"/>
</p:tagLst>
</file>

<file path=ppt/tags/tag3.xml><?xml version="1.0" encoding="utf-8"?>
<p:tagLst xmlns:a="http://schemas.openxmlformats.org/drawingml/2006/main" xmlns:r="http://schemas.openxmlformats.org/officeDocument/2006/relationships" xmlns:p="http://schemas.openxmlformats.org/presentationml/2006/main">
  <p:tag name="AS_UNIQUEID" val="3614"/>
</p:tagLst>
</file>

<file path=ppt/tags/tag4.xml><?xml version="1.0" encoding="utf-8"?>
<p:tagLst xmlns:a="http://schemas.openxmlformats.org/drawingml/2006/main" xmlns:r="http://schemas.openxmlformats.org/officeDocument/2006/relationships" xmlns:p="http://schemas.openxmlformats.org/presentationml/2006/main">
  <p:tag name="AS_UNIQUEID" val="3615"/>
</p:tagLst>
</file>

<file path=ppt/tags/tag5.xml><?xml version="1.0" encoding="utf-8"?>
<p:tagLst xmlns:a="http://schemas.openxmlformats.org/drawingml/2006/main" xmlns:r="http://schemas.openxmlformats.org/officeDocument/2006/relationships" xmlns:p="http://schemas.openxmlformats.org/presentationml/2006/main">
  <p:tag name="AS_UNIQUEID" val="3616"/>
</p:tagLst>
</file>

<file path=ppt/tags/tag6.xml><?xml version="1.0" encoding="utf-8"?>
<p:tagLst xmlns:a="http://schemas.openxmlformats.org/drawingml/2006/main" xmlns:r="http://schemas.openxmlformats.org/officeDocument/2006/relationships" xmlns:p="http://schemas.openxmlformats.org/presentationml/2006/main">
  <p:tag name="AS_UNIQUEID" val="3620"/>
</p:tagLst>
</file>

<file path=ppt/tags/tag7.xml><?xml version="1.0" encoding="utf-8"?>
<p:tagLst xmlns:a="http://schemas.openxmlformats.org/drawingml/2006/main" xmlns:r="http://schemas.openxmlformats.org/officeDocument/2006/relationships" xmlns:p="http://schemas.openxmlformats.org/presentationml/2006/main">
  <p:tag name="AS_UNIQUEID" val="3617"/>
</p:tagLst>
</file>

<file path=ppt/tags/tag8.xml><?xml version="1.0" encoding="utf-8"?>
<p:tagLst xmlns:a="http://schemas.openxmlformats.org/drawingml/2006/main" xmlns:r="http://schemas.openxmlformats.org/officeDocument/2006/relationships" xmlns:p="http://schemas.openxmlformats.org/presentationml/2006/main">
  <p:tag name="AS_UNIQUEID" val="3618"/>
</p:tagLst>
</file>

<file path=ppt/tags/tag9.xml><?xml version="1.0" encoding="utf-8"?>
<p:tagLst xmlns:a="http://schemas.openxmlformats.org/drawingml/2006/main" xmlns:r="http://schemas.openxmlformats.org/officeDocument/2006/relationships" xmlns:p="http://schemas.openxmlformats.org/presentationml/2006/main">
  <p:tag name="AS_UNIQUEID" val="3619"/>
</p:tagLst>
</file>

<file path=ppt/tags/tag10.xml><?xml version="1.0" encoding="utf-8"?>
<p:tagLst xmlns:a="http://schemas.openxmlformats.org/drawingml/2006/main" xmlns:r="http://schemas.openxmlformats.org/officeDocument/2006/relationships" xmlns:p="http://schemas.openxmlformats.org/presentationml/2006/main">
  <p:tag name="AS_UNIQUEID" val="3130"/>
</p:tagLst>
</file>

<file path=ppt/tags/tag11.xml><?xml version="1.0" encoding="utf-8"?>
<p:tagLst xmlns:a="http://schemas.openxmlformats.org/drawingml/2006/main" xmlns:r="http://schemas.openxmlformats.org/officeDocument/2006/relationships" xmlns:p="http://schemas.openxmlformats.org/presentationml/2006/main">
  <p:tag name="AS_UNIQUEID" val="3131"/>
</p:tagLst>
</file>

<file path=ppt/tags/tag12.xml><?xml version="1.0" encoding="utf-8"?>
<p:tagLst xmlns:a="http://schemas.openxmlformats.org/drawingml/2006/main" xmlns:r="http://schemas.openxmlformats.org/officeDocument/2006/relationships" xmlns:p="http://schemas.openxmlformats.org/presentationml/2006/main">
  <p:tag name="AS_UNIQUEID" val="3134"/>
</p:tagLst>
</file>

<file path=ppt/tags/tag13.xml><?xml version="1.0" encoding="utf-8"?>
<p:tagLst xmlns:a="http://schemas.openxmlformats.org/drawingml/2006/main" xmlns:r="http://schemas.openxmlformats.org/officeDocument/2006/relationships" xmlns:p="http://schemas.openxmlformats.org/presentationml/2006/main">
  <p:tag name="AS_UNIQUEID" val="5669"/>
</p:tagLst>
</file>

<file path=ppt/tags/tag14.xml><?xml version="1.0" encoding="utf-8"?>
<p:tagLst xmlns:a="http://schemas.openxmlformats.org/drawingml/2006/main" xmlns:r="http://schemas.openxmlformats.org/officeDocument/2006/relationships" xmlns:p="http://schemas.openxmlformats.org/presentationml/2006/main">
  <p:tag name="AS_UNIQUEID" val="5670"/>
</p:tagLst>
</file>

<file path=ppt/tags/tag15.xml><?xml version="1.0" encoding="utf-8"?>
<p:tagLst xmlns:a="http://schemas.openxmlformats.org/drawingml/2006/main" xmlns:r="http://schemas.openxmlformats.org/officeDocument/2006/relationships" xmlns:p="http://schemas.openxmlformats.org/presentationml/2006/main">
  <p:tag name="AS_UNIQUEID" val="3130"/>
</p:tagLst>
</file>

<file path=ppt/tags/tag16.xml><?xml version="1.0" encoding="utf-8"?>
<p:tagLst xmlns:a="http://schemas.openxmlformats.org/drawingml/2006/main" xmlns:r="http://schemas.openxmlformats.org/officeDocument/2006/relationships" xmlns:p="http://schemas.openxmlformats.org/presentationml/2006/main">
  <p:tag name="AS_UNIQUEID" val="3131"/>
</p:tagLst>
</file>

<file path=ppt/tags/tag17.xml><?xml version="1.0" encoding="utf-8"?>
<p:tagLst xmlns:a="http://schemas.openxmlformats.org/drawingml/2006/main" xmlns:r="http://schemas.openxmlformats.org/officeDocument/2006/relationships" xmlns:p="http://schemas.openxmlformats.org/presentationml/2006/main">
  <p:tag name="AS_UNIQUEID" val="3134"/>
</p:tagLst>
</file>

<file path=ppt/tags/tag18.xml><?xml version="1.0" encoding="utf-8"?>
<p:tagLst xmlns:a="http://schemas.openxmlformats.org/drawingml/2006/main" xmlns:r="http://schemas.openxmlformats.org/officeDocument/2006/relationships" xmlns:p="http://schemas.openxmlformats.org/presentationml/2006/main">
  <p:tag name="AS_UNIQUEID" val="5669"/>
</p:tagLst>
</file>

<file path=ppt/tags/tag19.xml><?xml version="1.0" encoding="utf-8"?>
<p:tagLst xmlns:a="http://schemas.openxmlformats.org/drawingml/2006/main" xmlns:r="http://schemas.openxmlformats.org/officeDocument/2006/relationships" xmlns:p="http://schemas.openxmlformats.org/presentationml/2006/main">
  <p:tag name="AS_UNIQUEID" val="5670"/>
</p:tagLst>
</file>

<file path=ppt/theme/theme1.xml><?xml version="1.0" encoding="utf-8"?>
<a:theme xmlns:a="http://schemas.openxmlformats.org/drawingml/2006/main" name="Default Theme">
  <a:themeElements>
    <a:clrScheme name="회색조">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LG스마트체">
      <a:majorFont>
        <a:latin typeface="LG스마트체 Bold"/>
        <a:ea typeface="LG스마트체 Bold"/>
        <a:cs typeface=""/>
      </a:majorFont>
      <a:minorFont>
        <a:latin typeface="LG스마트체 Regular"/>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3175">
          <a:solidFill>
            <a:schemeClr val="bg1">
              <a:lumMod val="50000"/>
            </a:schemeClr>
          </a:solidFill>
        </a:ln>
      </a:spPr>
      <a:bodyPr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smtClean="0">
            <a:latin typeface="LG스마트체2.0 Regular" panose="020B0600000101010101" pitchFamily="50" charset="-127"/>
            <a:ea typeface="LG스마트체2.0 Regular" panose="020B0600000101010101" pitchFamily="50" charset="-127"/>
            <a:cs typeface="Arial" pitchFamily="34" charset="0"/>
          </a:defRPr>
        </a:defPPr>
      </a:lstStyle>
    </a:txDef>
  </a:objectDefaults>
  <a:extraClrScheme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3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G스마트체">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6350">
          <a:solidFill>
            <a:schemeClr val="bg1">
              <a:lumMod val="50000"/>
            </a:schemeClr>
          </a:solid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marL="0" marR="0" indent="0" algn="ctr" defTabSz="914400" rtl="0" eaLnBrk="1" fontAlgn="auto" latinLnBrk="1" hangingPunct="1">
          <a:lnSpc>
            <a:spcPct val="100000"/>
          </a:lnSpc>
          <a:spcBef>
            <a:spcPts val="0"/>
          </a:spcBef>
          <a:spcAft>
            <a:spcPts val="0"/>
          </a:spcAft>
          <a:buClrTx/>
          <a:buSzTx/>
          <a:buFontTx/>
          <a:buNone/>
          <a:tabLst/>
          <a:defRPr kumimoji="0" sz="1800" b="0" i="0" u="none" strike="noStrike" kern="1200" cap="none" spc="0" normalizeH="0" baseline="0" noProof="0">
            <a:ln>
              <a:noFill/>
            </a:ln>
            <a:solidFill>
              <a:prstClr val="white"/>
            </a:solidFill>
            <a:effectLst/>
            <a:uLnTx/>
            <a:uFillTx/>
            <a:latin typeface="Arial Narrow"/>
            <a:ea typeface="LG스마트체 Regular"/>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2_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6C175E1B1E4DA499D09C0E9E6E7D980" ma:contentTypeVersion="13" ma:contentTypeDescription="새 문서를 만듭니다." ma:contentTypeScope="" ma:versionID="d75f87ea54011f65773ea07bd0d492c8">
  <xsd:schema xmlns:xsd="http://www.w3.org/2001/XMLSchema" xmlns:xs="http://www.w3.org/2001/XMLSchema" xmlns:p="http://schemas.microsoft.com/office/2006/metadata/properties" xmlns:ns2="7f50bc5e-450a-452d-8e0f-e1a5c0e2899a" xmlns:ns3="b9dbd815-4805-4d0b-97ac-b25becf8023f" targetNamespace="http://schemas.microsoft.com/office/2006/metadata/properties" ma:root="true" ma:fieldsID="4d5f165718a937e13a9ce6db98e61aeb" ns2:_="" ns3:_="">
    <xsd:import namespace="7f50bc5e-450a-452d-8e0f-e1a5c0e2899a"/>
    <xsd:import namespace="b9dbd815-4805-4d0b-97ac-b25becf802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50bc5e-450a-452d-8e0f-e1a5c0e289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이미지 태그" ma:readOnly="false" ma:fieldId="{5cf76f15-5ced-4ddc-b409-7134ff3c332f}" ma:taxonomyMulti="true" ma:sspId="86b6c907-f9fa-4eeb-aa90-8a0f9d866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9dbd815-4805-4d0b-97ac-b25becf802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f1e237d-3ae0-4a2f-a7df-2dd06877e0a2}" ma:internalName="TaxCatchAll" ma:showField="CatchAllData" ma:web="b9dbd815-4805-4d0b-97ac-b25becf802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f50bc5e-450a-452d-8e0f-e1a5c0e2899a">
      <Terms xmlns="http://schemas.microsoft.com/office/infopath/2007/PartnerControls"/>
    </lcf76f155ced4ddcb4097134ff3c332f>
    <TaxCatchAll xmlns="b9dbd815-4805-4d0b-97ac-b25becf8023f" xsi:nil="true"/>
  </documentManagement>
</p:properties>
</file>

<file path=customXml/itemProps1.xml><?xml version="1.0" encoding="utf-8"?>
<ds:datastoreItem xmlns:ds="http://schemas.openxmlformats.org/officeDocument/2006/customXml" ds:itemID="{A0598D5B-BEA9-4170-A6BA-A0087D813C94}">
  <ds:schemaRefs>
    <ds:schemaRef ds:uri="7f50bc5e-450a-452d-8e0f-e1a5c0e2899a"/>
    <ds:schemaRef ds:uri="b9dbd815-4805-4d0b-97ac-b25becf802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714F2B2-A13D-4A3E-9738-48CCBD95B002}">
  <ds:schemaRefs>
    <ds:schemaRef ds:uri="http://schemas.microsoft.com/sharepoint/v3/contenttype/forms"/>
  </ds:schemaRefs>
</ds:datastoreItem>
</file>

<file path=customXml/itemProps3.xml><?xml version="1.0" encoding="utf-8"?>
<ds:datastoreItem xmlns:ds="http://schemas.openxmlformats.org/officeDocument/2006/customXml" ds:itemID="{1BB8B978-3DEB-46A7-99FF-FEBC1A4C9132}">
  <ds:schemaRefs>
    <ds:schemaRef ds:uri="http://purl.org/dc/dcmitype/"/>
    <ds:schemaRef ds:uri="http://schemas.openxmlformats.org/package/2006/metadata/core-properties"/>
    <ds:schemaRef ds:uri="http://www.w3.org/XML/1998/namespace"/>
    <ds:schemaRef ds:uri="http://schemas.microsoft.com/office/2006/documentManagement/types"/>
    <ds:schemaRef ds:uri="b9dbd815-4805-4d0b-97ac-b25becf8023f"/>
    <ds:schemaRef ds:uri="http://schemas.microsoft.com/office/infopath/2007/PartnerControls"/>
    <ds:schemaRef ds:uri="http://purl.org/dc/terms/"/>
    <ds:schemaRef ds:uri="http://schemas.microsoft.com/office/2006/metadata/properties"/>
    <ds:schemaRef ds:uri="7f50bc5e-450a-452d-8e0f-e1a5c0e2899a"/>
    <ds:schemaRef ds:uri="http://purl.org/dc/elements/1.1/"/>
  </ds:schemaRefs>
</ds:datastoreItem>
</file>

<file path=docMetadata/LabelInfo.xml><?xml version="1.0" encoding="utf-8"?>
<clbl:labelList xmlns:clbl="http://schemas.microsoft.com/office/2020/mipLabelMetadata">
  <clbl:label id="{1fefcbb5-b9fb-4d9d-a4eb-a69982cdd6fe}" enabled="0" method="" siteId="{1fefcbb5-b9fb-4d9d-a4eb-a69982cdd6fe}" removed="1"/>
</clbl:labelList>
</file>

<file path=docProps/app.xml><?xml version="1.0" encoding="utf-8"?>
<Properties xmlns="http://schemas.openxmlformats.org/officeDocument/2006/extended-properties" xmlns:vt="http://schemas.openxmlformats.org/officeDocument/2006/docPropsVTypes">
  <Template>Office Theme</Template>
  <TotalTime>6189</TotalTime>
  <Words>2306</Words>
  <Application>Microsoft Office PowerPoint</Application>
  <PresentationFormat>A4 용지(210x297mm)</PresentationFormat>
  <Paragraphs>344</Paragraphs>
  <Slides>11</Slides>
  <Notes>11</Notes>
  <HiddenSlides>0</HiddenSlides>
  <MMClips>0</MMClips>
  <ScaleCrop>false</ScaleCrop>
  <HeadingPairs>
    <vt:vector size="8" baseType="variant">
      <vt:variant>
        <vt:lpstr>사용한 글꼴</vt:lpstr>
      </vt:variant>
      <vt:variant>
        <vt:i4>13</vt:i4>
      </vt:variant>
      <vt:variant>
        <vt:lpstr>테마</vt:lpstr>
      </vt:variant>
      <vt:variant>
        <vt:i4>4</vt:i4>
      </vt:variant>
      <vt:variant>
        <vt:lpstr>포함된 OLE 서버</vt:lpstr>
      </vt:variant>
      <vt:variant>
        <vt:i4>1</vt:i4>
      </vt:variant>
      <vt:variant>
        <vt:lpstr>슬라이드 제목</vt:lpstr>
      </vt:variant>
      <vt:variant>
        <vt:i4>11</vt:i4>
      </vt:variant>
    </vt:vector>
  </HeadingPairs>
  <TitlesOfParts>
    <vt:vector size="29" baseType="lpstr">
      <vt:lpstr>LG스마트체 Bold</vt:lpstr>
      <vt:lpstr>LG스마트체 Light</vt:lpstr>
      <vt:lpstr>LG스마트체 Regular</vt:lpstr>
      <vt:lpstr>LG스마트체2.0 Bold</vt:lpstr>
      <vt:lpstr>LG스마트체2.0 Light</vt:lpstr>
      <vt:lpstr>LG스마트체2.0 Regular</vt:lpstr>
      <vt:lpstr>LG스마트체2.0 SemiBold</vt:lpstr>
      <vt:lpstr>맑은 고딕</vt:lpstr>
      <vt:lpstr>Aptos</vt:lpstr>
      <vt:lpstr>Aptos Display</vt:lpstr>
      <vt:lpstr>Arial</vt:lpstr>
      <vt:lpstr>Arial Narrow</vt:lpstr>
      <vt:lpstr>Wingdings</vt:lpstr>
      <vt:lpstr>Default Theme</vt:lpstr>
      <vt:lpstr>1_Office 테마</vt:lpstr>
      <vt:lpstr>23_디자인 사용자 지정</vt:lpstr>
      <vt:lpstr>2_Office 테마</vt:lpstr>
      <vt:lpstr>Presentation</vt:lpstr>
      <vt:lpstr>PowerPoint 프레젠테이션</vt:lpstr>
      <vt:lpstr>진행 현황 및 향후 계획</vt:lpstr>
      <vt:lpstr>진행 현황 및 향후 계획 (1/2)</vt:lpstr>
      <vt:lpstr>진행 현황 및 향후 계획 (2/2)</vt:lpstr>
      <vt:lpstr>시스템 구성 및 운영</vt:lpstr>
      <vt:lpstr>보조. VoE List</vt:lpstr>
      <vt:lpstr>PowerPoint 프레젠테이션</vt:lpstr>
      <vt:lpstr>1. 보고 Summary</vt:lpstr>
      <vt:lpstr>2. AI Readable 현상 파악</vt:lpstr>
      <vt:lpstr>3. 구현 방안</vt:lpstr>
      <vt:lpstr>4. Worklog 사용방법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윤동희(YOON CAROLINE)[caroline]/책임/브랜드팀</dc:creator>
  <cp:lastModifiedBy>이재후(JAEHU LEE)[jaehu]/사원/제조DX.기획팀</cp:lastModifiedBy>
  <cp:revision>45</cp:revision>
  <dcterms:created xsi:type="dcterms:W3CDTF">2022-07-11T00:07:02Z</dcterms:created>
  <dcterms:modified xsi:type="dcterms:W3CDTF">2026-10-27T04:29:57Z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0x010100A6C175E1B1E4DA499D09C0E9E6E7D980</vt:lpwstr>
  </property>
  <property fmtid="{D5CDD505-2E9C-101B-9397-08002B2CF9AE}" pid="3" name="MediaServiceImageTags">
    <vt:lpwstr/>
  </property>
</Properties>
</file>