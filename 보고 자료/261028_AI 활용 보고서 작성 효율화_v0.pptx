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5.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4"/>
    <p:sldMasterId id="2147483750" r:id="rId5"/>
    <p:sldMasterId id="2147483801" r:id="rId6"/>
    <p:sldMasterId id="2147483816" r:id="rId7"/>
  </p:sldMasterIdLst>
  <p:notesMasterIdLst>
    <p:notesMasterId r:id="rId17"/>
  </p:notesMasterIdLst>
  <p:handoutMasterIdLst>
    <p:handoutMasterId r:id="rId18"/>
  </p:handoutMasterIdLst>
  <p:sldIdLst>
    <p:sldId id="2147483647" r:id="rId8"/>
    <p:sldId id="257" r:id="rId9"/>
    <p:sldId id="259" r:id="rId10"/>
    <p:sldId id="260" r:id="rId11"/>
    <p:sldId id="2147483398" r:id="rId12"/>
    <p:sldId id="2147483642" r:id="rId13"/>
    <p:sldId id="2147483645" r:id="rId14"/>
    <p:sldId id="2147483646" r:id="rId15"/>
    <p:sldId id="258" r:id="rId16"/>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B8E98E05-D9BA-4219-A162-FB96285AA324}">
          <p14:sldIdLst>
            <p14:sldId id="2147483647"/>
            <p14:sldId id="257"/>
            <p14:sldId id="259"/>
            <p14:sldId id="260"/>
          </p14:sldIdLst>
        </p14:section>
        <p14:section name="이전 보고" id="{90A44048-9C0B-41BD-A35B-5167880B793A}">
          <p14:sldIdLst>
            <p14:sldId id="2147483398"/>
            <p14:sldId id="2147483642"/>
            <p14:sldId id="2147483645"/>
            <p14:sldId id="2147483646"/>
            <p14:sldId id="258"/>
          </p14:sldIdLst>
        </p14:section>
      </p14:sectionLst>
    </p:ext>
    <p:ext uri="{EFAFB233-063F-42B5-8137-9DF3F51BA10A}">
      <p15:sldGuideLst xmlns:p15="http://schemas.microsoft.com/office/powerpoint/2012/main">
        <p15:guide id="1" orient="horz" pos="414" userDrawn="1">
          <p15:clr>
            <a:srgbClr val="A4A3A4"/>
          </p15:clr>
        </p15:guide>
        <p15:guide id="2" pos="330" userDrawn="1">
          <p15:clr>
            <a:srgbClr val="A4A3A4"/>
          </p15:clr>
        </p15:guide>
        <p15:guide id="3" pos="19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FF"/>
    <a:srgbClr val="FFFFCC"/>
    <a:srgbClr val="FFEBF1"/>
    <a:srgbClr val="FFE5ED"/>
    <a:srgbClr val="A50034"/>
    <a:srgbClr val="008000"/>
    <a:srgbClr val="FFF2CC"/>
    <a:srgbClr val="336600"/>
    <a:srgbClr val="00DA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93" autoAdjust="0"/>
    <p:restoredTop sz="95220" autoAdjust="0"/>
  </p:normalViewPr>
  <p:slideViewPr>
    <p:cSldViewPr snapToGrid="0">
      <p:cViewPr>
        <p:scale>
          <a:sx n="100" d="100"/>
          <a:sy n="100" d="100"/>
        </p:scale>
        <p:origin x="3606" y="114"/>
      </p:cViewPr>
      <p:guideLst>
        <p:guide orient="horz" pos="414"/>
        <p:guide pos="330"/>
        <p:guide pos="198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slide" Target="slides/slide8.xml"/><Relationship Id="rId10" Type="http://schemas.openxmlformats.org/officeDocument/2006/relationships/slide" Target="slides/slide3.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87947D6C-E730-4DCE-9BA2-6911D36B829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F5976F7F-AB9B-473C-8D1C-0F5C0AB6A0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234491C-D25C-44EA-895B-6873C2D79C61}" type="datetimeFigureOut">
              <a:rPr lang="ko-KR" altLang="en-US" smtClean="0"/>
              <a:t>2026-10-22</a:t>
            </a:fld>
            <a:endParaRPr lang="ko-KR" altLang="en-US"/>
          </a:p>
        </p:txBody>
      </p:sp>
      <p:sp>
        <p:nvSpPr>
          <p:cNvPr id="4" name="바닥글 개체 틀 3">
            <a:extLst>
              <a:ext uri="{FF2B5EF4-FFF2-40B4-BE49-F238E27FC236}">
                <a16:creationId xmlns:a16="http://schemas.microsoft.com/office/drawing/2014/main" id="{21CA95FF-0203-467F-8B6F-BB06FA4046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B2A3EB66-47F0-41FE-AFAB-9571FD7058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3D7264-A99F-45E6-B047-FB899C323779}" type="slidenum">
              <a:rPr lang="ko-KR" altLang="en-US" smtClean="0"/>
              <a:t>‹#›</a:t>
            </a:fld>
            <a:endParaRPr lang="ko-KR" altLang="en-US"/>
          </a:p>
        </p:txBody>
      </p:sp>
    </p:spTree>
    <p:extLst>
      <p:ext uri="{BB962C8B-B14F-4D97-AF65-F5344CB8AC3E}">
        <p14:creationId xmlns:p14="http://schemas.microsoft.com/office/powerpoint/2010/main" val="14441955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927544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F082-AC17-3CF0-AA64-6D9FC9EE4C45}"/>
            </a:ext>
          </a:extLst>
        </p:cNvPr>
        <p:cNvGrpSpPr/>
        <p:nvPr/>
      </p:nvGrpSpPr>
      <p:grpSpPr>
        <a:xfrm>
          <a:off x="0" y="0"/>
          <a:ext cx="0" cy="0"/>
          <a:chOff x="0" y="0"/>
          <a:chExt cx="0" cy="0"/>
        </a:xfrm>
      </p:grpSpPr>
      <p:sp>
        <p:nvSpPr>
          <p:cNvPr id="3" name="슬라이드 노트 개체 틀 2">
            <a:extLst>
              <a:ext uri="{FF2B5EF4-FFF2-40B4-BE49-F238E27FC236}">
                <a16:creationId xmlns:a16="http://schemas.microsoft.com/office/drawing/2014/main" id="{6EC5CD26-80FD-AA91-E1C3-39EBF5CFFD4C}"/>
              </a:ext>
            </a:extLst>
          </p:cNvPr>
          <p:cNvSpPr>
            <a:spLocks noGrp="1"/>
          </p:cNvSpPr>
          <p:nvPr>
            <p:ph type="body" idx="1"/>
            <p:custDataLst>
              <p:tags r:id="rId1"/>
            </p:custDataLst>
          </p:nvPr>
        </p:nvSpPr>
        <p:spPr/>
        <p:txBody>
          <a:bodyPr/>
          <a:lstStyle/>
          <a:p>
            <a:endParaRPr lang="ko-KR" altLang="en-US"/>
          </a:p>
        </p:txBody>
      </p:sp>
      <p:sp>
        <p:nvSpPr>
          <p:cNvPr id="4" name="슬라이드 번호 개체 틀 3">
            <a:extLst>
              <a:ext uri="{FF2B5EF4-FFF2-40B4-BE49-F238E27FC236}">
                <a16:creationId xmlns:a16="http://schemas.microsoft.com/office/drawing/2014/main" id="{F33A71E2-3B09-830B-5045-483CFB81EDB3}"/>
              </a:ext>
            </a:extLst>
          </p:cNvPr>
          <p:cNvSpPr>
            <a:spLocks noGrp="1"/>
          </p:cNvSpPr>
          <p:nvPr>
            <p:ph type="sldNum" sz="quarter" idx="4294967295"/>
            <p:custDataLst>
              <p:tags r:id="rId2"/>
            </p:custDataLst>
          </p:nvPr>
        </p:nvSpPr>
        <p:spPr>
          <a:xfrm>
            <a:off x="3884613" y="8685213"/>
            <a:ext cx="2971800" cy="458787"/>
          </a:xfrm>
          <a:prstGeom prst="rect">
            <a:avLst/>
          </a:prstGeo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1F4C645-ABDE-4C2B-8039-27118650AB20}"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2430081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5045E-0E07-BBAD-A1AF-428160D9E82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4691A97-0E64-1567-DC1D-1115C6E8D3A7}"/>
              </a:ext>
            </a:extLst>
          </p:cNvPr>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a:extLst>
              <a:ext uri="{FF2B5EF4-FFF2-40B4-BE49-F238E27FC236}">
                <a16:creationId xmlns:a16="http://schemas.microsoft.com/office/drawing/2014/main" id="{C11CD28D-B7DF-BD9C-8B7A-D4F96A46D484}"/>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dirty="0"/>
              <a:t>핵심은 구성원별로 흩어져 있는 업무 기록을 한 곳에 표준화된 틀로 모으자는 것</a:t>
            </a:r>
            <a:r>
              <a:rPr lang="en-US" altLang="ko-KR" b="0" dirty="0"/>
              <a:t>. </a:t>
            </a:r>
            <a:r>
              <a:rPr lang="ko-KR" altLang="en-US" b="0" dirty="0"/>
              <a:t>그러면 </a:t>
            </a:r>
            <a:r>
              <a:rPr lang="en-US" altLang="ko-KR" b="0" dirty="0"/>
              <a:t>AI</a:t>
            </a:r>
            <a:r>
              <a:rPr lang="ko-KR" altLang="en-US" b="0" dirty="0"/>
              <a:t>가 보고서 초안을 만들고</a:t>
            </a:r>
            <a:r>
              <a:rPr lang="en-US" altLang="ko-KR" b="0" dirty="0"/>
              <a:t>, </a:t>
            </a:r>
            <a:r>
              <a:rPr lang="ko-KR" altLang="en-US" b="0" dirty="0"/>
              <a:t>기록은 팀의 자산으로 남음</a:t>
            </a:r>
            <a:endParaRPr lang="en-US" altLang="ko-KR" b="0" dirty="0"/>
          </a:p>
          <a:p>
            <a:endParaRPr lang="ko-KR" altLang="en-US" dirty="0"/>
          </a:p>
        </p:txBody>
      </p:sp>
    </p:spTree>
    <p:extLst>
      <p:ext uri="{BB962C8B-B14F-4D97-AF65-F5344CB8AC3E}">
        <p14:creationId xmlns:p14="http://schemas.microsoft.com/office/powerpoint/2010/main" val="3546272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7BF3E-6744-17F6-E6EF-3AB362408AF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9A43C7D-3699-0A7C-58AA-8529588E1479}"/>
              </a:ext>
            </a:extLst>
          </p:cNvPr>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a:extLst>
              <a:ext uri="{FF2B5EF4-FFF2-40B4-BE49-F238E27FC236}">
                <a16:creationId xmlns:a16="http://schemas.microsoft.com/office/drawing/2014/main" id="{76F9F529-868B-CB5F-099D-24A7E25F89E7}"/>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dirty="0"/>
              <a:t>핵심은 구성원별로 흩어져 있는 업무 기록을 한 곳에 표준화된 틀로 모으자는 것</a:t>
            </a:r>
            <a:r>
              <a:rPr lang="en-US" altLang="ko-KR" b="0" dirty="0"/>
              <a:t>. </a:t>
            </a:r>
            <a:r>
              <a:rPr lang="ko-KR" altLang="en-US" b="0" dirty="0"/>
              <a:t>그러면 </a:t>
            </a:r>
            <a:r>
              <a:rPr lang="en-US" altLang="ko-KR" b="0" dirty="0"/>
              <a:t>AI</a:t>
            </a:r>
            <a:r>
              <a:rPr lang="ko-KR" altLang="en-US" b="0" dirty="0"/>
              <a:t>가 보고서 초안을 만들고</a:t>
            </a:r>
            <a:r>
              <a:rPr lang="en-US" altLang="ko-KR" b="0" dirty="0"/>
              <a:t>, </a:t>
            </a:r>
            <a:r>
              <a:rPr lang="ko-KR" altLang="en-US" b="0" dirty="0"/>
              <a:t>기록은 팀의 자산으로 남음</a:t>
            </a:r>
            <a:endParaRPr lang="en-US" altLang="ko-KR" b="0" dirty="0"/>
          </a:p>
          <a:p>
            <a:endParaRPr lang="ko-KR" altLang="en-US" dirty="0"/>
          </a:p>
        </p:txBody>
      </p:sp>
    </p:spTree>
    <p:extLst>
      <p:ext uri="{BB962C8B-B14F-4D97-AF65-F5344CB8AC3E}">
        <p14:creationId xmlns:p14="http://schemas.microsoft.com/office/powerpoint/2010/main" val="2052541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64DA7-7175-8172-2682-BD3CE78DEA1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D99E069-0C56-32B9-A8A2-729FC0F5AE43}"/>
              </a:ext>
            </a:extLst>
          </p:cNvPr>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a:extLst>
              <a:ext uri="{FF2B5EF4-FFF2-40B4-BE49-F238E27FC236}">
                <a16:creationId xmlns:a16="http://schemas.microsoft.com/office/drawing/2014/main" id="{CB03E82A-6A8A-1EBB-8FBB-2FF605B1E087}"/>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dirty="0"/>
              <a:t>핵심은 구성원별로 흩어져 있는 업무 기록을 한 곳에 표준화된 틀로 모으자는 것</a:t>
            </a:r>
            <a:r>
              <a:rPr lang="en-US" altLang="ko-KR" b="0" dirty="0"/>
              <a:t>. </a:t>
            </a:r>
            <a:r>
              <a:rPr lang="ko-KR" altLang="en-US" b="0" dirty="0"/>
              <a:t>그러면 </a:t>
            </a:r>
            <a:r>
              <a:rPr lang="en-US" altLang="ko-KR" b="0" dirty="0"/>
              <a:t>AI</a:t>
            </a:r>
            <a:r>
              <a:rPr lang="ko-KR" altLang="en-US" b="0" dirty="0"/>
              <a:t>가 보고서 초안을 만들고</a:t>
            </a:r>
            <a:r>
              <a:rPr lang="en-US" altLang="ko-KR" b="0" dirty="0"/>
              <a:t>, </a:t>
            </a:r>
            <a:r>
              <a:rPr lang="ko-KR" altLang="en-US" b="0" dirty="0"/>
              <a:t>기록은 팀의 자산으로 남음</a:t>
            </a:r>
            <a:endParaRPr lang="en-US" altLang="ko-KR" b="0" dirty="0"/>
          </a:p>
          <a:p>
            <a:endParaRPr lang="ko-KR" altLang="en-US" dirty="0"/>
          </a:p>
        </p:txBody>
      </p:sp>
    </p:spTree>
    <p:extLst>
      <p:ext uri="{BB962C8B-B14F-4D97-AF65-F5344CB8AC3E}">
        <p14:creationId xmlns:p14="http://schemas.microsoft.com/office/powerpoint/2010/main" val="2843812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슬라이드 노트 개체 틀 2"/>
          <p:cNvSpPr>
            <a:spLocks noGrp="1"/>
          </p:cNvSpPr>
          <p:nvPr>
            <p:ph type="body" idx="1"/>
            <p:custDataLst>
              <p:tags r:id="rId1"/>
            </p:custDataLst>
          </p:nvPr>
        </p:nvSpPr>
        <p:spPr/>
        <p:txBody>
          <a:bodyPr/>
          <a:lstStyle/>
          <a:p>
            <a:endParaRPr lang="ko-KR" altLang="en-US"/>
          </a:p>
        </p:txBody>
      </p:sp>
      <p:sp>
        <p:nvSpPr>
          <p:cNvPr id="4" name="슬라이드 번호 개체 틀 3"/>
          <p:cNvSpPr>
            <a:spLocks noGrp="1"/>
          </p:cNvSpPr>
          <p:nvPr>
            <p:ph type="sldNum" sz="quarter" idx="4294967295"/>
            <p:custDataLst>
              <p:tags r:id="rId2"/>
            </p:custDataLst>
          </p:nvPr>
        </p:nvSpPr>
        <p:spPr>
          <a:xfrm>
            <a:off x="3884613" y="8685213"/>
            <a:ext cx="2971800" cy="458787"/>
          </a:xfrm>
          <a:prstGeom prst="rect">
            <a:avLst/>
          </a:prstGeo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1F4C645-ABDE-4C2B-8039-27118650AB20}"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1646303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dirty="0"/>
              <a:t>핵심은 구성원별로 흩어져 있는 업무 기록을 한 곳에 표준화된 틀로 모으자는 것</a:t>
            </a:r>
            <a:r>
              <a:rPr lang="en-US" altLang="ko-KR" b="0" dirty="0"/>
              <a:t>. </a:t>
            </a:r>
            <a:r>
              <a:rPr lang="ko-KR" altLang="en-US" b="0" dirty="0"/>
              <a:t>그러면 </a:t>
            </a:r>
            <a:r>
              <a:rPr lang="en-US" altLang="ko-KR" b="0" dirty="0"/>
              <a:t>AI</a:t>
            </a:r>
            <a:r>
              <a:rPr lang="ko-KR" altLang="en-US" b="0" dirty="0"/>
              <a:t>가 보고서 초안을 만들고</a:t>
            </a:r>
            <a:r>
              <a:rPr lang="en-US" altLang="ko-KR" b="0" dirty="0"/>
              <a:t>, </a:t>
            </a:r>
            <a:r>
              <a:rPr lang="ko-KR" altLang="en-US" b="0" dirty="0"/>
              <a:t>기록은 팀의 자산으로 남음</a:t>
            </a:r>
            <a:endParaRPr lang="en-US" altLang="ko-KR" b="0" dirty="0"/>
          </a:p>
          <a:p>
            <a:endParaRPr lang="ko-KR" altLang="en-US" dirty="0"/>
          </a:p>
        </p:txBody>
      </p:sp>
    </p:spTree>
    <p:extLst>
      <p:ext uri="{BB962C8B-B14F-4D97-AF65-F5344CB8AC3E}">
        <p14:creationId xmlns:p14="http://schemas.microsoft.com/office/powerpoint/2010/main" val="2738148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p:cNvSpPr>
            <a:spLocks noGrp="1"/>
          </p:cNvSpPr>
          <p:nvPr>
            <p:ph type="body" idx="1"/>
          </p:nvPr>
        </p:nvSpPr>
        <p:spPr>
          <a:xfrm>
            <a:off x="685800" y="4400550"/>
            <a:ext cx="5486400" cy="3600450"/>
          </a:xfrm>
          <a:prstGeom prst="rect">
            <a:avLst/>
          </a:prstGeom>
        </p:spPr>
        <p:txBody>
          <a:bodyPr/>
          <a:lstStyle/>
          <a:p>
            <a:r>
              <a:rPr lang="ko-KR" altLang="en-US" dirty="0"/>
              <a:t>그룹장님 지시 이후로 멤버들과 토론을 진행했고</a:t>
            </a:r>
            <a:r>
              <a:rPr lang="en-US" altLang="ko-KR" dirty="0"/>
              <a:t>, AI Readable</a:t>
            </a:r>
            <a:r>
              <a:rPr lang="ko-KR" altLang="en-US" dirty="0"/>
              <a:t> 한 업무 기록을 </a:t>
            </a:r>
            <a:r>
              <a:rPr lang="ko-KR" altLang="en-US" dirty="0" err="1"/>
              <a:t>만드는게</a:t>
            </a:r>
            <a:r>
              <a:rPr lang="ko-KR" altLang="en-US" dirty="0"/>
              <a:t> 출발점</a:t>
            </a:r>
            <a:r>
              <a:rPr lang="en-US" altLang="ko-KR" dirty="0"/>
              <a:t>. </a:t>
            </a:r>
            <a:r>
              <a:rPr lang="ko-KR" altLang="en-US" dirty="0"/>
              <a:t>이에 현재 </a:t>
            </a:r>
            <a:r>
              <a:rPr lang="ko-KR" altLang="en-US" dirty="0" err="1"/>
              <a:t>작성되고있는</a:t>
            </a:r>
            <a:r>
              <a:rPr lang="ko-KR" altLang="en-US" dirty="0"/>
              <a:t> </a:t>
            </a:r>
            <a:r>
              <a:rPr lang="en-US" altLang="ko-KR" dirty="0"/>
              <a:t>PPT</a:t>
            </a:r>
            <a:r>
              <a:rPr lang="ko-KR" altLang="en-US" dirty="0"/>
              <a:t>의 양식이 </a:t>
            </a:r>
            <a:r>
              <a:rPr lang="en-US" altLang="ko-KR" dirty="0"/>
              <a:t>AI Readable </a:t>
            </a:r>
            <a:r>
              <a:rPr lang="ko-KR" altLang="en-US" dirty="0" err="1"/>
              <a:t>하냐라는</a:t>
            </a:r>
            <a:r>
              <a:rPr lang="ko-KR" altLang="en-US" dirty="0"/>
              <a:t> 것에 그렇지 </a:t>
            </a:r>
            <a:r>
              <a:rPr lang="ko-KR" altLang="en-US" dirty="0" err="1"/>
              <a:t>않다라는</a:t>
            </a:r>
            <a:r>
              <a:rPr lang="ko-KR" altLang="en-US" dirty="0"/>
              <a:t> 판단</a:t>
            </a:r>
            <a:r>
              <a:rPr lang="en-US" altLang="ko-KR" dirty="0"/>
              <a:t>. </a:t>
            </a:r>
            <a:r>
              <a:rPr lang="ko-KR" altLang="en-US" dirty="0"/>
              <a:t>사람은 읽어도 </a:t>
            </a:r>
            <a:r>
              <a:rPr lang="en-US" altLang="ko-KR" dirty="0"/>
              <a:t>AI</a:t>
            </a:r>
            <a:r>
              <a:rPr lang="ko-KR" altLang="en-US" dirty="0"/>
              <a:t>는 </a:t>
            </a:r>
            <a:r>
              <a:rPr lang="ko-KR" altLang="en-US" dirty="0" err="1"/>
              <a:t>못읽음</a:t>
            </a:r>
            <a:r>
              <a:rPr lang="en-US" altLang="ko-KR" dirty="0"/>
              <a:t>.</a:t>
            </a:r>
          </a:p>
          <a:p>
            <a:r>
              <a:rPr lang="en-US" altLang="ko-KR" dirty="0"/>
              <a:t>(</a:t>
            </a:r>
            <a:r>
              <a:rPr lang="ko-KR" altLang="en-US" dirty="0"/>
              <a:t>좌측</a:t>
            </a:r>
            <a:r>
              <a:rPr lang="en-US" altLang="ko-KR" dirty="0"/>
              <a:t>) AI</a:t>
            </a:r>
            <a:r>
              <a:rPr lang="ko-KR" altLang="en-US" dirty="0"/>
              <a:t>가 업무 정보를 이해하고 다시 쓰려면 </a:t>
            </a:r>
            <a:r>
              <a:rPr lang="en-US" altLang="ko-KR" dirty="0"/>
              <a:t>6</a:t>
            </a:r>
            <a:r>
              <a:rPr lang="ko-KR" altLang="en-US" dirty="0"/>
              <a:t>단계가 필요 </a:t>
            </a:r>
            <a:r>
              <a:rPr lang="en-US" altLang="ko-KR" dirty="0"/>
              <a:t>(</a:t>
            </a:r>
            <a:r>
              <a:rPr lang="ko-KR" altLang="en-US" dirty="0"/>
              <a:t>구글 클라우드 자료 참고</a:t>
            </a:r>
            <a:r>
              <a:rPr lang="en-US" altLang="ko-KR" dirty="0"/>
              <a:t>). </a:t>
            </a:r>
            <a:r>
              <a:rPr lang="ko-KR" altLang="en-US" dirty="0"/>
              <a:t>앞단계인 업무 정보의 표준화와 구조화가 </a:t>
            </a:r>
            <a:r>
              <a:rPr lang="ko-KR" altLang="en-US" dirty="0" err="1"/>
              <a:t>안되어있음</a:t>
            </a:r>
            <a:endParaRPr lang="en-US" altLang="ko-KR" dirty="0"/>
          </a:p>
          <a:p>
            <a:r>
              <a:rPr lang="en-US" altLang="ko-KR" dirty="0"/>
              <a:t>(</a:t>
            </a:r>
            <a:r>
              <a:rPr lang="ko-KR" altLang="en-US" dirty="0"/>
              <a:t>우측</a:t>
            </a:r>
            <a:r>
              <a:rPr lang="en-US" altLang="ko-KR" dirty="0"/>
              <a:t>) </a:t>
            </a:r>
            <a:r>
              <a:rPr lang="ko-KR" altLang="en-US" dirty="0"/>
              <a:t>같은 내용이라도 </a:t>
            </a:r>
            <a:r>
              <a:rPr lang="en-US" altLang="ko-KR" dirty="0"/>
              <a:t>PPT</a:t>
            </a:r>
            <a:r>
              <a:rPr lang="ko-KR" altLang="en-US" dirty="0"/>
              <a:t>는 보기 좋게 배치</a:t>
            </a:r>
            <a:r>
              <a:rPr lang="en-US" altLang="ko-KR" dirty="0"/>
              <a:t>. </a:t>
            </a:r>
            <a:r>
              <a:rPr lang="ko-KR" altLang="en-US" dirty="0"/>
              <a:t>그래서 </a:t>
            </a:r>
            <a:r>
              <a:rPr lang="en-US" altLang="ko-KR" dirty="0"/>
              <a:t>AI</a:t>
            </a:r>
            <a:r>
              <a:rPr lang="ko-KR" altLang="en-US" dirty="0"/>
              <a:t>가 글을 뽑을 때 구조 계층화가 어려움</a:t>
            </a:r>
            <a:r>
              <a:rPr lang="en-US" altLang="ko-KR" dirty="0"/>
              <a:t>. </a:t>
            </a:r>
            <a:r>
              <a:rPr lang="ko-KR" altLang="en-US" dirty="0"/>
              <a:t>마크다운은 제목</a:t>
            </a:r>
            <a:r>
              <a:rPr lang="en-US" altLang="ko-KR" dirty="0"/>
              <a:t>,</a:t>
            </a:r>
            <a:r>
              <a:rPr lang="ko-KR" altLang="en-US" dirty="0"/>
              <a:t>소제목</a:t>
            </a:r>
            <a:r>
              <a:rPr lang="en-US" altLang="ko-KR" dirty="0"/>
              <a:t>,</a:t>
            </a:r>
            <a:r>
              <a:rPr lang="ko-KR" altLang="en-US" dirty="0"/>
              <a:t>목록이 표시된 문서로 </a:t>
            </a:r>
            <a:r>
              <a:rPr lang="en-US" altLang="ko-KR" dirty="0"/>
              <a:t>AI</a:t>
            </a:r>
            <a:r>
              <a:rPr lang="ko-KR" altLang="en-US" dirty="0"/>
              <a:t>가 바로 알아봄</a:t>
            </a:r>
            <a:endParaRPr lang="en-US" altLang="ko-KR" dirty="0"/>
          </a:p>
          <a:p>
            <a:r>
              <a:rPr lang="en-US" altLang="ko-KR" dirty="0"/>
              <a:t>         </a:t>
            </a:r>
            <a:r>
              <a:rPr lang="ko-KR" altLang="en-US" dirty="0"/>
              <a:t>또한</a:t>
            </a:r>
            <a:r>
              <a:rPr lang="en-US" altLang="ko-KR" dirty="0"/>
              <a:t>, </a:t>
            </a:r>
            <a:r>
              <a:rPr lang="ko-KR" altLang="en-US" dirty="0"/>
              <a:t>직급별 구성원이 각자 다른 도구로 쓰고 각자 </a:t>
            </a:r>
            <a:r>
              <a:rPr lang="en-US" altLang="ko-KR" dirty="0"/>
              <a:t>PC </a:t>
            </a:r>
            <a:r>
              <a:rPr lang="ko-KR" altLang="en-US" dirty="0"/>
              <a:t>폴더에 저장함</a:t>
            </a:r>
            <a:r>
              <a:rPr lang="en-US" altLang="ko-KR" dirty="0"/>
              <a:t>. </a:t>
            </a:r>
            <a:r>
              <a:rPr lang="ko-KR" altLang="en-US" dirty="0"/>
              <a:t>그러니 이력이 끊기고</a:t>
            </a:r>
            <a:r>
              <a:rPr lang="en-US" altLang="ko-KR" dirty="0"/>
              <a:t>, </a:t>
            </a:r>
            <a:r>
              <a:rPr lang="ko-KR" altLang="en-US" dirty="0"/>
              <a:t>업무끼리 연결도 안됨</a:t>
            </a:r>
            <a:endParaRPr lang="en-US" altLang="ko-KR" dirty="0"/>
          </a:p>
          <a:p>
            <a:endParaRPr lang="en-US" altLang="ko-KR" dirty="0"/>
          </a:p>
          <a:p>
            <a:r>
              <a:rPr lang="ko-KR" altLang="en-US" dirty="0"/>
              <a:t>다만</a:t>
            </a:r>
            <a:r>
              <a:rPr lang="en-US" altLang="ko-KR" dirty="0"/>
              <a:t>, </a:t>
            </a:r>
            <a:r>
              <a:rPr lang="ko-KR" altLang="en-US" dirty="0"/>
              <a:t>모든 구성원에게 똑같은 양식을 강요하는 건 현실적으로 어려움</a:t>
            </a:r>
            <a:r>
              <a:rPr lang="en-US" altLang="ko-KR" dirty="0"/>
              <a:t>. </a:t>
            </a:r>
            <a:r>
              <a:rPr lang="ko-KR" altLang="en-US" dirty="0"/>
              <a:t>그래서 저희는 틀은 고정하고</a:t>
            </a:r>
            <a:r>
              <a:rPr lang="en-US" altLang="ko-KR" dirty="0"/>
              <a:t>, </a:t>
            </a:r>
            <a:r>
              <a:rPr lang="ko-KR" altLang="en-US" dirty="0"/>
              <a:t>내용은 자유롭게 쓰는 방식으로</a:t>
            </a:r>
            <a:endParaRPr lang="en-US" altLang="ko-KR" dirty="0"/>
          </a:p>
        </p:txBody>
      </p:sp>
    </p:spTree>
    <p:extLst>
      <p:ext uri="{BB962C8B-B14F-4D97-AF65-F5344CB8AC3E}">
        <p14:creationId xmlns:p14="http://schemas.microsoft.com/office/powerpoint/2010/main" val="1871971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p:cNvSpPr>
            <a:spLocks noGrp="1"/>
          </p:cNvSpPr>
          <p:nvPr>
            <p:ph type="body" idx="1"/>
          </p:nvPr>
        </p:nvSpPr>
        <p:spPr>
          <a:xfrm>
            <a:off x="685800" y="4400550"/>
            <a:ext cx="5486400" cy="3600450"/>
          </a:xfrm>
          <a:prstGeom prst="rect">
            <a:avLst/>
          </a:prstGeom>
        </p:spPr>
        <p:txBody>
          <a:bodyPr/>
          <a:lstStyle/>
          <a:p>
            <a:r>
              <a:rPr lang="ko-KR" altLang="en-US" dirty="0"/>
              <a:t>웹에 쓰면 </a:t>
            </a:r>
            <a:r>
              <a:rPr lang="en-US" altLang="ko-KR" dirty="0"/>
              <a:t>PPT</a:t>
            </a:r>
            <a:r>
              <a:rPr lang="ko-KR" altLang="en-US" dirty="0"/>
              <a:t>가 나오는 구조를 구현했습니다</a:t>
            </a:r>
            <a:r>
              <a:rPr lang="en-US" altLang="ko-KR" dirty="0"/>
              <a:t>.</a:t>
            </a:r>
          </a:p>
          <a:p>
            <a:pPr marL="228600" indent="-228600">
              <a:buAutoNum type="arabicPeriod"/>
            </a:pPr>
            <a:r>
              <a:rPr lang="ko-KR" altLang="en-US" dirty="0"/>
              <a:t>사용자가 웹에 기록</a:t>
            </a:r>
            <a:endParaRPr lang="en-US" altLang="ko-KR" dirty="0"/>
          </a:p>
          <a:p>
            <a:pPr marL="228600" indent="-228600">
              <a:buAutoNum type="arabicPeriod"/>
            </a:pPr>
            <a:r>
              <a:rPr lang="ko-KR" altLang="en-US" dirty="0"/>
              <a:t>기록과 과제 정보는 </a:t>
            </a:r>
            <a:r>
              <a:rPr lang="en-US" altLang="ko-KR" dirty="0"/>
              <a:t>DB</a:t>
            </a:r>
            <a:r>
              <a:rPr lang="ko-KR" altLang="en-US" dirty="0"/>
              <a:t>에 저장 </a:t>
            </a:r>
            <a:r>
              <a:rPr lang="en-US" altLang="ko-KR" dirty="0"/>
              <a:t>(One source </a:t>
            </a:r>
            <a:r>
              <a:rPr lang="ko-KR" altLang="en-US" dirty="0"/>
              <a:t>형태</a:t>
            </a:r>
            <a:r>
              <a:rPr lang="en-US" altLang="ko-KR" dirty="0"/>
              <a:t>.</a:t>
            </a:r>
            <a:r>
              <a:rPr lang="ko-KR" altLang="en-US" dirty="0"/>
              <a:t> </a:t>
            </a:r>
            <a:r>
              <a:rPr lang="en-US" altLang="ko-KR" dirty="0"/>
              <a:t>AI</a:t>
            </a:r>
            <a:r>
              <a:rPr lang="ko-KR" altLang="en-US" dirty="0"/>
              <a:t>가 읽을 수 있는 형태로 저장</a:t>
            </a:r>
            <a:r>
              <a:rPr lang="en-US" altLang="ko-KR" dirty="0"/>
              <a:t>)</a:t>
            </a:r>
          </a:p>
          <a:p>
            <a:pPr marL="228600" indent="-228600">
              <a:buAutoNum type="arabicPeriod"/>
            </a:pPr>
            <a:r>
              <a:rPr lang="ko-KR" altLang="en-US" dirty="0"/>
              <a:t>보고서를 요청하면 </a:t>
            </a:r>
            <a:r>
              <a:rPr lang="ko-KR" altLang="en-US" dirty="0" err="1"/>
              <a:t>엑사원이</a:t>
            </a:r>
            <a:r>
              <a:rPr lang="ko-KR" altLang="en-US" dirty="0"/>
              <a:t> 일지를 읽고 요약</a:t>
            </a:r>
            <a:endParaRPr lang="en-US" altLang="ko-KR" dirty="0"/>
          </a:p>
          <a:p>
            <a:pPr marL="228600" indent="-228600">
              <a:buAutoNum type="arabicPeriod"/>
            </a:pPr>
            <a:r>
              <a:rPr lang="ko-KR" altLang="en-US" dirty="0"/>
              <a:t>요약한 내용은 회사 템플릿에 넣어 </a:t>
            </a:r>
            <a:r>
              <a:rPr lang="en-US" altLang="ko-KR" dirty="0"/>
              <a:t>PPT</a:t>
            </a:r>
            <a:r>
              <a:rPr lang="ko-KR" altLang="en-US" dirty="0"/>
              <a:t>를 생성</a:t>
            </a:r>
            <a:endParaRPr lang="en-US" altLang="ko-KR" dirty="0"/>
          </a:p>
          <a:p>
            <a:pPr marL="228600" indent="-228600">
              <a:buAutoNum type="arabicPeriod"/>
            </a:pPr>
            <a:endParaRPr lang="en-US" altLang="ko-KR" dirty="0"/>
          </a:p>
          <a:p>
            <a:pPr marL="0" indent="0">
              <a:buNone/>
            </a:pPr>
            <a:r>
              <a:rPr lang="ko-KR" altLang="en-US" dirty="0"/>
              <a:t>각종 보고자료들은 다음 단계로 구현할 </a:t>
            </a:r>
            <a:r>
              <a:rPr lang="ko-KR" altLang="en-US" dirty="0" err="1"/>
              <a:t>에정으로</a:t>
            </a:r>
            <a:r>
              <a:rPr lang="en-US" altLang="ko-KR" dirty="0"/>
              <a:t>, </a:t>
            </a:r>
            <a:r>
              <a:rPr lang="ko-KR" altLang="en-US" dirty="0"/>
              <a:t>같은 </a:t>
            </a:r>
            <a:r>
              <a:rPr lang="en-US" altLang="ko-KR" dirty="0"/>
              <a:t>DB</a:t>
            </a:r>
            <a:r>
              <a:rPr lang="ko-KR" altLang="en-US" dirty="0"/>
              <a:t>를 쓰니 </a:t>
            </a:r>
            <a:r>
              <a:rPr lang="en-US" altLang="ko-KR" dirty="0"/>
              <a:t>PPT </a:t>
            </a:r>
            <a:r>
              <a:rPr lang="ko-KR" altLang="en-US" dirty="0"/>
              <a:t>양식만 추가하면 됨</a:t>
            </a:r>
            <a:endParaRPr lang="en-US" altLang="ko-KR" dirty="0"/>
          </a:p>
        </p:txBody>
      </p:sp>
    </p:spTree>
    <p:extLst>
      <p:ext uri="{BB962C8B-B14F-4D97-AF65-F5344CB8AC3E}">
        <p14:creationId xmlns:p14="http://schemas.microsoft.com/office/powerpoint/2010/main" val="1541447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p:cNvSpPr>
            <a:spLocks noGrp="1"/>
          </p:cNvSpPr>
          <p:nvPr>
            <p:ph type="body" idx="1"/>
          </p:nvPr>
        </p:nvSpPr>
        <p:spPr>
          <a:xfrm>
            <a:off x="685800" y="4400550"/>
            <a:ext cx="5486400" cy="3600450"/>
          </a:xfrm>
          <a:prstGeom prst="rect">
            <a:avLst/>
          </a:prstGeom>
        </p:spPr>
        <p:txBody>
          <a:bodyPr/>
          <a:lstStyle/>
          <a:p>
            <a:r>
              <a:rPr lang="ko-KR" altLang="en-US" dirty="0"/>
              <a:t>프로젝트 시작 시 정보</a:t>
            </a:r>
            <a:r>
              <a:rPr lang="en-US" altLang="ko-KR" dirty="0"/>
              <a:t>(</a:t>
            </a:r>
            <a:r>
              <a:rPr lang="ko-KR" altLang="en-US" dirty="0"/>
              <a:t>배경</a:t>
            </a:r>
            <a:r>
              <a:rPr lang="en-US" altLang="ko-KR" dirty="0"/>
              <a:t>,</a:t>
            </a:r>
            <a:r>
              <a:rPr lang="ko-KR" altLang="en-US" dirty="0"/>
              <a:t>목적</a:t>
            </a:r>
            <a:r>
              <a:rPr lang="en-US" altLang="ko-KR" dirty="0"/>
              <a:t>,</a:t>
            </a:r>
            <a:r>
              <a:rPr lang="ko-KR" altLang="en-US" dirty="0"/>
              <a:t>일정</a:t>
            </a:r>
            <a:r>
              <a:rPr lang="en-US" altLang="ko-KR" dirty="0"/>
              <a:t>)</a:t>
            </a:r>
            <a:r>
              <a:rPr lang="ko-KR" altLang="en-US" dirty="0"/>
              <a:t>을 한번 입력하고</a:t>
            </a:r>
            <a:r>
              <a:rPr lang="en-US" altLang="ko-KR" dirty="0"/>
              <a:t>, </a:t>
            </a:r>
            <a:r>
              <a:rPr lang="ko-KR" altLang="en-US" dirty="0"/>
              <a:t>업무 일지는 기록</a:t>
            </a:r>
          </a:p>
        </p:txBody>
      </p:sp>
    </p:spTree>
    <p:extLst>
      <p:ext uri="{BB962C8B-B14F-4D97-AF65-F5344CB8AC3E}">
        <p14:creationId xmlns:p14="http://schemas.microsoft.com/office/powerpoint/2010/main" val="3560663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png"/><Relationship Id="rId5" Type="http://schemas.openxmlformats.org/officeDocument/2006/relationships/tags" Target="../tags/tag5.xml"/><Relationship Id="rId10" Type="http://schemas.openxmlformats.org/officeDocument/2006/relationships/slideMaster" Target="../slideMasters/slideMaster4.xml"/><Relationship Id="rId4" Type="http://schemas.openxmlformats.org/officeDocument/2006/relationships/tags" Target="../tags/tag4.xml"/><Relationship Id="rId9" Type="http://schemas.openxmlformats.org/officeDocument/2006/relationships/tags" Target="../tags/tag9.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표지 레이아웃">
    <p:spTree>
      <p:nvGrpSpPr>
        <p:cNvPr id="1" name=""/>
        <p:cNvGrpSpPr/>
        <p:nvPr/>
      </p:nvGrpSpPr>
      <p:grpSpPr>
        <a:xfrm>
          <a:off x="0" y="0"/>
          <a:ext cx="0" cy="0"/>
          <a:chOff x="0" y="0"/>
          <a:chExt cx="0" cy="0"/>
        </a:xfrm>
      </p:grpSpPr>
      <p:sp>
        <p:nvSpPr>
          <p:cNvPr id="21" name="텍스트 개체 틀 2"/>
          <p:cNvSpPr>
            <a:spLocks noGrp="1"/>
          </p:cNvSpPr>
          <p:nvPr>
            <p:ph type="body" sz="quarter" idx="13"/>
          </p:nvPr>
        </p:nvSpPr>
        <p:spPr>
          <a:xfrm>
            <a:off x="2504660" y="5517290"/>
            <a:ext cx="5087031" cy="648090"/>
          </a:xfrm>
          <a:prstGeom prst="rect">
            <a:avLst/>
          </a:prstGeom>
        </p:spPr>
        <p:txBody>
          <a:bodyPr anchor="ctr"/>
          <a:lstStyle>
            <a:lvl1pPr marL="0" indent="0" algn="ctr">
              <a:buNone/>
              <a:defRPr sz="1600" b="0" baseline="0">
                <a:solidFill>
                  <a:schemeClr val="tx1"/>
                </a:solidFill>
                <a:latin typeface="LG스마트체2.0 Regular" panose="020B0600000101010101" pitchFamily="50" charset="-127"/>
                <a:ea typeface="LG스마트체2.0 Regular" panose="020B0600000101010101" pitchFamily="50" charset="-127"/>
                <a:cs typeface="Arial" pitchFamily="34" charset="0"/>
              </a:defRPr>
            </a:lvl1pPr>
          </a:lstStyle>
          <a:p>
            <a:pPr lvl="0"/>
            <a:r>
              <a:rPr lang="ko-KR" altLang="en-US"/>
              <a:t>마스터 텍스트 스타일을 편집합니다</a:t>
            </a:r>
          </a:p>
        </p:txBody>
      </p:sp>
      <p:sp>
        <p:nvSpPr>
          <p:cNvPr id="22" name="텍스트 개체 틀 13"/>
          <p:cNvSpPr>
            <a:spLocks noGrp="1"/>
          </p:cNvSpPr>
          <p:nvPr>
            <p:ph type="body" sz="quarter" idx="15"/>
          </p:nvPr>
        </p:nvSpPr>
        <p:spPr>
          <a:xfrm>
            <a:off x="2777100" y="2492870"/>
            <a:ext cx="4381830" cy="2880400"/>
          </a:xfrm>
          <a:prstGeom prst="rect">
            <a:avLst/>
          </a:prstGeom>
        </p:spPr>
        <p:txBody>
          <a:bodyPr rtlCol="0" anchor="ctr">
            <a:normAutofit/>
          </a:bodyPr>
          <a:lstStyle>
            <a:lvl1pPr marL="342900" indent="-342900" algn="ctr">
              <a:lnSpc>
                <a:spcPct val="150000"/>
              </a:lnSpc>
              <a:buFont typeface="+mj-lt"/>
              <a:buAutoNum type="arabicPeriod"/>
              <a:defRPr kumimoji="1" lang="ko-KR" altLang="en-US" sz="2000" b="1" smtClean="0">
                <a:latin typeface="LG스마트체2.0 Light" panose="020B0600000101010101" pitchFamily="50" charset="-127"/>
                <a:ea typeface="LG스마트체2.0 Light" panose="020B0600000101010101" pitchFamily="50" charset="-127"/>
                <a:cs typeface="Arial" pitchFamily="34" charset="0"/>
              </a:defRPr>
            </a:lvl1pPr>
            <a:lvl2pPr marL="355600" indent="-177800" algn="ctr">
              <a:defRPr lang="ko-KR" altLang="en-US" sz="1400" smtClean="0">
                <a:latin typeface="LG스마트체2.0 Light" panose="020B0600000101010101" pitchFamily="50" charset="-127"/>
                <a:ea typeface="LG스마트체2.0 Light" panose="020B0600000101010101" pitchFamily="50" charset="-127"/>
              </a:defRPr>
            </a:lvl2pPr>
            <a:lvl3pPr>
              <a:defRPr lang="ko-KR" altLang="en-US" smtClean="0"/>
            </a:lvl3pPr>
            <a:lvl4pPr>
              <a:defRPr lang="ko-KR" altLang="en-US" smtClean="0"/>
            </a:lvl4pPr>
            <a:lvl5pPr>
              <a:defRPr lang="ko-KR" altLang="en-US"/>
            </a:lvl5pPr>
          </a:lstStyle>
          <a:p>
            <a:pPr lvl="0"/>
            <a:r>
              <a:rPr lang="ko-KR" altLang="en-US"/>
              <a:t>마스터 텍스트 스타일을 편집합니다</a:t>
            </a:r>
          </a:p>
          <a:p>
            <a:pPr lvl="1"/>
            <a:r>
              <a:rPr lang="ko-KR" altLang="en-US"/>
              <a:t>둘째 수준</a:t>
            </a:r>
          </a:p>
        </p:txBody>
      </p:sp>
      <p:sp>
        <p:nvSpPr>
          <p:cNvPr id="23" name="제목 1"/>
          <p:cNvSpPr>
            <a:spLocks noGrp="1"/>
          </p:cNvSpPr>
          <p:nvPr>
            <p:ph type="ctrTitle"/>
          </p:nvPr>
        </p:nvSpPr>
        <p:spPr>
          <a:xfrm>
            <a:off x="1439525" y="1174425"/>
            <a:ext cx="7056980" cy="814375"/>
          </a:xfrm>
          <a:prstGeom prst="rect">
            <a:avLst/>
          </a:prstGeom>
        </p:spPr>
        <p:txBody>
          <a:bodyPr rtlCol="0" anchor="ctr">
            <a:noAutofit/>
          </a:bodyPr>
          <a:lstStyle>
            <a:lvl1pPr algn="ctr">
              <a:defRPr kumimoji="1" lang="ko-KR" altLang="en-US" sz="4000" baseline="0">
                <a:solidFill>
                  <a:schemeClr val="tx1"/>
                </a:solidFill>
                <a:latin typeface="LG스마트체2.0 SemiBold" panose="020B0600000101010101" pitchFamily="50" charset="-127"/>
                <a:ea typeface="LG스마트체2.0 SemiBold" panose="020B0600000101010101" pitchFamily="50" charset="-127"/>
              </a:defRPr>
            </a:lvl1pPr>
          </a:lstStyle>
          <a:p>
            <a:pPr lvl="0"/>
            <a:r>
              <a:rPr lang="ko-KR" altLang="en-US"/>
              <a:t>마스터 제목 스타일 편집</a:t>
            </a:r>
          </a:p>
        </p:txBody>
      </p:sp>
      <p:cxnSp>
        <p:nvCxnSpPr>
          <p:cNvPr id="25" name="직선 연결선 24"/>
          <p:cNvCxnSpPr/>
          <p:nvPr/>
        </p:nvCxnSpPr>
        <p:spPr>
          <a:xfrm>
            <a:off x="1784560" y="2132820"/>
            <a:ext cx="6358144" cy="0"/>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098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본문 레이아웃">
    <p:spTree>
      <p:nvGrpSpPr>
        <p:cNvPr id="1" name=""/>
        <p:cNvGrpSpPr/>
        <p:nvPr/>
      </p:nvGrpSpPr>
      <p:grpSpPr>
        <a:xfrm>
          <a:off x="0" y="0"/>
          <a:ext cx="0" cy="0"/>
          <a:chOff x="0" y="0"/>
          <a:chExt cx="0" cy="0"/>
        </a:xfrm>
      </p:grpSpPr>
      <p:sp>
        <p:nvSpPr>
          <p:cNvPr id="17" name="부제목 2"/>
          <p:cNvSpPr>
            <a:spLocks noGrp="1"/>
          </p:cNvSpPr>
          <p:nvPr>
            <p:ph type="subTitle" idx="1" hasCustomPrompt="1"/>
          </p:nvPr>
        </p:nvSpPr>
        <p:spPr>
          <a:xfrm>
            <a:off x="344488" y="836712"/>
            <a:ext cx="9217024" cy="720080"/>
          </a:xfrm>
          <a:prstGeom prst="rect">
            <a:avLst/>
          </a:prstGeom>
        </p:spPr>
        <p:txBody>
          <a:bodyPr>
            <a:normAutofit/>
          </a:bodyPr>
          <a:lstStyle>
            <a:lvl1pPr marL="174625" indent="-174625">
              <a:buNone/>
              <a:defRPr lang="ko-KR" altLang="en-US" sz="1800" b="0" baseline="0">
                <a:latin typeface="LG스마트체2.0 Regular" panose="020B0600000101010101" pitchFamily="50" charset="-127"/>
                <a:ea typeface="LG스마트체2.0 Regular" panose="020B0600000101010101" pitchFamily="50" charset="-127"/>
                <a:cs typeface="Arial" panose="020B0604020202020204" pitchFamily="34" charset="0"/>
              </a:defRPr>
            </a:lvl1pPr>
          </a:lstStyle>
          <a:p>
            <a:pPr marL="0" lvl="0" indent="0" defTabSz="180000">
              <a:tabLst>
                <a:tab pos="90000" algn="l"/>
              </a:tabLst>
            </a:pPr>
            <a:r>
              <a:rPr lang="en-US" altLang="ko-KR"/>
              <a:t>Header Message </a:t>
            </a:r>
            <a:r>
              <a:rPr lang="ko-KR" altLang="en-US"/>
              <a:t>입력</a:t>
            </a:r>
          </a:p>
        </p:txBody>
      </p:sp>
      <p:sp>
        <p:nvSpPr>
          <p:cNvPr id="2" name="제목 1"/>
          <p:cNvSpPr>
            <a:spLocks noGrp="1"/>
          </p:cNvSpPr>
          <p:nvPr>
            <p:ph type="title" hasCustomPrompt="1"/>
          </p:nvPr>
        </p:nvSpPr>
        <p:spPr>
          <a:xfrm>
            <a:off x="57150" y="95252"/>
            <a:ext cx="7348538" cy="431800"/>
          </a:xfrm>
          <a:prstGeom prst="rect">
            <a:avLst/>
          </a:prstGeom>
        </p:spPr>
        <p:txBody>
          <a:bodyPr/>
          <a:lstStyle>
            <a:lvl1pPr>
              <a:defRPr>
                <a:solidFill>
                  <a:schemeClr val="tx1"/>
                </a:solidFill>
                <a:latin typeface="LG스마트체2.0 SemiBold" panose="020B0600000101010101" pitchFamily="50" charset="-127"/>
                <a:ea typeface="LG스마트체2.0 SemiBold" panose="020B0600000101010101" pitchFamily="50" charset="-127"/>
              </a:defRPr>
            </a:lvl1pPr>
          </a:lstStyle>
          <a:p>
            <a:r>
              <a:rPr lang="ko-KR" altLang="en-US"/>
              <a:t>슬라이드 주제</a:t>
            </a:r>
          </a:p>
        </p:txBody>
      </p:sp>
      <p:sp>
        <p:nvSpPr>
          <p:cNvPr id="7" name="텍스트 개체 틀 2"/>
          <p:cNvSpPr>
            <a:spLocks noGrp="1"/>
          </p:cNvSpPr>
          <p:nvPr>
            <p:ph type="body" sz="quarter" idx="16" hasCustomPrompt="1"/>
          </p:nvPr>
        </p:nvSpPr>
        <p:spPr>
          <a:xfrm>
            <a:off x="344488" y="1844675"/>
            <a:ext cx="9217025" cy="1584325"/>
          </a:xfrm>
          <a:prstGeom prst="rect">
            <a:avLst/>
          </a:prstGeom>
        </p:spPr>
        <p:txBody>
          <a:bodyPr/>
          <a:lstStyle>
            <a:lvl1pPr>
              <a:defRPr>
                <a:latin typeface="LG스마트체2.0 Regular" panose="020B0600000101010101" pitchFamily="50" charset="-127"/>
                <a:ea typeface="LG스마트체2.0 Regular" panose="020B0600000101010101" pitchFamily="50" charset="-127"/>
              </a:defRPr>
            </a:lvl1pPr>
            <a:lvl2pPr marL="363538" indent="-192088">
              <a:buFont typeface="맑은 고딕" panose="020B0503020000020004" pitchFamily="50" charset="-127"/>
              <a:buChar char="－"/>
              <a:defRPr>
                <a:latin typeface="LG스마트체2.0 Regular" panose="020B0600000101010101" pitchFamily="50" charset="-127"/>
                <a:ea typeface="LG스마트체2.0 Regular" panose="020B0600000101010101" pitchFamily="50" charset="-127"/>
              </a:defRPr>
            </a:lvl2pPr>
            <a:lvl3pPr marL="631825" indent="-185738">
              <a:buFont typeface="맑은 고딕" panose="020B0503020000020004" pitchFamily="50" charset="-127"/>
              <a:buChar char="."/>
              <a:defRPr>
                <a:latin typeface="LG스마트체2.0 Regular" panose="020B0600000101010101" pitchFamily="50" charset="-127"/>
                <a:ea typeface="LG스마트체2.0 Regular" panose="020B0600000101010101" pitchFamily="50" charset="-127"/>
              </a:defRPr>
            </a:lvl3pPr>
            <a:lvl4pPr marL="714375" indent="-173038">
              <a:buFontTx/>
              <a:buNone/>
              <a:tabLst>
                <a:tab pos="266700" algn="l"/>
              </a:tabLst>
              <a:defRPr/>
            </a:lvl4pPr>
            <a:lvl5pPr marL="896938" indent="-174625">
              <a:defRPr/>
            </a:lvl5pPr>
          </a:lstStyle>
          <a:p>
            <a:pPr lvl="0"/>
            <a:r>
              <a:rPr lang="ko-KR" altLang="en-US"/>
              <a:t>첫째 수준</a:t>
            </a:r>
          </a:p>
          <a:p>
            <a:pPr lvl="1"/>
            <a:r>
              <a:rPr lang="ko-KR" altLang="en-US"/>
              <a:t>둘째 수준</a:t>
            </a:r>
          </a:p>
          <a:p>
            <a:pPr lvl="2"/>
            <a:r>
              <a:rPr lang="ko-KR" altLang="en-US"/>
              <a:t>셋째 수준</a:t>
            </a:r>
            <a:endParaRPr lang="en-US" altLang="ko-KR"/>
          </a:p>
          <a:p>
            <a:pPr lvl="2"/>
            <a:endParaRPr lang="en-US" altLang="ko-KR"/>
          </a:p>
          <a:p>
            <a:pPr lvl="2"/>
            <a:endParaRPr lang="en-US" altLang="ko-KR"/>
          </a:p>
          <a:p>
            <a:pPr lvl="2"/>
            <a:endParaRPr lang="ko-KR" altLang="en-US"/>
          </a:p>
        </p:txBody>
      </p:sp>
      <p:sp>
        <p:nvSpPr>
          <p:cNvPr id="8" name="Rectangle 504"/>
          <p:cNvSpPr>
            <a:spLocks noChangeArrowheads="1"/>
          </p:cNvSpPr>
          <p:nvPr/>
        </p:nvSpPr>
        <p:spPr bwMode="auto">
          <a:xfrm>
            <a:off x="4583113" y="6628130"/>
            <a:ext cx="730250" cy="204641"/>
          </a:xfrm>
          <a:prstGeom prst="rect">
            <a:avLst/>
          </a:prstGeom>
          <a:noFill/>
          <a:ln>
            <a:noFill/>
          </a:ln>
        </p:spPr>
        <p:txBody>
          <a:bodyPr lIns="59131" tIns="25131" rIns="59131" bIns="25131" anchor="b">
            <a:spAutoFit/>
          </a:bodyPr>
          <a:lstStyle/>
          <a:p>
            <a:pPr marL="0" marR="0" lvl="0" indent="0" algn="ctr" defTabSz="860425" rtl="0" eaLnBrk="0" fontAlgn="base" latinLnBrk="1" hangingPunct="0">
              <a:lnSpc>
                <a:spcPct val="100000"/>
              </a:lnSpc>
              <a:spcBef>
                <a:spcPct val="0"/>
              </a:spcBef>
              <a:spcAft>
                <a:spcPct val="0"/>
              </a:spcAft>
              <a:buClrTx/>
              <a:buSzTx/>
              <a:buFontTx/>
              <a:buNone/>
              <a:tabLst/>
              <a:defRPr/>
            </a:pPr>
            <a:fld id="{00B0C5C4-9219-4906-8237-00BF209BDA3C}" type="slidenum">
              <a:rPr kumimoji="0" lang="en-GB" altLang="ko-KR" sz="1000" b="0" i="0" u="none" strike="noStrike" kern="1200" cap="none" spc="0" normalizeH="0" baseline="0" noProof="0" smtClean="0">
                <a:ln>
                  <a:noFill/>
                </a:ln>
                <a:solidFill>
                  <a:prstClr val="black"/>
                </a:solidFill>
                <a:effectLst/>
                <a:uLnTx/>
                <a:uFillTx/>
                <a:latin typeface="LG스마트체2.0 Regular" panose="020B0600000101010101" pitchFamily="50" charset="-127"/>
                <a:ea typeface="LG스마트체2.0 Regular" panose="020B0600000101010101" pitchFamily="50" charset="-127"/>
                <a:cs typeface="Arial" panose="020B0604020202020204" pitchFamily="34" charset="0"/>
              </a:rPr>
              <a:pPr marL="0" marR="0" lvl="0" indent="0" algn="ctr" defTabSz="860425" rtl="0" eaLnBrk="0" fontAlgn="base" latinLnBrk="1" hangingPunct="0">
                <a:lnSpc>
                  <a:spcPct val="100000"/>
                </a:lnSpc>
                <a:spcBef>
                  <a:spcPct val="0"/>
                </a:spcBef>
                <a:spcAft>
                  <a:spcPct val="0"/>
                </a:spcAft>
                <a:buClrTx/>
                <a:buSzTx/>
                <a:buFontTx/>
                <a:buNone/>
                <a:tabLst/>
                <a:defRPr/>
              </a:pPr>
              <a:t>‹#›</a:t>
            </a:fld>
            <a:r>
              <a:rPr kumimoji="0" lang="en-GB" altLang="ko-KR" sz="1000" b="0" i="0" u="none" strike="noStrike" kern="1200" cap="none" spc="0" normalizeH="0" baseline="0" noProof="0">
                <a:ln>
                  <a:noFill/>
                </a:ln>
                <a:solidFill>
                  <a:prstClr val="black"/>
                </a:solidFill>
                <a:effectLst/>
                <a:uLnTx/>
                <a:uFillTx/>
                <a:latin typeface="LG스마트체2.0 Regular" panose="020B0600000101010101" pitchFamily="50" charset="-127"/>
                <a:ea typeface="LG스마트체2.0 Regular" panose="020B0600000101010101" pitchFamily="50" charset="-127"/>
                <a:cs typeface="Arial" panose="020B0604020202020204" pitchFamily="34" charset="0"/>
              </a:rPr>
              <a:t>/11</a:t>
            </a:r>
          </a:p>
        </p:txBody>
      </p:sp>
      <p:cxnSp>
        <p:nvCxnSpPr>
          <p:cNvPr id="9" name="직선 연결선 8"/>
          <p:cNvCxnSpPr/>
          <p:nvPr/>
        </p:nvCxnSpPr>
        <p:spPr>
          <a:xfrm>
            <a:off x="0" y="620610"/>
            <a:ext cx="990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824275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첨부 레이아웃">
    <p:spTree>
      <p:nvGrpSpPr>
        <p:cNvPr id="1" name=""/>
        <p:cNvGrpSpPr/>
        <p:nvPr/>
      </p:nvGrpSpPr>
      <p:grpSpPr>
        <a:xfrm>
          <a:off x="0" y="0"/>
          <a:ext cx="0" cy="0"/>
          <a:chOff x="0" y="0"/>
          <a:chExt cx="0" cy="0"/>
        </a:xfrm>
      </p:grpSpPr>
      <p:sp>
        <p:nvSpPr>
          <p:cNvPr id="7" name="부제목 2"/>
          <p:cNvSpPr>
            <a:spLocks noGrp="1"/>
          </p:cNvSpPr>
          <p:nvPr>
            <p:ph type="subTitle" idx="1"/>
          </p:nvPr>
        </p:nvSpPr>
        <p:spPr>
          <a:xfrm>
            <a:off x="344488" y="836712"/>
            <a:ext cx="9217024" cy="720080"/>
          </a:xfrm>
          <a:prstGeom prst="rect">
            <a:avLst/>
          </a:prstGeom>
        </p:spPr>
        <p:txBody>
          <a:bodyPr>
            <a:normAutofit/>
          </a:bodyPr>
          <a:lstStyle>
            <a:lvl1pPr>
              <a:defRPr lang="ko-KR" altLang="en-US" sz="1800" b="0" baseline="0">
                <a:latin typeface="LG스마트체2.0 Regular" panose="020B0600000101010101" pitchFamily="50" charset="-127"/>
                <a:ea typeface="LG스마트체2.0 Regular" panose="020B0600000101010101" pitchFamily="50" charset="-127"/>
                <a:cs typeface="Arial" panose="020B0604020202020204" pitchFamily="34" charset="0"/>
              </a:defRPr>
            </a:lvl1pPr>
          </a:lstStyle>
          <a:p>
            <a:pPr marL="0" lvl="0" indent="0" defTabSz="180000">
              <a:buNone/>
              <a:tabLst>
                <a:tab pos="90000" algn="l"/>
              </a:tabLst>
            </a:pPr>
            <a:endParaRPr lang="ko-KR" altLang="en-US"/>
          </a:p>
        </p:txBody>
      </p:sp>
      <p:sp>
        <p:nvSpPr>
          <p:cNvPr id="8" name="텍스트 개체 틀 2"/>
          <p:cNvSpPr>
            <a:spLocks noGrp="1"/>
          </p:cNvSpPr>
          <p:nvPr>
            <p:ph type="body" sz="quarter" idx="16" hasCustomPrompt="1"/>
          </p:nvPr>
        </p:nvSpPr>
        <p:spPr>
          <a:xfrm>
            <a:off x="344488" y="1844675"/>
            <a:ext cx="9217025" cy="1584325"/>
          </a:xfrm>
          <a:prstGeom prst="rect">
            <a:avLst/>
          </a:prstGeom>
        </p:spPr>
        <p:txBody>
          <a:bodyPr/>
          <a:lstStyle>
            <a:lvl1pPr>
              <a:defRPr>
                <a:latin typeface="LG스마트체2.0 Regular" panose="020B0600000101010101" pitchFamily="50" charset="-127"/>
                <a:ea typeface="LG스마트체2.0 Regular" panose="020B0600000101010101" pitchFamily="50" charset="-127"/>
              </a:defRPr>
            </a:lvl1pPr>
            <a:lvl2pPr marL="363538" indent="-192088">
              <a:buFont typeface="맑은 고딕" panose="020B0503020000020004" pitchFamily="50" charset="-127"/>
              <a:buChar char="－"/>
              <a:defRPr>
                <a:latin typeface="LG스마트체2.0 Regular" panose="020B0600000101010101" pitchFamily="50" charset="-127"/>
                <a:ea typeface="LG스마트체2.0 Regular" panose="020B0600000101010101" pitchFamily="50" charset="-127"/>
              </a:defRPr>
            </a:lvl2pPr>
            <a:lvl3pPr marL="631825" indent="-185738">
              <a:buFont typeface="맑은 고딕" panose="020B0503020000020004" pitchFamily="50" charset="-127"/>
              <a:buChar char="."/>
              <a:defRPr>
                <a:latin typeface="LG스마트체2.0 Regular" panose="020B0600000101010101" pitchFamily="50" charset="-127"/>
                <a:ea typeface="LG스마트체2.0 Regular" panose="020B0600000101010101" pitchFamily="50" charset="-127"/>
              </a:defRPr>
            </a:lvl3pPr>
            <a:lvl4pPr marL="714375" indent="-173038">
              <a:buFontTx/>
              <a:buNone/>
              <a:tabLst>
                <a:tab pos="266700" algn="l"/>
              </a:tabLst>
              <a:defRPr/>
            </a:lvl4pPr>
            <a:lvl5pPr marL="896938" indent="-174625">
              <a:defRPr/>
            </a:lvl5pPr>
          </a:lstStyle>
          <a:p>
            <a:pPr lvl="0"/>
            <a:r>
              <a:rPr lang="ko-KR" altLang="en-US"/>
              <a:t>첫째 수준</a:t>
            </a:r>
          </a:p>
          <a:p>
            <a:pPr lvl="1"/>
            <a:r>
              <a:rPr lang="ko-KR" altLang="en-US"/>
              <a:t>둘째 수준</a:t>
            </a:r>
          </a:p>
          <a:p>
            <a:pPr lvl="2"/>
            <a:r>
              <a:rPr lang="ko-KR" altLang="en-US"/>
              <a:t>셋째 수준</a:t>
            </a:r>
            <a:endParaRPr lang="en-US" altLang="ko-KR"/>
          </a:p>
          <a:p>
            <a:pPr lvl="2"/>
            <a:endParaRPr lang="en-US" altLang="ko-KR"/>
          </a:p>
          <a:p>
            <a:pPr lvl="2"/>
            <a:endParaRPr lang="en-US" altLang="ko-KR"/>
          </a:p>
          <a:p>
            <a:pPr lvl="2"/>
            <a:endParaRPr lang="ko-KR" altLang="en-US"/>
          </a:p>
        </p:txBody>
      </p:sp>
      <p:sp>
        <p:nvSpPr>
          <p:cNvPr id="12" name="제목 1"/>
          <p:cNvSpPr>
            <a:spLocks noGrp="1"/>
          </p:cNvSpPr>
          <p:nvPr>
            <p:ph type="title" hasCustomPrompt="1"/>
          </p:nvPr>
        </p:nvSpPr>
        <p:spPr>
          <a:xfrm>
            <a:off x="57150" y="95252"/>
            <a:ext cx="7348538" cy="431800"/>
          </a:xfrm>
          <a:prstGeom prst="rect">
            <a:avLst/>
          </a:prstGeom>
        </p:spPr>
        <p:txBody>
          <a:bodyPr/>
          <a:lstStyle>
            <a:lvl1pPr>
              <a:defRPr>
                <a:solidFill>
                  <a:schemeClr val="tx1"/>
                </a:solidFill>
                <a:latin typeface="LG스마트체2.0 SemiBold" panose="020B0600000101010101" pitchFamily="50" charset="-127"/>
                <a:ea typeface="LG스마트체2.0 SemiBold" panose="020B0600000101010101" pitchFamily="50" charset="-127"/>
              </a:defRPr>
            </a:lvl1pPr>
          </a:lstStyle>
          <a:p>
            <a:r>
              <a:rPr lang="ko-KR" altLang="en-US"/>
              <a:t>슬라이드 주제</a:t>
            </a:r>
          </a:p>
        </p:txBody>
      </p:sp>
    </p:spTree>
    <p:extLst>
      <p:ext uri="{BB962C8B-B14F-4D97-AF65-F5344CB8AC3E}">
        <p14:creationId xmlns:p14="http://schemas.microsoft.com/office/powerpoint/2010/main" val="412156978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050751" y="1863715"/>
            <a:ext cx="7189342" cy="584775"/>
          </a:xfrm>
        </p:spPr>
        <p:txBody>
          <a:bodyPr wrap="square" anchor="t">
            <a:spAutoFit/>
          </a:bodyPr>
          <a:lstStyle>
            <a:lvl1pPr algn="l">
              <a:defRPr sz="3200">
                <a:solidFill>
                  <a:schemeClr val="tx1">
                    <a:lumMod val="65000"/>
                    <a:lumOff val="35000"/>
                  </a:schemeClr>
                </a:solidFill>
                <a:latin typeface="LG스마트체2.0 SemiBold" panose="020B0600000101010101" pitchFamily="50" charset="-127"/>
                <a:ea typeface="LG스마트체2.0 SemiBold" panose="020B0600000101010101" pitchFamily="50" charset="-127"/>
              </a:defRPr>
            </a:lvl1pPr>
          </a:lstStyle>
          <a:p>
            <a:r>
              <a:rPr lang="ko-KR" altLang="en-US"/>
              <a:t>마스터 제목 스타일 편집</a:t>
            </a:r>
          </a:p>
        </p:txBody>
      </p:sp>
      <p:sp>
        <p:nvSpPr>
          <p:cNvPr id="16" name="Text Box 2"/>
          <p:cNvSpPr txBox="1">
            <a:spLocks noChangeArrowheads="1"/>
          </p:cNvSpPr>
          <p:nvPr userDrawn="1"/>
        </p:nvSpPr>
        <p:spPr bwMode="gray">
          <a:xfrm>
            <a:off x="4442044" y="6660775"/>
            <a:ext cx="10150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charset="0"/>
                <a:ea typeface="맑은 고딕" pitchFamily="50" charset="-127"/>
              </a:defRPr>
            </a:lvl1pPr>
            <a:lvl2pPr marL="742950" indent="-285750" eaLnBrk="0" hangingPunct="0">
              <a:defRPr kumimoji="1" sz="1200" b="1">
                <a:solidFill>
                  <a:schemeClr val="tx1"/>
                </a:solidFill>
                <a:latin typeface="Arial" charset="0"/>
                <a:ea typeface="맑은 고딕" pitchFamily="50" charset="-127"/>
              </a:defRPr>
            </a:lvl2pPr>
            <a:lvl3pPr marL="1143000" indent="-228600" eaLnBrk="0" hangingPunct="0">
              <a:defRPr kumimoji="1" sz="1200" b="1">
                <a:solidFill>
                  <a:schemeClr val="tx1"/>
                </a:solidFill>
                <a:latin typeface="Arial" charset="0"/>
                <a:ea typeface="맑은 고딕" pitchFamily="50" charset="-127"/>
              </a:defRPr>
            </a:lvl3pPr>
            <a:lvl4pPr marL="1600200" indent="-228600" eaLnBrk="0" hangingPunct="0">
              <a:defRPr kumimoji="1" sz="1200" b="1">
                <a:solidFill>
                  <a:schemeClr val="tx1"/>
                </a:solidFill>
                <a:latin typeface="Arial" charset="0"/>
                <a:ea typeface="맑은 고딕" pitchFamily="50" charset="-127"/>
              </a:defRPr>
            </a:lvl4pPr>
            <a:lvl5pPr marL="2057400" indent="-228600" eaLnBrk="0" hangingPunct="0">
              <a:defRPr kumimoji="1" sz="1200" b="1">
                <a:solidFill>
                  <a:schemeClr val="tx1"/>
                </a:solidFill>
                <a:latin typeface="Arial" charset="0"/>
                <a:ea typeface="맑은 고딕" pitchFamily="50" charset="-127"/>
              </a:defRPr>
            </a:lvl5pPr>
            <a:lvl6pPr marL="25146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6pPr>
            <a:lvl7pPr marL="29718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7pPr>
            <a:lvl8pPr marL="34290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8pPr>
            <a:lvl9pPr marL="38862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9pPr>
          </a:lstStyle>
          <a:p>
            <a:pPr algn="dist" eaLnBrk="1" latinLnBrk="0" hangingPunct="1">
              <a:spcBef>
                <a:spcPct val="50000"/>
              </a:spcBef>
            </a:pPr>
            <a:r>
              <a:rPr lang="ko-KR" altLang="en-US" sz="800" b="1">
                <a:solidFill>
                  <a:srgbClr val="A50034"/>
                </a:solidFill>
                <a:latin typeface="LG스마트체2.0 SemiBold" panose="020B0600000101010101" pitchFamily="50" charset="-127"/>
                <a:ea typeface="LG스마트체2.0 SemiBold" panose="020B0600000101010101" pitchFamily="50" charset="-127"/>
              </a:rPr>
              <a:t>｜</a:t>
            </a:r>
            <a:r>
              <a:rPr lang="en-US" altLang="ko-KR" sz="800" b="0">
                <a:solidFill>
                  <a:srgbClr val="A50034"/>
                </a:solidFill>
                <a:latin typeface="LG스마트체2.0 Bold" panose="020B0600000101010101" pitchFamily="50" charset="-127"/>
                <a:ea typeface="LG스마트체2.0 Bold" panose="020B0600000101010101" pitchFamily="50" charset="-127"/>
              </a:rPr>
              <a:t>CONFIDENTIAL</a:t>
            </a:r>
            <a:r>
              <a:rPr lang="ko-KR" altLang="en-US" sz="800" b="1">
                <a:solidFill>
                  <a:srgbClr val="A50034"/>
                </a:solidFill>
                <a:latin typeface="LG스마트체2.0 SemiBold" panose="020B0600000101010101" pitchFamily="50" charset="-127"/>
                <a:ea typeface="LG스마트체2.0 SemiBold" panose="020B0600000101010101" pitchFamily="50" charset="-127"/>
              </a:rPr>
              <a:t>｜</a:t>
            </a:r>
            <a:endParaRPr lang="en-US" altLang="ko-KR" sz="800" b="1">
              <a:solidFill>
                <a:srgbClr val="A50034"/>
              </a:solidFill>
              <a:latin typeface="LG스마트체2.0 SemiBold" panose="020B0600000101010101" pitchFamily="50" charset="-127"/>
              <a:ea typeface="LG스마트체2.0 SemiBold" panose="020B0600000101010101" pitchFamily="50" charset="-127"/>
            </a:endParaRPr>
          </a:p>
        </p:txBody>
      </p:sp>
      <p:sp>
        <p:nvSpPr>
          <p:cNvPr id="23" name="내용 개체 틀 22"/>
          <p:cNvSpPr>
            <a:spLocks noGrp="1"/>
          </p:cNvSpPr>
          <p:nvPr>
            <p:ph sz="quarter" idx="11"/>
          </p:nvPr>
        </p:nvSpPr>
        <p:spPr>
          <a:xfrm>
            <a:off x="1208088" y="2565400"/>
            <a:ext cx="6961187" cy="307777"/>
          </a:xfrm>
        </p:spPr>
        <p:txBody>
          <a:bodyPr vert="horz" wrap="square" lIns="91440" tIns="45720" rIns="91440" bIns="45720" rtlCol="0" anchor="t">
            <a:spAutoFit/>
          </a:bodyPr>
          <a:lstStyle>
            <a:lvl1pPr>
              <a:defRPr lang="ko-KR" altLang="en-US" sz="1400" dirty="0" smtClean="0">
                <a:solidFill>
                  <a:schemeClr val="tx1">
                    <a:lumMod val="65000"/>
                    <a:lumOff val="35000"/>
                  </a:schemeClr>
                </a:solidFill>
                <a:latin typeface="LG스마트체2.0 SemiBold" panose="020B0600000101010101" pitchFamily="50" charset="-127"/>
                <a:ea typeface="LG스마트체2.0 SemiBold" panose="020B0600000101010101" pitchFamily="50" charset="-127"/>
                <a:cs typeface="+mj-cs"/>
              </a:defRPr>
            </a:lvl1pPr>
            <a:lvl2pPr marL="457200" indent="0">
              <a:buNone/>
              <a:defRPr lang="ko-KR" altLang="en-US" dirty="0" smtClean="0"/>
            </a:lvl2pPr>
            <a:lvl3pPr marL="914400" indent="0">
              <a:buNone/>
              <a:defRPr lang="ko-KR" altLang="en-US" dirty="0" smtClean="0"/>
            </a:lvl3pPr>
            <a:lvl4pPr marL="1371600" indent="0">
              <a:buNone/>
              <a:defRPr lang="ko-KR" altLang="en-US" dirty="0" smtClean="0"/>
            </a:lvl4pPr>
            <a:lvl5pPr marL="1828800" indent="0">
              <a:buNone/>
              <a:defRPr lang="ko-KR" altLang="en-US" dirty="0"/>
            </a:lvl5pPr>
          </a:lstStyle>
          <a:p>
            <a:pPr lvl="0">
              <a:spcBef>
                <a:spcPct val="0"/>
              </a:spcBef>
              <a:buNone/>
            </a:pPr>
            <a:r>
              <a:rPr lang="ko-KR" altLang="en-US"/>
              <a:t>마스터 텍스트 스타일을 편집합니다</a:t>
            </a:r>
          </a:p>
        </p:txBody>
      </p:sp>
      <p:sp>
        <p:nvSpPr>
          <p:cNvPr id="24" name="내용 개체 틀 22"/>
          <p:cNvSpPr>
            <a:spLocks noGrp="1"/>
          </p:cNvSpPr>
          <p:nvPr>
            <p:ph sz="quarter" idx="12"/>
          </p:nvPr>
        </p:nvSpPr>
        <p:spPr>
          <a:xfrm>
            <a:off x="1208088" y="5176203"/>
            <a:ext cx="6960333" cy="307777"/>
          </a:xfrm>
        </p:spPr>
        <p:txBody>
          <a:bodyPr vert="horz" wrap="square" lIns="91440" tIns="45720" rIns="91440" bIns="45720" rtlCol="0" anchor="t">
            <a:spAutoFit/>
          </a:bodyPr>
          <a:lstStyle>
            <a:lvl1pPr>
              <a:defRPr lang="ko-KR" altLang="en-US" sz="1400" dirty="0" smtClean="0">
                <a:solidFill>
                  <a:schemeClr val="tx1">
                    <a:lumMod val="65000"/>
                    <a:lumOff val="35000"/>
                  </a:schemeClr>
                </a:solidFill>
                <a:latin typeface="LG스마트체2.0 Regular" panose="020B0600000101010101" pitchFamily="50" charset="-127"/>
                <a:ea typeface="LG스마트체2.0 Regular" panose="020B0600000101010101" pitchFamily="50" charset="-127"/>
                <a:cs typeface="+mj-cs"/>
              </a:defRPr>
            </a:lvl1pPr>
            <a:lvl2pPr marL="457200" indent="0">
              <a:buNone/>
              <a:defRPr lang="ko-KR" altLang="en-US" dirty="0" smtClean="0"/>
            </a:lvl2pPr>
            <a:lvl3pPr marL="914400" indent="0">
              <a:buNone/>
              <a:defRPr lang="ko-KR" altLang="en-US" dirty="0" smtClean="0"/>
            </a:lvl3pPr>
            <a:lvl4pPr marL="1371600" indent="0">
              <a:buNone/>
              <a:defRPr lang="ko-KR" altLang="en-US" dirty="0" smtClean="0"/>
            </a:lvl4pPr>
            <a:lvl5pPr marL="1828800" indent="0">
              <a:buNone/>
              <a:defRPr lang="ko-KR" altLang="en-US" dirty="0"/>
            </a:lvl5pPr>
          </a:lstStyle>
          <a:p>
            <a:pPr lvl="0">
              <a:spcBef>
                <a:spcPct val="0"/>
              </a:spcBef>
              <a:buNone/>
            </a:pPr>
            <a:r>
              <a:rPr lang="ko-KR" altLang="en-US"/>
              <a:t>마스터 텍스트 스타일을 편집합니다</a:t>
            </a:r>
          </a:p>
        </p:txBody>
      </p:sp>
      <p:grpSp>
        <p:nvGrpSpPr>
          <p:cNvPr id="11" name="그룹 10"/>
          <p:cNvGrpSpPr/>
          <p:nvPr userDrawn="1"/>
        </p:nvGrpSpPr>
        <p:grpSpPr>
          <a:xfrm>
            <a:off x="200025" y="188913"/>
            <a:ext cx="9505950" cy="6480175"/>
            <a:chOff x="200025" y="188913"/>
            <a:chExt cx="9505950" cy="6480175"/>
          </a:xfrm>
        </p:grpSpPr>
        <p:grpSp>
          <p:nvGrpSpPr>
            <p:cNvPr id="12" name="그룹 11"/>
            <p:cNvGrpSpPr/>
            <p:nvPr/>
          </p:nvGrpSpPr>
          <p:grpSpPr>
            <a:xfrm>
              <a:off x="200025" y="188913"/>
              <a:ext cx="9505950" cy="6480175"/>
              <a:chOff x="200025" y="188913"/>
              <a:chExt cx="9505950" cy="6480175"/>
            </a:xfrm>
          </p:grpSpPr>
          <p:sp>
            <p:nvSpPr>
              <p:cNvPr id="17" name="직사각형 16"/>
              <p:cNvSpPr/>
              <p:nvPr/>
            </p:nvSpPr>
            <p:spPr>
              <a:xfrm>
                <a:off x="200025" y="188913"/>
                <a:ext cx="9505950" cy="6480175"/>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algn="ctr"/>
                <a:endParaRPr lang="ko-KR" altLang="en-US"/>
              </a:p>
            </p:txBody>
          </p:sp>
          <p:pic>
            <p:nvPicPr>
              <p:cNvPr id="18" name="Picture 2" descr="C:\ECM\TEMP\부서함\Brand담당\20년 연간업무계획\디지털 그래픽 모티브 개발★\★1st Manual Official Release\Graphic Asset_v1.0\1. Main motif - Solid color\png\Main_motif-LG_red_solid.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88574" b="66436"/>
              <a:stretch/>
            </p:blipFill>
            <p:spPr bwMode="auto">
              <a:xfrm>
                <a:off x="200025" y="188913"/>
                <a:ext cx="735289"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ECM\TEMP\부서함\Brand담당\20년 연간업무계획\디지털 그래픽 모티브 개발★\★1st Manual Official Release\Graphic Asset_v1.0\1. Main motif - Solid color\png\Main_motif-LG_red_solid.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7355" t="77614"/>
              <a:stretch/>
            </p:blipFill>
            <p:spPr bwMode="auto">
              <a:xfrm>
                <a:off x="8249308" y="5229088"/>
                <a:ext cx="1456667" cy="1440000"/>
              </a:xfrm>
              <a:prstGeom prst="rect">
                <a:avLst/>
              </a:prstGeom>
              <a:noFill/>
              <a:extLst>
                <a:ext uri="{909E8E84-426E-40DD-AFC4-6F175D3DCCD1}">
                  <a14:hiddenFill xmlns:a14="http://schemas.microsoft.com/office/drawing/2010/main">
                    <a:solidFill>
                      <a:srgbClr val="FFFFFF"/>
                    </a:solidFill>
                  </a14:hiddenFill>
                </a:ext>
              </a:extLst>
            </p:spPr>
          </p:pic>
        </p:grpSp>
        <p:pic>
          <p:nvPicPr>
            <p:cNvPr id="15" name="Picture 2" descr="C:\ECM\TEMP\부서함\Brand담당\CI 매뉴얼★\★로고파일-자회사名\14년ver\(주)LG\LG_가로조합.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45866" y="5137700"/>
              <a:ext cx="824060" cy="36144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865311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간지 슬라이드">
    <p:spTree>
      <p:nvGrpSpPr>
        <p:cNvPr id="1" name=""/>
        <p:cNvGrpSpPr/>
        <p:nvPr/>
      </p:nvGrpSpPr>
      <p:grpSpPr>
        <a:xfrm>
          <a:off x="0" y="0"/>
          <a:ext cx="0" cy="0"/>
          <a:chOff x="0" y="0"/>
          <a:chExt cx="0" cy="0"/>
        </a:xfrm>
      </p:grpSpPr>
      <p:sp>
        <p:nvSpPr>
          <p:cNvPr id="2" name="제목 1"/>
          <p:cNvSpPr>
            <a:spLocks noGrp="1"/>
          </p:cNvSpPr>
          <p:nvPr>
            <p:ph type="title"/>
          </p:nvPr>
        </p:nvSpPr>
        <p:spPr>
          <a:xfrm>
            <a:off x="1065213" y="1917166"/>
            <a:ext cx="7848227" cy="523220"/>
          </a:xfrm>
        </p:spPr>
        <p:txBody>
          <a:bodyPr vert="horz" wrap="square" lIns="91440" tIns="45720" rIns="91440" bIns="45720" rtlCol="0" anchor="t">
            <a:spAutoFit/>
          </a:bodyPr>
          <a:lstStyle>
            <a:lvl1pPr>
              <a:defRPr lang="ko-KR" altLang="en-US" sz="2800">
                <a:solidFill>
                  <a:schemeClr val="tx1">
                    <a:lumMod val="65000"/>
                    <a:lumOff val="35000"/>
                  </a:schemeClr>
                </a:solidFill>
                <a:latin typeface="LG스마트체2.0 SemiBold" panose="020B0600000101010101" pitchFamily="50" charset="-127"/>
                <a:ea typeface="LG스마트체2.0 SemiBold" panose="020B0600000101010101" pitchFamily="50" charset="-127"/>
              </a:defRPr>
            </a:lvl1pPr>
          </a:lstStyle>
          <a:p>
            <a:pPr lvl="0" algn="l"/>
            <a:r>
              <a:rPr lang="ko-KR" altLang="en-US"/>
              <a:t>마스터 제목 스타일 편집</a:t>
            </a:r>
          </a:p>
        </p:txBody>
      </p:sp>
      <p:sp>
        <p:nvSpPr>
          <p:cNvPr id="10" name="텍스트 개체 틀 9"/>
          <p:cNvSpPr>
            <a:spLocks noGrp="1"/>
          </p:cNvSpPr>
          <p:nvPr>
            <p:ph type="body" sz="quarter" idx="13"/>
          </p:nvPr>
        </p:nvSpPr>
        <p:spPr>
          <a:xfrm>
            <a:off x="1208088" y="2564904"/>
            <a:ext cx="7705725" cy="307777"/>
          </a:xfrm>
        </p:spPr>
        <p:txBody>
          <a:bodyPr vert="horz" wrap="square" lIns="91440" tIns="45720" rIns="91440" bIns="45720" rtlCol="0" anchor="t">
            <a:spAutoFit/>
          </a:bodyPr>
          <a:lstStyle>
            <a:lvl1pPr>
              <a:defRPr lang="ko-KR" altLang="en-US" sz="1400" smtClean="0">
                <a:solidFill>
                  <a:schemeClr val="tx1">
                    <a:lumMod val="65000"/>
                    <a:lumOff val="35000"/>
                  </a:schemeClr>
                </a:solidFill>
                <a:latin typeface="LG스마트체2.0 SemiBold" panose="020B0600000101010101" pitchFamily="50" charset="-127"/>
                <a:ea typeface="LG스마트체2.0 SemiBold" panose="020B0600000101010101" pitchFamily="50" charset="-127"/>
                <a:cs typeface="+mj-cs"/>
              </a:defRPr>
            </a:lvl1pPr>
            <a:lvl2pPr>
              <a:defRPr lang="ko-KR" altLang="en-US" smtClean="0"/>
            </a:lvl2pPr>
            <a:lvl3pPr>
              <a:defRPr lang="ko-KR" altLang="en-US" smtClean="0"/>
            </a:lvl3pPr>
            <a:lvl4pPr>
              <a:defRPr lang="ko-KR" altLang="en-US" smtClean="0"/>
            </a:lvl4pPr>
            <a:lvl5pPr>
              <a:defRPr lang="ko-KR" altLang="en-US"/>
            </a:lvl5pPr>
          </a:lstStyle>
          <a:p>
            <a:pPr lvl="0">
              <a:spcBef>
                <a:spcPct val="0"/>
              </a:spcBef>
              <a:buNone/>
            </a:pPr>
            <a:r>
              <a:rPr lang="ko-KR" altLang="en-US"/>
              <a:t>마스터 텍스트 스타일을 편집합니다</a:t>
            </a:r>
          </a:p>
        </p:txBody>
      </p:sp>
      <p:sp>
        <p:nvSpPr>
          <p:cNvPr id="11" name="슬라이드 번호 개체 틀 5"/>
          <p:cNvSpPr>
            <a:spLocks noGrp="1"/>
          </p:cNvSpPr>
          <p:nvPr>
            <p:ph type="sldNum" sz="quarter" idx="4"/>
          </p:nvPr>
        </p:nvSpPr>
        <p:spPr>
          <a:xfrm>
            <a:off x="9074082" y="6642168"/>
            <a:ext cx="703454" cy="215444"/>
          </a:xfrm>
          <a:prstGeom prst="rect">
            <a:avLst/>
          </a:prstGeom>
        </p:spPr>
        <p:txBody>
          <a:bodyPr vert="horz" wrap="square" lIns="91440" tIns="45720" rIns="91440" bIns="45720" rtlCol="0" anchor="ctr">
            <a:spAutoFit/>
          </a:bodyPr>
          <a:lstStyle>
            <a:lvl1pPr algn="r">
              <a:defRPr sz="800">
                <a:solidFill>
                  <a:schemeClr val="tx1"/>
                </a:solidFill>
                <a:latin typeface="LG스마트체2.0 Regular" panose="020B0600000101010101" pitchFamily="50" charset="-127"/>
                <a:ea typeface="LG스마트체2.0 Regular" panose="020B0600000101010101" pitchFamily="50" charset="-127"/>
              </a:defRPr>
            </a:lvl1pPr>
          </a:lstStyle>
          <a:p>
            <a:fld id="{F2334CB4-850D-45D0-A107-7A1684607371}" type="slidenum">
              <a:rPr lang="ko-KR" altLang="en-US" smtClean="0"/>
              <a:pPr/>
              <a:t>‹#›</a:t>
            </a:fld>
            <a:r>
              <a:rPr lang="ko-KR" altLang="en-US"/>
              <a:t> </a:t>
            </a:r>
            <a:r>
              <a:rPr lang="en-US" altLang="ko-KR"/>
              <a:t>/ p</a:t>
            </a:r>
            <a:endParaRPr lang="ko-KR" altLang="en-US"/>
          </a:p>
        </p:txBody>
      </p:sp>
      <p:sp>
        <p:nvSpPr>
          <p:cNvPr id="9" name="Text Box 2"/>
          <p:cNvSpPr txBox="1">
            <a:spLocks noChangeArrowheads="1"/>
          </p:cNvSpPr>
          <p:nvPr userDrawn="1"/>
        </p:nvSpPr>
        <p:spPr bwMode="gray">
          <a:xfrm>
            <a:off x="4442044" y="6660775"/>
            <a:ext cx="10150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charset="0"/>
                <a:ea typeface="맑은 고딕" pitchFamily="50" charset="-127"/>
              </a:defRPr>
            </a:lvl1pPr>
            <a:lvl2pPr marL="742950" indent="-285750" eaLnBrk="0" hangingPunct="0">
              <a:defRPr kumimoji="1" sz="1200" b="1">
                <a:solidFill>
                  <a:schemeClr val="tx1"/>
                </a:solidFill>
                <a:latin typeface="Arial" charset="0"/>
                <a:ea typeface="맑은 고딕" pitchFamily="50" charset="-127"/>
              </a:defRPr>
            </a:lvl2pPr>
            <a:lvl3pPr marL="1143000" indent="-228600" eaLnBrk="0" hangingPunct="0">
              <a:defRPr kumimoji="1" sz="1200" b="1">
                <a:solidFill>
                  <a:schemeClr val="tx1"/>
                </a:solidFill>
                <a:latin typeface="Arial" charset="0"/>
                <a:ea typeface="맑은 고딕" pitchFamily="50" charset="-127"/>
              </a:defRPr>
            </a:lvl3pPr>
            <a:lvl4pPr marL="1600200" indent="-228600" eaLnBrk="0" hangingPunct="0">
              <a:defRPr kumimoji="1" sz="1200" b="1">
                <a:solidFill>
                  <a:schemeClr val="tx1"/>
                </a:solidFill>
                <a:latin typeface="Arial" charset="0"/>
                <a:ea typeface="맑은 고딕" pitchFamily="50" charset="-127"/>
              </a:defRPr>
            </a:lvl4pPr>
            <a:lvl5pPr marL="2057400" indent="-228600" eaLnBrk="0" hangingPunct="0">
              <a:defRPr kumimoji="1" sz="1200" b="1">
                <a:solidFill>
                  <a:schemeClr val="tx1"/>
                </a:solidFill>
                <a:latin typeface="Arial" charset="0"/>
                <a:ea typeface="맑은 고딕" pitchFamily="50" charset="-127"/>
              </a:defRPr>
            </a:lvl5pPr>
            <a:lvl6pPr marL="25146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6pPr>
            <a:lvl7pPr marL="29718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7pPr>
            <a:lvl8pPr marL="34290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8pPr>
            <a:lvl9pPr marL="38862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9pPr>
          </a:lstStyle>
          <a:p>
            <a:pPr algn="dist" eaLnBrk="1" latinLnBrk="0" hangingPunct="1">
              <a:spcBef>
                <a:spcPct val="50000"/>
              </a:spcBef>
            </a:pPr>
            <a:r>
              <a:rPr lang="ko-KR" altLang="en-US" sz="800" b="1">
                <a:solidFill>
                  <a:schemeClr val="tx1"/>
                </a:solidFill>
                <a:latin typeface="LG스마트체2.0 SemiBold" panose="020B0600000101010101" pitchFamily="50" charset="-127"/>
                <a:ea typeface="LG스마트체2.0 SemiBold" panose="020B0600000101010101" pitchFamily="50" charset="-127"/>
              </a:rPr>
              <a:t>｜</a:t>
            </a:r>
            <a:r>
              <a:rPr lang="en-US" altLang="ko-KR" sz="800" b="0">
                <a:solidFill>
                  <a:schemeClr val="tx1"/>
                </a:solidFill>
                <a:latin typeface="LG스마트체2.0 Bold" panose="020B0600000101010101" pitchFamily="50" charset="-127"/>
                <a:ea typeface="LG스마트체2.0 Bold" panose="020B0600000101010101" pitchFamily="50" charset="-127"/>
              </a:rPr>
              <a:t>CONFIDENTIAL</a:t>
            </a:r>
            <a:r>
              <a:rPr lang="ko-KR" altLang="en-US" sz="800" b="1">
                <a:solidFill>
                  <a:schemeClr val="tx1"/>
                </a:solidFill>
                <a:latin typeface="LG스마트체2.0 SemiBold" panose="020B0600000101010101" pitchFamily="50" charset="-127"/>
                <a:ea typeface="LG스마트체2.0 SemiBold" panose="020B0600000101010101" pitchFamily="50" charset="-127"/>
              </a:rPr>
              <a:t>｜</a:t>
            </a:r>
            <a:endParaRPr lang="en-US" altLang="ko-KR" sz="800" b="1">
              <a:solidFill>
                <a:schemeClr val="tx1"/>
              </a:solidFill>
              <a:latin typeface="LG스마트체2.0 SemiBold" panose="020B0600000101010101" pitchFamily="50" charset="-127"/>
              <a:ea typeface="LG스마트체2.0 SemiBold" panose="020B0600000101010101" pitchFamily="50" charset="-127"/>
            </a:endParaRPr>
          </a:p>
        </p:txBody>
      </p:sp>
      <p:grpSp>
        <p:nvGrpSpPr>
          <p:cNvPr id="14" name="그룹 13"/>
          <p:cNvGrpSpPr/>
          <p:nvPr userDrawn="1"/>
        </p:nvGrpSpPr>
        <p:grpSpPr>
          <a:xfrm>
            <a:off x="200025" y="188913"/>
            <a:ext cx="9505950" cy="6480175"/>
            <a:chOff x="200025" y="188913"/>
            <a:chExt cx="9505950" cy="6480175"/>
          </a:xfrm>
        </p:grpSpPr>
        <p:sp>
          <p:nvSpPr>
            <p:cNvPr id="15" name="직사각형 14"/>
            <p:cNvSpPr/>
            <p:nvPr/>
          </p:nvSpPr>
          <p:spPr>
            <a:xfrm>
              <a:off x="200025" y="188913"/>
              <a:ext cx="9505950" cy="6480175"/>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algn="ctr"/>
              <a:endParaRPr lang="ko-KR" altLang="en-US"/>
            </a:p>
          </p:txBody>
        </p:sp>
        <p:pic>
          <p:nvPicPr>
            <p:cNvPr id="16" name="Picture 3" descr="C:\ECM\TEMP\부서함\Brand담당\20년 연간업무계획\디지털 그래픽 모티브 개발★\★1st Manual Official Release\Graphic Asset_v1.0\1. Main motif - Solid color\png\Main_motif-LG_grey_solid.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 r="88574" b="66425"/>
            <a:stretch/>
          </p:blipFill>
          <p:spPr bwMode="auto">
            <a:xfrm>
              <a:off x="200025" y="188913"/>
              <a:ext cx="735032"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descr="C:\ECM\TEMP\부서함\Brand담당\20년 연간업무계획\디지털 그래픽 모티브 개발★\★1st Manual Official Release\Graphic Asset_v1.0\1. Main motif - Solid color\png\Main_motif-LG_grey_solid.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82" t="77634"/>
            <a:stretch/>
          </p:blipFill>
          <p:spPr bwMode="auto">
            <a:xfrm>
              <a:off x="8294844" y="5229088"/>
              <a:ext cx="1411131" cy="1440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93848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본지 슬라이드">
    <p:spTree>
      <p:nvGrpSpPr>
        <p:cNvPr id="1" name=""/>
        <p:cNvGrpSpPr/>
        <p:nvPr/>
      </p:nvGrpSpPr>
      <p:grpSpPr>
        <a:xfrm>
          <a:off x="0" y="0"/>
          <a:ext cx="0" cy="0"/>
          <a:chOff x="0" y="0"/>
          <a:chExt cx="0" cy="0"/>
        </a:xfrm>
      </p:grpSpPr>
      <p:sp>
        <p:nvSpPr>
          <p:cNvPr id="2" name="제목 1"/>
          <p:cNvSpPr>
            <a:spLocks noGrp="1"/>
          </p:cNvSpPr>
          <p:nvPr>
            <p:ph type="title"/>
          </p:nvPr>
        </p:nvSpPr>
        <p:spPr>
          <a:xfrm>
            <a:off x="189765" y="170929"/>
            <a:ext cx="9516209" cy="369332"/>
          </a:xfrm>
        </p:spPr>
        <p:txBody>
          <a:bodyPr vert="horz" wrap="square" lIns="91440" tIns="45720" rIns="91440" bIns="45720" rtlCol="0" anchor="t">
            <a:spAutoFit/>
          </a:bodyPr>
          <a:lstStyle>
            <a:lvl1pPr>
              <a:defRPr lang="ko-KR" altLang="en-US" sz="1800" b="1">
                <a:solidFill>
                  <a:schemeClr val="tx1"/>
                </a:solidFill>
                <a:latin typeface="LG스마트체2.0 Regular" panose="020B0600000101010101" pitchFamily="50" charset="-127"/>
                <a:ea typeface="LG스마트체2.0 Regular" panose="020B0600000101010101" pitchFamily="50" charset="-127"/>
              </a:defRPr>
            </a:lvl1pPr>
          </a:lstStyle>
          <a:p>
            <a:pPr lvl="0" algn="l"/>
            <a:r>
              <a:rPr lang="ko-KR" altLang="en-US"/>
              <a:t>마스터 제목 스타일 편집</a:t>
            </a:r>
          </a:p>
        </p:txBody>
      </p:sp>
      <p:sp>
        <p:nvSpPr>
          <p:cNvPr id="3" name="내용 개체 틀 2"/>
          <p:cNvSpPr>
            <a:spLocks noGrp="1"/>
          </p:cNvSpPr>
          <p:nvPr>
            <p:ph idx="1"/>
          </p:nvPr>
        </p:nvSpPr>
        <p:spPr>
          <a:xfrm>
            <a:off x="200026" y="620713"/>
            <a:ext cx="9303872" cy="307777"/>
          </a:xfrm>
        </p:spPr>
        <p:txBody>
          <a:bodyPr vert="horz" wrap="square" lIns="91440" tIns="45720" rIns="91440" bIns="45720" rtlCol="0" anchor="t">
            <a:spAutoFit/>
          </a:bodyPr>
          <a:lstStyle>
            <a:lvl1pPr>
              <a:defRPr lang="ko-KR" altLang="en-US" sz="1400" dirty="0" smtClean="0">
                <a:solidFill>
                  <a:schemeClr val="tx1"/>
                </a:solidFill>
                <a:latin typeface="LG스마트체2.0 Regular" panose="020B0600000101010101" pitchFamily="50" charset="-127"/>
                <a:ea typeface="LG스마트체2.0 Regular" panose="020B0600000101010101" pitchFamily="50" charset="-127"/>
                <a:cs typeface="+mj-cs"/>
              </a:defRPr>
            </a:lvl1pPr>
            <a:lvl2pPr>
              <a:defRPr lang="ko-KR" altLang="en-US" dirty="0" smtClean="0"/>
            </a:lvl2pPr>
            <a:lvl3pPr>
              <a:defRPr lang="ko-KR" altLang="en-US" dirty="0" smtClean="0"/>
            </a:lvl3pPr>
            <a:lvl4pPr>
              <a:defRPr lang="ko-KR" altLang="en-US" dirty="0" smtClean="0"/>
            </a:lvl4pPr>
            <a:lvl5pPr>
              <a:defRPr lang="ko-KR" altLang="en-US" dirty="0"/>
            </a:lvl5pPr>
          </a:lstStyle>
          <a:p>
            <a:pPr lvl="0">
              <a:spcBef>
                <a:spcPct val="0"/>
              </a:spcBef>
              <a:buNone/>
            </a:pPr>
            <a:r>
              <a:rPr lang="ko-KR" altLang="en-US"/>
              <a:t>마스터 텍스트 스타일을 편집합니다</a:t>
            </a:r>
          </a:p>
        </p:txBody>
      </p:sp>
      <p:sp>
        <p:nvSpPr>
          <p:cNvPr id="11" name="슬라이드 번호 개체 틀 5"/>
          <p:cNvSpPr>
            <a:spLocks noGrp="1"/>
          </p:cNvSpPr>
          <p:nvPr>
            <p:ph type="sldNum" sz="quarter" idx="4"/>
          </p:nvPr>
        </p:nvSpPr>
        <p:spPr>
          <a:xfrm>
            <a:off x="9074082" y="6650481"/>
            <a:ext cx="703454" cy="215444"/>
          </a:xfrm>
          <a:prstGeom prst="rect">
            <a:avLst/>
          </a:prstGeom>
        </p:spPr>
        <p:txBody>
          <a:bodyPr vert="horz" wrap="square" lIns="91440" tIns="45720" rIns="91440" bIns="45720" rtlCol="0" anchor="ctr">
            <a:spAutoFit/>
          </a:bodyPr>
          <a:lstStyle>
            <a:lvl1pPr algn="r">
              <a:defRPr sz="800">
                <a:solidFill>
                  <a:schemeClr val="tx1"/>
                </a:solidFill>
                <a:latin typeface="LG스마트체2.0 Regular" panose="020B0600000101010101" pitchFamily="50" charset="-127"/>
                <a:ea typeface="LG스마트체2.0 Regular" panose="020B0600000101010101" pitchFamily="50" charset="-127"/>
              </a:defRPr>
            </a:lvl1pPr>
          </a:lstStyle>
          <a:p>
            <a:fld id="{F2334CB4-850D-45D0-A107-7A1684607371}" type="slidenum">
              <a:rPr lang="ko-KR" altLang="en-US" smtClean="0"/>
              <a:pPr/>
              <a:t>‹#›</a:t>
            </a:fld>
            <a:r>
              <a:rPr lang="ko-KR" altLang="en-US"/>
              <a:t> </a:t>
            </a:r>
            <a:r>
              <a:rPr lang="en-US" altLang="ko-KR"/>
              <a:t>/ p</a:t>
            </a:r>
            <a:endParaRPr lang="ko-KR" altLang="en-US"/>
          </a:p>
        </p:txBody>
      </p:sp>
      <p:sp>
        <p:nvSpPr>
          <p:cNvPr id="12" name="Text Box 2"/>
          <p:cNvSpPr txBox="1">
            <a:spLocks noChangeArrowheads="1"/>
          </p:cNvSpPr>
          <p:nvPr userDrawn="1"/>
        </p:nvSpPr>
        <p:spPr bwMode="gray">
          <a:xfrm>
            <a:off x="4442044" y="6660775"/>
            <a:ext cx="10150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charset="0"/>
                <a:ea typeface="맑은 고딕" pitchFamily="50" charset="-127"/>
              </a:defRPr>
            </a:lvl1pPr>
            <a:lvl2pPr marL="742950" indent="-285750" eaLnBrk="0" hangingPunct="0">
              <a:defRPr kumimoji="1" sz="1200" b="1">
                <a:solidFill>
                  <a:schemeClr val="tx1"/>
                </a:solidFill>
                <a:latin typeface="Arial" charset="0"/>
                <a:ea typeface="맑은 고딕" pitchFamily="50" charset="-127"/>
              </a:defRPr>
            </a:lvl2pPr>
            <a:lvl3pPr marL="1143000" indent="-228600" eaLnBrk="0" hangingPunct="0">
              <a:defRPr kumimoji="1" sz="1200" b="1">
                <a:solidFill>
                  <a:schemeClr val="tx1"/>
                </a:solidFill>
                <a:latin typeface="Arial" charset="0"/>
                <a:ea typeface="맑은 고딕" pitchFamily="50" charset="-127"/>
              </a:defRPr>
            </a:lvl3pPr>
            <a:lvl4pPr marL="1600200" indent="-228600" eaLnBrk="0" hangingPunct="0">
              <a:defRPr kumimoji="1" sz="1200" b="1">
                <a:solidFill>
                  <a:schemeClr val="tx1"/>
                </a:solidFill>
                <a:latin typeface="Arial" charset="0"/>
                <a:ea typeface="맑은 고딕" pitchFamily="50" charset="-127"/>
              </a:defRPr>
            </a:lvl4pPr>
            <a:lvl5pPr marL="2057400" indent="-228600" eaLnBrk="0" hangingPunct="0">
              <a:defRPr kumimoji="1" sz="1200" b="1">
                <a:solidFill>
                  <a:schemeClr val="tx1"/>
                </a:solidFill>
                <a:latin typeface="Arial" charset="0"/>
                <a:ea typeface="맑은 고딕" pitchFamily="50" charset="-127"/>
              </a:defRPr>
            </a:lvl5pPr>
            <a:lvl6pPr marL="25146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6pPr>
            <a:lvl7pPr marL="29718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7pPr>
            <a:lvl8pPr marL="34290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8pPr>
            <a:lvl9pPr marL="38862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9pPr>
          </a:lstStyle>
          <a:p>
            <a:pPr algn="dist" eaLnBrk="1" latinLnBrk="0" hangingPunct="1">
              <a:spcBef>
                <a:spcPct val="50000"/>
              </a:spcBef>
            </a:pPr>
            <a:r>
              <a:rPr lang="ko-KR" altLang="en-US" sz="800" b="1">
                <a:solidFill>
                  <a:srgbClr val="595959"/>
                </a:solidFill>
                <a:latin typeface="LG스마트체2.0 SemiBold" panose="020B0600000101010101" pitchFamily="50" charset="-127"/>
                <a:ea typeface="LG스마트체2.0 SemiBold" panose="020B0600000101010101" pitchFamily="50" charset="-127"/>
              </a:rPr>
              <a:t>｜</a:t>
            </a:r>
            <a:r>
              <a:rPr lang="en-US" altLang="ko-KR" sz="800" b="0">
                <a:solidFill>
                  <a:srgbClr val="595959"/>
                </a:solidFill>
                <a:latin typeface="LG스마트체2.0 Bold" panose="020B0600000101010101" pitchFamily="50" charset="-127"/>
                <a:ea typeface="LG스마트체2.0 Bold" panose="020B0600000101010101" pitchFamily="50" charset="-127"/>
              </a:rPr>
              <a:t>CONFIDENTIAL</a:t>
            </a:r>
            <a:r>
              <a:rPr lang="ko-KR" altLang="en-US" sz="800" b="1">
                <a:solidFill>
                  <a:srgbClr val="595959"/>
                </a:solidFill>
                <a:latin typeface="LG스마트체2.0 SemiBold" panose="020B0600000101010101" pitchFamily="50" charset="-127"/>
                <a:ea typeface="LG스마트체2.0 SemiBold" panose="020B0600000101010101" pitchFamily="50" charset="-127"/>
              </a:rPr>
              <a:t>｜</a:t>
            </a:r>
            <a:endParaRPr lang="en-US" altLang="ko-KR" sz="800" b="1">
              <a:solidFill>
                <a:srgbClr val="595959"/>
              </a:solidFill>
              <a:latin typeface="LG스마트체2.0 SemiBold" panose="020B0600000101010101" pitchFamily="50" charset="-127"/>
              <a:ea typeface="LG스마트체2.0 SemiBold" panose="020B0600000101010101" pitchFamily="50" charset="-127"/>
            </a:endParaRPr>
          </a:p>
        </p:txBody>
      </p:sp>
      <p:cxnSp>
        <p:nvCxnSpPr>
          <p:cNvPr id="8" name="직선 연결선 7"/>
          <p:cNvCxnSpPr/>
          <p:nvPr userDrawn="1"/>
        </p:nvCxnSpPr>
        <p:spPr>
          <a:xfrm>
            <a:off x="200025" y="544512"/>
            <a:ext cx="950595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직선 연결선 8"/>
          <p:cNvCxnSpPr/>
          <p:nvPr userDrawn="1"/>
        </p:nvCxnSpPr>
        <p:spPr>
          <a:xfrm>
            <a:off x="200026" y="6654879"/>
            <a:ext cx="9505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2818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빈 슬라이드">
    <p:spTree>
      <p:nvGrpSpPr>
        <p:cNvPr id="1" name=""/>
        <p:cNvGrpSpPr/>
        <p:nvPr/>
      </p:nvGrpSpPr>
      <p:grpSpPr>
        <a:xfrm>
          <a:off x="0" y="0"/>
          <a:ext cx="0" cy="0"/>
          <a:chOff x="0" y="0"/>
          <a:chExt cx="0" cy="0"/>
        </a:xfrm>
      </p:grpSpPr>
      <p:sp>
        <p:nvSpPr>
          <p:cNvPr id="6" name="슬라이드 번호 개체 틀 5"/>
          <p:cNvSpPr>
            <a:spLocks noGrp="1"/>
          </p:cNvSpPr>
          <p:nvPr>
            <p:ph type="sldNum" sz="quarter" idx="4"/>
          </p:nvPr>
        </p:nvSpPr>
        <p:spPr>
          <a:xfrm>
            <a:off x="9074082" y="6650481"/>
            <a:ext cx="703454" cy="215444"/>
          </a:xfrm>
          <a:prstGeom prst="rect">
            <a:avLst/>
          </a:prstGeom>
        </p:spPr>
        <p:txBody>
          <a:bodyPr vert="horz" wrap="square" lIns="91440" tIns="45720" rIns="91440" bIns="45720" rtlCol="0" anchor="ctr">
            <a:spAutoFit/>
          </a:bodyPr>
          <a:lstStyle>
            <a:lvl1pPr algn="r">
              <a:defRPr sz="800">
                <a:solidFill>
                  <a:schemeClr val="tx1"/>
                </a:solidFill>
                <a:latin typeface="LG스마트체2.0 Regular" panose="020B0600000101010101" pitchFamily="50" charset="-127"/>
                <a:ea typeface="LG스마트체2.0 Regular" panose="020B0600000101010101" pitchFamily="50" charset="-127"/>
              </a:defRPr>
            </a:lvl1pPr>
          </a:lstStyle>
          <a:p>
            <a:fld id="{F2334CB4-850D-45D0-A107-7A1684607371}" type="slidenum">
              <a:rPr lang="ko-KR" altLang="en-US" smtClean="0"/>
              <a:pPr/>
              <a:t>‹#›</a:t>
            </a:fld>
            <a:r>
              <a:rPr lang="ko-KR" altLang="en-US"/>
              <a:t> </a:t>
            </a:r>
            <a:r>
              <a:rPr lang="en-US" altLang="ko-KR"/>
              <a:t>/ p</a:t>
            </a:r>
            <a:endParaRPr lang="ko-KR" altLang="en-US"/>
          </a:p>
        </p:txBody>
      </p:sp>
    </p:spTree>
    <p:extLst>
      <p:ext uri="{BB962C8B-B14F-4D97-AF65-F5344CB8AC3E}">
        <p14:creationId xmlns:p14="http://schemas.microsoft.com/office/powerpoint/2010/main" val="766823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운영시나리오">
    <p:spTree>
      <p:nvGrpSpPr>
        <p:cNvPr id="1" name=""/>
        <p:cNvGrpSpPr/>
        <p:nvPr/>
      </p:nvGrpSpPr>
      <p:grpSpPr>
        <a:xfrm>
          <a:off x="0" y="0"/>
          <a:ext cx="0" cy="0"/>
          <a:chOff x="0" y="0"/>
          <a:chExt cx="0" cy="0"/>
        </a:xfrm>
      </p:grpSpPr>
      <p:sp>
        <p:nvSpPr>
          <p:cNvPr id="4" name="제목 3"/>
          <p:cNvSpPr>
            <a:spLocks noGrp="1"/>
          </p:cNvSpPr>
          <p:nvPr>
            <p:ph type="title"/>
          </p:nvPr>
        </p:nvSpPr>
        <p:spPr>
          <a:xfrm>
            <a:off x="198445" y="126934"/>
            <a:ext cx="3922267" cy="276999"/>
          </a:xfrm>
        </p:spPr>
        <p:txBody>
          <a:bodyPr/>
          <a:lstStyle>
            <a:lvl1pPr>
              <a:defRPr kumimoji="1" lang="ko-KR" altLang="en-US" b="1" baseline="0" dirty="0">
                <a:solidFill>
                  <a:schemeClr val="tx1"/>
                </a:solidFill>
                <a:latin typeface="LG스마트체 Regular" panose="020B0600000101010101" pitchFamily="50" charset="-127"/>
                <a:ea typeface="LG스마트체 Regular" panose="020B0600000101010101" pitchFamily="50" charset="-127"/>
                <a:cs typeface="+mj-cs"/>
              </a:defRPr>
            </a:lvl1pPr>
          </a:lstStyle>
          <a:p>
            <a:pPr lvl="0" algn="l" defTabSz="957223" rtl="0" eaLnBrk="0" fontAlgn="base" latinLnBrk="1" hangingPunct="0">
              <a:spcBef>
                <a:spcPct val="0"/>
              </a:spcBef>
              <a:spcAft>
                <a:spcPct val="0"/>
              </a:spcAft>
            </a:pPr>
            <a:r>
              <a:rPr lang="ko-KR" altLang="en-US"/>
              <a:t>마스터 제목 스타일 편집</a:t>
            </a:r>
          </a:p>
        </p:txBody>
      </p:sp>
      <p:sp>
        <p:nvSpPr>
          <p:cNvPr id="5" name="슬라이드 번호 개체 틀 5"/>
          <p:cNvSpPr>
            <a:spLocks noGrp="1"/>
          </p:cNvSpPr>
          <p:nvPr>
            <p:ph type="sldNum" sz="quarter" idx="12"/>
          </p:nvPr>
        </p:nvSpPr>
        <p:spPr>
          <a:xfrm>
            <a:off x="4556956" y="6547624"/>
            <a:ext cx="1103611" cy="301756"/>
          </a:xfrm>
          <a:prstGeom prst="rect">
            <a:avLst/>
          </a:prstGeom>
        </p:spPr>
        <p:txBody>
          <a:bodyPr anchor="ctr"/>
          <a:lstStyle>
            <a:lvl1pPr algn="ctr">
              <a:defRPr sz="1050" baseline="0">
                <a:solidFill>
                  <a:schemeClr val="tx1"/>
                </a:solidFill>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fld id="{14362048-7B1C-4B55-8A37-79D9EC7A1060}" type="slidenum">
              <a:rPr kumimoji="0" lang="ko-KR" altLang="en-US" sz="1050" b="1" i="0" u="none" strike="noStrike" kern="1200" cap="none" spc="0" normalizeH="0" baseline="0" noProof="0" smtClean="0">
                <a:ln>
                  <a:noFill/>
                </a:ln>
                <a:solidFill>
                  <a:prstClr val="black"/>
                </a:solidFill>
                <a:effectLst/>
                <a:uLnTx/>
                <a:uFillTx/>
                <a:latin typeface="Arial Narrow" panose="020B0606020202030204" pitchFamily="34" charset="0"/>
                <a:ea typeface="LG스마트체 Regular" panose="020B0600000101010101" pitchFamily="50" charset="-127"/>
                <a:cs typeface="+mn-cs"/>
              </a:rPr>
              <a:pPr marL="0" marR="0" lvl="0" indent="0" algn="ctr" defTabSz="914400" rtl="0" eaLnBrk="1" fontAlgn="auto" latinLnBrk="1" hangingPunct="1">
                <a:lnSpc>
                  <a:spcPct val="100000"/>
                </a:lnSpc>
                <a:spcBef>
                  <a:spcPts val="0"/>
                </a:spcBef>
                <a:spcAft>
                  <a:spcPts val="0"/>
                </a:spcAft>
                <a:buClrTx/>
                <a:buSzTx/>
                <a:buFontTx/>
                <a:buNone/>
                <a:tabLst/>
                <a:defRPr/>
              </a:pPr>
              <a:t>‹#›</a:t>
            </a:fld>
            <a:r>
              <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11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6</a:t>
            </a: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Tree>
    <p:extLst>
      <p:ext uri="{BB962C8B-B14F-4D97-AF65-F5344CB8AC3E}">
        <p14:creationId xmlns:p14="http://schemas.microsoft.com/office/powerpoint/2010/main" val="3025662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본문 Page1">
    <p:spTree>
      <p:nvGrpSpPr>
        <p:cNvPr id="1" name=""/>
        <p:cNvGrpSpPr/>
        <p:nvPr/>
      </p:nvGrpSpPr>
      <p:grpSpPr>
        <a:xfrm>
          <a:off x="0" y="0"/>
          <a:ext cx="0" cy="0"/>
          <a:chOff x="0" y="0"/>
          <a:chExt cx="0" cy="0"/>
        </a:xfrm>
      </p:grpSpPr>
      <p:sp>
        <p:nvSpPr>
          <p:cNvPr id="2" name="제목 1"/>
          <p:cNvSpPr>
            <a:spLocks noGrp="1"/>
          </p:cNvSpPr>
          <p:nvPr>
            <p:ph type="title"/>
          </p:nvPr>
        </p:nvSpPr>
        <p:spPr>
          <a:xfrm>
            <a:off x="180000" y="134866"/>
            <a:ext cx="2513830" cy="346377"/>
          </a:xfrm>
          <a:prstGeom prst="rect">
            <a:avLst/>
          </a:prstGeom>
        </p:spPr>
        <p:txBody>
          <a:bodyPr wrap="none" anchor="ctr">
            <a:spAutoFit/>
          </a:bodyPr>
          <a:lstStyle>
            <a:lvl1pPr algn="l">
              <a:defRPr sz="1834" b="0">
                <a:latin typeface="LG스마트체 Bold" panose="020B0600000101010101" pitchFamily="50" charset="-127"/>
                <a:ea typeface="LG스마트체 Bold" panose="020B0600000101010101" pitchFamily="50" charset="-127"/>
              </a:defRPr>
            </a:lvl1pPr>
          </a:lstStyle>
          <a:p>
            <a:r>
              <a:rPr lang="ko-KR" altLang="en-US"/>
              <a:t>마스터 제목 스타일 편집</a:t>
            </a:r>
          </a:p>
        </p:txBody>
      </p:sp>
      <p:sp>
        <p:nvSpPr>
          <p:cNvPr id="6" name="슬라이드 번호 개체 틀 5"/>
          <p:cNvSpPr>
            <a:spLocks noGrp="1"/>
          </p:cNvSpPr>
          <p:nvPr>
            <p:ph type="sldNum" sz="quarter" idx="12"/>
          </p:nvPr>
        </p:nvSpPr>
        <p:spPr>
          <a:xfrm>
            <a:off x="4637313" y="6620032"/>
            <a:ext cx="554960" cy="233462"/>
          </a:xfrm>
          <a:prstGeom prst="rect">
            <a:avLst/>
          </a:prstGeom>
        </p:spPr>
        <p:txBody>
          <a:bodyPr wrap="none">
            <a:spAutoFit/>
          </a:bodyPr>
          <a:lstStyle>
            <a:lvl1pPr>
              <a:defRPr sz="917"/>
            </a:lvl1pPr>
          </a:lstStyle>
          <a:p>
            <a:fld id="{ACAB217B-35B1-4471-9515-6F5B701085CD}" type="slidenum">
              <a:rPr lang="ko-KR" altLang="en-US" b="1" smtClean="0"/>
              <a:pPr/>
              <a:t>‹#›</a:t>
            </a:fld>
            <a:r>
              <a:rPr lang="ko-KR" altLang="en-US"/>
              <a:t> </a:t>
            </a:r>
            <a:r>
              <a:rPr lang="en-US" altLang="ko-KR"/>
              <a:t>/ 10</a:t>
            </a:r>
            <a:endParaRPr lang="ko-KR" altLang="en-US"/>
          </a:p>
        </p:txBody>
      </p:sp>
      <p:sp>
        <p:nvSpPr>
          <p:cNvPr id="7" name="Rectangle 2"/>
          <p:cNvSpPr>
            <a:spLocks noChangeArrowheads="1"/>
          </p:cNvSpPr>
          <p:nvPr userDrawn="1"/>
        </p:nvSpPr>
        <p:spPr bwMode="auto">
          <a:xfrm>
            <a:off x="12701" y="581025"/>
            <a:ext cx="9864725" cy="57150"/>
          </a:xfrm>
          <a:prstGeom prst="rect">
            <a:avLst/>
          </a:prstGeom>
          <a:gradFill rotWithShape="1">
            <a:gsLst>
              <a:gs pos="0">
                <a:srgbClr val="CC0066"/>
              </a:gs>
              <a:gs pos="100000">
                <a:srgbClr val="FF9933"/>
              </a:gs>
            </a:gsLst>
            <a:lin ang="0" scaled="1"/>
          </a:gradFill>
          <a:ln w="9525">
            <a:noFill/>
            <a:miter lim="800000"/>
            <a:headEnd/>
            <a:tailEnd/>
          </a:ln>
          <a:effectLst/>
        </p:spPr>
        <p:txBody>
          <a:bodyPr wrap="none" anchor="ctr"/>
          <a:lstStyle/>
          <a:p>
            <a:pPr algn="l">
              <a:buFontTx/>
              <a:buChar char="•"/>
              <a:defRPr/>
            </a:pPr>
            <a:endParaRPr lang="ko-KR" altLang="en-US" sz="1468">
              <a:solidFill>
                <a:srgbClr val="000000"/>
              </a:solidFill>
              <a:latin typeface="LG스마트체 Light" pitchFamily="50" charset="-127"/>
              <a:ea typeface="LG스마트체 Light" pitchFamily="50" charset="-127"/>
            </a:endParaRPr>
          </a:p>
        </p:txBody>
      </p:sp>
      <p:sp>
        <p:nvSpPr>
          <p:cNvPr id="8" name="Line 3"/>
          <p:cNvSpPr>
            <a:spLocks noChangeShapeType="1"/>
          </p:cNvSpPr>
          <p:nvPr userDrawn="1"/>
        </p:nvSpPr>
        <p:spPr bwMode="auto">
          <a:xfrm>
            <a:off x="1136579" y="6616168"/>
            <a:ext cx="8569325" cy="0"/>
          </a:xfrm>
          <a:prstGeom prst="line">
            <a:avLst/>
          </a:prstGeom>
          <a:noFill/>
          <a:ln w="9525">
            <a:solidFill>
              <a:srgbClr val="4D4D4D"/>
            </a:solidFill>
            <a:round/>
            <a:headEnd/>
            <a:tailEnd/>
          </a:ln>
          <a:effectLst/>
        </p:spPr>
        <p:txBody>
          <a:bodyPr/>
          <a:lstStyle/>
          <a:p>
            <a:pPr algn="l">
              <a:buFontTx/>
              <a:buChar char="•"/>
              <a:defRPr/>
            </a:pPr>
            <a:endParaRPr lang="ko-KR" altLang="en-US" sz="1468">
              <a:solidFill>
                <a:srgbClr val="000000"/>
              </a:solidFill>
              <a:latin typeface="LG스마트체 Light" pitchFamily="50" charset="-127"/>
              <a:ea typeface="LG스마트체 Light" pitchFamily="50" charset="-127"/>
            </a:endParaRPr>
          </a:p>
        </p:txBody>
      </p:sp>
      <p:pic>
        <p:nvPicPr>
          <p:cNvPr id="10" name="그림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411" y="6472168"/>
            <a:ext cx="1494373" cy="288000"/>
          </a:xfrm>
          <a:prstGeom prst="rect">
            <a:avLst/>
          </a:prstGeom>
        </p:spPr>
      </p:pic>
    </p:spTree>
    <p:extLst>
      <p:ext uri="{BB962C8B-B14F-4D97-AF65-F5344CB8AC3E}">
        <p14:creationId xmlns:p14="http://schemas.microsoft.com/office/powerpoint/2010/main" val="3354305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본문레이아웃-넓게">
    <p:spTree>
      <p:nvGrpSpPr>
        <p:cNvPr id="1" name=""/>
        <p:cNvGrpSpPr/>
        <p:nvPr/>
      </p:nvGrpSpPr>
      <p:grpSpPr>
        <a:xfrm>
          <a:off x="0" y="0"/>
          <a:ext cx="0" cy="0"/>
          <a:chOff x="0" y="0"/>
          <a:chExt cx="0" cy="0"/>
        </a:xfrm>
      </p:grpSpPr>
      <p:sp>
        <p:nvSpPr>
          <p:cNvPr id="3" name="슬라이드 번호 개체 틀 2">
            <a:extLst>
              <a:ext uri="{FF2B5EF4-FFF2-40B4-BE49-F238E27FC236}">
                <a16:creationId xmlns:a16="http://schemas.microsoft.com/office/drawing/2014/main" id="{7DC5BCFE-DAD4-4E0D-9DDF-89EFA9796820}"/>
              </a:ext>
            </a:extLst>
          </p:cNvPr>
          <p:cNvSpPr>
            <a:spLocks noGrp="1"/>
          </p:cNvSpPr>
          <p:nvPr>
            <p:ph type="sldNum" sz="quarter" idx="10"/>
          </p:nvPr>
        </p:nvSpPr>
        <p:spPr>
          <a:xfrm>
            <a:off x="9430871" y="6527741"/>
            <a:ext cx="436907" cy="295352"/>
          </a:xfrm>
          <a:prstGeom prst="rect">
            <a:avLst/>
          </a:prstGeom>
        </p:spPr>
        <p:txBody>
          <a:bodyPr/>
          <a:lstStyle>
            <a:lvl1pPr>
              <a:defRPr sz="963">
                <a:solidFill>
                  <a:schemeClr val="tx1">
                    <a:lumMod val="65000"/>
                    <a:lumOff val="35000"/>
                  </a:schemeClr>
                </a:solidFill>
              </a:defRPr>
            </a:lvl1pPr>
          </a:lstStyle>
          <a:p>
            <a:fld id="{ED381A16-2548-442C-AEBC-79FF11B79076}" type="slidenum">
              <a:rPr lang="ko-KR" altLang="en-US" smtClean="0"/>
              <a:pPr/>
              <a:t>‹#›</a:t>
            </a:fld>
            <a:r>
              <a:rPr lang="en-US" altLang="ko-KR"/>
              <a:t>/3</a:t>
            </a:r>
            <a:endParaRPr lang="ko-KR" altLang="en-US"/>
          </a:p>
        </p:txBody>
      </p:sp>
    </p:spTree>
    <p:extLst>
      <p:ext uri="{BB962C8B-B14F-4D97-AF65-F5344CB8AC3E}">
        <p14:creationId xmlns:p14="http://schemas.microsoft.com/office/powerpoint/2010/main" val="78971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3572848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D808F9AC-8204-46FA-B808-449C59A80C80}"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6140914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ko-KR" altLang="en-US"/>
              <a:t>마스터 제목 스타일 편집</a:t>
            </a:r>
            <a:endParaRPr lang="en-US"/>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5137435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9048354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ko-KR" altLang="en-US"/>
              <a:t>마스터 제목 스타일 편집</a:t>
            </a:r>
            <a:endParaRPr lang="en-US"/>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1529122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sz="half" idx="1"/>
          </p:nvPr>
        </p:nvSpPr>
        <p:spPr>
          <a:xfrm>
            <a:off x="681038"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Content Placeholder 3"/>
          <p:cNvSpPr>
            <a:spLocks noGrp="1"/>
          </p:cNvSpPr>
          <p:nvPr>
            <p:ph sz="half" idx="2"/>
          </p:nvPr>
        </p:nvSpPr>
        <p:spPr>
          <a:xfrm>
            <a:off x="5014913"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Date Placeholder 4"/>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35990707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ko-KR" altLang="en-US"/>
              <a:t>마스터 제목 스타일 편집</a:t>
            </a:r>
            <a:endParaRPr lang="en-US"/>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682329" y="2505075"/>
            <a:ext cx="4190702"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5014913" y="2505075"/>
            <a:ext cx="4211340"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Date Placeholder 6"/>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36053038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Date Placeholder 2"/>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33852198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40480910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42174418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21192198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19173705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24978262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sp>
        <p:nvSpPr>
          <p:cNvPr id="2" name="제목 1"/>
          <p:cNvSpPr>
            <a:spLocks noGrp="1"/>
          </p:cNvSpPr>
          <p:nvPr>
            <p:ph type="ctrTitle"/>
            <p:custDataLst>
              <p:tags r:id="rId1"/>
            </p:custDataLst>
          </p:nvPr>
        </p:nvSpPr>
        <p:spPr>
          <a:xfrm>
            <a:off x="1050752" y="1863717"/>
            <a:ext cx="7189342" cy="535531"/>
          </a:xfrm>
        </p:spPr>
        <p:txBody>
          <a:bodyPr wrap="square" anchor="t">
            <a:spAutoFit/>
          </a:bodyPr>
          <a:lstStyle>
            <a:lvl1pPr algn="l">
              <a:defRPr sz="3200">
                <a:solidFill>
                  <a:schemeClr val="tx1">
                    <a:lumMod val="65000"/>
                    <a:lumOff val="35000"/>
                  </a:schemeClr>
                </a:solidFill>
                <a:latin typeface="LG스마트체2.0 SemiBold" panose="020B0600000101010101" pitchFamily="50" charset="-127"/>
                <a:ea typeface="LG스마트체2.0 SemiBold" panose="020B0600000101010101" pitchFamily="50" charset="-127"/>
              </a:defRPr>
            </a:lvl1pPr>
          </a:lstStyle>
          <a:p>
            <a:r>
              <a:rPr lang="ko-KR" altLang="en-US"/>
              <a:t>마스터 제목 스타일 편집</a:t>
            </a:r>
          </a:p>
        </p:txBody>
      </p:sp>
      <p:sp>
        <p:nvSpPr>
          <p:cNvPr id="16" name="Text Box 2"/>
          <p:cNvSpPr txBox="1">
            <a:spLocks noChangeArrowheads="1"/>
          </p:cNvSpPr>
          <p:nvPr userDrawn="1">
            <p:custDataLst>
              <p:tags r:id="rId2"/>
            </p:custDataLst>
          </p:nvPr>
        </p:nvSpPr>
        <p:spPr bwMode="gray">
          <a:xfrm>
            <a:off x="4442045" y="6660776"/>
            <a:ext cx="1015013" cy="2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a:ea typeface="맑은 고딕" pitchFamily="50" charset="-127"/>
              </a:defRPr>
            </a:lvl1pPr>
            <a:lvl2pPr marL="742950" indent="-285750" eaLnBrk="0" hangingPunct="0">
              <a:defRPr kumimoji="1" sz="1200" b="1">
                <a:solidFill>
                  <a:schemeClr val="tx1"/>
                </a:solidFill>
                <a:latin typeface="Arial"/>
                <a:ea typeface="맑은 고딕" pitchFamily="50" charset="-127"/>
              </a:defRPr>
            </a:lvl2pPr>
            <a:lvl3pPr marL="1143000" indent="-228600" eaLnBrk="0" hangingPunct="0">
              <a:defRPr kumimoji="1" sz="1200" b="1">
                <a:solidFill>
                  <a:schemeClr val="tx1"/>
                </a:solidFill>
                <a:latin typeface="Arial"/>
                <a:ea typeface="맑은 고딕" pitchFamily="50" charset="-127"/>
              </a:defRPr>
            </a:lvl3pPr>
            <a:lvl4pPr marL="1600200" indent="-228600" eaLnBrk="0" hangingPunct="0">
              <a:defRPr kumimoji="1" sz="1200" b="1">
                <a:solidFill>
                  <a:schemeClr val="tx1"/>
                </a:solidFill>
                <a:latin typeface="Arial"/>
                <a:ea typeface="맑은 고딕" pitchFamily="50" charset="-127"/>
              </a:defRPr>
            </a:lvl4pPr>
            <a:lvl5pPr marL="2057400" indent="-228600" eaLnBrk="0" hangingPunct="0">
              <a:defRPr kumimoji="1" sz="1200" b="1">
                <a:solidFill>
                  <a:schemeClr val="tx1"/>
                </a:solidFill>
                <a:latin typeface="Arial"/>
                <a:ea typeface="맑은 고딕" pitchFamily="50" charset="-127"/>
              </a:defRPr>
            </a:lvl5pPr>
            <a:lvl6pPr marL="25146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6pPr>
            <a:lvl7pPr marL="29718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7pPr>
            <a:lvl8pPr marL="34290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8pPr>
            <a:lvl9pPr marL="38862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9pPr>
          </a:lstStyle>
          <a:p>
            <a:pPr algn="dist" eaLnBrk="1" latinLnBrk="0" hangingPunct="1">
              <a:spcBef>
                <a:spcPct val="50000"/>
              </a:spcBef>
            </a:pPr>
            <a:r>
              <a:rPr lang="ko-KR" altLang="en-US" sz="799" b="1">
                <a:solidFill>
                  <a:srgbClr val="A50034"/>
                </a:solidFill>
                <a:latin typeface="LG스마트체2.0 SemiBold" panose="020B0600000101010101" pitchFamily="50" charset="-127"/>
                <a:ea typeface="LG스마트체2.0 SemiBold" panose="020B0600000101010101" pitchFamily="50" charset="-127"/>
              </a:rPr>
              <a:t>｜</a:t>
            </a:r>
            <a:r>
              <a:rPr lang="en-US" altLang="ko-KR" sz="799" b="0">
                <a:solidFill>
                  <a:srgbClr val="A50034"/>
                </a:solidFill>
                <a:latin typeface="LG스마트체2.0 Bold" panose="020B0600000101010101" pitchFamily="50" charset="-127"/>
                <a:ea typeface="LG스마트체2.0 Bold" panose="020B0600000101010101" pitchFamily="50" charset="-127"/>
              </a:rPr>
              <a:t>CONFIDENTIAL</a:t>
            </a:r>
            <a:r>
              <a:rPr lang="ko-KR" altLang="en-US" sz="799" b="1">
                <a:solidFill>
                  <a:srgbClr val="A50034"/>
                </a:solidFill>
                <a:latin typeface="LG스마트체2.0 SemiBold" panose="020B0600000101010101" pitchFamily="50" charset="-127"/>
                <a:ea typeface="LG스마트체2.0 SemiBold" panose="020B0600000101010101" pitchFamily="50" charset="-127"/>
              </a:rPr>
              <a:t>｜</a:t>
            </a:r>
            <a:endParaRPr lang="en-US" altLang="ko-KR" sz="799" b="1">
              <a:solidFill>
                <a:srgbClr val="A50034"/>
              </a:solidFill>
              <a:latin typeface="LG스마트체2.0 SemiBold" panose="020B0600000101010101" pitchFamily="50" charset="-127"/>
              <a:ea typeface="LG스마트체2.0 SemiBold" panose="020B0600000101010101" pitchFamily="50" charset="-127"/>
            </a:endParaRPr>
          </a:p>
        </p:txBody>
      </p:sp>
      <p:sp>
        <p:nvSpPr>
          <p:cNvPr id="23" name="내용 개체 틀 22"/>
          <p:cNvSpPr>
            <a:spLocks noGrp="1"/>
          </p:cNvSpPr>
          <p:nvPr>
            <p:ph sz="quarter" idx="11"/>
            <p:custDataLst>
              <p:tags r:id="rId3"/>
            </p:custDataLst>
          </p:nvPr>
        </p:nvSpPr>
        <p:spPr>
          <a:xfrm>
            <a:off x="1208091" y="2565402"/>
            <a:ext cx="6961187" cy="286232"/>
          </a:xfrm>
        </p:spPr>
        <p:txBody>
          <a:bodyPr vert="horz" wrap="square" lIns="91440" tIns="45720" rIns="91440" bIns="45720" rtlCol="0" anchor="t">
            <a:spAutoFit/>
          </a:bodyPr>
          <a:lstStyle>
            <a:lvl1pPr>
              <a:defRPr lang="ko-KR" altLang="en-US" sz="1400" smtClean="0">
                <a:solidFill>
                  <a:schemeClr val="tx1">
                    <a:lumMod val="65000"/>
                    <a:lumOff val="35000"/>
                  </a:schemeClr>
                </a:solidFill>
                <a:latin typeface="LG스마트체2.0 SemiBold" panose="020B0600000101010101" pitchFamily="50" charset="-127"/>
                <a:ea typeface="LG스마트체2.0 SemiBold" panose="020B0600000101010101" pitchFamily="50" charset="-127"/>
                <a:cs typeface="+mj-cs"/>
              </a:defRPr>
            </a:lvl1pPr>
            <a:lvl2pPr marL="457179" indent="0">
              <a:buNone/>
              <a:defRPr lang="ko-KR" altLang="en-US" smtClean="0"/>
            </a:lvl2pPr>
            <a:lvl3pPr marL="914356" indent="0">
              <a:buNone/>
              <a:defRPr lang="ko-KR" altLang="en-US" smtClean="0"/>
            </a:lvl3pPr>
            <a:lvl4pPr marL="1371535" indent="0">
              <a:buNone/>
              <a:defRPr lang="ko-KR" altLang="en-US" smtClean="0"/>
            </a:lvl4pPr>
            <a:lvl5pPr marL="1828713" indent="0">
              <a:buNone/>
              <a:defRPr lang="ko-KR" altLang="en-US"/>
            </a:lvl5pPr>
          </a:lstStyle>
          <a:p>
            <a:pPr lvl="0">
              <a:spcBef>
                <a:spcPct val="0"/>
              </a:spcBef>
              <a:buNone/>
            </a:pPr>
            <a:r>
              <a:rPr lang="ko-KR" altLang="en-US"/>
              <a:t>마스터 텍스트 스타일을 편집합니다</a:t>
            </a:r>
          </a:p>
        </p:txBody>
      </p:sp>
      <p:sp>
        <p:nvSpPr>
          <p:cNvPr id="24" name="내용 개체 틀 22"/>
          <p:cNvSpPr>
            <a:spLocks noGrp="1"/>
          </p:cNvSpPr>
          <p:nvPr>
            <p:ph sz="quarter" idx="12"/>
            <p:custDataLst>
              <p:tags r:id="rId4"/>
            </p:custDataLst>
          </p:nvPr>
        </p:nvSpPr>
        <p:spPr>
          <a:xfrm>
            <a:off x="1208090" y="5176205"/>
            <a:ext cx="6960333" cy="286232"/>
          </a:xfrm>
        </p:spPr>
        <p:txBody>
          <a:bodyPr vert="horz" wrap="square" lIns="91440" tIns="45720" rIns="91440" bIns="45720" rtlCol="0" anchor="t">
            <a:spAutoFit/>
          </a:bodyPr>
          <a:lstStyle>
            <a:lvl1pPr>
              <a:defRPr lang="ko-KR" altLang="en-US" sz="1400" smtClean="0">
                <a:solidFill>
                  <a:schemeClr val="tx1">
                    <a:lumMod val="65000"/>
                    <a:lumOff val="35000"/>
                  </a:schemeClr>
                </a:solidFill>
                <a:latin typeface="LG스마트체2.0 Regular" panose="020B0600000101010101" pitchFamily="50" charset="-127"/>
                <a:ea typeface="LG스마트체2.0 Regular" panose="020B0600000101010101" pitchFamily="50" charset="-127"/>
                <a:cs typeface="+mj-cs"/>
              </a:defRPr>
            </a:lvl1pPr>
            <a:lvl2pPr marL="457179" indent="0">
              <a:buNone/>
              <a:defRPr lang="ko-KR" altLang="en-US" smtClean="0"/>
            </a:lvl2pPr>
            <a:lvl3pPr marL="914356" indent="0">
              <a:buNone/>
              <a:defRPr lang="ko-KR" altLang="en-US" smtClean="0"/>
            </a:lvl3pPr>
            <a:lvl4pPr marL="1371535" indent="0">
              <a:buNone/>
              <a:defRPr lang="ko-KR" altLang="en-US" smtClean="0"/>
            </a:lvl4pPr>
            <a:lvl5pPr marL="1828713" indent="0">
              <a:buNone/>
              <a:defRPr lang="ko-KR" altLang="en-US"/>
            </a:lvl5pPr>
          </a:lstStyle>
          <a:p>
            <a:pPr lvl="0">
              <a:spcBef>
                <a:spcPct val="0"/>
              </a:spcBef>
              <a:buNone/>
            </a:pPr>
            <a:r>
              <a:rPr lang="ko-KR" altLang="en-US"/>
              <a:t>마스터 텍스트 스타일을 편집합니다</a:t>
            </a:r>
          </a:p>
        </p:txBody>
      </p:sp>
      <p:grpSp>
        <p:nvGrpSpPr>
          <p:cNvPr id="12" name="그룹 11"/>
          <p:cNvGrpSpPr/>
          <p:nvPr userDrawn="1">
            <p:custDataLst>
              <p:tags r:id="rId5"/>
            </p:custDataLst>
          </p:nvPr>
        </p:nvGrpSpPr>
        <p:grpSpPr>
          <a:xfrm>
            <a:off x="200026" y="188916"/>
            <a:ext cx="9505950" cy="6480175"/>
            <a:chOff x="200025" y="188913"/>
            <a:chExt cx="9505950" cy="6480175"/>
          </a:xfrm>
        </p:grpSpPr>
        <p:sp>
          <p:nvSpPr>
            <p:cNvPr id="17" name="직사각형 16"/>
            <p:cNvSpPr/>
            <p:nvPr>
              <p:custDataLst>
                <p:tags r:id="rId7"/>
              </p:custDataLst>
            </p:nvPr>
          </p:nvSpPr>
          <p:spPr>
            <a:xfrm>
              <a:off x="200025" y="188913"/>
              <a:ext cx="9505950" cy="6480175"/>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algn="ctr"/>
              <a:endParaRPr lang="ko-KR" altLang="en-US" sz="1800"/>
            </a:p>
          </p:txBody>
        </p:sp>
        <p:pic>
          <p:nvPicPr>
            <p:cNvPr id="18" name="Picture 2" descr="C:\ECM\TEMP\부서함\Brand담당\20년 연간업무계획\디지털 그래픽 모티브 개발★\★1st Manual Official Release\Graphic Asset_v1.0\1. Main motif - Solid color\png\Main_motif-LG_red_solid.png"/>
            <p:cNvPicPr>
              <a:picLocks noChangeAspect="1" noChangeArrowheads="1"/>
            </p:cNvPicPr>
            <p:nvPr userDrawn="1">
              <p:custDataLst>
                <p:tags r:id="rId8"/>
              </p:custDataLst>
            </p:nvPr>
          </p:nvPicPr>
          <p:blipFill>
            <a:blip r:embed="rId11">
              <a:extLst>
                <a:ext uri="{28A0092B-C50C-407E-A947-70E740481C1C}">
                  <a14:useLocalDpi xmlns:a14="http://schemas.microsoft.com/office/drawing/2010/main" val="0"/>
                </a:ext>
              </a:extLst>
            </a:blip>
            <a:srcRect r="88574" b="66436"/>
            <a:stretch>
              <a:fillRect/>
            </a:stretch>
          </p:blipFill>
          <p:spPr bwMode="auto">
            <a:xfrm>
              <a:off x="200025" y="188913"/>
              <a:ext cx="735289"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ECM\TEMP\부서함\Brand담당\20년 연간업무계획\디지털 그래픽 모티브 개발★\★1st Manual Official Release\Graphic Asset_v1.0\1. Main motif - Solid color\png\Main_motif-LG_red_solid.png"/>
            <p:cNvPicPr>
              <a:picLocks noChangeAspect="1" noChangeArrowheads="1"/>
            </p:cNvPicPr>
            <p:nvPr userDrawn="1">
              <p:custDataLst>
                <p:tags r:id="rId9"/>
              </p:custDataLst>
            </p:nvPr>
          </p:nvPicPr>
          <p:blipFill>
            <a:blip r:embed="rId12">
              <a:extLst>
                <a:ext uri="{28A0092B-C50C-407E-A947-70E740481C1C}">
                  <a14:useLocalDpi xmlns:a14="http://schemas.microsoft.com/office/drawing/2010/main" val="0"/>
                </a:ext>
              </a:extLst>
            </a:blip>
            <a:srcRect l="77355" t="77614"/>
            <a:stretch>
              <a:fillRect/>
            </a:stretch>
          </p:blipFill>
          <p:spPr bwMode="auto">
            <a:xfrm>
              <a:off x="8249308" y="5229088"/>
              <a:ext cx="1456667" cy="1440000"/>
            </a:xfrm>
            <a:prstGeom prst="rect">
              <a:avLst/>
            </a:prstGeom>
            <a:noFill/>
            <a:extLst>
              <a:ext uri="{909E8E84-426E-40DD-AFC4-6F175D3DCCD1}">
                <a14:hiddenFill xmlns:a14="http://schemas.microsoft.com/office/drawing/2010/main">
                  <a:solidFill>
                    <a:srgbClr val="FFFFFF"/>
                  </a:solidFill>
                </a14:hiddenFill>
              </a:ext>
            </a:extLst>
          </p:spPr>
        </p:pic>
      </p:grpSp>
      <p:sp useBgFill="1">
        <p:nvSpPr>
          <p:cNvPr id="3" name="직사각형 2"/>
          <p:cNvSpPr/>
          <p:nvPr userDrawn="1">
            <p:custDataLst>
              <p:tags r:id="rId6"/>
            </p:custDataLst>
          </p:nvPr>
        </p:nvSpPr>
        <p:spPr>
          <a:xfrm>
            <a:off x="9273482" y="6677893"/>
            <a:ext cx="632519" cy="162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295224831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2_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ko-KR" altLang="en-US"/>
              <a:t>마스터 제목 스타일 편집</a:t>
            </a:r>
            <a:endParaRPr lang="en-US"/>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Date Placeholder 3"/>
          <p:cNvSpPr>
            <a:spLocks noGrp="1"/>
          </p:cNvSpPr>
          <p:nvPr>
            <p:ph type="dt" sz="half" idx="10"/>
          </p:nvPr>
        </p:nvSpPr>
        <p:spPr/>
        <p:txBody>
          <a:bodyPr/>
          <a:lstStyle/>
          <a:p>
            <a:fld id="{5A01015B-570A-42C4-B0E5-495D3CEB7DF7}"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25997291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1_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5A01015B-570A-42C4-B0E5-495D3CEB7DF7}"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41194406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1_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ko-KR" altLang="en-US"/>
              <a:t>마스터 제목 스타일 편집</a:t>
            </a:r>
            <a:endParaRPr lang="en-US"/>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5A01015B-570A-42C4-B0E5-495D3CEB7DF7}"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32095301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1_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sz="half" idx="1"/>
          </p:nvPr>
        </p:nvSpPr>
        <p:spPr>
          <a:xfrm>
            <a:off x="681038"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Content Placeholder 3"/>
          <p:cNvSpPr>
            <a:spLocks noGrp="1"/>
          </p:cNvSpPr>
          <p:nvPr>
            <p:ph sz="half" idx="2"/>
          </p:nvPr>
        </p:nvSpPr>
        <p:spPr>
          <a:xfrm>
            <a:off x="5014913"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Date Placeholder 4"/>
          <p:cNvSpPr>
            <a:spLocks noGrp="1"/>
          </p:cNvSpPr>
          <p:nvPr>
            <p:ph type="dt" sz="half" idx="10"/>
          </p:nvPr>
        </p:nvSpPr>
        <p:spPr/>
        <p:txBody>
          <a:bodyPr/>
          <a:lstStyle/>
          <a:p>
            <a:fld id="{5A01015B-570A-42C4-B0E5-495D3CEB7DF7}" type="datetimeFigureOut">
              <a:rPr lang="ko-KR" altLang="en-US" smtClean="0"/>
              <a:t>2026-10-22</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6576650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1_비교">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ko-KR" altLang="en-US"/>
              <a:t>마스터 제목 스타일 편집</a:t>
            </a:r>
            <a:endParaRPr lang="en-US"/>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682329" y="2505075"/>
            <a:ext cx="4190702"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5014913" y="2505075"/>
            <a:ext cx="4211340"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Date Placeholder 6"/>
          <p:cNvSpPr>
            <a:spLocks noGrp="1"/>
          </p:cNvSpPr>
          <p:nvPr>
            <p:ph type="dt" sz="half" idx="10"/>
          </p:nvPr>
        </p:nvSpPr>
        <p:spPr/>
        <p:txBody>
          <a:bodyPr/>
          <a:lstStyle/>
          <a:p>
            <a:fld id="{5A01015B-570A-42C4-B0E5-495D3CEB7DF7}" type="datetimeFigureOut">
              <a:rPr lang="ko-KR" altLang="en-US" smtClean="0"/>
              <a:t>2026-10-22</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13910721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1_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Date Placeholder 2"/>
          <p:cNvSpPr>
            <a:spLocks noGrp="1"/>
          </p:cNvSpPr>
          <p:nvPr>
            <p:ph type="dt" sz="half" idx="10"/>
          </p:nvPr>
        </p:nvSpPr>
        <p:spPr/>
        <p:txBody>
          <a:bodyPr/>
          <a:lstStyle/>
          <a:p>
            <a:fld id="{5A01015B-570A-42C4-B0E5-495D3CEB7DF7}" type="datetimeFigureOut">
              <a:rPr lang="ko-KR" altLang="en-US" smtClean="0"/>
              <a:t>2026-10-22</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1050575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1_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01015B-570A-42C4-B0E5-495D3CEB7DF7}" type="datetimeFigureOut">
              <a:rPr lang="ko-KR" altLang="en-US" smtClean="0"/>
              <a:t>2026-10-22</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13920670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1_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5A01015B-570A-42C4-B0E5-495D3CEB7DF7}" type="datetimeFigureOut">
              <a:rPr lang="ko-KR" altLang="en-US" smtClean="0"/>
              <a:t>2026-10-22</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85493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1_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5A01015B-570A-42C4-B0E5-495D3CEB7DF7}" type="datetimeFigureOut">
              <a:rPr lang="ko-KR" altLang="en-US" smtClean="0"/>
              <a:t>2026-10-22</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23473569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1_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5A01015B-570A-42C4-B0E5-495D3CEB7DF7}"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6674548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1_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5A01015B-570A-42C4-B0E5-495D3CEB7DF7}"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12157362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_제목 및 내용">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3783013" y="6356352"/>
            <a:ext cx="2228850" cy="365125"/>
          </a:xfrm>
        </p:spPr>
        <p:txBody>
          <a:bodyPr/>
          <a:lstStyle>
            <a:lvl1pPr algn="ctr">
              <a:defRPr/>
            </a:lvl1pPr>
          </a:lstStyle>
          <a:p>
            <a:fld id="{CCA55350-D3D9-4460-888F-3541010D2F5A}" type="slidenum">
              <a:rPr lang="ko-KR" altLang="en-US" smtClean="0"/>
              <a:pPr/>
              <a:t>‹#›</a:t>
            </a:fld>
            <a:endParaRPr lang="ko-KR" altLang="en-US"/>
          </a:p>
        </p:txBody>
      </p:sp>
    </p:spTree>
    <p:extLst>
      <p:ext uri="{BB962C8B-B14F-4D97-AF65-F5344CB8AC3E}">
        <p14:creationId xmlns:p14="http://schemas.microsoft.com/office/powerpoint/2010/main" val="11193339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빈 슬라이드">
    <p:spTree>
      <p:nvGrpSpPr>
        <p:cNvPr id="1" name=""/>
        <p:cNvGrpSpPr/>
        <p:nvPr/>
      </p:nvGrpSpPr>
      <p:grpSpPr>
        <a:xfrm>
          <a:off x="0" y="0"/>
          <a:ext cx="0" cy="0"/>
          <a:chOff x="0" y="0"/>
          <a:chExt cx="0" cy="0"/>
        </a:xfrm>
      </p:grpSpPr>
      <p:sp>
        <p:nvSpPr>
          <p:cNvPr id="6" name="슬라이드 번호 개체 틀 5"/>
          <p:cNvSpPr>
            <a:spLocks noGrp="1"/>
          </p:cNvSpPr>
          <p:nvPr>
            <p:ph type="sldNum" sz="quarter" idx="4"/>
          </p:nvPr>
        </p:nvSpPr>
        <p:spPr>
          <a:xfrm>
            <a:off x="9074082" y="6650481"/>
            <a:ext cx="703454" cy="215444"/>
          </a:xfrm>
          <a:prstGeom prst="rect">
            <a:avLst/>
          </a:prstGeom>
        </p:spPr>
        <p:txBody>
          <a:bodyPr vert="horz" wrap="square" lIns="91440" tIns="45720" rIns="91440" bIns="45720" rtlCol="0" anchor="ctr">
            <a:spAutoFit/>
          </a:bodyPr>
          <a:lstStyle>
            <a:lvl1pPr algn="r">
              <a:defRPr sz="800">
                <a:solidFill>
                  <a:schemeClr val="tx1"/>
                </a:solidFill>
                <a:latin typeface="LG스마트체2.0 Regular" panose="020B0600000101010101" pitchFamily="50" charset="-127"/>
                <a:ea typeface="LG스마트체2.0 Regular" panose="020B0600000101010101" pitchFamily="50" charset="-127"/>
              </a:defRPr>
            </a:lvl1pPr>
          </a:lstStyle>
          <a:p>
            <a:fld id="{F2334CB4-850D-45D0-A107-7A1684607371}" type="slidenum">
              <a:rPr lang="ko-KR" altLang="en-US" smtClean="0"/>
              <a:pPr/>
              <a:t>‹#›</a:t>
            </a:fld>
            <a:r>
              <a:rPr lang="ko-KR" altLang="en-US"/>
              <a:t> </a:t>
            </a:r>
            <a:r>
              <a:rPr lang="en-US" altLang="ko-KR"/>
              <a:t>/ p</a:t>
            </a:r>
            <a:endParaRPr lang="ko-KR" altLang="en-US"/>
          </a:p>
        </p:txBody>
      </p:sp>
    </p:spTree>
    <p:extLst>
      <p:ext uri="{BB962C8B-B14F-4D97-AF65-F5344CB8AC3E}">
        <p14:creationId xmlns:p14="http://schemas.microsoft.com/office/powerpoint/2010/main" val="33750941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3_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ko-KR" altLang="en-US"/>
              <a:t>마스터 제목 스타일 편집</a:t>
            </a:r>
            <a:endParaRPr lang="en-US"/>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22755571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4_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17092013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3_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ko-KR" altLang="en-US"/>
              <a:t>마스터 제목 스타일 편집</a:t>
            </a:r>
            <a:endParaRPr lang="en-US"/>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21564839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2_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sz="half" idx="1"/>
          </p:nvPr>
        </p:nvSpPr>
        <p:spPr>
          <a:xfrm>
            <a:off x="681038"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Content Placeholder 3"/>
          <p:cNvSpPr>
            <a:spLocks noGrp="1"/>
          </p:cNvSpPr>
          <p:nvPr>
            <p:ph sz="half" idx="2"/>
          </p:nvPr>
        </p:nvSpPr>
        <p:spPr>
          <a:xfrm>
            <a:off x="5014913"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Date Placeholder 4"/>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7495901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2_비교">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ko-KR" altLang="en-US"/>
              <a:t>마스터 제목 스타일 편집</a:t>
            </a:r>
            <a:endParaRPr lang="en-US"/>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682329" y="2505075"/>
            <a:ext cx="4190702"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5014913" y="2505075"/>
            <a:ext cx="4211340"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Date Placeholder 6"/>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33503977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2_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Date Placeholder 2"/>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39098030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2_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17137267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2_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42550734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2_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15895865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2_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4081386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2_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23055748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theme" Target="../theme/theme4.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8" Type="http://schemas.openxmlformats.org/officeDocument/2006/relationships/slideLayout" Target="../slideLayouts/slideLayout20.xml"/><Relationship Id="rId3"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0604856"/>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Lst>
  <p:hf sldNum="0" hdr="0" ftr="0" dt="0"/>
  <p:txStyles>
    <p:titleStyle>
      <a:lvl1pPr algn="l" rtl="0" eaLnBrk="1" fontAlgn="base" latinLnBrk="1" hangingPunct="1">
        <a:spcBef>
          <a:spcPct val="0"/>
        </a:spcBef>
        <a:spcAft>
          <a:spcPct val="0"/>
        </a:spcAft>
        <a:defRPr lang="ko-KR" altLang="en-US" sz="2000" b="1" kern="1200" baseline="0">
          <a:solidFill>
            <a:schemeClr val="bg1"/>
          </a:solidFill>
          <a:latin typeface="Arial" pitchFamily="34" charset="0"/>
          <a:ea typeface="돋움" pitchFamily="50" charset="-127"/>
          <a:cs typeface="Arial" pitchFamily="34" charset="0"/>
        </a:defRPr>
      </a:lvl1pPr>
      <a:lvl2pPr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2pPr>
      <a:lvl3pPr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3pPr>
      <a:lvl4pPr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4pPr>
      <a:lvl5pPr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5pPr>
      <a:lvl6pPr marL="457200"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6pPr>
      <a:lvl7pPr marL="914400"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7pPr>
      <a:lvl8pPr marL="1371600"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8pPr>
      <a:lvl9pPr marL="1828800"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9pPr>
    </p:titleStyle>
    <p:bodyStyle>
      <a:lvl1pPr marL="174625" indent="-174625" algn="l" rtl="0" eaLnBrk="1" fontAlgn="base" latinLnBrk="1" hangingPunct="1">
        <a:spcBef>
          <a:spcPct val="20000"/>
        </a:spcBef>
        <a:spcAft>
          <a:spcPct val="0"/>
        </a:spcAft>
        <a:buFont typeface="Wingdings" pitchFamily="2" charset="2"/>
        <a:buChar char="§"/>
        <a:defRPr lang="ko-KR" altLang="en-US" sz="1400" kern="1200" dirty="0">
          <a:solidFill>
            <a:schemeClr val="tx1"/>
          </a:solidFill>
          <a:latin typeface="+mn-lt"/>
          <a:ea typeface="+mn-ea"/>
          <a:cs typeface="+mn-cs"/>
        </a:defRPr>
      </a:lvl1pPr>
      <a:lvl2pPr marL="268288" indent="-192088" algn="l" rtl="0" eaLnBrk="1" fontAlgn="base" latinLnBrk="1" hangingPunct="1">
        <a:spcBef>
          <a:spcPct val="20000"/>
        </a:spcBef>
        <a:spcAft>
          <a:spcPct val="0"/>
        </a:spcAft>
        <a:buFont typeface="Arial" charset="0"/>
        <a:buAutoNum type="arabicPeriod"/>
        <a:tabLst>
          <a:tab pos="93663" algn="l"/>
        </a:tabLst>
        <a:defRPr lang="ko-KR" altLang="en-US" sz="1200" kern="1200" dirty="0">
          <a:solidFill>
            <a:schemeClr val="tx1"/>
          </a:solidFill>
          <a:latin typeface="+mn-lt"/>
          <a:ea typeface="+mn-ea"/>
          <a:cs typeface="+mn-cs"/>
        </a:defRPr>
      </a:lvl2pPr>
      <a:lvl3pPr marL="363538" indent="-188913" algn="l" rtl="0" eaLnBrk="1" fontAlgn="base" latinLnBrk="1" hangingPunct="1">
        <a:spcBef>
          <a:spcPct val="20000"/>
        </a:spcBef>
        <a:spcAft>
          <a:spcPct val="0"/>
        </a:spcAft>
        <a:buFont typeface="Arial" charset="0"/>
        <a:buChar char="•"/>
        <a:tabLst>
          <a:tab pos="174625" algn="l"/>
        </a:tabLst>
        <a:defRPr lang="ko-KR" altLang="en-US" sz="1200" kern="1200" dirty="0">
          <a:solidFill>
            <a:schemeClr val="tx1"/>
          </a:solidFill>
          <a:latin typeface="+mn-lt"/>
          <a:ea typeface="+mn-ea"/>
          <a:cs typeface="+mn-cs"/>
        </a:defRPr>
      </a:lvl3pPr>
      <a:lvl4pPr marL="444500" indent="-174625" algn="l" rtl="0" eaLnBrk="1" fontAlgn="base" latinLnBrk="1" hangingPunct="1">
        <a:spcBef>
          <a:spcPct val="20000"/>
        </a:spcBef>
        <a:spcAft>
          <a:spcPct val="0"/>
        </a:spcAft>
        <a:buFont typeface="Arial" charset="0"/>
        <a:buChar char="–"/>
        <a:tabLst>
          <a:tab pos="268288" algn="l"/>
        </a:tabLst>
        <a:defRPr lang="ko-KR" altLang="en-US" sz="1200" kern="1200" dirty="0">
          <a:solidFill>
            <a:schemeClr val="tx1"/>
          </a:solidFill>
          <a:latin typeface="+mn-lt"/>
          <a:ea typeface="+mn-ea"/>
          <a:cs typeface="+mn-cs"/>
        </a:defRPr>
      </a:lvl4pPr>
      <a:lvl5pPr marL="538163" indent="-174625" algn="l" rtl="0" eaLnBrk="1" fontAlgn="base" latinLnBrk="1" hangingPunct="1">
        <a:spcBef>
          <a:spcPct val="20000"/>
        </a:spcBef>
        <a:spcAft>
          <a:spcPct val="0"/>
        </a:spcAft>
        <a:buFont typeface="Arial" charset="0"/>
        <a:buChar char="»"/>
        <a:tabLst>
          <a:tab pos="363538" algn="l"/>
        </a:tabLst>
        <a:defRPr lang="ko-KR" altLang="en-US" sz="1200" kern="1200" dirty="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ko-KR" altLang="en-US"/>
              <a:t>마스터 텍스트 스타일을 편집합니다</a:t>
            </a:r>
          </a:p>
        </p:txBody>
      </p:sp>
      <p:sp>
        <p:nvSpPr>
          <p:cNvPr id="4" name="날짜 개체 틀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7" name="슬라이드 번호 개체 틀 5"/>
          <p:cNvSpPr>
            <a:spLocks noGrp="1"/>
          </p:cNvSpPr>
          <p:nvPr>
            <p:ph type="sldNum" sz="quarter" idx="4"/>
          </p:nvPr>
        </p:nvSpPr>
        <p:spPr>
          <a:xfrm>
            <a:off x="8977135" y="6633855"/>
            <a:ext cx="703454" cy="215444"/>
          </a:xfrm>
          <a:prstGeom prst="rect">
            <a:avLst/>
          </a:prstGeom>
        </p:spPr>
        <p:txBody>
          <a:bodyPr vert="horz" wrap="square" lIns="91440" tIns="45720" rIns="91440" bIns="45720" rtlCol="0" anchor="ctr">
            <a:spAutoFit/>
          </a:bodyPr>
          <a:lstStyle>
            <a:lvl1pPr algn="r">
              <a:defRPr sz="800">
                <a:solidFill>
                  <a:schemeClr val="tx1"/>
                </a:solidFill>
                <a:latin typeface="LG스마트체2.0 Regular" panose="020B0600000101010101" pitchFamily="50" charset="-127"/>
                <a:ea typeface="LG스마트체2.0 Regular" panose="020B0600000101010101" pitchFamily="50" charset="-127"/>
              </a:defRPr>
            </a:lvl1pPr>
          </a:lstStyle>
          <a:p>
            <a:fld id="{F2334CB4-850D-45D0-A107-7A1684607371}" type="slidenum">
              <a:rPr lang="ko-KR" altLang="en-US" smtClean="0"/>
              <a:pPr/>
              <a:t>‹#›</a:t>
            </a:fld>
            <a:endParaRPr lang="ko-KR" altLang="en-US"/>
          </a:p>
        </p:txBody>
      </p:sp>
    </p:spTree>
    <p:extLst>
      <p:ext uri="{BB962C8B-B14F-4D97-AF65-F5344CB8AC3E}">
        <p14:creationId xmlns:p14="http://schemas.microsoft.com/office/powerpoint/2010/main" val="2459624615"/>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9" r:id="rId6"/>
    <p:sldLayoutId id="2147483761" r:id="rId7"/>
  </p:sldLayoutIdLst>
  <p:hf hdr="0" ftr="0" dt="0"/>
  <p:txStyles>
    <p:titleStyle>
      <a:lvl1pPr algn="l" defTabSz="914400" rtl="0" eaLnBrk="1" latinLnBrk="1" hangingPunct="1">
        <a:spcBef>
          <a:spcPct val="0"/>
        </a:spcBef>
        <a:buNone/>
        <a:defRPr sz="4400" kern="1200">
          <a:solidFill>
            <a:schemeClr val="tx1"/>
          </a:solidFill>
          <a:latin typeface="+mj-lt"/>
          <a:ea typeface="+mj-ea"/>
          <a:cs typeface="+mj-cs"/>
        </a:defRPr>
      </a:lvl1pPr>
    </p:titleStyle>
    <p:bodyStyle>
      <a:lvl1pPr marL="0" indent="0" algn="l" defTabSz="914400" rtl="0" eaLnBrk="1" latinLnBrk="1" hangingPunct="1">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l" defTabSz="914400" rtl="0" eaLnBrk="1" latinLnBrk="1" hangingPunct="1">
        <a:spcBef>
          <a:spcPct val="20000"/>
        </a:spcBef>
        <a:buFont typeface="Arial" panose="020B0604020202020204" pitchFamily="34" charset="0"/>
        <a:buNone/>
        <a:defRPr sz="2800" kern="1200">
          <a:solidFill>
            <a:schemeClr val="tx1"/>
          </a:solidFill>
          <a:latin typeface="+mn-lt"/>
          <a:ea typeface="+mn-ea"/>
          <a:cs typeface="+mn-cs"/>
        </a:defRPr>
      </a:lvl2pPr>
      <a:lvl3pPr marL="914400" indent="0" algn="l" defTabSz="914400" rtl="0" eaLnBrk="1" latinLnBrk="1" hangingPunct="1">
        <a:spcBef>
          <a:spcPct val="20000"/>
        </a:spcBef>
        <a:buFont typeface="Arial" panose="020B0604020202020204" pitchFamily="34" charset="0"/>
        <a:buNone/>
        <a:defRPr sz="2400" kern="1200">
          <a:solidFill>
            <a:schemeClr val="tx1"/>
          </a:solidFill>
          <a:latin typeface="+mn-lt"/>
          <a:ea typeface="+mn-ea"/>
          <a:cs typeface="+mn-cs"/>
        </a:defRPr>
      </a:lvl3pPr>
      <a:lvl4pPr marL="1371600" indent="0" algn="l" defTabSz="914400" rtl="0" eaLnBrk="1" latinLnBrk="1" hangingPunct="1">
        <a:spcBef>
          <a:spcPct val="200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1"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95300" y="1600204"/>
            <a:ext cx="89154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95300" y="6356354"/>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spcBef>
                <a:spcPct val="0"/>
              </a:spcBef>
              <a:spcAft>
                <a:spcPct val="0"/>
              </a:spcAft>
            </a:pPr>
            <a:fld id="{9AA2CE39-3A3D-47C9-8337-D19B89C86E93}" type="datetimeFigureOut">
              <a:rPr kumimoji="1" lang="ko-KR" altLang="en-US" b="1" smtClean="0">
                <a:solidFill>
                  <a:prstClr val="black">
                    <a:tint val="75000"/>
                  </a:prstClr>
                </a:solidFill>
                <a:latin typeface="Arial" charset="0"/>
                <a:ea typeface="굴림" charset="-127"/>
              </a:rPr>
              <a:pPr fontAlgn="base">
                <a:spcBef>
                  <a:spcPct val="0"/>
                </a:spcBef>
                <a:spcAft>
                  <a:spcPct val="0"/>
                </a:spcAft>
              </a:pPr>
              <a:t>2026-10-22</a:t>
            </a:fld>
            <a:endParaRPr kumimoji="1" lang="ko-KR" altLang="en-US" b="1">
              <a:solidFill>
                <a:prstClr val="black">
                  <a:tint val="75000"/>
                </a:prstClr>
              </a:solidFill>
              <a:latin typeface="Arial" charset="0"/>
              <a:ea typeface="굴림" charset="-127"/>
            </a:endParaRPr>
          </a:p>
        </p:txBody>
      </p:sp>
      <p:sp>
        <p:nvSpPr>
          <p:cNvPr id="5" name="바닥글 개체 틀 4"/>
          <p:cNvSpPr>
            <a:spLocks noGrp="1"/>
          </p:cNvSpPr>
          <p:nvPr>
            <p:ph type="ftr" sz="quarter" idx="3"/>
          </p:nvPr>
        </p:nvSpPr>
        <p:spPr>
          <a:xfrm>
            <a:off x="3384550" y="6356354"/>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base">
              <a:spcBef>
                <a:spcPct val="0"/>
              </a:spcBef>
              <a:spcAft>
                <a:spcPct val="0"/>
              </a:spcAft>
            </a:pPr>
            <a:endParaRPr kumimoji="1" lang="ko-KR" altLang="en-US" b="1">
              <a:solidFill>
                <a:prstClr val="black">
                  <a:tint val="75000"/>
                </a:prstClr>
              </a:solidFill>
              <a:latin typeface="Arial" charset="0"/>
              <a:ea typeface="굴림" charset="-127"/>
            </a:endParaRPr>
          </a:p>
        </p:txBody>
      </p:sp>
      <p:sp>
        <p:nvSpPr>
          <p:cNvPr id="6" name="슬라이드 번호 개체 틀 5"/>
          <p:cNvSpPr>
            <a:spLocks noGrp="1"/>
          </p:cNvSpPr>
          <p:nvPr>
            <p:ph type="sldNum" sz="quarter" idx="4"/>
          </p:nvPr>
        </p:nvSpPr>
        <p:spPr>
          <a:xfrm>
            <a:off x="7099300" y="6356354"/>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spcBef>
                <a:spcPct val="0"/>
              </a:spcBef>
              <a:spcAft>
                <a:spcPct val="0"/>
              </a:spcAft>
            </a:pPr>
            <a:fld id="{D808F9AC-8204-46FA-B808-449C59A80C80}" type="slidenum">
              <a:rPr kumimoji="1" lang="ko-KR" altLang="en-US" b="1" smtClean="0">
                <a:solidFill>
                  <a:prstClr val="black">
                    <a:tint val="75000"/>
                  </a:prstClr>
                </a:solidFill>
                <a:latin typeface="Arial" charset="0"/>
                <a:ea typeface="굴림" charset="-127"/>
              </a:rPr>
              <a:pPr fontAlgn="base">
                <a:spcBef>
                  <a:spcPct val="0"/>
                </a:spcBef>
                <a:spcAft>
                  <a:spcPct val="0"/>
                </a:spcAft>
              </a:pPr>
              <a:t>‹#›</a:t>
            </a:fld>
            <a:endParaRPr kumimoji="1" lang="ko-KR" altLang="en-US" b="1">
              <a:solidFill>
                <a:prstClr val="black">
                  <a:tint val="75000"/>
                </a:prstClr>
              </a:solidFill>
              <a:latin typeface="Arial" charset="0"/>
              <a:ea typeface="굴림" charset="-127"/>
            </a:endParaRPr>
          </a:p>
        </p:txBody>
      </p:sp>
    </p:spTree>
    <p:extLst>
      <p:ext uri="{BB962C8B-B14F-4D97-AF65-F5344CB8AC3E}">
        <p14:creationId xmlns:p14="http://schemas.microsoft.com/office/powerpoint/2010/main" val="1578425846"/>
      </p:ext>
    </p:extLst>
  </p:cSld>
  <p:clrMap bg1="lt1" tx1="dk1" bg2="lt2" tx2="dk2" accent1="accent1" accent2="accent2" accent3="accent3" accent4="accent4" accent5="accent5" accent6="accent6" hlink="hlink" folHlink="folHlink"/>
  <p:sldLayoutIdLst>
    <p:sldLayoutId id="2147483802" r:id="rId1"/>
    <p:sldLayoutId id="2147483803" r:id="rId2"/>
  </p:sldLayoutIdLst>
  <p:txStyles>
    <p:titleStyle>
      <a:lvl1pPr algn="ctr" defTabSz="914395" rtl="0" eaLnBrk="1" latinLnBrk="1" hangingPunct="1">
        <a:spcBef>
          <a:spcPct val="0"/>
        </a:spcBef>
        <a:buNone/>
        <a:defRPr sz="4400" kern="1200">
          <a:solidFill>
            <a:schemeClr val="tx1"/>
          </a:solidFill>
          <a:latin typeface="+mj-lt"/>
          <a:ea typeface="+mj-ea"/>
          <a:cs typeface="+mj-cs"/>
        </a:defRPr>
      </a:lvl1pPr>
    </p:titleStyle>
    <p:bodyStyle>
      <a:lvl1pPr marL="342898" indent="-342898" algn="l" defTabSz="914395"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46" indent="-285748" algn="l" defTabSz="914395"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2993" indent="-228598" algn="l" defTabSz="914395"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191" indent="-228598" algn="l" defTabSz="91439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388" indent="-228598" algn="l" defTabSz="91439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585" indent="-228598" algn="l" defTabSz="91439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83" indent="-228598" algn="l" defTabSz="91439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80" indent="-228598" algn="l" defTabSz="91439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77" indent="-228598" algn="l" defTabSz="91439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395" rtl="0" eaLnBrk="1" latinLnBrk="1" hangingPunct="1">
        <a:defRPr sz="1800" kern="1200">
          <a:solidFill>
            <a:schemeClr val="tx1"/>
          </a:solidFill>
          <a:latin typeface="+mn-lt"/>
          <a:ea typeface="+mn-ea"/>
          <a:cs typeface="+mn-cs"/>
        </a:defRPr>
      </a:lvl1pPr>
      <a:lvl2pPr marL="457198" algn="l" defTabSz="914395" rtl="0" eaLnBrk="1" latinLnBrk="1" hangingPunct="1">
        <a:defRPr sz="1800" kern="1200">
          <a:solidFill>
            <a:schemeClr val="tx1"/>
          </a:solidFill>
          <a:latin typeface="+mn-lt"/>
          <a:ea typeface="+mn-ea"/>
          <a:cs typeface="+mn-cs"/>
        </a:defRPr>
      </a:lvl2pPr>
      <a:lvl3pPr marL="914395" algn="l" defTabSz="914395" rtl="0" eaLnBrk="1" latinLnBrk="1" hangingPunct="1">
        <a:defRPr sz="1800" kern="1200">
          <a:solidFill>
            <a:schemeClr val="tx1"/>
          </a:solidFill>
          <a:latin typeface="+mn-lt"/>
          <a:ea typeface="+mn-ea"/>
          <a:cs typeface="+mn-cs"/>
        </a:defRPr>
      </a:lvl3pPr>
      <a:lvl4pPr marL="1371592" algn="l" defTabSz="914395" rtl="0" eaLnBrk="1" latinLnBrk="1" hangingPunct="1">
        <a:defRPr sz="1800" kern="1200">
          <a:solidFill>
            <a:schemeClr val="tx1"/>
          </a:solidFill>
          <a:latin typeface="+mn-lt"/>
          <a:ea typeface="+mn-ea"/>
          <a:cs typeface="+mn-cs"/>
        </a:defRPr>
      </a:lvl4pPr>
      <a:lvl5pPr marL="1828789" algn="l" defTabSz="914395" rtl="0" eaLnBrk="1" latinLnBrk="1" hangingPunct="1">
        <a:defRPr sz="1800" kern="1200">
          <a:solidFill>
            <a:schemeClr val="tx1"/>
          </a:solidFill>
          <a:latin typeface="+mn-lt"/>
          <a:ea typeface="+mn-ea"/>
          <a:cs typeface="+mn-cs"/>
        </a:defRPr>
      </a:lvl5pPr>
      <a:lvl6pPr marL="2285987" algn="l" defTabSz="914395" rtl="0" eaLnBrk="1" latinLnBrk="1" hangingPunct="1">
        <a:defRPr sz="1800" kern="1200">
          <a:solidFill>
            <a:schemeClr val="tx1"/>
          </a:solidFill>
          <a:latin typeface="+mn-lt"/>
          <a:ea typeface="+mn-ea"/>
          <a:cs typeface="+mn-cs"/>
        </a:defRPr>
      </a:lvl6pPr>
      <a:lvl7pPr marL="2743185" algn="l" defTabSz="914395" rtl="0" eaLnBrk="1" latinLnBrk="1" hangingPunct="1">
        <a:defRPr sz="1800" kern="1200">
          <a:solidFill>
            <a:schemeClr val="tx1"/>
          </a:solidFill>
          <a:latin typeface="+mn-lt"/>
          <a:ea typeface="+mn-ea"/>
          <a:cs typeface="+mn-cs"/>
        </a:defRPr>
      </a:lvl7pPr>
      <a:lvl8pPr marL="3200381" algn="l" defTabSz="914395" rtl="0" eaLnBrk="1" latinLnBrk="1" hangingPunct="1">
        <a:defRPr sz="1800" kern="1200">
          <a:solidFill>
            <a:schemeClr val="tx1"/>
          </a:solidFill>
          <a:latin typeface="+mn-lt"/>
          <a:ea typeface="+mn-ea"/>
          <a:cs typeface="+mn-cs"/>
        </a:defRPr>
      </a:lvl8pPr>
      <a:lvl9pPr marL="3657579" algn="l" defTabSz="914395"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5FAC7D-4F72-4E9B-8650-020751DE0B7B}" type="datetimeFigureOut">
              <a:rPr lang="ko-KR" altLang="en-US" smtClean="0"/>
              <a:t>2026-10-22</a:t>
            </a:fld>
            <a:endParaRPr lang="ko-KR" alt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273546151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 id="2147483834" r:id="rId18"/>
    <p:sldLayoutId id="2147483835" r:id="rId19"/>
    <p:sldLayoutId id="2147483836" r:id="rId20"/>
    <p:sldLayoutId id="2147483837" r:id="rId21"/>
    <p:sldLayoutId id="2147483838" r:id="rId22"/>
    <p:sldLayoutId id="2147483839" r:id="rId23"/>
    <p:sldLayoutId id="2147483840" r:id="rId24"/>
    <p:sldLayoutId id="2147483841" r:id="rId25"/>
    <p:sldLayoutId id="2147483842" r:id="rId26"/>
    <p:sldLayoutId id="2147483843" r:id="rId27"/>
    <p:sldLayoutId id="2147483844" r:id="rId28"/>
    <p:sldLayoutId id="2147483845" r:id="rId29"/>
    <p:sldLayoutId id="2147483846" r:id="rId30"/>
    <p:sldLayoutId id="2147483847" r:id="rId31"/>
    <p:sldLayoutId id="2147483848" r:id="rId32"/>
    <p:sldLayoutId id="2147483849" r:id="rId33"/>
    <p:sldLayoutId id="2147483850" r:id="rId34"/>
    <p:sldLayoutId id="2147483851" r:id="rId35"/>
    <p:sldLayoutId id="2147483852" r:id="rId36"/>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7.png"/><Relationship Id="rId7" Type="http://schemas.openxmlformats.org/officeDocument/2006/relationships/slide" Target="slide4.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3.png"/><Relationship Id="rId5" Type="http://schemas.openxmlformats.org/officeDocument/2006/relationships/notesSlide" Target="../notesSlides/notesSlide5.xml"/><Relationship Id="rId4"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21.png"/><Relationship Id="rId7" Type="http://schemas.openxmlformats.org/officeDocument/2006/relationships/package" Target="../embeddings/Microsoft_PowerPoint_Presentation.pptx"/><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hyperlink" Target="http://10.76.93.61:8100/" TargetMode="Externa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8CED1-01B8-F10B-FA49-01DB41836409}"/>
            </a:ext>
          </a:extLst>
        </p:cNvPr>
        <p:cNvGrpSpPr/>
        <p:nvPr/>
      </p:nvGrpSpPr>
      <p:grpSpPr>
        <a:xfrm>
          <a:off x="0" y="0"/>
          <a:ext cx="0" cy="0"/>
          <a:chOff x="0" y="0"/>
          <a:chExt cx="0" cy="0"/>
        </a:xfrm>
      </p:grpSpPr>
      <p:pic>
        <p:nvPicPr>
          <p:cNvPr id="18" name="Picture 2" descr="C:\ECM\TEMP\부서함\Brand담당\CI 매뉴얼★\★로고파일-자회사名\14년ver\(주)LG\LG_가로조합.png">
            <a:extLst>
              <a:ext uri="{FF2B5EF4-FFF2-40B4-BE49-F238E27FC236}">
                <a16:creationId xmlns:a16="http://schemas.microsoft.com/office/drawing/2014/main" id="{A8AC4F0B-965F-0A31-BB42-F2FC3C018E6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01198" y="5156523"/>
            <a:ext cx="839469" cy="368791"/>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3">
            <a:extLst>
              <a:ext uri="{FF2B5EF4-FFF2-40B4-BE49-F238E27FC236}">
                <a16:creationId xmlns:a16="http://schemas.microsoft.com/office/drawing/2014/main" id="{A010CE88-62A1-4161-BEAC-AC452394FD4B}"/>
              </a:ext>
            </a:extLst>
          </p:cNvPr>
          <p:cNvSpPr txBox="1">
            <a:spLocks/>
          </p:cNvSpPr>
          <p:nvPr>
            <p:custDataLst>
              <p:tags r:id="rId1"/>
            </p:custDataLst>
          </p:nvPr>
        </p:nvSpPr>
        <p:spPr>
          <a:xfrm>
            <a:off x="1020788" y="1631173"/>
            <a:ext cx="8474197" cy="492443"/>
          </a:xfrm>
          <a:prstGeom prst="rect">
            <a:avLst/>
          </a:prstGeom>
        </p:spPr>
        <p:txBody>
          <a:bodyPr vert="horz" wrap="square" lIns="91440" tIns="45720" rIns="91440" bIns="45720" rtlCol="0" anchor="t">
            <a:spAutoFit/>
          </a:bodyPr>
          <a:lstStyle>
            <a:lvl1pPr algn="l" defTabSz="914400" rtl="0" eaLnBrk="1" latinLnBrk="1" hangingPunct="1">
              <a:lnSpc>
                <a:spcPct val="90000"/>
              </a:lnSpc>
              <a:spcBef>
                <a:spcPct val="0"/>
              </a:spcBef>
              <a:buNone/>
              <a:defRPr sz="3200" kern="1200">
                <a:solidFill>
                  <a:schemeClr val="tx1">
                    <a:lumMod val="65000"/>
                    <a:lumOff val="35000"/>
                  </a:schemeClr>
                </a:solidFill>
                <a:latin typeface="LG스마트체2.0 SemiBold" panose="020B0600000101010101" pitchFamily="50" charset="-127"/>
                <a:ea typeface="LG스마트체2.0 SemiBold" panose="020B0600000101010101" pitchFamily="50" charset="-127"/>
                <a:cs typeface="+mj-cs"/>
              </a:defRPr>
            </a:lvl1pPr>
          </a:lstStyle>
          <a:p>
            <a:pPr marL="0" marR="0" lvl="0" indent="0" algn="l" defTabSz="914395" rtl="0" eaLnBrk="1" fontAlgn="auto" latinLnBrk="1" hangingPunct="1">
              <a:lnSpc>
                <a:spcPct val="100000"/>
              </a:lnSpc>
              <a:spcBef>
                <a:spcPct val="0"/>
              </a:spcBef>
              <a:spcAft>
                <a:spcPts val="0"/>
              </a:spcAft>
              <a:buClrTx/>
              <a:buSzTx/>
              <a:buFontTx/>
              <a:buNone/>
              <a:tabLst/>
              <a:defRPr/>
            </a:pPr>
            <a:r>
              <a:rPr kumimoji="0" lang="en-US" altLang="ko-KR" sz="2600" b="1" i="0" u="none" strike="noStrike" kern="1200" cap="none" spc="0" normalizeH="0" baseline="0" noProof="0" dirty="0">
                <a:ln>
                  <a:noFill/>
                </a:ln>
                <a:solidFill>
                  <a:srgbClr val="1F1F1F"/>
                </a:solidFill>
                <a:effectLst/>
                <a:uLnTx/>
                <a:uFillTx/>
                <a:latin typeface="Arial Narrow" panose="020B0606020202030204" pitchFamily="34" charset="0"/>
                <a:ea typeface="LG스마트체 Regular" panose="020B0600000101010101" pitchFamily="50" charset="-127"/>
                <a:cs typeface="+mj-cs"/>
              </a:rPr>
              <a:t>AI </a:t>
            </a:r>
            <a:r>
              <a:rPr kumimoji="0" lang="ko-KR" altLang="en-US" sz="2600" b="1" i="0" u="none" strike="noStrike" kern="1200" cap="none" spc="0" normalizeH="0" baseline="0" noProof="0" dirty="0">
                <a:ln>
                  <a:noFill/>
                </a:ln>
                <a:solidFill>
                  <a:srgbClr val="1F1F1F"/>
                </a:solidFill>
                <a:effectLst/>
                <a:uLnTx/>
                <a:uFillTx/>
                <a:latin typeface="Arial Narrow" panose="020B0606020202030204" pitchFamily="34" charset="0"/>
                <a:ea typeface="LG스마트체 Regular" panose="020B0600000101010101" pitchFamily="50" charset="-127"/>
                <a:cs typeface="+mj-cs"/>
              </a:rPr>
              <a:t>활용 보고서 작성 효율화 보고</a:t>
            </a:r>
          </a:p>
        </p:txBody>
      </p:sp>
      <p:sp>
        <p:nvSpPr>
          <p:cNvPr id="3" name="내용 개체 틀 14">
            <a:extLst>
              <a:ext uri="{FF2B5EF4-FFF2-40B4-BE49-F238E27FC236}">
                <a16:creationId xmlns:a16="http://schemas.microsoft.com/office/drawing/2014/main" id="{10ADCDFA-A056-4015-CDFE-0DB640589A9E}"/>
              </a:ext>
            </a:extLst>
          </p:cNvPr>
          <p:cNvSpPr txBox="1">
            <a:spLocks/>
          </p:cNvSpPr>
          <p:nvPr>
            <p:custDataLst>
              <p:tags r:id="rId2"/>
            </p:custDataLst>
          </p:nvPr>
        </p:nvSpPr>
        <p:spPr>
          <a:xfrm>
            <a:off x="1309076" y="4992005"/>
            <a:ext cx="3993987" cy="368114"/>
          </a:xfrm>
          <a:prstGeom prst="rect">
            <a:avLst/>
          </a:prstGeom>
        </p:spPr>
        <p:txBody>
          <a:bodyPr vert="horz" wrap="square" lIns="91440" tIns="45720" rIns="91440" bIns="45720" rtlCol="0" anchor="t">
            <a:spAutoFit/>
          </a:bodyPr>
          <a:lstStyle>
            <a:lvl1pPr marL="228600" indent="-228600" algn="l" defTabSz="914400" rtl="0" eaLnBrk="1" latinLnBrk="1" hangingPunct="1">
              <a:lnSpc>
                <a:spcPct val="90000"/>
              </a:lnSpc>
              <a:spcBef>
                <a:spcPts val="1000"/>
              </a:spcBef>
              <a:buFont typeface="Arial" panose="020B0604020202020204" pitchFamily="34" charset="0"/>
              <a:buChar char="•"/>
              <a:defRPr lang="ko-KR" altLang="en-US" sz="1400" kern="1200" smtClean="0">
                <a:solidFill>
                  <a:schemeClr val="tx1">
                    <a:lumMod val="65000"/>
                    <a:lumOff val="35000"/>
                  </a:schemeClr>
                </a:solidFill>
                <a:latin typeface="LG스마트체2.0 Regular" panose="020B0600000101010101" pitchFamily="50" charset="-127"/>
                <a:ea typeface="LG스마트체2.0 Regular" panose="020B0600000101010101" pitchFamily="50" charset="-127"/>
                <a:cs typeface="+mj-cs"/>
              </a:defRPr>
            </a:lvl1pPr>
            <a:lvl2pPr marL="457181" indent="0" algn="l" defTabSz="914400" rtl="0" eaLnBrk="1" latinLnBrk="1" hangingPunct="1">
              <a:lnSpc>
                <a:spcPct val="90000"/>
              </a:lnSpc>
              <a:spcBef>
                <a:spcPts val="500"/>
              </a:spcBef>
              <a:buFont typeface="Arial" panose="020B0604020202020204" pitchFamily="34" charset="0"/>
              <a:buNone/>
              <a:defRPr lang="ko-KR" altLang="en-US" sz="2400" kern="1200" smtClean="0">
                <a:solidFill>
                  <a:schemeClr val="tx1"/>
                </a:solidFill>
                <a:latin typeface="+mn-lt"/>
                <a:ea typeface="+mn-ea"/>
                <a:cs typeface="+mn-cs"/>
              </a:defRPr>
            </a:lvl2pPr>
            <a:lvl3pPr marL="914361" indent="0" algn="l" defTabSz="914400" rtl="0" eaLnBrk="1" latinLnBrk="1" hangingPunct="1">
              <a:lnSpc>
                <a:spcPct val="90000"/>
              </a:lnSpc>
              <a:spcBef>
                <a:spcPts val="500"/>
              </a:spcBef>
              <a:buFont typeface="Arial" panose="020B0604020202020204" pitchFamily="34" charset="0"/>
              <a:buNone/>
              <a:defRPr lang="ko-KR" altLang="en-US" sz="2000" kern="1200" smtClean="0">
                <a:solidFill>
                  <a:schemeClr val="tx1"/>
                </a:solidFill>
                <a:latin typeface="+mn-lt"/>
                <a:ea typeface="+mn-ea"/>
                <a:cs typeface="+mn-cs"/>
              </a:defRPr>
            </a:lvl3pPr>
            <a:lvl4pPr marL="1371543" indent="0" algn="l" defTabSz="914400" rtl="0" eaLnBrk="1" latinLnBrk="1" hangingPunct="1">
              <a:lnSpc>
                <a:spcPct val="90000"/>
              </a:lnSpc>
              <a:spcBef>
                <a:spcPts val="500"/>
              </a:spcBef>
              <a:buFont typeface="Arial" panose="020B0604020202020204" pitchFamily="34" charset="0"/>
              <a:buNone/>
              <a:defRPr lang="ko-KR" altLang="en-US" sz="1800" kern="1200" smtClean="0">
                <a:solidFill>
                  <a:schemeClr val="tx1"/>
                </a:solidFill>
                <a:latin typeface="+mn-lt"/>
                <a:ea typeface="+mn-ea"/>
                <a:cs typeface="+mn-cs"/>
              </a:defRPr>
            </a:lvl4pPr>
            <a:lvl5pPr marL="1828724" indent="0" algn="l" defTabSz="914400" rtl="0" eaLnBrk="1" latinLnBrk="1" hangingPunct="1">
              <a:lnSpc>
                <a:spcPct val="90000"/>
              </a:lnSpc>
              <a:spcBef>
                <a:spcPts val="500"/>
              </a:spcBef>
              <a:buFont typeface="Arial" panose="020B0604020202020204" pitchFamily="34" charset="0"/>
              <a:buNone/>
              <a:defRPr lang="ko-KR" altLang="en-US"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120000"/>
              </a:lnSpc>
              <a:spcBef>
                <a:spcPct val="0"/>
              </a:spcBef>
              <a:spcAft>
                <a:spcPts val="0"/>
              </a:spcAft>
              <a:buClrTx/>
              <a:buSzTx/>
              <a:buFont typeface="Arial" panose="020B0604020202020204" pitchFamily="34" charset="0"/>
              <a:buNone/>
              <a:tabLst/>
              <a:defRPr/>
            </a:pPr>
            <a:r>
              <a:rPr kumimoji="0" lang="ko-KR" altLang="en-US" sz="1600" b="0" i="0" u="none" strike="noStrike" kern="1200" cap="none" spc="0" normalizeH="0" baseline="0" noProof="0" dirty="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제조</a:t>
            </a:r>
            <a:r>
              <a:rPr kumimoji="0" lang="en-US" altLang="ko-KR" sz="1600" b="0" i="0" u="none" strike="noStrike" kern="1200" cap="none" spc="0" normalizeH="0" baseline="0" noProof="0" dirty="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DX</a:t>
            </a:r>
            <a:r>
              <a:rPr kumimoji="0" lang="ko-KR" altLang="en-US" sz="1600" b="0" i="0" u="none" strike="noStrike" kern="1200" cap="none" spc="0" normalizeH="0" baseline="0" noProof="0" dirty="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  </a:t>
            </a:r>
            <a:r>
              <a:rPr kumimoji="0" lang="en-US" altLang="ko-KR" sz="1600" b="0" i="0" u="none" strike="noStrike" kern="1200" cap="none" spc="0" normalizeH="0" baseline="0" noProof="0" dirty="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  2026. 10. 28</a:t>
            </a:r>
          </a:p>
        </p:txBody>
      </p:sp>
      <p:sp>
        <p:nvSpPr>
          <p:cNvPr id="5" name="Rectangle 26">
            <a:extLst>
              <a:ext uri="{FF2B5EF4-FFF2-40B4-BE49-F238E27FC236}">
                <a16:creationId xmlns:a16="http://schemas.microsoft.com/office/drawing/2014/main" id="{0CBFF200-8FE4-CFE0-3324-A83DA8ECA68F}"/>
              </a:ext>
            </a:extLst>
          </p:cNvPr>
          <p:cNvSpPr>
            <a:spLocks noChangeArrowheads="1"/>
          </p:cNvSpPr>
          <p:nvPr>
            <p:custDataLst>
              <p:tags r:id="rId3"/>
            </p:custDataLst>
          </p:nvPr>
        </p:nvSpPr>
        <p:spPr bwMode="auto">
          <a:xfrm>
            <a:off x="1378283" y="2863695"/>
            <a:ext cx="7396717" cy="768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nchor="t">
            <a:spAutoFit/>
          </a:bodyPr>
          <a:lstStyle>
            <a:lvl1pPr eaLnBrk="0" hangingPunct="0">
              <a:defRPr kumimoji="1" sz="1200" b="1">
                <a:solidFill>
                  <a:schemeClr val="tx1"/>
                </a:solidFill>
                <a:latin typeface="Arial"/>
                <a:ea typeface="돋움" pitchFamily="50" charset="-127"/>
              </a:defRPr>
            </a:lvl1pPr>
            <a:lvl2pPr marL="742950" indent="-285750" eaLnBrk="0" hangingPunct="0">
              <a:defRPr kumimoji="1" sz="1200" b="1">
                <a:solidFill>
                  <a:schemeClr val="tx1"/>
                </a:solidFill>
                <a:latin typeface="Arial"/>
                <a:ea typeface="돋움" pitchFamily="50" charset="-127"/>
              </a:defRPr>
            </a:lvl2pPr>
            <a:lvl3pPr marL="1143000" indent="-228600" eaLnBrk="0" hangingPunct="0">
              <a:defRPr kumimoji="1" sz="1200" b="1">
                <a:solidFill>
                  <a:schemeClr val="tx1"/>
                </a:solidFill>
                <a:latin typeface="Arial"/>
                <a:ea typeface="돋움" pitchFamily="50" charset="-127"/>
              </a:defRPr>
            </a:lvl3pPr>
            <a:lvl4pPr marL="1600200" indent="-228600" eaLnBrk="0" hangingPunct="0">
              <a:defRPr kumimoji="1" sz="1200" b="1">
                <a:solidFill>
                  <a:schemeClr val="tx1"/>
                </a:solidFill>
                <a:latin typeface="Arial"/>
                <a:ea typeface="돋움" pitchFamily="50" charset="-127"/>
              </a:defRPr>
            </a:lvl4pPr>
            <a:lvl5pPr marL="2057400" indent="-228600" eaLnBrk="0" hangingPunct="0">
              <a:defRPr kumimoji="1" sz="1200" b="1">
                <a:solidFill>
                  <a:schemeClr val="tx1"/>
                </a:solidFill>
                <a:latin typeface="Arial"/>
                <a:ea typeface="돋움" pitchFamily="50" charset="-127"/>
              </a:defRPr>
            </a:lvl5pPr>
            <a:lvl6pPr marL="25146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6pPr>
            <a:lvl7pPr marL="29718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7pPr>
            <a:lvl8pPr marL="34290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8pPr>
            <a:lvl9pPr marL="38862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9pPr>
          </a:lstStyle>
          <a:p>
            <a:pPr marL="175260" marR="0" lvl="0" indent="-175260" algn="l" defTabSz="457200" rtl="0" eaLnBrk="1" fontAlgn="auto" latinLnBrk="0" hangingPunct="1">
              <a:lnSpc>
                <a:spcPct val="150000"/>
              </a:lnSpc>
              <a:spcBef>
                <a:spcPct val="0"/>
              </a:spcBef>
              <a:spcAft>
                <a:spcPts val="600"/>
              </a:spcAft>
              <a:buClrTx/>
              <a:buSzTx/>
              <a:buFontTx/>
              <a:buAutoNum type="arabicPeriod"/>
              <a:tabLst/>
              <a:defRPr/>
            </a:pPr>
            <a:r>
              <a:rPr kumimoji="1" lang="ko-KR" altLang="en-US"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진행 현황 및 향후 계획</a:t>
            </a:r>
            <a:endParaRPr kumimoji="1" lang="en-US" altLang="ko-KR"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457200" rtl="0" eaLnBrk="1" fontAlgn="auto" latinLnBrk="0" hangingPunct="1">
              <a:lnSpc>
                <a:spcPct val="150000"/>
              </a:lnSpc>
              <a:spcBef>
                <a:spcPct val="0"/>
              </a:spcBef>
              <a:spcAft>
                <a:spcPts val="600"/>
              </a:spcAft>
              <a:buClrTx/>
              <a:buSzTx/>
              <a:buFontTx/>
              <a:buNone/>
              <a:tabLst/>
              <a:defRPr/>
            </a:pPr>
            <a:endParaRPr kumimoji="1" lang="ko-KR" altLang="en-US"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Tree>
    <p:extLst>
      <p:ext uri="{BB962C8B-B14F-4D97-AF65-F5344CB8AC3E}">
        <p14:creationId xmlns:p14="http://schemas.microsoft.com/office/powerpoint/2010/main" val="314813211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A1D60-BB95-D305-36A8-F84D54B4C015}"/>
            </a:ext>
          </a:extLst>
        </p:cNvPr>
        <p:cNvGrpSpPr/>
        <p:nvPr/>
      </p:nvGrpSpPr>
      <p:grpSpPr>
        <a:xfrm>
          <a:off x="0" y="0"/>
          <a:ext cx="0" cy="0"/>
          <a:chOff x="0" y="0"/>
          <a:chExt cx="0" cy="0"/>
        </a:xfrm>
      </p:grpSpPr>
      <p:sp>
        <p:nvSpPr>
          <p:cNvPr id="7" name="제목 4">
            <a:extLst>
              <a:ext uri="{FF2B5EF4-FFF2-40B4-BE49-F238E27FC236}">
                <a16:creationId xmlns:a16="http://schemas.microsoft.com/office/drawing/2014/main" id="{5CF91C5C-E980-C227-1503-FBA9AECA4C85}"/>
              </a:ext>
            </a:extLst>
          </p:cNvPr>
          <p:cNvSpPr>
            <a:spLocks noGrp="1"/>
          </p:cNvSpPr>
          <p:nvPr>
            <p:ph type="title"/>
          </p:nvPr>
        </p:nvSpPr>
        <p:spPr>
          <a:xfrm>
            <a:off x="189765" y="170929"/>
            <a:ext cx="9516209" cy="369332"/>
          </a:xfrm>
        </p:spPr>
        <p:txBody>
          <a:bodyPr/>
          <a:lstStyle/>
          <a:p>
            <a:r>
              <a:rPr lang="ko-KR" altLang="en-US" dirty="0">
                <a:latin typeface="Arial Narrow" panose="020B0606020202030204" pitchFamily="34" charset="0"/>
                <a:ea typeface="LG스마트체 Regular" panose="020B0600000101010101" pitchFamily="50" charset="-127"/>
              </a:rPr>
              <a:t>진행 현황 및 향후 계획</a:t>
            </a:r>
          </a:p>
        </p:txBody>
      </p:sp>
      <p:sp>
        <p:nvSpPr>
          <p:cNvPr id="22" name="TextBox 21">
            <a:extLst>
              <a:ext uri="{FF2B5EF4-FFF2-40B4-BE49-F238E27FC236}">
                <a16:creationId xmlns:a16="http://schemas.microsoft.com/office/drawing/2014/main" id="{FE4B7E3D-0561-88F3-6F88-1A499D94BE4F}"/>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제조</a:t>
            </a:r>
            <a:r>
              <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DX</a:t>
            </a: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그룹</a:t>
            </a:r>
            <a:endPar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sp>
        <p:nvSpPr>
          <p:cNvPr id="9" name="TextBox 8">
            <a:extLst>
              <a:ext uri="{FF2B5EF4-FFF2-40B4-BE49-F238E27FC236}">
                <a16:creationId xmlns:a16="http://schemas.microsoft.com/office/drawing/2014/main" id="{BA7743F4-E2E4-9E08-8F84-FCA9C6CBEA68}"/>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1/3</a:t>
            </a:r>
            <a:endPar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sp>
        <p:nvSpPr>
          <p:cNvPr id="4" name="TextBox 3">
            <a:extLst>
              <a:ext uri="{FF2B5EF4-FFF2-40B4-BE49-F238E27FC236}">
                <a16:creationId xmlns:a16="http://schemas.microsoft.com/office/drawing/2014/main" id="{44ECEAC4-5F54-C716-814D-30BA1A3BA528}"/>
              </a:ext>
            </a:extLst>
          </p:cNvPr>
          <p:cNvSpPr txBox="1"/>
          <p:nvPr/>
        </p:nvSpPr>
        <p:spPr>
          <a:xfrm>
            <a:off x="175718" y="598138"/>
            <a:ext cx="9730281" cy="330668"/>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pPr>
              <a:defRPr/>
            </a:pPr>
            <a:r>
              <a:rPr lang="ko-KR" altLang="en-US" dirty="0"/>
              <a:t>사용자 의견 반영해 기록 작성의 편의성</a:t>
            </a:r>
            <a:r>
              <a:rPr lang="en-US" altLang="ko-KR" dirty="0"/>
              <a:t>·</a:t>
            </a:r>
            <a:r>
              <a:rPr lang="ko-KR" altLang="en-US" dirty="0"/>
              <a:t>품질 지속 개선 중이며</a:t>
            </a:r>
            <a:r>
              <a:rPr lang="en-US" altLang="ko-KR" dirty="0"/>
              <a:t>, DAVINCI </a:t>
            </a:r>
            <a:r>
              <a:rPr lang="ko-KR" altLang="en-US" dirty="0"/>
              <a:t>서버 운영</a:t>
            </a:r>
            <a:r>
              <a:rPr lang="en-US" altLang="ko-KR" dirty="0"/>
              <a:t> </a:t>
            </a:r>
            <a:r>
              <a:rPr lang="ko-KR" altLang="en-US" dirty="0"/>
              <a:t>준비 및 실제 업무 효과 확인 예정입니다</a:t>
            </a:r>
            <a:r>
              <a:rPr lang="en-US" altLang="ko-KR" dirty="0"/>
              <a:t>.</a:t>
            </a:r>
          </a:p>
        </p:txBody>
      </p:sp>
      <p:grpSp>
        <p:nvGrpSpPr>
          <p:cNvPr id="393" name="그룹 392">
            <a:extLst>
              <a:ext uri="{FF2B5EF4-FFF2-40B4-BE49-F238E27FC236}">
                <a16:creationId xmlns:a16="http://schemas.microsoft.com/office/drawing/2014/main" id="{E5371F6E-4761-4292-FD30-3AAA6C4A2909}"/>
              </a:ext>
            </a:extLst>
          </p:cNvPr>
          <p:cNvGrpSpPr/>
          <p:nvPr/>
        </p:nvGrpSpPr>
        <p:grpSpPr>
          <a:xfrm>
            <a:off x="175718" y="1415228"/>
            <a:ext cx="7616353" cy="5154942"/>
            <a:chOff x="175718" y="1415228"/>
            <a:chExt cx="7616353" cy="5154942"/>
          </a:xfrm>
        </p:grpSpPr>
        <p:sp>
          <p:nvSpPr>
            <p:cNvPr id="201" name="카드1">
              <a:extLst>
                <a:ext uri="{FF2B5EF4-FFF2-40B4-BE49-F238E27FC236}">
                  <a16:creationId xmlns:a16="http://schemas.microsoft.com/office/drawing/2014/main" id="{84C819CE-FB10-A5DD-80F6-1DD7BDA5A8B0}"/>
                </a:ext>
              </a:extLst>
            </p:cNvPr>
            <p:cNvSpPr/>
            <p:nvPr/>
          </p:nvSpPr>
          <p:spPr>
            <a:xfrm>
              <a:off x="175718" y="1415228"/>
              <a:ext cx="3761772" cy="2520000"/>
            </a:xfrm>
            <a:prstGeom prst="roundRect">
              <a:avLst>
                <a:gd name="adj" fmla="val 4000"/>
              </a:avLst>
            </a:prstGeom>
            <a:solidFill>
              <a:srgbClr val="FFFFFF"/>
            </a:solidFill>
            <a:ln w="9525">
              <a:solidFill>
                <a:srgbClr val="D9D9D9"/>
              </a:solid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sp>
          <p:nvSpPr>
            <p:cNvPr id="203" name="Rectangle 92">
              <a:extLst>
                <a:ext uri="{FF2B5EF4-FFF2-40B4-BE49-F238E27FC236}">
                  <a16:creationId xmlns:a16="http://schemas.microsoft.com/office/drawing/2014/main" id="{63A962D3-3C3F-EF91-BD0A-CC309CAD594C}"/>
                </a:ext>
              </a:extLst>
            </p:cNvPr>
            <p:cNvSpPr/>
            <p:nvPr/>
          </p:nvSpPr>
          <p:spPr>
            <a:xfrm>
              <a:off x="248870" y="1460948"/>
              <a:ext cx="1975104" cy="219456"/>
            </a:xfrm>
            <a:prstGeom prst="rect">
              <a:avLst/>
            </a:prstGeom>
            <a:noFill/>
            <a:ln>
              <a:noFill/>
            </a:ln>
          </p:spPr>
          <p:txBody>
            <a:bodyPr wrap="square" lIns="0" tIns="0" rIns="0" bIns="0" rtlCol="0" anchor="ctr">
              <a:noAutofit/>
            </a:bodyPr>
            <a:lstStyle/>
            <a:p>
              <a:pPr algn="l">
                <a:lnSpc>
                  <a:spcPct val="100000"/>
                </a:lnSpc>
              </a:pPr>
              <a:r>
                <a:rPr lang="ko-KR" sz="1050" b="1" dirty="0">
                  <a:solidFill>
                    <a:srgbClr val="1F3864"/>
                  </a:solidFill>
                  <a:latin typeface="Arial Narrow" panose="020B0606020202030204" pitchFamily="34" charset="0"/>
                  <a:ea typeface="LG스마트체 Regular" panose="020B0600000101010101" pitchFamily="50" charset="-127"/>
                  <a:cs typeface="LG스마트체 Regular"/>
                </a:rPr>
                <a:t>① 업무 기록</a:t>
              </a:r>
            </a:p>
          </p:txBody>
        </p:sp>
        <p:sp>
          <p:nvSpPr>
            <p:cNvPr id="205" name="Rectangle 93">
              <a:extLst>
                <a:ext uri="{FF2B5EF4-FFF2-40B4-BE49-F238E27FC236}">
                  <a16:creationId xmlns:a16="http://schemas.microsoft.com/office/drawing/2014/main" id="{BDCAF3E1-E22D-E73B-EE71-03E33F940F6E}"/>
                </a:ext>
              </a:extLst>
            </p:cNvPr>
            <p:cNvSpPr/>
            <p:nvPr/>
          </p:nvSpPr>
          <p:spPr>
            <a:xfrm>
              <a:off x="248869" y="1726123"/>
              <a:ext cx="3644987" cy="2148840"/>
            </a:xfrm>
            <a:prstGeom prst="rect">
              <a:avLst/>
            </a:prstGeom>
            <a:solidFill>
              <a:srgbClr val="F7F8FA"/>
            </a:solidFill>
            <a:ln>
              <a:no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sp>
          <p:nvSpPr>
            <p:cNvPr id="209" name="상태">
              <a:extLst>
                <a:ext uri="{FF2B5EF4-FFF2-40B4-BE49-F238E27FC236}">
                  <a16:creationId xmlns:a16="http://schemas.microsoft.com/office/drawing/2014/main" id="{DFA01228-58B7-5705-7FF9-3086C679887F}"/>
                </a:ext>
              </a:extLst>
            </p:cNvPr>
            <p:cNvSpPr/>
            <p:nvPr/>
          </p:nvSpPr>
          <p:spPr>
            <a:xfrm>
              <a:off x="3052608" y="1452778"/>
              <a:ext cx="841248" cy="182880"/>
            </a:xfrm>
            <a:prstGeom prst="roundRect">
              <a:avLst/>
            </a:prstGeom>
            <a:solidFill>
              <a:srgbClr val="E8F3EA"/>
            </a:solidFill>
            <a:ln w="9525">
              <a:solidFill>
                <a:srgbClr val="2E7D32"/>
              </a:solidFill>
            </a:ln>
          </p:spPr>
          <p:txBody>
            <a:bodyPr wrap="square" lIns="18288" tIns="0" rIns="18288" bIns="0" rtlCol="0" anchor="ctr">
              <a:noAutofit/>
            </a:bodyPr>
            <a:lstStyle/>
            <a:p>
              <a:pPr algn="ctr">
                <a:lnSpc>
                  <a:spcPct val="100000"/>
                </a:lnSpc>
              </a:pPr>
              <a:r>
                <a:rPr lang="ko-KR" sz="850" b="1" dirty="0" err="1">
                  <a:solidFill>
                    <a:srgbClr val="2E7D32"/>
                  </a:solidFill>
                  <a:latin typeface="Arial Narrow" panose="020B0606020202030204" pitchFamily="34" charset="0"/>
                  <a:ea typeface="LG스마트체 Regular" panose="020B0600000101010101" pitchFamily="50" charset="-127"/>
                  <a:cs typeface="LG스마트체 Regular"/>
                </a:rPr>
                <a:t>PoC</a:t>
              </a:r>
              <a:r>
                <a:rPr lang="ko-KR" sz="850" b="1" dirty="0">
                  <a:solidFill>
                    <a:srgbClr val="2E7D32"/>
                  </a:solidFill>
                  <a:latin typeface="Arial Narrow" panose="020B0606020202030204" pitchFamily="34" charset="0"/>
                  <a:ea typeface="LG스마트체 Regular" panose="020B0600000101010101" pitchFamily="50" charset="-127"/>
                  <a:cs typeface="LG스마트체 Regular"/>
                </a:rPr>
                <a:t> 사용 중</a:t>
              </a:r>
            </a:p>
          </p:txBody>
        </p:sp>
        <p:pic>
          <p:nvPicPr>
            <p:cNvPr id="292" name="그림 291">
              <a:extLst>
                <a:ext uri="{FF2B5EF4-FFF2-40B4-BE49-F238E27FC236}">
                  <a16:creationId xmlns:a16="http://schemas.microsoft.com/office/drawing/2014/main" id="{B6CC36FB-DC20-5247-3300-374B8FE08788}"/>
                </a:ext>
              </a:extLst>
            </p:cNvPr>
            <p:cNvPicPr>
              <a:picLocks noChangeAspect="1"/>
            </p:cNvPicPr>
            <p:nvPr/>
          </p:nvPicPr>
          <p:blipFill>
            <a:blip r:embed="rId3"/>
            <a:stretch>
              <a:fillRect/>
            </a:stretch>
          </p:blipFill>
          <p:spPr>
            <a:xfrm>
              <a:off x="363168" y="1772146"/>
              <a:ext cx="3416387" cy="2072076"/>
            </a:xfrm>
            <a:prstGeom prst="rect">
              <a:avLst/>
            </a:prstGeom>
          </p:spPr>
        </p:pic>
        <p:grpSp>
          <p:nvGrpSpPr>
            <p:cNvPr id="290" name="그룹 289">
              <a:extLst>
                <a:ext uri="{FF2B5EF4-FFF2-40B4-BE49-F238E27FC236}">
                  <a16:creationId xmlns:a16="http://schemas.microsoft.com/office/drawing/2014/main" id="{2A707CB9-0A4E-2F91-1D6E-30CA802083F9}"/>
                </a:ext>
              </a:extLst>
            </p:cNvPr>
            <p:cNvGrpSpPr/>
            <p:nvPr/>
          </p:nvGrpSpPr>
          <p:grpSpPr>
            <a:xfrm>
              <a:off x="2342441" y="1650142"/>
              <a:ext cx="1505696" cy="217001"/>
              <a:chOff x="1558015" y="1626471"/>
              <a:chExt cx="1505696" cy="217001"/>
            </a:xfrm>
          </p:grpSpPr>
          <p:sp>
            <p:nvSpPr>
              <p:cNvPr id="211" name="번호1">
                <a:extLst>
                  <a:ext uri="{FF2B5EF4-FFF2-40B4-BE49-F238E27FC236}">
                    <a16:creationId xmlns:a16="http://schemas.microsoft.com/office/drawing/2014/main" id="{981106A5-2209-9C0E-1E75-2BC529298F40}"/>
                  </a:ext>
                </a:extLst>
              </p:cNvPr>
              <p:cNvSpPr/>
              <p:nvPr/>
            </p:nvSpPr>
            <p:spPr>
              <a:xfrm>
                <a:off x="1558015" y="1644759"/>
                <a:ext cx="173736" cy="173736"/>
              </a:xfrm>
              <a:prstGeom prst="ellipse">
                <a:avLst/>
              </a:prstGeom>
              <a:solidFill>
                <a:srgbClr val="2E7D32"/>
              </a:solidFill>
              <a:ln>
                <a:noFill/>
              </a:ln>
            </p:spPr>
            <p:txBody>
              <a:bodyPr wrap="square" lIns="0" tIns="0" rIns="0" bIns="0" rtlCol="0" anchor="ctr">
                <a:noAutofit/>
              </a:bodyPr>
              <a:lstStyle/>
              <a:p>
                <a:pPr algn="ctr">
                  <a:lnSpc>
                    <a:spcPct val="100000"/>
                  </a:lnSpc>
                </a:pPr>
                <a:r>
                  <a:rPr lang="ko-KR" sz="800" b="1">
                    <a:solidFill>
                      <a:srgbClr val="FFFFFF"/>
                    </a:solidFill>
                    <a:latin typeface="Arial Narrow" panose="020B0606020202030204" pitchFamily="34" charset="0"/>
                    <a:ea typeface="LG스마트체 Regular" panose="020B0600000101010101" pitchFamily="50" charset="-127"/>
                    <a:cs typeface="LG스마트체 Regular"/>
                  </a:rPr>
                  <a:t>1</a:t>
                </a:r>
              </a:p>
            </p:txBody>
          </p:sp>
          <p:sp>
            <p:nvSpPr>
              <p:cNvPr id="213" name="Rectangle 97">
                <a:extLst>
                  <a:ext uri="{FF2B5EF4-FFF2-40B4-BE49-F238E27FC236}">
                    <a16:creationId xmlns:a16="http://schemas.microsoft.com/office/drawing/2014/main" id="{AF57A081-2E4D-4F3B-0FCB-79B049211218}"/>
                  </a:ext>
                </a:extLst>
              </p:cNvPr>
              <p:cNvSpPr/>
              <p:nvPr/>
            </p:nvSpPr>
            <p:spPr>
              <a:xfrm>
                <a:off x="1777471" y="1626471"/>
                <a:ext cx="1286240" cy="217001"/>
              </a:xfrm>
              <a:prstGeom prst="rect">
                <a:avLst/>
              </a:prstGeom>
              <a:noFill/>
              <a:ln>
                <a:noFill/>
              </a:ln>
            </p:spPr>
            <p:txBody>
              <a:bodyPr wrap="square" lIns="0" tIns="0" rIns="0" bIns="0" rtlCol="0" anchor="ctr">
                <a:noAutofit/>
              </a:bodyPr>
              <a:lstStyle/>
              <a:p>
                <a:pPr algn="l">
                  <a:lnSpc>
                    <a:spcPct val="100000"/>
                  </a:lnSpc>
                </a:pP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과제별로 날짜순 이어 쓰기</a:t>
                </a:r>
              </a:p>
            </p:txBody>
          </p:sp>
        </p:grpSp>
        <p:grpSp>
          <p:nvGrpSpPr>
            <p:cNvPr id="289" name="그룹 288">
              <a:extLst>
                <a:ext uri="{FF2B5EF4-FFF2-40B4-BE49-F238E27FC236}">
                  <a16:creationId xmlns:a16="http://schemas.microsoft.com/office/drawing/2014/main" id="{A2EBDC6A-D11C-9C67-07E7-984D2BC7E57E}"/>
                </a:ext>
              </a:extLst>
            </p:cNvPr>
            <p:cNvGrpSpPr/>
            <p:nvPr/>
          </p:nvGrpSpPr>
          <p:grpSpPr>
            <a:xfrm>
              <a:off x="1854744" y="3286435"/>
              <a:ext cx="2194560" cy="219456"/>
              <a:chOff x="3043428" y="1758960"/>
              <a:chExt cx="2194560" cy="219456"/>
            </a:xfrm>
          </p:grpSpPr>
          <p:sp>
            <p:nvSpPr>
              <p:cNvPr id="215" name="번호2">
                <a:extLst>
                  <a:ext uri="{FF2B5EF4-FFF2-40B4-BE49-F238E27FC236}">
                    <a16:creationId xmlns:a16="http://schemas.microsoft.com/office/drawing/2014/main" id="{2F9F84B5-2467-5908-D118-C0796C0F7D46}"/>
                  </a:ext>
                </a:extLst>
              </p:cNvPr>
              <p:cNvSpPr/>
              <p:nvPr/>
            </p:nvSpPr>
            <p:spPr>
              <a:xfrm>
                <a:off x="3043428" y="1777248"/>
                <a:ext cx="173736" cy="173736"/>
              </a:xfrm>
              <a:prstGeom prst="ellipse">
                <a:avLst/>
              </a:prstGeom>
              <a:solidFill>
                <a:srgbClr val="2E7D32"/>
              </a:solidFill>
              <a:ln>
                <a:noFill/>
              </a:ln>
            </p:spPr>
            <p:txBody>
              <a:bodyPr wrap="square" lIns="0" tIns="0" rIns="0" bIns="0" rtlCol="0" anchor="ctr">
                <a:noAutofit/>
              </a:bodyPr>
              <a:lstStyle/>
              <a:p>
                <a:pPr algn="ctr">
                  <a:lnSpc>
                    <a:spcPct val="100000"/>
                  </a:lnSpc>
                </a:pPr>
                <a:r>
                  <a:rPr lang="ko-KR" sz="800" b="1">
                    <a:solidFill>
                      <a:srgbClr val="FFFFFF"/>
                    </a:solidFill>
                    <a:latin typeface="Arial Narrow" panose="020B0606020202030204" pitchFamily="34" charset="0"/>
                    <a:ea typeface="LG스마트체 Regular" panose="020B0600000101010101" pitchFamily="50" charset="-127"/>
                    <a:cs typeface="LG스마트체 Regular"/>
                  </a:rPr>
                  <a:t>2</a:t>
                </a:r>
              </a:p>
            </p:txBody>
          </p:sp>
          <p:sp>
            <p:nvSpPr>
              <p:cNvPr id="217" name="Rectangle 99">
                <a:extLst>
                  <a:ext uri="{FF2B5EF4-FFF2-40B4-BE49-F238E27FC236}">
                    <a16:creationId xmlns:a16="http://schemas.microsoft.com/office/drawing/2014/main" id="{BF76F0BA-3A9D-A7B5-4846-5D6F268F086A}"/>
                  </a:ext>
                </a:extLst>
              </p:cNvPr>
              <p:cNvSpPr/>
              <p:nvPr/>
            </p:nvSpPr>
            <p:spPr>
              <a:xfrm>
                <a:off x="3262884" y="1758960"/>
                <a:ext cx="1975104" cy="219456"/>
              </a:xfrm>
              <a:prstGeom prst="rect">
                <a:avLst/>
              </a:prstGeom>
              <a:noFill/>
              <a:ln>
                <a:noFill/>
              </a:ln>
            </p:spPr>
            <p:txBody>
              <a:bodyPr wrap="square" lIns="0" tIns="0" rIns="0" bIns="0" rtlCol="0" anchor="ctr">
                <a:noAutofit/>
              </a:bodyPr>
              <a:lstStyle/>
              <a:p>
                <a:pPr algn="l">
                  <a:lnSpc>
                    <a:spcPct val="100000"/>
                  </a:lnSpc>
                </a:pP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할 </a:t>
                </a:r>
                <a:r>
                  <a:rPr lang="ko-KR" sz="900" b="0" dirty="0" err="1">
                    <a:solidFill>
                      <a:srgbClr val="262626"/>
                    </a:solidFill>
                    <a:latin typeface="Arial Narrow" panose="020B0606020202030204" pitchFamily="34" charset="0"/>
                    <a:ea typeface="LG스마트체 Regular" panose="020B0600000101010101" pitchFamily="50" charset="-127"/>
                    <a:cs typeface="LG스마트체 Regular"/>
                  </a:rPr>
                  <a:t>일·이슈·표를</a:t>
                </a: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 한 곳에 기록</a:t>
                </a:r>
              </a:p>
            </p:txBody>
          </p:sp>
        </p:grpSp>
        <p:sp>
          <p:nvSpPr>
            <p:cNvPr id="293" name="카드1">
              <a:extLst>
                <a:ext uri="{FF2B5EF4-FFF2-40B4-BE49-F238E27FC236}">
                  <a16:creationId xmlns:a16="http://schemas.microsoft.com/office/drawing/2014/main" id="{9F379088-8541-E7C3-1625-3DE9E1B8F7BD}"/>
                </a:ext>
              </a:extLst>
            </p:cNvPr>
            <p:cNvSpPr/>
            <p:nvPr/>
          </p:nvSpPr>
          <p:spPr>
            <a:xfrm>
              <a:off x="4030299" y="1415228"/>
              <a:ext cx="3761772" cy="2520000"/>
            </a:xfrm>
            <a:prstGeom prst="roundRect">
              <a:avLst>
                <a:gd name="adj" fmla="val 4000"/>
              </a:avLst>
            </a:prstGeom>
            <a:solidFill>
              <a:srgbClr val="FFFFFF"/>
            </a:solidFill>
            <a:ln w="9525">
              <a:solidFill>
                <a:srgbClr val="D9D9D9"/>
              </a:solid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sp>
          <p:nvSpPr>
            <p:cNvPr id="294" name="Rectangle 92">
              <a:extLst>
                <a:ext uri="{FF2B5EF4-FFF2-40B4-BE49-F238E27FC236}">
                  <a16:creationId xmlns:a16="http://schemas.microsoft.com/office/drawing/2014/main" id="{08109DE5-EE0F-5A24-9455-FCEFB5E3760F}"/>
                </a:ext>
              </a:extLst>
            </p:cNvPr>
            <p:cNvSpPr/>
            <p:nvPr/>
          </p:nvSpPr>
          <p:spPr>
            <a:xfrm>
              <a:off x="4103451" y="1460948"/>
              <a:ext cx="1975104" cy="219456"/>
            </a:xfrm>
            <a:prstGeom prst="rect">
              <a:avLst/>
            </a:prstGeom>
            <a:noFill/>
            <a:ln>
              <a:noFill/>
            </a:ln>
          </p:spPr>
          <p:txBody>
            <a:bodyPr wrap="square" lIns="0" tIns="0" rIns="0" bIns="0" rtlCol="0" anchor="ctr">
              <a:noAutofit/>
            </a:bodyPr>
            <a:lstStyle/>
            <a:p>
              <a:r>
                <a:rPr lang="ko-KR" altLang="ko-KR" sz="1050" b="1" dirty="0">
                  <a:solidFill>
                    <a:srgbClr val="1F3864"/>
                  </a:solidFill>
                  <a:latin typeface="Arial Narrow" panose="020B0606020202030204" pitchFamily="34" charset="0"/>
                  <a:ea typeface="LG스마트체 Regular" panose="020B0600000101010101" pitchFamily="50" charset="-127"/>
                  <a:cs typeface="LG스마트체 Regular"/>
                </a:rPr>
                <a:t>② </a:t>
              </a:r>
              <a:r>
                <a:rPr lang="en-US" altLang="ko-KR" sz="1050" b="1" dirty="0">
                  <a:solidFill>
                    <a:srgbClr val="1F3864"/>
                  </a:solidFill>
                  <a:latin typeface="Arial Narrow" panose="020B0606020202030204" pitchFamily="34" charset="0"/>
                  <a:ea typeface="LG스마트체 Regular" panose="020B0600000101010101" pitchFamily="50" charset="-127"/>
                  <a:cs typeface="LG스마트체 Regular"/>
                </a:rPr>
                <a:t>To-Do</a:t>
              </a:r>
              <a:r>
                <a:rPr lang="ko-KR" altLang="ko-KR" sz="1050" b="1" dirty="0">
                  <a:solidFill>
                    <a:srgbClr val="1F3864"/>
                  </a:solidFill>
                  <a:latin typeface="Arial Narrow" panose="020B0606020202030204" pitchFamily="34" charset="0"/>
                  <a:ea typeface="LG스마트체 Regular" panose="020B0600000101010101" pitchFamily="50" charset="-127"/>
                  <a:cs typeface="LG스마트체 Regular"/>
                </a:rPr>
                <a:t>·이슈 추적</a:t>
              </a:r>
            </a:p>
          </p:txBody>
        </p:sp>
        <p:sp>
          <p:nvSpPr>
            <p:cNvPr id="295" name="Rectangle 93">
              <a:extLst>
                <a:ext uri="{FF2B5EF4-FFF2-40B4-BE49-F238E27FC236}">
                  <a16:creationId xmlns:a16="http://schemas.microsoft.com/office/drawing/2014/main" id="{13D5294C-B19A-C33B-AAD4-027C4F79095F}"/>
                </a:ext>
              </a:extLst>
            </p:cNvPr>
            <p:cNvSpPr/>
            <p:nvPr/>
          </p:nvSpPr>
          <p:spPr>
            <a:xfrm>
              <a:off x="4103450" y="1726123"/>
              <a:ext cx="3644987" cy="2148840"/>
            </a:xfrm>
            <a:prstGeom prst="rect">
              <a:avLst/>
            </a:prstGeom>
            <a:solidFill>
              <a:srgbClr val="F7F8FA"/>
            </a:solidFill>
            <a:ln>
              <a:no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sp>
          <p:nvSpPr>
            <p:cNvPr id="296" name="상태">
              <a:extLst>
                <a:ext uri="{FF2B5EF4-FFF2-40B4-BE49-F238E27FC236}">
                  <a16:creationId xmlns:a16="http://schemas.microsoft.com/office/drawing/2014/main" id="{2506C81E-4D59-DC90-AD72-22E42F16EB0B}"/>
                </a:ext>
              </a:extLst>
            </p:cNvPr>
            <p:cNvSpPr/>
            <p:nvPr/>
          </p:nvSpPr>
          <p:spPr>
            <a:xfrm>
              <a:off x="6907189" y="1452778"/>
              <a:ext cx="841248" cy="182880"/>
            </a:xfrm>
            <a:prstGeom prst="roundRect">
              <a:avLst/>
            </a:prstGeom>
            <a:solidFill>
              <a:srgbClr val="E8F3EA"/>
            </a:solidFill>
            <a:ln w="9525">
              <a:solidFill>
                <a:srgbClr val="2E7D32"/>
              </a:solidFill>
            </a:ln>
          </p:spPr>
          <p:txBody>
            <a:bodyPr wrap="square" lIns="18288" tIns="0" rIns="18288" bIns="0" rtlCol="0" anchor="ctr">
              <a:noAutofit/>
            </a:bodyPr>
            <a:lstStyle/>
            <a:p>
              <a:pPr algn="ctr">
                <a:lnSpc>
                  <a:spcPct val="100000"/>
                </a:lnSpc>
              </a:pPr>
              <a:r>
                <a:rPr lang="ko-KR" sz="850" b="1" dirty="0" err="1">
                  <a:solidFill>
                    <a:srgbClr val="2E7D32"/>
                  </a:solidFill>
                  <a:latin typeface="Arial Narrow" panose="020B0606020202030204" pitchFamily="34" charset="0"/>
                  <a:ea typeface="LG스마트체 Regular" panose="020B0600000101010101" pitchFamily="50" charset="-127"/>
                  <a:cs typeface="LG스마트체 Regular"/>
                </a:rPr>
                <a:t>PoC</a:t>
              </a:r>
              <a:r>
                <a:rPr lang="ko-KR" sz="850" b="1" dirty="0">
                  <a:solidFill>
                    <a:srgbClr val="2E7D32"/>
                  </a:solidFill>
                  <a:latin typeface="Arial Narrow" panose="020B0606020202030204" pitchFamily="34" charset="0"/>
                  <a:ea typeface="LG스마트체 Regular" panose="020B0600000101010101" pitchFamily="50" charset="-127"/>
                  <a:cs typeface="LG스마트체 Regular"/>
                </a:rPr>
                <a:t> 사용 중</a:t>
              </a:r>
            </a:p>
          </p:txBody>
        </p:sp>
        <p:grpSp>
          <p:nvGrpSpPr>
            <p:cNvPr id="308" name="그룹 307">
              <a:extLst>
                <a:ext uri="{FF2B5EF4-FFF2-40B4-BE49-F238E27FC236}">
                  <a16:creationId xmlns:a16="http://schemas.microsoft.com/office/drawing/2014/main" id="{9A0D271F-B6D4-60E1-A129-17A78F85094B}"/>
                </a:ext>
              </a:extLst>
            </p:cNvPr>
            <p:cNvGrpSpPr/>
            <p:nvPr/>
          </p:nvGrpSpPr>
          <p:grpSpPr>
            <a:xfrm>
              <a:off x="4168185" y="1764069"/>
              <a:ext cx="3486000" cy="2068086"/>
              <a:chOff x="5324013" y="689365"/>
              <a:chExt cx="4901258" cy="4066598"/>
            </a:xfrm>
          </p:grpSpPr>
          <p:pic>
            <p:nvPicPr>
              <p:cNvPr id="306" name="그림 305">
                <a:extLst>
                  <a:ext uri="{FF2B5EF4-FFF2-40B4-BE49-F238E27FC236}">
                    <a16:creationId xmlns:a16="http://schemas.microsoft.com/office/drawing/2014/main" id="{7EBB0359-D198-3E98-E9CC-07B077B203D4}"/>
                  </a:ext>
                </a:extLst>
              </p:cNvPr>
              <p:cNvPicPr>
                <a:picLocks noChangeAspect="1"/>
              </p:cNvPicPr>
              <p:nvPr/>
            </p:nvPicPr>
            <p:blipFill>
              <a:blip r:embed="rId4"/>
              <a:srcRect r="50522"/>
              <a:stretch>
                <a:fillRect/>
              </a:stretch>
            </p:blipFill>
            <p:spPr>
              <a:xfrm>
                <a:off x="5324013" y="689365"/>
                <a:ext cx="4901258" cy="2028730"/>
              </a:xfrm>
              <a:prstGeom prst="rect">
                <a:avLst/>
              </a:prstGeom>
            </p:spPr>
          </p:pic>
          <p:pic>
            <p:nvPicPr>
              <p:cNvPr id="307" name="그림 306">
                <a:extLst>
                  <a:ext uri="{FF2B5EF4-FFF2-40B4-BE49-F238E27FC236}">
                    <a16:creationId xmlns:a16="http://schemas.microsoft.com/office/drawing/2014/main" id="{11EC84E5-0C89-9C12-DD10-CDBF82C45E95}"/>
                  </a:ext>
                </a:extLst>
              </p:cNvPr>
              <p:cNvPicPr>
                <a:picLocks noChangeAspect="1"/>
              </p:cNvPicPr>
              <p:nvPr/>
            </p:nvPicPr>
            <p:blipFill>
              <a:blip r:embed="rId4"/>
              <a:srcRect l="50522"/>
              <a:stretch>
                <a:fillRect/>
              </a:stretch>
            </p:blipFill>
            <p:spPr>
              <a:xfrm>
                <a:off x="5324013" y="2727233"/>
                <a:ext cx="4901258" cy="2028730"/>
              </a:xfrm>
              <a:prstGeom prst="rect">
                <a:avLst/>
              </a:prstGeom>
            </p:spPr>
          </p:pic>
        </p:grpSp>
        <p:grpSp>
          <p:nvGrpSpPr>
            <p:cNvPr id="304" name="그룹 303">
              <a:extLst>
                <a:ext uri="{FF2B5EF4-FFF2-40B4-BE49-F238E27FC236}">
                  <a16:creationId xmlns:a16="http://schemas.microsoft.com/office/drawing/2014/main" id="{C24AF1BC-617A-E39F-A65B-FF8AC51030B8}"/>
                </a:ext>
              </a:extLst>
            </p:cNvPr>
            <p:cNvGrpSpPr/>
            <p:nvPr/>
          </p:nvGrpSpPr>
          <p:grpSpPr>
            <a:xfrm>
              <a:off x="4631035" y="2821870"/>
              <a:ext cx="1975104" cy="217001"/>
              <a:chOff x="6513856" y="1344651"/>
              <a:chExt cx="1975104" cy="217001"/>
            </a:xfrm>
          </p:grpSpPr>
          <p:sp>
            <p:nvSpPr>
              <p:cNvPr id="299" name="번호1">
                <a:extLst>
                  <a:ext uri="{FF2B5EF4-FFF2-40B4-BE49-F238E27FC236}">
                    <a16:creationId xmlns:a16="http://schemas.microsoft.com/office/drawing/2014/main" id="{B08AB7D7-2526-3D5C-7D11-1885645448ED}"/>
                  </a:ext>
                </a:extLst>
              </p:cNvPr>
              <p:cNvSpPr/>
              <p:nvPr/>
            </p:nvSpPr>
            <p:spPr>
              <a:xfrm>
                <a:off x="6513856" y="1362939"/>
                <a:ext cx="173736" cy="173736"/>
              </a:xfrm>
              <a:prstGeom prst="ellipse">
                <a:avLst/>
              </a:prstGeom>
              <a:solidFill>
                <a:srgbClr val="2E7D32"/>
              </a:solidFill>
              <a:ln>
                <a:noFill/>
              </a:ln>
            </p:spPr>
            <p:txBody>
              <a:bodyPr wrap="square" lIns="0" tIns="0" rIns="0" bIns="0" rtlCol="0" anchor="ctr">
                <a:noAutofit/>
              </a:bodyPr>
              <a:lstStyle/>
              <a:p>
                <a:pPr algn="ctr">
                  <a:lnSpc>
                    <a:spcPct val="100000"/>
                  </a:lnSpc>
                </a:pPr>
                <a:r>
                  <a:rPr lang="en-US" altLang="ko-KR" sz="800" b="1" dirty="0">
                    <a:solidFill>
                      <a:srgbClr val="FFFFFF"/>
                    </a:solidFill>
                    <a:latin typeface="Arial Narrow" panose="020B0606020202030204" pitchFamily="34" charset="0"/>
                    <a:ea typeface="LG스마트체 Regular" panose="020B0600000101010101" pitchFamily="50" charset="-127"/>
                    <a:cs typeface="LG스마트체 Regular"/>
                  </a:rPr>
                  <a:t>2</a:t>
                </a:r>
                <a:endParaRPr lang="ko-KR" sz="800" b="1" dirty="0">
                  <a:solidFill>
                    <a:srgbClr val="FFFFFF"/>
                  </a:solidFill>
                  <a:latin typeface="Arial Narrow" panose="020B0606020202030204" pitchFamily="34" charset="0"/>
                  <a:ea typeface="LG스마트체 Regular" panose="020B0600000101010101" pitchFamily="50" charset="-127"/>
                  <a:cs typeface="LG스마트체 Regular"/>
                </a:endParaRPr>
              </a:p>
            </p:txBody>
          </p:sp>
          <p:sp>
            <p:nvSpPr>
              <p:cNvPr id="300" name="Rectangle 97">
                <a:extLst>
                  <a:ext uri="{FF2B5EF4-FFF2-40B4-BE49-F238E27FC236}">
                    <a16:creationId xmlns:a16="http://schemas.microsoft.com/office/drawing/2014/main" id="{89E487B0-EEF2-C685-1B67-F92024B32781}"/>
                  </a:ext>
                </a:extLst>
              </p:cNvPr>
              <p:cNvSpPr/>
              <p:nvPr/>
            </p:nvSpPr>
            <p:spPr>
              <a:xfrm>
                <a:off x="6733311" y="1344651"/>
                <a:ext cx="1755649" cy="217001"/>
              </a:xfrm>
              <a:prstGeom prst="rect">
                <a:avLst/>
              </a:prstGeom>
              <a:noFill/>
              <a:ln>
                <a:noFill/>
              </a:ln>
            </p:spPr>
            <p:txBody>
              <a:bodyPr wrap="square" lIns="0" tIns="0" rIns="0" bIns="0" rtlCol="0" anchor="ctr">
                <a:noAutofit/>
              </a:bodyPr>
              <a:lstStyle/>
              <a:p>
                <a:pPr algn="l">
                  <a:lnSpc>
                    <a:spcPct val="100000"/>
                  </a:lnSpc>
                </a:pPr>
                <a:r>
                  <a:rPr lang="ko-KR" altLang="en-US" sz="900" b="0" dirty="0">
                    <a:solidFill>
                      <a:srgbClr val="262626"/>
                    </a:solidFill>
                    <a:latin typeface="Arial Narrow" panose="020B0606020202030204" pitchFamily="34" charset="0"/>
                    <a:ea typeface="LG스마트체 Regular" panose="020B0600000101010101" pitchFamily="50" charset="-127"/>
                    <a:cs typeface="LG스마트체 Regular"/>
                  </a:rPr>
                  <a:t>이슈 → 대응 할 일 → 완료까지 연결</a:t>
                </a:r>
              </a:p>
            </p:txBody>
          </p:sp>
        </p:grpSp>
        <p:grpSp>
          <p:nvGrpSpPr>
            <p:cNvPr id="301" name="그룹 300">
              <a:extLst>
                <a:ext uri="{FF2B5EF4-FFF2-40B4-BE49-F238E27FC236}">
                  <a16:creationId xmlns:a16="http://schemas.microsoft.com/office/drawing/2014/main" id="{92773FC4-1FBF-F861-A4F2-8CD11DF82281}"/>
                </a:ext>
              </a:extLst>
            </p:cNvPr>
            <p:cNvGrpSpPr/>
            <p:nvPr/>
          </p:nvGrpSpPr>
          <p:grpSpPr>
            <a:xfrm>
              <a:off x="4606779" y="1796567"/>
              <a:ext cx="2194560" cy="219456"/>
              <a:chOff x="3043428" y="1758960"/>
              <a:chExt cx="2194560" cy="219456"/>
            </a:xfrm>
          </p:grpSpPr>
          <p:sp>
            <p:nvSpPr>
              <p:cNvPr id="302" name="번호2">
                <a:extLst>
                  <a:ext uri="{FF2B5EF4-FFF2-40B4-BE49-F238E27FC236}">
                    <a16:creationId xmlns:a16="http://schemas.microsoft.com/office/drawing/2014/main" id="{8A669C52-523F-2C9C-C27E-615EEE8BBF23}"/>
                  </a:ext>
                </a:extLst>
              </p:cNvPr>
              <p:cNvSpPr/>
              <p:nvPr/>
            </p:nvSpPr>
            <p:spPr>
              <a:xfrm>
                <a:off x="3043428" y="1777248"/>
                <a:ext cx="173736" cy="173736"/>
              </a:xfrm>
              <a:prstGeom prst="ellipse">
                <a:avLst/>
              </a:prstGeom>
              <a:solidFill>
                <a:srgbClr val="2E7D32"/>
              </a:solidFill>
              <a:ln>
                <a:noFill/>
              </a:ln>
            </p:spPr>
            <p:txBody>
              <a:bodyPr wrap="square" lIns="0" tIns="0" rIns="0" bIns="0" rtlCol="0" anchor="ctr">
                <a:noAutofit/>
              </a:bodyPr>
              <a:lstStyle/>
              <a:p>
                <a:pPr algn="ctr">
                  <a:lnSpc>
                    <a:spcPct val="100000"/>
                  </a:lnSpc>
                </a:pPr>
                <a:r>
                  <a:rPr lang="en-US" altLang="ko-KR" sz="800" b="1" dirty="0">
                    <a:solidFill>
                      <a:srgbClr val="FFFFFF"/>
                    </a:solidFill>
                    <a:latin typeface="Arial Narrow" panose="020B0606020202030204" pitchFamily="34" charset="0"/>
                    <a:ea typeface="LG스마트체 Regular" panose="020B0600000101010101" pitchFamily="50" charset="-127"/>
                    <a:cs typeface="LG스마트체 Regular"/>
                  </a:rPr>
                  <a:t>1</a:t>
                </a:r>
                <a:endParaRPr lang="ko-KR" sz="800" b="1" dirty="0">
                  <a:solidFill>
                    <a:srgbClr val="FFFFFF"/>
                  </a:solidFill>
                  <a:latin typeface="Arial Narrow" panose="020B0606020202030204" pitchFamily="34" charset="0"/>
                  <a:ea typeface="LG스마트체 Regular" panose="020B0600000101010101" pitchFamily="50" charset="-127"/>
                  <a:cs typeface="LG스마트체 Regular"/>
                </a:endParaRPr>
              </a:p>
            </p:txBody>
          </p:sp>
          <p:sp>
            <p:nvSpPr>
              <p:cNvPr id="303" name="Rectangle 99">
                <a:extLst>
                  <a:ext uri="{FF2B5EF4-FFF2-40B4-BE49-F238E27FC236}">
                    <a16:creationId xmlns:a16="http://schemas.microsoft.com/office/drawing/2014/main" id="{D98A9706-0C95-7BD0-791F-8B9CA3ED5602}"/>
                  </a:ext>
                </a:extLst>
              </p:cNvPr>
              <p:cNvSpPr/>
              <p:nvPr/>
            </p:nvSpPr>
            <p:spPr>
              <a:xfrm>
                <a:off x="3262884" y="1758960"/>
                <a:ext cx="1975104" cy="219456"/>
              </a:xfrm>
              <a:prstGeom prst="rect">
                <a:avLst/>
              </a:prstGeom>
              <a:noFill/>
              <a:ln>
                <a:noFill/>
              </a:ln>
            </p:spPr>
            <p:txBody>
              <a:bodyPr wrap="square" lIns="0" tIns="0" rIns="0" bIns="0" rtlCol="0" anchor="ctr">
                <a:noAutofit/>
              </a:bodyPr>
              <a:lstStyle/>
              <a:p>
                <a:r>
                  <a:rPr lang="ko-KR" altLang="ko-KR" sz="900" dirty="0">
                    <a:solidFill>
                      <a:srgbClr val="262626"/>
                    </a:solidFill>
                    <a:latin typeface="Arial Narrow" panose="020B0606020202030204" pitchFamily="34" charset="0"/>
                    <a:ea typeface="LG스마트체 Regular" panose="020B0600000101010101" pitchFamily="50" charset="-127"/>
                    <a:cs typeface="LG스마트체 Regular"/>
                  </a:rPr>
                  <a:t>완료하면 그날 업무 기록 자동 생성</a:t>
                </a:r>
              </a:p>
            </p:txBody>
          </p:sp>
        </p:grpSp>
        <p:sp>
          <p:nvSpPr>
            <p:cNvPr id="309" name="카드1">
              <a:extLst>
                <a:ext uri="{FF2B5EF4-FFF2-40B4-BE49-F238E27FC236}">
                  <a16:creationId xmlns:a16="http://schemas.microsoft.com/office/drawing/2014/main" id="{2432E78E-DCC2-FBC6-7A07-6A1D86F7D510}"/>
                </a:ext>
              </a:extLst>
            </p:cNvPr>
            <p:cNvSpPr/>
            <p:nvPr/>
          </p:nvSpPr>
          <p:spPr>
            <a:xfrm>
              <a:off x="175718" y="4050170"/>
              <a:ext cx="3761772" cy="2520000"/>
            </a:xfrm>
            <a:prstGeom prst="roundRect">
              <a:avLst>
                <a:gd name="adj" fmla="val 4000"/>
              </a:avLst>
            </a:prstGeom>
            <a:solidFill>
              <a:srgbClr val="FFFFFF"/>
            </a:solidFill>
            <a:ln w="9525">
              <a:solidFill>
                <a:srgbClr val="D9D9D9"/>
              </a:solid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sp>
          <p:nvSpPr>
            <p:cNvPr id="310" name="Rectangle 92">
              <a:extLst>
                <a:ext uri="{FF2B5EF4-FFF2-40B4-BE49-F238E27FC236}">
                  <a16:creationId xmlns:a16="http://schemas.microsoft.com/office/drawing/2014/main" id="{5FC1CFFD-F69D-82D3-B92B-B61A74F22DAA}"/>
                </a:ext>
              </a:extLst>
            </p:cNvPr>
            <p:cNvSpPr/>
            <p:nvPr/>
          </p:nvSpPr>
          <p:spPr>
            <a:xfrm>
              <a:off x="248870" y="4095890"/>
              <a:ext cx="1975104" cy="219456"/>
            </a:xfrm>
            <a:prstGeom prst="rect">
              <a:avLst/>
            </a:prstGeom>
            <a:noFill/>
            <a:ln>
              <a:noFill/>
            </a:ln>
          </p:spPr>
          <p:txBody>
            <a:bodyPr wrap="square" lIns="0" tIns="0" rIns="0" bIns="0" rtlCol="0" anchor="ctr">
              <a:noAutofit/>
            </a:bodyPr>
            <a:lstStyle/>
            <a:p>
              <a:r>
                <a:rPr lang="ko-KR" altLang="ko-KR" sz="1050" b="1" dirty="0">
                  <a:solidFill>
                    <a:srgbClr val="1F3864"/>
                  </a:solidFill>
                  <a:latin typeface="Arial Narrow" panose="020B0606020202030204" pitchFamily="34" charset="0"/>
                  <a:ea typeface="LG스마트체 Regular" panose="020B0600000101010101" pitchFamily="50" charset="-127"/>
                  <a:cs typeface="LG스마트체 Regular"/>
                </a:rPr>
                <a:t>③ </a:t>
              </a:r>
              <a:r>
                <a:rPr lang="ko-KR" altLang="ko-KR" sz="1050" b="1" dirty="0" err="1">
                  <a:solidFill>
                    <a:srgbClr val="1F3864"/>
                  </a:solidFill>
                  <a:latin typeface="Arial Narrow" panose="020B0606020202030204" pitchFamily="34" charset="0"/>
                  <a:ea typeface="LG스마트체 Regular" panose="020B0600000101010101" pitchFamily="50" charset="-127"/>
                  <a:cs typeface="LG스마트체 Regular"/>
                </a:rPr>
                <a:t>주간</a:t>
              </a:r>
              <a:r>
                <a:rPr lang="ko-KR" altLang="en-US" sz="1050" b="1" dirty="0" err="1">
                  <a:solidFill>
                    <a:srgbClr val="1F3864"/>
                  </a:solidFill>
                  <a:latin typeface="Arial Narrow" panose="020B0606020202030204" pitchFamily="34" charset="0"/>
                  <a:ea typeface="LG스마트체 Regular" panose="020B0600000101010101" pitchFamily="50" charset="-127"/>
                  <a:cs typeface="LG스마트체 Regular"/>
                </a:rPr>
                <a:t>업무</a:t>
              </a:r>
              <a:r>
                <a:rPr lang="ko-KR" altLang="ko-KR" sz="1050" b="1" dirty="0" err="1">
                  <a:solidFill>
                    <a:srgbClr val="1F3864"/>
                  </a:solidFill>
                  <a:latin typeface="Arial Narrow" panose="020B0606020202030204" pitchFamily="34" charset="0"/>
                  <a:ea typeface="LG스마트체 Regular" panose="020B0600000101010101" pitchFamily="50" charset="-127"/>
                  <a:cs typeface="LG스마트체 Regular"/>
                </a:rPr>
                <a:t>·팀장</a:t>
              </a:r>
              <a:r>
                <a:rPr lang="ko-KR" altLang="ko-KR" sz="1050" b="1" dirty="0">
                  <a:solidFill>
                    <a:srgbClr val="1F3864"/>
                  </a:solidFill>
                  <a:latin typeface="Arial Narrow" panose="020B0606020202030204" pitchFamily="34" charset="0"/>
                  <a:ea typeface="LG스마트체 Regular" panose="020B0600000101010101" pitchFamily="50" charset="-127"/>
                  <a:cs typeface="LG스마트체 Regular"/>
                </a:rPr>
                <a:t> 요약</a:t>
              </a:r>
            </a:p>
          </p:txBody>
        </p:sp>
        <p:sp>
          <p:nvSpPr>
            <p:cNvPr id="311" name="Rectangle 93">
              <a:extLst>
                <a:ext uri="{FF2B5EF4-FFF2-40B4-BE49-F238E27FC236}">
                  <a16:creationId xmlns:a16="http://schemas.microsoft.com/office/drawing/2014/main" id="{ACC4EA0F-1318-09C8-C5C7-D9E767C253EE}"/>
                </a:ext>
              </a:extLst>
            </p:cNvPr>
            <p:cNvSpPr/>
            <p:nvPr/>
          </p:nvSpPr>
          <p:spPr>
            <a:xfrm>
              <a:off x="248869" y="4361065"/>
              <a:ext cx="3644987" cy="2148840"/>
            </a:xfrm>
            <a:prstGeom prst="rect">
              <a:avLst/>
            </a:prstGeom>
            <a:solidFill>
              <a:srgbClr val="F7F8FA"/>
            </a:solidFill>
            <a:ln>
              <a:no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sp>
          <p:nvSpPr>
            <p:cNvPr id="312" name="상태">
              <a:extLst>
                <a:ext uri="{FF2B5EF4-FFF2-40B4-BE49-F238E27FC236}">
                  <a16:creationId xmlns:a16="http://schemas.microsoft.com/office/drawing/2014/main" id="{1CA46D41-DBD2-E0B9-0E59-B04A33E7AADB}"/>
                </a:ext>
              </a:extLst>
            </p:cNvPr>
            <p:cNvSpPr/>
            <p:nvPr/>
          </p:nvSpPr>
          <p:spPr>
            <a:xfrm>
              <a:off x="3052608" y="4087720"/>
              <a:ext cx="841248" cy="182880"/>
            </a:xfrm>
            <a:prstGeom prst="roundRect">
              <a:avLst/>
            </a:prstGeom>
            <a:solidFill>
              <a:srgbClr val="E8F3EA"/>
            </a:solidFill>
            <a:ln w="9525">
              <a:solidFill>
                <a:srgbClr val="2E7D32"/>
              </a:solidFill>
            </a:ln>
          </p:spPr>
          <p:txBody>
            <a:bodyPr wrap="square" lIns="18288" tIns="0" rIns="18288" bIns="0" rtlCol="0" anchor="ctr">
              <a:noAutofit/>
            </a:bodyPr>
            <a:lstStyle/>
            <a:p>
              <a:pPr algn="ctr">
                <a:lnSpc>
                  <a:spcPct val="100000"/>
                </a:lnSpc>
              </a:pPr>
              <a:r>
                <a:rPr lang="ko-KR" sz="850" b="1" dirty="0" err="1">
                  <a:solidFill>
                    <a:srgbClr val="2E7D32"/>
                  </a:solidFill>
                  <a:latin typeface="Arial Narrow" panose="020B0606020202030204" pitchFamily="34" charset="0"/>
                  <a:ea typeface="LG스마트체 Regular" panose="020B0600000101010101" pitchFamily="50" charset="-127"/>
                  <a:cs typeface="LG스마트체 Regular"/>
                </a:rPr>
                <a:t>PoC</a:t>
              </a:r>
              <a:r>
                <a:rPr lang="ko-KR" sz="850" b="1" dirty="0">
                  <a:solidFill>
                    <a:srgbClr val="2E7D32"/>
                  </a:solidFill>
                  <a:latin typeface="Arial Narrow" panose="020B0606020202030204" pitchFamily="34" charset="0"/>
                  <a:ea typeface="LG스마트체 Regular" panose="020B0600000101010101" pitchFamily="50" charset="-127"/>
                  <a:cs typeface="LG스마트체 Regular"/>
                </a:rPr>
                <a:t> 사용 중</a:t>
              </a:r>
            </a:p>
          </p:txBody>
        </p:sp>
        <p:pic>
          <p:nvPicPr>
            <p:cNvPr id="321" name="그림 320">
              <a:extLst>
                <a:ext uri="{FF2B5EF4-FFF2-40B4-BE49-F238E27FC236}">
                  <a16:creationId xmlns:a16="http://schemas.microsoft.com/office/drawing/2014/main" id="{B8BC1ED8-A513-D904-5070-A736ACB029AB}"/>
                </a:ext>
              </a:extLst>
            </p:cNvPr>
            <p:cNvPicPr>
              <a:picLocks noChangeAspect="1"/>
            </p:cNvPicPr>
            <p:nvPr/>
          </p:nvPicPr>
          <p:blipFill>
            <a:blip r:embed="rId5"/>
            <a:stretch>
              <a:fillRect/>
            </a:stretch>
          </p:blipFill>
          <p:spPr>
            <a:xfrm>
              <a:off x="361955" y="4437670"/>
              <a:ext cx="3416387" cy="2002568"/>
            </a:xfrm>
            <a:prstGeom prst="rect">
              <a:avLst/>
            </a:prstGeom>
          </p:spPr>
        </p:pic>
        <p:grpSp>
          <p:nvGrpSpPr>
            <p:cNvPr id="322" name="그룹 321">
              <a:extLst>
                <a:ext uri="{FF2B5EF4-FFF2-40B4-BE49-F238E27FC236}">
                  <a16:creationId xmlns:a16="http://schemas.microsoft.com/office/drawing/2014/main" id="{D4927892-1EDC-9ED0-995B-16201FCDD425}"/>
                </a:ext>
              </a:extLst>
            </p:cNvPr>
            <p:cNvGrpSpPr/>
            <p:nvPr/>
          </p:nvGrpSpPr>
          <p:grpSpPr>
            <a:xfrm>
              <a:off x="1854744" y="5253243"/>
              <a:ext cx="1666525" cy="206508"/>
              <a:chOff x="-2270673" y="2553605"/>
              <a:chExt cx="1666525" cy="206508"/>
            </a:xfrm>
          </p:grpSpPr>
          <p:sp>
            <p:nvSpPr>
              <p:cNvPr id="247" name="번호1">
                <a:extLst>
                  <a:ext uri="{FF2B5EF4-FFF2-40B4-BE49-F238E27FC236}">
                    <a16:creationId xmlns:a16="http://schemas.microsoft.com/office/drawing/2014/main" id="{716AB895-427C-6A21-F967-CE71A3E97DBD}"/>
                  </a:ext>
                </a:extLst>
              </p:cNvPr>
              <p:cNvSpPr/>
              <p:nvPr/>
            </p:nvSpPr>
            <p:spPr>
              <a:xfrm>
                <a:off x="-2270673" y="2571892"/>
                <a:ext cx="173736" cy="173736"/>
              </a:xfrm>
              <a:prstGeom prst="ellipse">
                <a:avLst/>
              </a:prstGeom>
              <a:solidFill>
                <a:srgbClr val="2E7D32"/>
              </a:solidFill>
              <a:ln>
                <a:noFill/>
              </a:ln>
            </p:spPr>
            <p:txBody>
              <a:bodyPr wrap="square" lIns="0" tIns="0" rIns="0" bIns="0" rtlCol="0" anchor="ctr">
                <a:noAutofit/>
              </a:bodyPr>
              <a:lstStyle/>
              <a:p>
                <a:pPr algn="ctr">
                  <a:lnSpc>
                    <a:spcPct val="100000"/>
                  </a:lnSpc>
                </a:pPr>
                <a:r>
                  <a:rPr lang="ko-KR" sz="800" b="1">
                    <a:solidFill>
                      <a:srgbClr val="FFFFFF"/>
                    </a:solidFill>
                    <a:latin typeface="Arial Narrow" panose="020B0606020202030204" pitchFamily="34" charset="0"/>
                    <a:ea typeface="LG스마트체 Regular" panose="020B0600000101010101" pitchFamily="50" charset="-127"/>
                    <a:cs typeface="LG스마트체 Regular"/>
                  </a:rPr>
                  <a:t>1</a:t>
                </a:r>
              </a:p>
            </p:txBody>
          </p:sp>
          <p:sp>
            <p:nvSpPr>
              <p:cNvPr id="249" name="Rectangle 115">
                <a:extLst>
                  <a:ext uri="{FF2B5EF4-FFF2-40B4-BE49-F238E27FC236}">
                    <a16:creationId xmlns:a16="http://schemas.microsoft.com/office/drawing/2014/main" id="{890A151C-FE2F-10FD-2CDD-0B73E25D93D4}"/>
                  </a:ext>
                </a:extLst>
              </p:cNvPr>
              <p:cNvSpPr/>
              <p:nvPr/>
            </p:nvSpPr>
            <p:spPr>
              <a:xfrm>
                <a:off x="-2051217" y="2553605"/>
                <a:ext cx="1447069" cy="206508"/>
              </a:xfrm>
              <a:prstGeom prst="rect">
                <a:avLst/>
              </a:prstGeom>
              <a:noFill/>
              <a:ln>
                <a:noFill/>
              </a:ln>
            </p:spPr>
            <p:txBody>
              <a:bodyPr wrap="square" lIns="0" tIns="0" rIns="0" bIns="0" rtlCol="0" anchor="ctr">
                <a:noAutofit/>
              </a:bodyPr>
              <a:lstStyle/>
              <a:p>
                <a:pPr algn="l">
                  <a:lnSpc>
                    <a:spcPct val="100000"/>
                  </a:lnSpc>
                </a:pP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기록을 </a:t>
                </a:r>
                <a:r>
                  <a:rPr lang="ko-KR" sz="900" b="0" dirty="0" err="1">
                    <a:solidFill>
                      <a:srgbClr val="262626"/>
                    </a:solidFill>
                    <a:latin typeface="Arial Narrow" panose="020B0606020202030204" pitchFamily="34" charset="0"/>
                    <a:ea typeface="LG스마트체 Regular" panose="020B0600000101010101" pitchFamily="50" charset="-127"/>
                    <a:cs typeface="LG스마트체 Regular"/>
                  </a:rPr>
                  <a:t>AI가</a:t>
                </a: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 요약해 PPT 작성</a:t>
                </a:r>
              </a:p>
            </p:txBody>
          </p:sp>
        </p:grpSp>
        <p:grpSp>
          <p:nvGrpSpPr>
            <p:cNvPr id="323" name="그룹 322">
              <a:extLst>
                <a:ext uri="{FF2B5EF4-FFF2-40B4-BE49-F238E27FC236}">
                  <a16:creationId xmlns:a16="http://schemas.microsoft.com/office/drawing/2014/main" id="{5EA32A69-6359-FCDA-2845-AF680D633BE3}"/>
                </a:ext>
              </a:extLst>
            </p:cNvPr>
            <p:cNvGrpSpPr/>
            <p:nvPr/>
          </p:nvGrpSpPr>
          <p:grpSpPr>
            <a:xfrm>
              <a:off x="1605599" y="6171094"/>
              <a:ext cx="2194560" cy="219456"/>
              <a:chOff x="-2270673" y="2791348"/>
              <a:chExt cx="2194560" cy="219456"/>
            </a:xfrm>
          </p:grpSpPr>
          <p:sp>
            <p:nvSpPr>
              <p:cNvPr id="251" name="번호2">
                <a:extLst>
                  <a:ext uri="{FF2B5EF4-FFF2-40B4-BE49-F238E27FC236}">
                    <a16:creationId xmlns:a16="http://schemas.microsoft.com/office/drawing/2014/main" id="{8E37A8CD-F581-C4E8-F968-7F5937BD7E73}"/>
                  </a:ext>
                </a:extLst>
              </p:cNvPr>
              <p:cNvSpPr/>
              <p:nvPr/>
            </p:nvSpPr>
            <p:spPr>
              <a:xfrm>
                <a:off x="-2270673" y="2809636"/>
                <a:ext cx="173736" cy="173736"/>
              </a:xfrm>
              <a:prstGeom prst="ellipse">
                <a:avLst/>
              </a:prstGeom>
              <a:solidFill>
                <a:srgbClr val="2E7D32"/>
              </a:solidFill>
              <a:ln>
                <a:noFill/>
              </a:ln>
            </p:spPr>
            <p:txBody>
              <a:bodyPr wrap="square" lIns="0" tIns="0" rIns="0" bIns="0" rtlCol="0" anchor="ctr">
                <a:noAutofit/>
              </a:bodyPr>
              <a:lstStyle/>
              <a:p>
                <a:pPr algn="ctr">
                  <a:lnSpc>
                    <a:spcPct val="100000"/>
                  </a:lnSpc>
                </a:pPr>
                <a:r>
                  <a:rPr lang="ko-KR" sz="800" b="1">
                    <a:solidFill>
                      <a:srgbClr val="FFFFFF"/>
                    </a:solidFill>
                    <a:latin typeface="Arial Narrow" panose="020B0606020202030204" pitchFamily="34" charset="0"/>
                    <a:ea typeface="LG스마트체 Regular" panose="020B0600000101010101" pitchFamily="50" charset="-127"/>
                    <a:cs typeface="LG스마트체 Regular"/>
                  </a:rPr>
                  <a:t>2</a:t>
                </a:r>
              </a:p>
            </p:txBody>
          </p:sp>
          <p:sp>
            <p:nvSpPr>
              <p:cNvPr id="253" name="Rectangle 117">
                <a:extLst>
                  <a:ext uri="{FF2B5EF4-FFF2-40B4-BE49-F238E27FC236}">
                    <a16:creationId xmlns:a16="http://schemas.microsoft.com/office/drawing/2014/main" id="{6B1C8D70-56F0-FEF1-C168-69AF3AF7797A}"/>
                  </a:ext>
                </a:extLst>
              </p:cNvPr>
              <p:cNvSpPr/>
              <p:nvPr/>
            </p:nvSpPr>
            <p:spPr>
              <a:xfrm>
                <a:off x="-2051217" y="2791348"/>
                <a:ext cx="1975104" cy="219456"/>
              </a:xfrm>
              <a:prstGeom prst="rect">
                <a:avLst/>
              </a:prstGeom>
              <a:noFill/>
              <a:ln>
                <a:noFill/>
              </a:ln>
            </p:spPr>
            <p:txBody>
              <a:bodyPr wrap="square" lIns="0" tIns="0" rIns="0" bIns="0" rtlCol="0" anchor="ctr">
                <a:noAutofit/>
              </a:bodyPr>
              <a:lstStyle/>
              <a:p>
                <a:pPr algn="l">
                  <a:lnSpc>
                    <a:spcPct val="100000"/>
                  </a:lnSpc>
                </a:pPr>
                <a:r>
                  <a:rPr lang="ko-KR" sz="900" b="0" dirty="0" err="1">
                    <a:solidFill>
                      <a:srgbClr val="262626"/>
                    </a:solidFill>
                    <a:latin typeface="Arial Narrow" panose="020B0606020202030204" pitchFamily="34" charset="0"/>
                    <a:ea typeface="LG스마트체 Regular" panose="020B0600000101010101" pitchFamily="50" charset="-127"/>
                    <a:cs typeface="LG스마트체 Regular"/>
                  </a:rPr>
                  <a:t>수치·일정·지연은</a:t>
                </a: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 규칙으로 검사</a:t>
                </a:r>
              </a:p>
            </p:txBody>
          </p:sp>
        </p:grpSp>
        <p:sp>
          <p:nvSpPr>
            <p:cNvPr id="326" name="카드1">
              <a:extLst>
                <a:ext uri="{FF2B5EF4-FFF2-40B4-BE49-F238E27FC236}">
                  <a16:creationId xmlns:a16="http://schemas.microsoft.com/office/drawing/2014/main" id="{DAF19B62-50B6-A30C-4744-4BA9B599CCD1}"/>
                </a:ext>
              </a:extLst>
            </p:cNvPr>
            <p:cNvSpPr/>
            <p:nvPr/>
          </p:nvSpPr>
          <p:spPr>
            <a:xfrm>
              <a:off x="4030299" y="4050170"/>
              <a:ext cx="3761772" cy="2520000"/>
            </a:xfrm>
            <a:prstGeom prst="roundRect">
              <a:avLst>
                <a:gd name="adj" fmla="val 4000"/>
              </a:avLst>
            </a:prstGeom>
            <a:solidFill>
              <a:srgbClr val="FFFFFF"/>
            </a:solidFill>
            <a:ln w="9525">
              <a:solidFill>
                <a:srgbClr val="D9D9D9"/>
              </a:solid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sp>
          <p:nvSpPr>
            <p:cNvPr id="327" name="Rectangle 92">
              <a:extLst>
                <a:ext uri="{FF2B5EF4-FFF2-40B4-BE49-F238E27FC236}">
                  <a16:creationId xmlns:a16="http://schemas.microsoft.com/office/drawing/2014/main" id="{0F1753A8-2C1B-89A2-F48C-BE2B6C8EA247}"/>
                </a:ext>
              </a:extLst>
            </p:cNvPr>
            <p:cNvSpPr/>
            <p:nvPr/>
          </p:nvSpPr>
          <p:spPr>
            <a:xfrm>
              <a:off x="4103451" y="4095890"/>
              <a:ext cx="1975104" cy="219456"/>
            </a:xfrm>
            <a:prstGeom prst="rect">
              <a:avLst/>
            </a:prstGeom>
            <a:noFill/>
            <a:ln>
              <a:noFill/>
            </a:ln>
          </p:spPr>
          <p:txBody>
            <a:bodyPr wrap="square" lIns="0" tIns="0" rIns="0" bIns="0" rtlCol="0" anchor="ctr">
              <a:noAutofit/>
            </a:bodyPr>
            <a:lstStyle/>
            <a:p>
              <a:r>
                <a:rPr lang="ko-KR" altLang="ko-KR" sz="1050" b="1" dirty="0">
                  <a:solidFill>
                    <a:srgbClr val="1F3864"/>
                  </a:solidFill>
                  <a:latin typeface="Arial Narrow" panose="020B0606020202030204" pitchFamily="34" charset="0"/>
                  <a:ea typeface="LG스마트체 Regular" panose="020B0600000101010101" pitchFamily="50" charset="-127"/>
                  <a:cs typeface="LG스마트체 Regular"/>
                </a:rPr>
                <a:t>④ </a:t>
              </a:r>
              <a:r>
                <a:rPr lang="ko-KR" altLang="ko-KR" sz="1050" b="1" dirty="0" err="1">
                  <a:solidFill>
                    <a:srgbClr val="1F3864"/>
                  </a:solidFill>
                  <a:latin typeface="Arial Narrow" panose="020B0606020202030204" pitchFamily="34" charset="0"/>
                  <a:ea typeface="LG스마트체 Regular" panose="020B0600000101010101" pitchFamily="50" charset="-127"/>
                  <a:cs typeface="LG스마트체 Regular"/>
                </a:rPr>
                <a:t>완료·분석</a:t>
              </a:r>
              <a:r>
                <a:rPr lang="ko-KR" altLang="ko-KR" sz="1050" b="1" dirty="0">
                  <a:solidFill>
                    <a:srgbClr val="1F3864"/>
                  </a:solidFill>
                  <a:latin typeface="Arial Narrow" panose="020B0606020202030204" pitchFamily="34" charset="0"/>
                  <a:ea typeface="LG스마트체 Regular" panose="020B0600000101010101" pitchFamily="50" charset="-127"/>
                  <a:cs typeface="LG스마트체 Regular"/>
                </a:rPr>
                <a:t> 보고</a:t>
              </a:r>
            </a:p>
          </p:txBody>
        </p:sp>
        <p:sp>
          <p:nvSpPr>
            <p:cNvPr id="328" name="Rectangle 93">
              <a:extLst>
                <a:ext uri="{FF2B5EF4-FFF2-40B4-BE49-F238E27FC236}">
                  <a16:creationId xmlns:a16="http://schemas.microsoft.com/office/drawing/2014/main" id="{710C47D1-80A3-1F32-23ED-C4CC5F2EDA4E}"/>
                </a:ext>
              </a:extLst>
            </p:cNvPr>
            <p:cNvSpPr/>
            <p:nvPr/>
          </p:nvSpPr>
          <p:spPr>
            <a:xfrm>
              <a:off x="4103450" y="4361065"/>
              <a:ext cx="3644987" cy="2148840"/>
            </a:xfrm>
            <a:prstGeom prst="rect">
              <a:avLst/>
            </a:prstGeom>
            <a:solidFill>
              <a:srgbClr val="F7F8FA"/>
            </a:solidFill>
            <a:ln>
              <a:no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sp>
          <p:nvSpPr>
            <p:cNvPr id="329" name="상태">
              <a:extLst>
                <a:ext uri="{FF2B5EF4-FFF2-40B4-BE49-F238E27FC236}">
                  <a16:creationId xmlns:a16="http://schemas.microsoft.com/office/drawing/2014/main" id="{82DB5502-6C80-14B5-802C-30FF095B8EAD}"/>
                </a:ext>
              </a:extLst>
            </p:cNvPr>
            <p:cNvSpPr/>
            <p:nvPr/>
          </p:nvSpPr>
          <p:spPr>
            <a:xfrm>
              <a:off x="6907189" y="4087720"/>
              <a:ext cx="841248" cy="182880"/>
            </a:xfrm>
            <a:prstGeom prst="roundRect">
              <a:avLst/>
            </a:prstGeom>
            <a:solidFill>
              <a:srgbClr val="EEF2F8"/>
            </a:solidFill>
            <a:ln w="9525">
              <a:solidFill>
                <a:srgbClr val="1F3864"/>
              </a:solidFill>
            </a:ln>
          </p:spPr>
          <p:txBody>
            <a:bodyPr wrap="square" lIns="18288" tIns="0" rIns="18288" bIns="0" rtlCol="0" anchor="ctr">
              <a:noAutofit/>
            </a:bodyPr>
            <a:lstStyle/>
            <a:p>
              <a:pPr algn="ctr"/>
              <a:r>
                <a:rPr lang="ko-KR" altLang="ko-KR" sz="850" b="1" dirty="0">
                  <a:solidFill>
                    <a:srgbClr val="1F3864"/>
                  </a:solidFill>
                  <a:latin typeface="Arial Narrow" panose="020B0606020202030204" pitchFamily="34" charset="0"/>
                  <a:ea typeface="LG스마트체 Regular" panose="020B0600000101010101" pitchFamily="50" charset="-127"/>
                </a:rPr>
                <a:t>구현</a:t>
              </a:r>
            </a:p>
          </p:txBody>
        </p:sp>
        <p:grpSp>
          <p:nvGrpSpPr>
            <p:cNvPr id="325" name="그룹 324">
              <a:extLst>
                <a:ext uri="{FF2B5EF4-FFF2-40B4-BE49-F238E27FC236}">
                  <a16:creationId xmlns:a16="http://schemas.microsoft.com/office/drawing/2014/main" id="{BBA99CC9-BED2-F11B-3399-A129AE52E788}"/>
                </a:ext>
              </a:extLst>
            </p:cNvPr>
            <p:cNvGrpSpPr/>
            <p:nvPr/>
          </p:nvGrpSpPr>
          <p:grpSpPr>
            <a:xfrm>
              <a:off x="3517593" y="3530626"/>
              <a:ext cx="969264" cy="969264"/>
              <a:chOff x="4452491" y="3950207"/>
              <a:chExt cx="969264" cy="969264"/>
            </a:xfrm>
          </p:grpSpPr>
          <p:sp>
            <p:nvSpPr>
              <p:cNvPr id="273" name="순환화살표1">
                <a:extLst>
                  <a:ext uri="{FF2B5EF4-FFF2-40B4-BE49-F238E27FC236}">
                    <a16:creationId xmlns:a16="http://schemas.microsoft.com/office/drawing/2014/main" id="{14B00559-2D00-7F08-EE4E-D78089600B08}"/>
                  </a:ext>
                </a:extLst>
              </p:cNvPr>
              <p:cNvSpPr/>
              <p:nvPr/>
            </p:nvSpPr>
            <p:spPr>
              <a:xfrm>
                <a:off x="4452491" y="3950207"/>
                <a:ext cx="969264" cy="969264"/>
              </a:xfrm>
              <a:prstGeom prst="circularArrow">
                <a:avLst/>
              </a:prstGeom>
              <a:solidFill>
                <a:srgbClr val="2F5597">
                  <a:alpha val="30000"/>
                </a:srgbClr>
              </a:solidFill>
              <a:ln>
                <a:noFill/>
              </a:ln>
            </p:spPr>
            <p:txBody>
              <a:bodyPr rtlCol="0" anchor="ctr"/>
              <a:lstStyle/>
              <a:p>
                <a:pPr algn="ctr"/>
                <a:endParaRPr>
                  <a:latin typeface="Arial Narrow" panose="020B0606020202030204" pitchFamily="34" charset="0"/>
                  <a:ea typeface="LG스마트체 Regular" panose="020B0600000101010101" pitchFamily="50" charset="-127"/>
                </a:endParaRPr>
              </a:p>
            </p:txBody>
          </p:sp>
          <p:sp>
            <p:nvSpPr>
              <p:cNvPr id="275" name="순환화살표2">
                <a:extLst>
                  <a:ext uri="{FF2B5EF4-FFF2-40B4-BE49-F238E27FC236}">
                    <a16:creationId xmlns:a16="http://schemas.microsoft.com/office/drawing/2014/main" id="{5420BB36-9C2A-C9A6-D912-B46B19DCBA80}"/>
                  </a:ext>
                </a:extLst>
              </p:cNvPr>
              <p:cNvSpPr/>
              <p:nvPr/>
            </p:nvSpPr>
            <p:spPr>
              <a:xfrm rot="10800000">
                <a:off x="4452491" y="3950207"/>
                <a:ext cx="969264" cy="969264"/>
              </a:xfrm>
              <a:prstGeom prst="circularArrow">
                <a:avLst/>
              </a:prstGeom>
              <a:solidFill>
                <a:srgbClr val="2F5597">
                  <a:alpha val="30000"/>
                </a:srgbClr>
              </a:solidFill>
              <a:ln>
                <a:noFill/>
              </a:ln>
            </p:spPr>
            <p:txBody>
              <a:bodyPr rtlCol="0" anchor="ctr"/>
              <a:lstStyle/>
              <a:p>
                <a:pPr algn="ctr"/>
                <a:endParaRPr>
                  <a:latin typeface="Arial Narrow" panose="020B0606020202030204" pitchFamily="34" charset="0"/>
                  <a:ea typeface="LG스마트체 Regular" panose="020B0600000101010101" pitchFamily="50" charset="-127"/>
                </a:endParaRPr>
              </a:p>
            </p:txBody>
          </p:sp>
        </p:grpSp>
        <p:pic>
          <p:nvPicPr>
            <p:cNvPr id="338" name="그림 337">
              <a:extLst>
                <a:ext uri="{FF2B5EF4-FFF2-40B4-BE49-F238E27FC236}">
                  <a16:creationId xmlns:a16="http://schemas.microsoft.com/office/drawing/2014/main" id="{EFE5F82A-E91F-61B7-B13C-53603CA3A659}"/>
                </a:ext>
              </a:extLst>
            </p:cNvPr>
            <p:cNvPicPr>
              <a:picLocks noChangeAspect="1"/>
            </p:cNvPicPr>
            <p:nvPr/>
          </p:nvPicPr>
          <p:blipFill>
            <a:blip r:embed="rId6"/>
            <a:stretch>
              <a:fillRect/>
            </a:stretch>
          </p:blipFill>
          <p:spPr>
            <a:xfrm>
              <a:off x="4195302" y="4443247"/>
              <a:ext cx="3458883" cy="1996991"/>
            </a:xfrm>
            <a:prstGeom prst="rect">
              <a:avLst/>
            </a:prstGeom>
          </p:spPr>
        </p:pic>
        <p:grpSp>
          <p:nvGrpSpPr>
            <p:cNvPr id="339" name="그룹 338">
              <a:extLst>
                <a:ext uri="{FF2B5EF4-FFF2-40B4-BE49-F238E27FC236}">
                  <a16:creationId xmlns:a16="http://schemas.microsoft.com/office/drawing/2014/main" id="{F25E23AC-9DB8-C52C-13A9-D3A5DAE1A96E}"/>
                </a:ext>
              </a:extLst>
            </p:cNvPr>
            <p:cNvGrpSpPr/>
            <p:nvPr/>
          </p:nvGrpSpPr>
          <p:grpSpPr>
            <a:xfrm>
              <a:off x="5526279" y="4496277"/>
              <a:ext cx="2194560" cy="219456"/>
              <a:chOff x="9275865" y="3564564"/>
              <a:chExt cx="2194560" cy="219456"/>
            </a:xfrm>
          </p:grpSpPr>
          <p:sp>
            <p:nvSpPr>
              <p:cNvPr id="265" name="번호1">
                <a:extLst>
                  <a:ext uri="{FF2B5EF4-FFF2-40B4-BE49-F238E27FC236}">
                    <a16:creationId xmlns:a16="http://schemas.microsoft.com/office/drawing/2014/main" id="{41B898F4-4B87-812B-7311-58A09836A34A}"/>
                  </a:ext>
                </a:extLst>
              </p:cNvPr>
              <p:cNvSpPr/>
              <p:nvPr/>
            </p:nvSpPr>
            <p:spPr>
              <a:xfrm>
                <a:off x="9275865" y="3582851"/>
                <a:ext cx="173736" cy="173736"/>
              </a:xfrm>
              <a:prstGeom prst="ellipse">
                <a:avLst/>
              </a:prstGeom>
              <a:solidFill>
                <a:srgbClr val="1F3864"/>
              </a:solidFill>
              <a:ln>
                <a:noFill/>
              </a:ln>
            </p:spPr>
            <p:txBody>
              <a:bodyPr wrap="square" lIns="0" tIns="0" rIns="0" bIns="0" rtlCol="0" anchor="ctr">
                <a:noAutofit/>
              </a:bodyPr>
              <a:lstStyle/>
              <a:p>
                <a:pPr algn="ctr">
                  <a:lnSpc>
                    <a:spcPct val="100000"/>
                  </a:lnSpc>
                </a:pPr>
                <a:r>
                  <a:rPr lang="ko-KR" sz="800" b="1">
                    <a:solidFill>
                      <a:srgbClr val="FFFFFF"/>
                    </a:solidFill>
                    <a:latin typeface="Arial Narrow" panose="020B0606020202030204" pitchFamily="34" charset="0"/>
                    <a:ea typeface="LG스마트체 Regular" panose="020B0600000101010101" pitchFamily="50" charset="-127"/>
                    <a:cs typeface="LG스마트체 Regular"/>
                  </a:rPr>
                  <a:t>1</a:t>
                </a:r>
              </a:p>
            </p:txBody>
          </p:sp>
          <p:sp>
            <p:nvSpPr>
              <p:cNvPr id="267" name="Rectangle 124">
                <a:extLst>
                  <a:ext uri="{FF2B5EF4-FFF2-40B4-BE49-F238E27FC236}">
                    <a16:creationId xmlns:a16="http://schemas.microsoft.com/office/drawing/2014/main" id="{AB94D78F-4893-21E4-B7DE-6543A8CC9A38}"/>
                  </a:ext>
                </a:extLst>
              </p:cNvPr>
              <p:cNvSpPr/>
              <p:nvPr/>
            </p:nvSpPr>
            <p:spPr>
              <a:xfrm>
                <a:off x="9495321" y="3564564"/>
                <a:ext cx="1975104" cy="219456"/>
              </a:xfrm>
              <a:prstGeom prst="rect">
                <a:avLst/>
              </a:prstGeom>
              <a:noFill/>
              <a:ln>
                <a:noFill/>
              </a:ln>
            </p:spPr>
            <p:txBody>
              <a:bodyPr wrap="square" lIns="0" tIns="0" rIns="0" bIns="0" rtlCol="0" anchor="ctr">
                <a:noAutofit/>
              </a:bodyPr>
              <a:lstStyle/>
              <a:p>
                <a:pPr algn="l">
                  <a:lnSpc>
                    <a:spcPct val="100000"/>
                  </a:lnSpc>
                </a:pPr>
                <a:r>
                  <a:rPr lang="ko-KR" altLang="en-US" sz="900" dirty="0">
                    <a:solidFill>
                      <a:srgbClr val="262626"/>
                    </a:solidFill>
                    <a:latin typeface="Arial Narrow" panose="020B0606020202030204" pitchFamily="34" charset="0"/>
                    <a:ea typeface="LG스마트체 Regular" panose="020B0600000101010101" pitchFamily="50" charset="-127"/>
                    <a:cs typeface="LG스마트체 Regular"/>
                  </a:rPr>
                  <a:t>업무 기록</a:t>
                </a: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에서 </a:t>
                </a:r>
                <a:r>
                  <a:rPr lang="ko-KR" sz="900" b="0" dirty="0" err="1">
                    <a:solidFill>
                      <a:srgbClr val="262626"/>
                    </a:solidFill>
                    <a:latin typeface="Arial Narrow" panose="020B0606020202030204" pitchFamily="34" charset="0"/>
                    <a:ea typeface="LG스마트체 Regular" panose="020B0600000101010101" pitchFamily="50" charset="-127"/>
                    <a:cs typeface="LG스마트체 Regular"/>
                  </a:rPr>
                  <a:t>완료·분석</a:t>
                </a: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 보고 생성</a:t>
                </a:r>
              </a:p>
            </p:txBody>
          </p:sp>
        </p:grpSp>
      </p:grpSp>
      <p:grpSp>
        <p:nvGrpSpPr>
          <p:cNvPr id="388" name="그룹 387">
            <a:extLst>
              <a:ext uri="{FF2B5EF4-FFF2-40B4-BE49-F238E27FC236}">
                <a16:creationId xmlns:a16="http://schemas.microsoft.com/office/drawing/2014/main" id="{E916DB3D-8EF7-887F-9B2F-D225ED1D5BDD}"/>
              </a:ext>
            </a:extLst>
          </p:cNvPr>
          <p:cNvGrpSpPr/>
          <p:nvPr/>
        </p:nvGrpSpPr>
        <p:grpSpPr>
          <a:xfrm>
            <a:off x="189765" y="1017990"/>
            <a:ext cx="7602306" cy="276999"/>
            <a:chOff x="189765" y="1017990"/>
            <a:chExt cx="7692896" cy="276999"/>
          </a:xfrm>
        </p:grpSpPr>
        <p:cxnSp>
          <p:nvCxnSpPr>
            <p:cNvPr id="385" name="직선 연결선 384">
              <a:extLst>
                <a:ext uri="{FF2B5EF4-FFF2-40B4-BE49-F238E27FC236}">
                  <a16:creationId xmlns:a16="http://schemas.microsoft.com/office/drawing/2014/main" id="{7FA7555C-5B0F-402A-A923-4191ED826F93}"/>
                </a:ext>
              </a:extLst>
            </p:cNvPr>
            <p:cNvCxnSpPr>
              <a:cxnSpLocks/>
            </p:cNvCxnSpPr>
            <p:nvPr/>
          </p:nvCxnSpPr>
          <p:spPr>
            <a:xfrm>
              <a:off x="189765" y="1291472"/>
              <a:ext cx="7692896" cy="0"/>
            </a:xfrm>
            <a:prstGeom prst="line">
              <a:avLst/>
            </a:prstGeom>
          </p:spPr>
          <p:style>
            <a:lnRef idx="1">
              <a:schemeClr val="dk1"/>
            </a:lnRef>
            <a:fillRef idx="0">
              <a:schemeClr val="dk1"/>
            </a:fillRef>
            <a:effectRef idx="0">
              <a:schemeClr val="dk1"/>
            </a:effectRef>
            <a:fontRef idx="minor">
              <a:schemeClr val="tx1"/>
            </a:fontRef>
          </p:style>
        </p:cxnSp>
        <p:sp>
          <p:nvSpPr>
            <p:cNvPr id="386" name="제목 4">
              <a:extLst>
                <a:ext uri="{FF2B5EF4-FFF2-40B4-BE49-F238E27FC236}">
                  <a16:creationId xmlns:a16="http://schemas.microsoft.com/office/drawing/2014/main" id="{CE20440E-BC72-8408-C74A-79AEBFBD0657}"/>
                </a:ext>
              </a:extLst>
            </p:cNvPr>
            <p:cNvSpPr txBox="1">
              <a:spLocks/>
            </p:cNvSpPr>
            <p:nvPr/>
          </p:nvSpPr>
          <p:spPr>
            <a:xfrm>
              <a:off x="2631760" y="1017990"/>
              <a:ext cx="2808906" cy="276999"/>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gn="ctr"/>
              <a:r>
                <a:rPr lang="ko-KR" altLang="en-US" sz="1200" dirty="0">
                  <a:latin typeface="Arial Narrow" panose="020B0606020202030204" pitchFamily="34" charset="0"/>
                  <a:ea typeface="LG스마트체 Regular" panose="020B0600000101010101" pitchFamily="50" charset="-127"/>
                </a:rPr>
                <a:t>사용 흐름</a:t>
              </a:r>
            </a:p>
          </p:txBody>
        </p:sp>
      </p:grpSp>
      <p:grpSp>
        <p:nvGrpSpPr>
          <p:cNvPr id="389" name="그룹 388">
            <a:extLst>
              <a:ext uri="{FF2B5EF4-FFF2-40B4-BE49-F238E27FC236}">
                <a16:creationId xmlns:a16="http://schemas.microsoft.com/office/drawing/2014/main" id="{8190204B-CC17-D568-EF1A-DA81FE83C812}"/>
              </a:ext>
            </a:extLst>
          </p:cNvPr>
          <p:cNvGrpSpPr/>
          <p:nvPr/>
        </p:nvGrpSpPr>
        <p:grpSpPr>
          <a:xfrm>
            <a:off x="7848230" y="1017990"/>
            <a:ext cx="1941443" cy="276999"/>
            <a:chOff x="189765" y="1017990"/>
            <a:chExt cx="7692896" cy="276999"/>
          </a:xfrm>
        </p:grpSpPr>
        <p:cxnSp>
          <p:nvCxnSpPr>
            <p:cNvPr id="390" name="직선 연결선 389">
              <a:extLst>
                <a:ext uri="{FF2B5EF4-FFF2-40B4-BE49-F238E27FC236}">
                  <a16:creationId xmlns:a16="http://schemas.microsoft.com/office/drawing/2014/main" id="{17B5F5B8-C8CA-473E-CA97-CF3FE25C77B8}"/>
                </a:ext>
              </a:extLst>
            </p:cNvPr>
            <p:cNvCxnSpPr>
              <a:cxnSpLocks/>
            </p:cNvCxnSpPr>
            <p:nvPr/>
          </p:nvCxnSpPr>
          <p:spPr>
            <a:xfrm>
              <a:off x="189765" y="1291472"/>
              <a:ext cx="7692896" cy="0"/>
            </a:xfrm>
            <a:prstGeom prst="line">
              <a:avLst/>
            </a:prstGeom>
          </p:spPr>
          <p:style>
            <a:lnRef idx="1">
              <a:schemeClr val="dk1"/>
            </a:lnRef>
            <a:fillRef idx="0">
              <a:schemeClr val="dk1"/>
            </a:fillRef>
            <a:effectRef idx="0">
              <a:schemeClr val="dk1"/>
            </a:effectRef>
            <a:fontRef idx="minor">
              <a:schemeClr val="tx1"/>
            </a:fontRef>
          </p:style>
        </p:cxnSp>
        <p:sp>
          <p:nvSpPr>
            <p:cNvPr id="391" name="제목 4">
              <a:extLst>
                <a:ext uri="{FF2B5EF4-FFF2-40B4-BE49-F238E27FC236}">
                  <a16:creationId xmlns:a16="http://schemas.microsoft.com/office/drawing/2014/main" id="{A3B20298-3DD8-B632-B800-AFD4AA468AFF}"/>
                </a:ext>
              </a:extLst>
            </p:cNvPr>
            <p:cNvSpPr txBox="1">
              <a:spLocks/>
            </p:cNvSpPr>
            <p:nvPr/>
          </p:nvSpPr>
          <p:spPr>
            <a:xfrm>
              <a:off x="2091146" y="1017990"/>
              <a:ext cx="3890129" cy="276999"/>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gn="ctr"/>
              <a:r>
                <a:rPr lang="ko-KR" altLang="en-US" sz="1200" dirty="0">
                  <a:latin typeface="Arial Narrow" panose="020B0606020202030204" pitchFamily="34" charset="0"/>
                  <a:ea typeface="LG스마트체 Regular" panose="020B0600000101010101" pitchFamily="50" charset="-127"/>
                </a:rPr>
                <a:t>주요 내용</a:t>
              </a:r>
            </a:p>
          </p:txBody>
        </p:sp>
      </p:grpSp>
      <p:sp>
        <p:nvSpPr>
          <p:cNvPr id="392" name="제목 4">
            <a:extLst>
              <a:ext uri="{FF2B5EF4-FFF2-40B4-BE49-F238E27FC236}">
                <a16:creationId xmlns:a16="http://schemas.microsoft.com/office/drawing/2014/main" id="{6E3B6FB5-32E2-BFC3-7812-C2B25E60B17E}"/>
              </a:ext>
            </a:extLst>
          </p:cNvPr>
          <p:cNvSpPr txBox="1">
            <a:spLocks/>
          </p:cNvSpPr>
          <p:nvPr/>
        </p:nvSpPr>
        <p:spPr>
          <a:xfrm>
            <a:off x="7843885" y="1403859"/>
            <a:ext cx="1941443" cy="2285241"/>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marL="171450" indent="-171450">
              <a:buFont typeface="Wingdings" panose="05000000000000000000" pitchFamily="2" charset="2"/>
              <a:buChar char="ü"/>
            </a:pPr>
            <a:r>
              <a:rPr lang="ko-KR" altLang="en-US" sz="1100" dirty="0">
                <a:latin typeface="Arial Narrow" panose="020B0606020202030204" pitchFamily="34" charset="0"/>
                <a:ea typeface="LG스마트체 Regular" panose="020B0600000101010101" pitchFamily="50" charset="-127"/>
              </a:rPr>
              <a:t>날짜별 → 과제별 이어 쓰기</a:t>
            </a:r>
            <a:br>
              <a:rPr lang="en-US" altLang="ko-KR" sz="1100" dirty="0">
                <a:latin typeface="Arial Narrow" panose="020B0606020202030204" pitchFamily="34" charset="0"/>
                <a:ea typeface="LG스마트체 Regular" panose="020B0600000101010101" pitchFamily="50" charset="-127"/>
              </a:rPr>
            </a:br>
            <a:r>
              <a:rPr lang="en-US" altLang="ko-KR" sz="1100" dirty="0">
                <a:latin typeface="Arial Narrow" panose="020B0606020202030204" pitchFamily="34" charset="0"/>
                <a:ea typeface="LG스마트체 Regular" panose="020B0600000101010101" pitchFamily="50" charset="-127"/>
              </a:rPr>
              <a:t>: </a:t>
            </a:r>
            <a:r>
              <a:rPr lang="ko-KR" altLang="en-US" sz="1100" dirty="0">
                <a:latin typeface="Arial Narrow" panose="020B0606020202030204" pitchFamily="34" charset="0"/>
                <a:ea typeface="LG스마트체 Regular" panose="020B0600000101010101" pitchFamily="50" charset="-127"/>
              </a:rPr>
              <a:t>과제 흐름대로 보고서 정리</a:t>
            </a:r>
            <a:endParaRPr lang="en-US" altLang="ko-KR" sz="1100" dirty="0">
              <a:latin typeface="Arial Narrow" panose="020B0606020202030204" pitchFamily="34" charset="0"/>
              <a:ea typeface="LG스마트체 Regular" panose="020B0600000101010101" pitchFamily="50" charset="-127"/>
            </a:endParaRPr>
          </a:p>
          <a:p>
            <a:pPr marL="171450" indent="-171450">
              <a:buFont typeface="Wingdings" panose="05000000000000000000" pitchFamily="2" charset="2"/>
              <a:buChar char="ü"/>
            </a:pPr>
            <a:endParaRPr lang="en-US" altLang="ko-KR" sz="1100" dirty="0">
              <a:latin typeface="Arial Narrow" panose="020B0606020202030204" pitchFamily="34" charset="0"/>
              <a:ea typeface="LG스마트체 Regular" panose="020B0600000101010101" pitchFamily="50" charset="-127"/>
            </a:endParaRPr>
          </a:p>
          <a:p>
            <a:pPr marL="171450" indent="-171450">
              <a:buFont typeface="Wingdings" panose="05000000000000000000" pitchFamily="2" charset="2"/>
              <a:buChar char="ü"/>
            </a:pPr>
            <a:r>
              <a:rPr lang="ko-KR" altLang="en-US" sz="1100" dirty="0">
                <a:latin typeface="Arial Narrow" panose="020B0606020202030204" pitchFamily="34" charset="0"/>
                <a:ea typeface="LG스마트체 Regular" panose="020B0600000101010101" pitchFamily="50" charset="-127"/>
              </a:rPr>
              <a:t>팀장 취합</a:t>
            </a:r>
            <a:r>
              <a:rPr lang="en-US" altLang="ko-KR" sz="1100" dirty="0">
                <a:latin typeface="Arial Narrow" panose="020B0606020202030204" pitchFamily="34" charset="0"/>
                <a:ea typeface="LG스마트체 Regular" panose="020B0600000101010101" pitchFamily="50" charset="-127"/>
              </a:rPr>
              <a:t>·</a:t>
            </a:r>
            <a:r>
              <a:rPr lang="ko-KR" altLang="en-US" sz="1100" dirty="0">
                <a:latin typeface="Arial Narrow" panose="020B0606020202030204" pitchFamily="34" charset="0"/>
                <a:ea typeface="LG스마트체 Regular" panose="020B0600000101010101" pitchFamily="50" charset="-127"/>
              </a:rPr>
              <a:t>검토 지원</a:t>
            </a:r>
            <a:br>
              <a:rPr lang="en-US" altLang="ko-KR" sz="1100" dirty="0">
                <a:latin typeface="Arial Narrow" panose="020B0606020202030204" pitchFamily="34" charset="0"/>
                <a:ea typeface="LG스마트체 Regular" panose="020B0600000101010101" pitchFamily="50" charset="-127"/>
              </a:rPr>
            </a:br>
            <a:r>
              <a:rPr lang="en-US" altLang="ko-KR" sz="1100" dirty="0">
                <a:latin typeface="Arial Narrow" panose="020B0606020202030204" pitchFamily="34" charset="0"/>
                <a:ea typeface="LG스마트체 Regular" panose="020B0600000101010101" pitchFamily="50" charset="-127"/>
              </a:rPr>
              <a:t>: </a:t>
            </a:r>
            <a:r>
              <a:rPr lang="ko-KR" altLang="en-US" sz="1100" dirty="0">
                <a:latin typeface="Arial Narrow" panose="020B0606020202030204" pitchFamily="34" charset="0"/>
                <a:ea typeface="LG스마트체 Regular" panose="020B0600000101010101" pitchFamily="50" charset="-127"/>
              </a:rPr>
              <a:t>미작성자 및 누락정보 알림</a:t>
            </a:r>
            <a:br>
              <a:rPr lang="en-US" altLang="ko-KR" sz="1100" dirty="0">
                <a:latin typeface="Arial Narrow" panose="020B0606020202030204" pitchFamily="34" charset="0"/>
                <a:ea typeface="LG스마트체 Regular" panose="020B0600000101010101" pitchFamily="50" charset="-127"/>
              </a:rPr>
            </a:br>
            <a:endParaRPr lang="en-US" altLang="ko-KR" sz="1100" dirty="0">
              <a:latin typeface="Arial Narrow" panose="020B0606020202030204" pitchFamily="34" charset="0"/>
              <a:ea typeface="LG스마트체 Regular" panose="020B0600000101010101" pitchFamily="50" charset="-127"/>
            </a:endParaRPr>
          </a:p>
          <a:p>
            <a:pPr marL="171450" indent="-171450">
              <a:buFont typeface="Wingdings" panose="05000000000000000000" pitchFamily="2" charset="2"/>
              <a:buChar char="ü"/>
            </a:pPr>
            <a:r>
              <a:rPr lang="ko-KR" altLang="en-US" sz="1100" dirty="0">
                <a:latin typeface="Arial Narrow" panose="020B0606020202030204" pitchFamily="34" charset="0"/>
                <a:ea typeface="LG스마트체 Regular" panose="020B0600000101010101" pitchFamily="50" charset="-127"/>
              </a:rPr>
              <a:t>주간업무 </a:t>
            </a:r>
            <a:br>
              <a:rPr lang="en-US" altLang="ko-KR" sz="1100" dirty="0">
                <a:latin typeface="Arial Narrow" panose="020B0606020202030204" pitchFamily="34" charset="0"/>
                <a:ea typeface="LG스마트체 Regular" panose="020B0600000101010101" pitchFamily="50" charset="-127"/>
              </a:rPr>
            </a:br>
            <a:r>
              <a:rPr lang="en-US" altLang="ko-KR" sz="1100" dirty="0">
                <a:latin typeface="Arial Narrow" panose="020B0606020202030204" pitchFamily="34" charset="0"/>
                <a:ea typeface="LG스마트체 Regular" panose="020B0600000101010101" pitchFamily="50" charset="-127"/>
              </a:rPr>
              <a:t>+ </a:t>
            </a:r>
            <a:r>
              <a:rPr lang="ko-KR" altLang="en-US" sz="1100" dirty="0">
                <a:latin typeface="Arial Narrow" panose="020B0606020202030204" pitchFamily="34" charset="0"/>
                <a:ea typeface="LG스마트체 Regular" panose="020B0600000101010101" pitchFamily="50" charset="-127"/>
              </a:rPr>
              <a:t>완료</a:t>
            </a:r>
            <a:r>
              <a:rPr lang="en-US" altLang="ko-KR" sz="1100" dirty="0">
                <a:latin typeface="Arial Narrow" panose="020B0606020202030204" pitchFamily="34" charset="0"/>
                <a:ea typeface="LG스마트체 Regular" panose="020B0600000101010101" pitchFamily="50" charset="-127"/>
              </a:rPr>
              <a:t>·</a:t>
            </a:r>
            <a:r>
              <a:rPr lang="ko-KR" altLang="en-US" sz="1100" dirty="0">
                <a:latin typeface="Arial Narrow" panose="020B0606020202030204" pitchFamily="34" charset="0"/>
                <a:ea typeface="LG스마트체 Regular" panose="020B0600000101010101" pitchFamily="50" charset="-127"/>
              </a:rPr>
              <a:t>분석</a:t>
            </a:r>
            <a:r>
              <a:rPr lang="en-US" altLang="ko-KR" sz="1100" dirty="0">
                <a:latin typeface="Arial Narrow" panose="020B0606020202030204" pitchFamily="34" charset="0"/>
                <a:ea typeface="LG스마트체 Regular" panose="020B0600000101010101" pitchFamily="50" charset="-127"/>
              </a:rPr>
              <a:t>·</a:t>
            </a:r>
            <a:r>
              <a:rPr lang="ko-KR" altLang="en-US" sz="1100" dirty="0">
                <a:latin typeface="Arial Narrow" panose="020B0606020202030204" pitchFamily="34" charset="0"/>
                <a:ea typeface="LG스마트체 Regular" panose="020B0600000101010101" pitchFamily="50" charset="-127"/>
              </a:rPr>
              <a:t>성과 보고서 생성</a:t>
            </a:r>
            <a:endParaRPr lang="en-US" altLang="ko-KR" sz="1100" dirty="0">
              <a:latin typeface="Arial Narrow" panose="020B0606020202030204" pitchFamily="34" charset="0"/>
              <a:ea typeface="LG스마트체 Regular" panose="020B0600000101010101" pitchFamily="50" charset="-127"/>
            </a:endParaRPr>
          </a:p>
          <a:p>
            <a:endParaRPr lang="en-US" altLang="ko-KR" sz="1100" dirty="0">
              <a:latin typeface="Arial Narrow" panose="020B0606020202030204" pitchFamily="34" charset="0"/>
              <a:ea typeface="LG스마트체 Regular" panose="020B0600000101010101" pitchFamily="50" charset="-127"/>
            </a:endParaRPr>
          </a:p>
          <a:p>
            <a:pPr marL="171450" indent="-171450">
              <a:buFont typeface="Wingdings" panose="05000000000000000000" pitchFamily="2" charset="2"/>
              <a:buChar char="ü"/>
            </a:pPr>
            <a:r>
              <a:rPr lang="en-US" altLang="ko-KR" sz="1100" dirty="0">
                <a:latin typeface="Arial Narrow" panose="020B0606020202030204" pitchFamily="34" charset="0"/>
                <a:ea typeface="LG스마트체 Regular" panose="020B0600000101010101" pitchFamily="50" charset="-127"/>
              </a:rPr>
              <a:t>PoC </a:t>
            </a:r>
            <a:r>
              <a:rPr lang="ko-KR" altLang="en-US" sz="1100" dirty="0">
                <a:latin typeface="Arial Narrow" panose="020B0606020202030204" pitchFamily="34" charset="0"/>
                <a:ea typeface="LG스마트체 Regular" panose="020B0600000101010101" pitchFamily="50" charset="-127"/>
              </a:rPr>
              <a:t>진행 중</a:t>
            </a:r>
            <a:br>
              <a:rPr lang="en-US" altLang="ko-KR" sz="1100" dirty="0">
                <a:latin typeface="Arial Narrow" panose="020B0606020202030204" pitchFamily="34" charset="0"/>
                <a:ea typeface="LG스마트체 Regular" panose="020B0600000101010101" pitchFamily="50" charset="-127"/>
              </a:rPr>
            </a:br>
            <a:r>
              <a:rPr lang="en-US" altLang="ko-KR" sz="1050" dirty="0">
                <a:latin typeface="Arial Narrow" panose="020B0606020202030204" pitchFamily="34" charset="0"/>
                <a:ea typeface="LG스마트체 Regular" panose="020B0600000101010101" pitchFamily="50" charset="-127"/>
              </a:rPr>
              <a:t>(4</a:t>
            </a:r>
            <a:r>
              <a:rPr lang="ko-KR" altLang="en-US" sz="1050" dirty="0">
                <a:latin typeface="Arial Narrow" panose="020B0606020202030204" pitchFamily="34" charset="0"/>
                <a:ea typeface="LG스마트체 Regular" panose="020B0600000101010101" pitchFamily="50" charset="-127"/>
              </a:rPr>
              <a:t>개 팀 </a:t>
            </a:r>
            <a:r>
              <a:rPr lang="en-US" altLang="ko-KR" sz="1050" dirty="0">
                <a:latin typeface="Arial Narrow" panose="020B0606020202030204" pitchFamily="34" charset="0"/>
                <a:ea typeface="LG스마트체 Regular" panose="020B0600000101010101" pitchFamily="50" charset="-127"/>
              </a:rPr>
              <a:t>17</a:t>
            </a:r>
            <a:r>
              <a:rPr lang="ko-KR" altLang="en-US" sz="1050" dirty="0">
                <a:latin typeface="Arial Narrow" panose="020B0606020202030204" pitchFamily="34" charset="0"/>
                <a:ea typeface="LG스마트체 Regular" panose="020B0600000101010101" pitchFamily="50" charset="-127"/>
              </a:rPr>
              <a:t>명</a:t>
            </a:r>
            <a:r>
              <a:rPr lang="en-US" altLang="ko-KR" sz="1050" dirty="0">
                <a:latin typeface="Arial Narrow" panose="020B0606020202030204" pitchFamily="34" charset="0"/>
                <a:ea typeface="LG스마트체 Regular" panose="020B0600000101010101" pitchFamily="50" charset="-127"/>
              </a:rPr>
              <a:t>, 10/15~)</a:t>
            </a:r>
            <a:br>
              <a:rPr lang="en-US" altLang="ko-KR" sz="1100" dirty="0">
                <a:latin typeface="Arial Narrow" panose="020B0606020202030204" pitchFamily="34" charset="0"/>
                <a:ea typeface="LG스마트체 Regular" panose="020B0600000101010101" pitchFamily="50" charset="-127"/>
              </a:rPr>
            </a:br>
            <a:endParaRPr lang="en-US" altLang="ko-KR" sz="1100" dirty="0">
              <a:latin typeface="Arial Narrow" panose="020B0606020202030204" pitchFamily="34" charset="0"/>
              <a:ea typeface="LG스마트체 Regular" panose="020B0600000101010101" pitchFamily="50" charset="-127"/>
            </a:endParaRPr>
          </a:p>
          <a:p>
            <a:pPr marL="171450" indent="-171450">
              <a:buFont typeface="Wingdings" panose="05000000000000000000" pitchFamily="2" charset="2"/>
              <a:buChar char="ü"/>
            </a:pPr>
            <a:r>
              <a:rPr lang="ko-KR" altLang="en-US" sz="1100" dirty="0">
                <a:latin typeface="Arial Narrow" panose="020B0606020202030204" pitchFamily="34" charset="0"/>
                <a:ea typeface="LG스마트체 Regular" panose="020B0600000101010101" pitchFamily="50" charset="-127"/>
              </a:rPr>
              <a:t>사용자 의견 </a:t>
            </a:r>
            <a:r>
              <a:rPr lang="en-US" altLang="ko-KR" sz="1100" dirty="0">
                <a:latin typeface="Arial Narrow" panose="020B0606020202030204" pitchFamily="34" charset="0"/>
                <a:ea typeface="LG스마트체 Regular" panose="020B0600000101010101" pitchFamily="50" charset="-127"/>
              </a:rPr>
              <a:t>17</a:t>
            </a:r>
            <a:r>
              <a:rPr lang="ko-KR" altLang="en-US" sz="1100" dirty="0">
                <a:latin typeface="Arial Narrow" panose="020B0606020202030204" pitchFamily="34" charset="0"/>
                <a:ea typeface="LG스마트체 Regular" panose="020B0600000101010101" pitchFamily="50" charset="-127"/>
              </a:rPr>
              <a:t>건 접수</a:t>
            </a:r>
            <a:r>
              <a:rPr lang="en-US" altLang="ko-KR" sz="1100" dirty="0">
                <a:latin typeface="Arial Narrow" panose="020B0606020202030204" pitchFamily="34" charset="0"/>
                <a:ea typeface="LG스마트체 Regular" panose="020B0600000101010101" pitchFamily="50" charset="-127"/>
              </a:rPr>
              <a:t>·</a:t>
            </a:r>
            <a:r>
              <a:rPr lang="ko-KR" altLang="en-US" sz="1100" dirty="0">
                <a:latin typeface="Arial Narrow" panose="020B0606020202030204" pitchFamily="34" charset="0"/>
                <a:ea typeface="LG스마트체 Regular" panose="020B0600000101010101" pitchFamily="50" charset="-127"/>
              </a:rPr>
              <a:t>수정</a:t>
            </a:r>
            <a:endParaRPr lang="en-US" altLang="ko-KR" sz="1100" dirty="0">
              <a:latin typeface="Arial Narrow" panose="020B0606020202030204" pitchFamily="34" charset="0"/>
              <a:ea typeface="LG스마트체 Regular" panose="020B0600000101010101" pitchFamily="50" charset="-127"/>
            </a:endParaRPr>
          </a:p>
        </p:txBody>
      </p:sp>
      <p:sp>
        <p:nvSpPr>
          <p:cNvPr id="398" name="TextBox 397">
            <a:extLst>
              <a:ext uri="{FF2B5EF4-FFF2-40B4-BE49-F238E27FC236}">
                <a16:creationId xmlns:a16="http://schemas.microsoft.com/office/drawing/2014/main" id="{CE803C34-4684-6F82-101C-F67D8595A6D6}"/>
              </a:ext>
            </a:extLst>
          </p:cNvPr>
          <p:cNvSpPr txBox="1"/>
          <p:nvPr/>
        </p:nvSpPr>
        <p:spPr>
          <a:xfrm>
            <a:off x="492737" y="861324"/>
            <a:ext cx="2665242" cy="270972"/>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pPr>
              <a:defRPr/>
            </a:pPr>
            <a:r>
              <a:rPr lang="ko-KR" altLang="en-US" sz="1050" dirty="0">
                <a:solidFill>
                  <a:srgbClr val="006600"/>
                </a:solidFill>
              </a:rPr>
              <a:t>┗ 품질</a:t>
            </a:r>
            <a:r>
              <a:rPr lang="en-US" altLang="ko-KR" sz="1050" dirty="0">
                <a:solidFill>
                  <a:srgbClr val="006600"/>
                </a:solidFill>
              </a:rPr>
              <a:t>DX</a:t>
            </a:r>
            <a:r>
              <a:rPr lang="ko-KR" altLang="en-US" sz="1050" dirty="0">
                <a:solidFill>
                  <a:srgbClr val="006600"/>
                </a:solidFill>
              </a:rPr>
              <a:t>담당 </a:t>
            </a:r>
            <a:r>
              <a:rPr lang="en-US" altLang="ko-KR" sz="1050" dirty="0">
                <a:solidFill>
                  <a:srgbClr val="006600"/>
                </a:solidFill>
              </a:rPr>
              <a:t>4</a:t>
            </a:r>
            <a:r>
              <a:rPr lang="ko-KR" altLang="en-US" sz="1050" dirty="0" err="1">
                <a:solidFill>
                  <a:srgbClr val="006600"/>
                </a:solidFill>
              </a:rPr>
              <a:t>개팀</a:t>
            </a:r>
            <a:r>
              <a:rPr lang="ko-KR" altLang="en-US" sz="1050" dirty="0">
                <a:solidFill>
                  <a:srgbClr val="006600"/>
                </a:solidFill>
              </a:rPr>
              <a:t> </a:t>
            </a:r>
            <a:r>
              <a:rPr lang="en-US" altLang="ko-KR" sz="1050" dirty="0">
                <a:solidFill>
                  <a:srgbClr val="006600"/>
                </a:solidFill>
              </a:rPr>
              <a:t>17</a:t>
            </a:r>
            <a:r>
              <a:rPr lang="ko-KR" altLang="en-US" sz="1050" dirty="0">
                <a:solidFill>
                  <a:srgbClr val="006600"/>
                </a:solidFill>
              </a:rPr>
              <a:t>명 </a:t>
            </a:r>
            <a:r>
              <a:rPr lang="en-US" altLang="ko-KR" sz="1050" dirty="0">
                <a:solidFill>
                  <a:srgbClr val="006600"/>
                </a:solidFill>
              </a:rPr>
              <a:t>PoC </a:t>
            </a:r>
            <a:r>
              <a:rPr lang="ko-KR" altLang="en-US" sz="1050" dirty="0">
                <a:solidFill>
                  <a:srgbClr val="006600"/>
                </a:solidFill>
              </a:rPr>
              <a:t>진행 중</a:t>
            </a:r>
            <a:r>
              <a:rPr lang="en-US" altLang="ko-KR" sz="1050" dirty="0">
                <a:solidFill>
                  <a:srgbClr val="006600"/>
                </a:solidFill>
              </a:rPr>
              <a:t> (10/15~)</a:t>
            </a:r>
          </a:p>
        </p:txBody>
      </p:sp>
      <p:grpSp>
        <p:nvGrpSpPr>
          <p:cNvPr id="399" name="그룹 398">
            <a:extLst>
              <a:ext uri="{FF2B5EF4-FFF2-40B4-BE49-F238E27FC236}">
                <a16:creationId xmlns:a16="http://schemas.microsoft.com/office/drawing/2014/main" id="{18015C7A-4AE4-537F-0B31-5DD90D54E8B4}"/>
              </a:ext>
            </a:extLst>
          </p:cNvPr>
          <p:cNvGrpSpPr/>
          <p:nvPr/>
        </p:nvGrpSpPr>
        <p:grpSpPr>
          <a:xfrm>
            <a:off x="7848230" y="4087720"/>
            <a:ext cx="1941443" cy="276999"/>
            <a:chOff x="189765" y="1017990"/>
            <a:chExt cx="7692896" cy="276999"/>
          </a:xfrm>
        </p:grpSpPr>
        <p:cxnSp>
          <p:nvCxnSpPr>
            <p:cNvPr id="400" name="직선 연결선 399">
              <a:extLst>
                <a:ext uri="{FF2B5EF4-FFF2-40B4-BE49-F238E27FC236}">
                  <a16:creationId xmlns:a16="http://schemas.microsoft.com/office/drawing/2014/main" id="{3DDFC541-EBD8-857E-6237-19DC7ECA80BF}"/>
                </a:ext>
              </a:extLst>
            </p:cNvPr>
            <p:cNvCxnSpPr>
              <a:cxnSpLocks/>
            </p:cNvCxnSpPr>
            <p:nvPr/>
          </p:nvCxnSpPr>
          <p:spPr>
            <a:xfrm>
              <a:off x="189765" y="1291472"/>
              <a:ext cx="7692896" cy="0"/>
            </a:xfrm>
            <a:prstGeom prst="line">
              <a:avLst/>
            </a:prstGeom>
          </p:spPr>
          <p:style>
            <a:lnRef idx="1">
              <a:schemeClr val="dk1"/>
            </a:lnRef>
            <a:fillRef idx="0">
              <a:schemeClr val="dk1"/>
            </a:fillRef>
            <a:effectRef idx="0">
              <a:schemeClr val="dk1"/>
            </a:effectRef>
            <a:fontRef idx="minor">
              <a:schemeClr val="tx1"/>
            </a:fontRef>
          </p:style>
        </p:cxnSp>
        <p:sp>
          <p:nvSpPr>
            <p:cNvPr id="401" name="제목 4">
              <a:extLst>
                <a:ext uri="{FF2B5EF4-FFF2-40B4-BE49-F238E27FC236}">
                  <a16:creationId xmlns:a16="http://schemas.microsoft.com/office/drawing/2014/main" id="{0B5C2690-A3C0-C418-0F32-81012C0796B0}"/>
                </a:ext>
              </a:extLst>
            </p:cNvPr>
            <p:cNvSpPr txBox="1">
              <a:spLocks/>
            </p:cNvSpPr>
            <p:nvPr/>
          </p:nvSpPr>
          <p:spPr>
            <a:xfrm>
              <a:off x="1629502" y="1017990"/>
              <a:ext cx="4813418" cy="276999"/>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gn="ctr"/>
              <a:r>
                <a:rPr lang="ko-KR" altLang="en-US" sz="1200" dirty="0">
                  <a:latin typeface="Arial Narrow" panose="020B0606020202030204" pitchFamily="34" charset="0"/>
                  <a:ea typeface="LG스마트체 Regular" panose="020B0600000101010101" pitchFamily="50" charset="-127"/>
                </a:rPr>
                <a:t>향후 계획 </a:t>
              </a:r>
              <a:r>
                <a:rPr lang="en-US" altLang="ko-KR" sz="1200" dirty="0">
                  <a:latin typeface="Arial Narrow" panose="020B0606020202030204" pitchFamily="34" charset="0"/>
                  <a:ea typeface="LG스마트체 Regular" panose="020B0600000101010101" pitchFamily="50" charset="-127"/>
                </a:rPr>
                <a:t>(~11/6)</a:t>
              </a:r>
              <a:endParaRPr lang="ko-KR" altLang="en-US" sz="1200" dirty="0">
                <a:latin typeface="Arial Narrow" panose="020B0606020202030204" pitchFamily="34" charset="0"/>
                <a:ea typeface="LG스마트체 Regular" panose="020B0600000101010101" pitchFamily="50" charset="-127"/>
              </a:endParaRPr>
            </a:p>
          </p:txBody>
        </p:sp>
      </p:grpSp>
      <p:sp>
        <p:nvSpPr>
          <p:cNvPr id="402" name="제목 4">
            <a:extLst>
              <a:ext uri="{FF2B5EF4-FFF2-40B4-BE49-F238E27FC236}">
                <a16:creationId xmlns:a16="http://schemas.microsoft.com/office/drawing/2014/main" id="{6A61FB25-D4D9-964D-7F5C-29C0DECCBA25}"/>
              </a:ext>
            </a:extLst>
          </p:cNvPr>
          <p:cNvSpPr txBox="1">
            <a:spLocks/>
          </p:cNvSpPr>
          <p:nvPr/>
        </p:nvSpPr>
        <p:spPr>
          <a:xfrm>
            <a:off x="7843885" y="4473589"/>
            <a:ext cx="1941443" cy="1446550"/>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marL="171450" indent="-171450">
              <a:buFont typeface="Wingdings" panose="05000000000000000000" pitchFamily="2" charset="2"/>
              <a:buChar char="ü"/>
            </a:pPr>
            <a:r>
              <a:rPr lang="ko-KR" altLang="en-US" sz="1100" dirty="0">
                <a:latin typeface="Arial Narrow" panose="020B0606020202030204" pitchFamily="34" charset="0"/>
                <a:ea typeface="LG스마트체 Regular" panose="020B0600000101010101" pitchFamily="50" charset="-127"/>
              </a:rPr>
              <a:t>완료</a:t>
            </a:r>
            <a:r>
              <a:rPr lang="en-US" altLang="ko-KR" sz="1100" dirty="0">
                <a:latin typeface="Arial Narrow" panose="020B0606020202030204" pitchFamily="34" charset="0"/>
                <a:ea typeface="LG스마트체 Regular" panose="020B0600000101010101" pitchFamily="50" charset="-127"/>
              </a:rPr>
              <a:t>·</a:t>
            </a:r>
            <a:r>
              <a:rPr lang="ko-KR" altLang="en-US" sz="1100" dirty="0">
                <a:latin typeface="Arial Narrow" panose="020B0606020202030204" pitchFamily="34" charset="0"/>
                <a:ea typeface="LG스마트체 Regular" panose="020B0600000101010101" pitchFamily="50" charset="-127"/>
              </a:rPr>
              <a:t>분석 보고서 품질 검증</a:t>
            </a:r>
            <a:br>
              <a:rPr lang="en-US" altLang="ko-KR" sz="1100" dirty="0">
                <a:latin typeface="Arial Narrow" panose="020B0606020202030204" pitchFamily="34" charset="0"/>
                <a:ea typeface="LG스마트체 Regular" panose="020B0600000101010101" pitchFamily="50" charset="-127"/>
              </a:rPr>
            </a:br>
            <a:endParaRPr lang="en-US" altLang="ko-KR" sz="1100" dirty="0">
              <a:latin typeface="Arial Narrow" panose="020B0606020202030204" pitchFamily="34" charset="0"/>
              <a:ea typeface="LG스마트체 Regular" panose="020B0600000101010101" pitchFamily="50" charset="-127"/>
            </a:endParaRPr>
          </a:p>
          <a:p>
            <a:pPr marL="171450" indent="-171450">
              <a:buFont typeface="Wingdings" panose="05000000000000000000" pitchFamily="2" charset="2"/>
              <a:buChar char="ü"/>
            </a:pPr>
            <a:r>
              <a:rPr lang="ko-KR" altLang="en-US" sz="1100" dirty="0">
                <a:latin typeface="Arial Narrow" panose="020B0606020202030204" pitchFamily="34" charset="0"/>
                <a:ea typeface="LG스마트체 Regular" panose="020B0600000101010101" pitchFamily="50" charset="-127"/>
              </a:rPr>
              <a:t>실제 주간업무 작성</a:t>
            </a:r>
            <a:r>
              <a:rPr lang="en-US" altLang="ko-KR" sz="1100" dirty="0">
                <a:latin typeface="Arial Narrow" panose="020B0606020202030204" pitchFamily="34" charset="0"/>
                <a:ea typeface="LG스마트체 Regular" panose="020B0600000101010101" pitchFamily="50" charset="-127"/>
              </a:rPr>
              <a:t>·</a:t>
            </a:r>
            <a:r>
              <a:rPr lang="ko-KR" altLang="en-US" sz="1100" dirty="0">
                <a:latin typeface="Arial Narrow" panose="020B0606020202030204" pitchFamily="34" charset="0"/>
                <a:ea typeface="LG스마트체 Regular" panose="020B0600000101010101" pitchFamily="50" charset="-127"/>
              </a:rPr>
              <a:t>검토 </a:t>
            </a:r>
            <a:br>
              <a:rPr lang="en-US" altLang="ko-KR" sz="1100" dirty="0">
                <a:latin typeface="Arial Narrow" panose="020B0606020202030204" pitchFamily="34" charset="0"/>
                <a:ea typeface="LG스마트체 Regular" panose="020B0600000101010101" pitchFamily="50" charset="-127"/>
              </a:rPr>
            </a:br>
            <a:r>
              <a:rPr lang="en-US" altLang="ko-KR" sz="1100" dirty="0">
                <a:latin typeface="Arial Narrow" panose="020B0606020202030204" pitchFamily="34" charset="0"/>
                <a:ea typeface="LG스마트체 Regular" panose="020B0600000101010101" pitchFamily="50" charset="-127"/>
              </a:rPr>
              <a:t>1</a:t>
            </a:r>
            <a:r>
              <a:rPr lang="ko-KR" altLang="en-US" sz="1100" dirty="0">
                <a:latin typeface="Arial Narrow" panose="020B0606020202030204" pitchFamily="34" charset="0"/>
                <a:ea typeface="LG스마트체 Regular" panose="020B0600000101010101" pitchFamily="50" charset="-127"/>
              </a:rPr>
              <a:t>사이클로 효과 측정</a:t>
            </a:r>
            <a:endParaRPr lang="en-US" altLang="ko-KR" sz="1100" dirty="0">
              <a:latin typeface="Arial Narrow" panose="020B0606020202030204" pitchFamily="34" charset="0"/>
              <a:ea typeface="LG스마트체 Regular" panose="020B0600000101010101" pitchFamily="50" charset="-127"/>
            </a:endParaRPr>
          </a:p>
          <a:p>
            <a:pPr marL="171450" indent="-171450">
              <a:buFont typeface="Wingdings" panose="05000000000000000000" pitchFamily="2" charset="2"/>
              <a:buChar char="ü"/>
            </a:pPr>
            <a:endParaRPr lang="en-US" altLang="ko-KR" sz="1100" dirty="0">
              <a:latin typeface="Arial Narrow" panose="020B0606020202030204" pitchFamily="34" charset="0"/>
              <a:ea typeface="LG스마트체 Regular" panose="020B0600000101010101" pitchFamily="50" charset="-127"/>
            </a:endParaRPr>
          </a:p>
          <a:p>
            <a:pPr marL="171450" indent="-171450">
              <a:buFont typeface="Wingdings" panose="05000000000000000000" pitchFamily="2" charset="2"/>
              <a:buChar char="ü"/>
            </a:pPr>
            <a:r>
              <a:rPr lang="ko-KR" altLang="en-US" sz="1100" dirty="0">
                <a:latin typeface="Arial Narrow" panose="020B0606020202030204" pitchFamily="34" charset="0"/>
                <a:ea typeface="LG스마트체 Regular" panose="020B0600000101010101" pitchFamily="50" charset="-127"/>
              </a:rPr>
              <a:t>사내 서버 </a:t>
            </a:r>
            <a:r>
              <a:rPr lang="en-US" altLang="ko-KR" sz="1100" dirty="0">
                <a:latin typeface="Arial Narrow" panose="020B0606020202030204" pitchFamily="34" charset="0"/>
                <a:ea typeface="LG스마트체 Regular" panose="020B0600000101010101" pitchFamily="50" charset="-127"/>
              </a:rPr>
              <a:t>(DAVINCI) </a:t>
            </a:r>
            <a:r>
              <a:rPr lang="ko-KR" altLang="en-US" sz="1100" dirty="0">
                <a:latin typeface="Arial Narrow" panose="020B0606020202030204" pitchFamily="34" charset="0"/>
                <a:ea typeface="LG스마트체 Regular" panose="020B0600000101010101" pitchFamily="50" charset="-127"/>
              </a:rPr>
              <a:t>이전</a:t>
            </a:r>
            <a:r>
              <a:rPr lang="en-US" altLang="ko-KR" sz="1100" dirty="0">
                <a:latin typeface="Arial Narrow" panose="020B0606020202030204" pitchFamily="34" charset="0"/>
                <a:ea typeface="LG스마트체 Regular" panose="020B0600000101010101" pitchFamily="50" charset="-127"/>
              </a:rPr>
              <a:t>,</a:t>
            </a:r>
            <a:br>
              <a:rPr lang="en-US" altLang="ko-KR" sz="1100" dirty="0">
                <a:latin typeface="Arial Narrow" panose="020B0606020202030204" pitchFamily="34" charset="0"/>
                <a:ea typeface="LG스마트체 Regular" panose="020B0600000101010101" pitchFamily="50" charset="-127"/>
              </a:rPr>
            </a:br>
            <a:r>
              <a:rPr lang="ko-KR" altLang="en-US" sz="1100" dirty="0">
                <a:latin typeface="Arial Narrow" panose="020B0606020202030204" pitchFamily="34" charset="0"/>
                <a:ea typeface="LG스마트체 Regular" panose="020B0600000101010101" pitchFamily="50" charset="-127"/>
              </a:rPr>
              <a:t>운영 안정성 확인</a:t>
            </a:r>
            <a:br>
              <a:rPr lang="en-US" altLang="ko-KR" sz="1100" dirty="0">
                <a:latin typeface="Arial Narrow" panose="020B0606020202030204" pitchFamily="34" charset="0"/>
                <a:ea typeface="LG스마트체 Regular" panose="020B0600000101010101" pitchFamily="50" charset="-127"/>
              </a:rPr>
            </a:br>
            <a:r>
              <a:rPr lang="en-US" altLang="ko-KR" sz="1100" dirty="0">
                <a:latin typeface="Arial Narrow" panose="020B0606020202030204" pitchFamily="34" charset="0"/>
                <a:ea typeface="LG스마트체 Regular" panose="020B0600000101010101" pitchFamily="50" charset="-127"/>
              </a:rPr>
              <a:t>: </a:t>
            </a:r>
            <a:r>
              <a:rPr lang="ko-KR" altLang="en-US" sz="1100" dirty="0">
                <a:latin typeface="Arial Narrow" panose="020B0606020202030204" pitchFamily="34" charset="0"/>
                <a:ea typeface="LG스마트체 Regular" panose="020B0600000101010101" pitchFamily="50" charset="-127"/>
              </a:rPr>
              <a:t>데이터 보관</a:t>
            </a:r>
            <a:r>
              <a:rPr lang="en-US" altLang="ko-KR" sz="1100" dirty="0">
                <a:latin typeface="Arial Narrow" panose="020B0606020202030204" pitchFamily="34" charset="0"/>
                <a:ea typeface="LG스마트체 Regular" panose="020B0600000101010101" pitchFamily="50" charset="-127"/>
              </a:rPr>
              <a:t>·</a:t>
            </a:r>
            <a:r>
              <a:rPr lang="ko-KR" altLang="en-US" sz="1100" dirty="0">
                <a:latin typeface="Arial Narrow" panose="020B0606020202030204" pitchFamily="34" charset="0"/>
                <a:ea typeface="LG스마트체 Regular" panose="020B0600000101010101" pitchFamily="50" charset="-127"/>
              </a:rPr>
              <a:t>백업 정책 결정</a:t>
            </a:r>
            <a:endParaRPr lang="en-US" altLang="ko-KR" sz="1100" dirty="0">
              <a:latin typeface="Arial Narrow" panose="020B0606020202030204" pitchFamily="34" charset="0"/>
              <a:ea typeface="LG스마트체 Regular" panose="020B0600000101010101" pitchFamily="50" charset="-127"/>
            </a:endParaRPr>
          </a:p>
        </p:txBody>
      </p:sp>
      <p:sp>
        <p:nvSpPr>
          <p:cNvPr id="403" name="실행 단추: 앞으로 또는 다음으로 이동 402">
            <a:hlinkClick r:id="rId7" action="ppaction://hlinksldjump" highlightClick="1"/>
            <a:extLst>
              <a:ext uri="{FF2B5EF4-FFF2-40B4-BE49-F238E27FC236}">
                <a16:creationId xmlns:a16="http://schemas.microsoft.com/office/drawing/2014/main" id="{0168012F-617D-D40D-E719-3FC2C7EEA171}"/>
              </a:ext>
            </a:extLst>
          </p:cNvPr>
          <p:cNvSpPr/>
          <p:nvPr/>
        </p:nvSpPr>
        <p:spPr>
          <a:xfrm>
            <a:off x="9623693" y="5356497"/>
            <a:ext cx="180000" cy="180000"/>
          </a:xfrm>
          <a:prstGeom prst="actionButtonForwardNex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4" name="실행 단추: 앞으로 또는 다음으로 이동 403">
            <a:hlinkClick r:id="rId8" action="ppaction://hlinksldjump" highlightClick="1"/>
            <a:extLst>
              <a:ext uri="{FF2B5EF4-FFF2-40B4-BE49-F238E27FC236}">
                <a16:creationId xmlns:a16="http://schemas.microsoft.com/office/drawing/2014/main" id="{706AA4DF-CD97-66F1-22BE-E5DB7962415A}"/>
              </a:ext>
            </a:extLst>
          </p:cNvPr>
          <p:cNvSpPr/>
          <p:nvPr/>
        </p:nvSpPr>
        <p:spPr>
          <a:xfrm>
            <a:off x="9623693" y="3458067"/>
            <a:ext cx="180000" cy="180000"/>
          </a:xfrm>
          <a:prstGeom prst="actionButtonForwardNex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76300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26318-05DA-F2DE-9FFF-21A2CA514879}"/>
            </a:ext>
          </a:extLst>
        </p:cNvPr>
        <p:cNvGrpSpPr/>
        <p:nvPr/>
      </p:nvGrpSpPr>
      <p:grpSpPr>
        <a:xfrm>
          <a:off x="0" y="0"/>
          <a:ext cx="0" cy="0"/>
          <a:chOff x="0" y="0"/>
          <a:chExt cx="0" cy="0"/>
        </a:xfrm>
      </p:grpSpPr>
      <p:sp>
        <p:nvSpPr>
          <p:cNvPr id="7" name="제목 4">
            <a:extLst>
              <a:ext uri="{FF2B5EF4-FFF2-40B4-BE49-F238E27FC236}">
                <a16:creationId xmlns:a16="http://schemas.microsoft.com/office/drawing/2014/main" id="{46A12D06-3A07-2005-FF5E-A3D1679358D4}"/>
              </a:ext>
            </a:extLst>
          </p:cNvPr>
          <p:cNvSpPr>
            <a:spLocks noGrp="1"/>
          </p:cNvSpPr>
          <p:nvPr>
            <p:ph type="title"/>
          </p:nvPr>
        </p:nvSpPr>
        <p:spPr>
          <a:xfrm>
            <a:off x="189765" y="170929"/>
            <a:ext cx="9516209" cy="369332"/>
          </a:xfrm>
        </p:spPr>
        <p:txBody>
          <a:bodyPr/>
          <a:lstStyle/>
          <a:p>
            <a:r>
              <a:rPr lang="ko-KR" altLang="en-US" dirty="0">
                <a:latin typeface="Arial Narrow" panose="020B0606020202030204" pitchFamily="34" charset="0"/>
                <a:ea typeface="LG스마트체 Regular" panose="020B0600000101010101" pitchFamily="50" charset="-127"/>
              </a:rPr>
              <a:t>보조</a:t>
            </a:r>
            <a:r>
              <a:rPr lang="en-US" altLang="ko-KR" dirty="0">
                <a:latin typeface="Arial Narrow" panose="020B0606020202030204" pitchFamily="34" charset="0"/>
                <a:ea typeface="LG스마트체 Regular" panose="020B0600000101010101" pitchFamily="50" charset="-127"/>
              </a:rPr>
              <a:t>. </a:t>
            </a:r>
            <a:r>
              <a:rPr lang="en-US" altLang="ko-KR" dirty="0" err="1">
                <a:latin typeface="Arial Narrow" panose="020B0606020202030204" pitchFamily="34" charset="0"/>
                <a:ea typeface="LG스마트체 Regular" panose="020B0600000101010101" pitchFamily="50" charset="-127"/>
              </a:rPr>
              <a:t>VoE</a:t>
            </a:r>
            <a:r>
              <a:rPr lang="en-US" altLang="ko-KR" dirty="0">
                <a:latin typeface="Arial Narrow" panose="020B0606020202030204" pitchFamily="34" charset="0"/>
                <a:ea typeface="LG스마트체 Regular" panose="020B0600000101010101" pitchFamily="50" charset="-127"/>
              </a:rPr>
              <a:t> List</a:t>
            </a:r>
            <a:endParaRPr lang="ko-KR" altLang="en-US" dirty="0">
              <a:latin typeface="Arial Narrow" panose="020B0606020202030204" pitchFamily="34" charset="0"/>
              <a:ea typeface="LG스마트체 Regular" panose="020B0600000101010101" pitchFamily="50" charset="-127"/>
            </a:endParaRPr>
          </a:p>
        </p:txBody>
      </p:sp>
      <p:sp>
        <p:nvSpPr>
          <p:cNvPr id="22" name="TextBox 21">
            <a:extLst>
              <a:ext uri="{FF2B5EF4-FFF2-40B4-BE49-F238E27FC236}">
                <a16:creationId xmlns:a16="http://schemas.microsoft.com/office/drawing/2014/main" id="{DE830B68-4E37-7944-134C-97393DD94256}"/>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그룹</a:t>
            </a:r>
            <a:endPar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4" name="TextBox 3">
            <a:extLst>
              <a:ext uri="{FF2B5EF4-FFF2-40B4-BE49-F238E27FC236}">
                <a16:creationId xmlns:a16="http://schemas.microsoft.com/office/drawing/2014/main" id="{B470CF22-A6AE-1F10-EB2B-7301F9CCD2C4}"/>
              </a:ext>
            </a:extLst>
          </p:cNvPr>
          <p:cNvSpPr txBox="1"/>
          <p:nvPr/>
        </p:nvSpPr>
        <p:spPr>
          <a:xfrm>
            <a:off x="175718" y="598138"/>
            <a:ext cx="9730281" cy="589200"/>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pPr marL="0" marR="0" lvl="0" indent="0" algn="l" defTabSz="457200" rtl="0" eaLnBrk="1" fontAlgn="auto" latinLnBrk="0" hangingPunct="1">
              <a:lnSpc>
                <a:spcPct val="120000"/>
              </a:lnSpc>
              <a:spcBef>
                <a:spcPts val="0"/>
              </a:spcBef>
              <a:spcAft>
                <a:spcPts val="0"/>
              </a:spcAft>
              <a:buClrTx/>
              <a:buSzTx/>
              <a:buFontTx/>
              <a:buNone/>
              <a:tabLst/>
              <a:defRPr/>
            </a:pPr>
            <a:r>
              <a:rPr lang="en-US" dirty="0"/>
              <a:t>PoC </a:t>
            </a:r>
            <a:r>
              <a:rPr lang="en-US" dirty="0" err="1"/>
              <a:t>VoE</a:t>
            </a:r>
            <a:r>
              <a:rPr lang="en-US" dirty="0"/>
              <a:t> 16</a:t>
            </a:r>
            <a:r>
              <a:rPr lang="ko-KR" altLang="en-US" dirty="0"/>
              <a:t>건</a:t>
            </a:r>
            <a:r>
              <a:rPr lang="en-US" altLang="ko-KR" dirty="0"/>
              <a:t>(</a:t>
            </a:r>
            <a:r>
              <a:rPr lang="ko-KR" altLang="en-US" dirty="0"/>
              <a:t>사용성</a:t>
            </a:r>
            <a:r>
              <a:rPr lang="en-US" altLang="ko-KR" dirty="0"/>
              <a:t>·</a:t>
            </a:r>
            <a:r>
              <a:rPr lang="ko-KR" altLang="en-US" dirty="0"/>
              <a:t>기능 요청 </a:t>
            </a:r>
            <a:r>
              <a:rPr lang="en-US" altLang="ko-KR" dirty="0"/>
              <a:t>10</a:t>
            </a:r>
            <a:r>
              <a:rPr lang="ko-KR" altLang="en-US" dirty="0"/>
              <a:t>건</a:t>
            </a:r>
            <a:r>
              <a:rPr lang="en-US" altLang="ko-KR" dirty="0"/>
              <a:t>, </a:t>
            </a:r>
            <a:r>
              <a:rPr lang="ko-KR" altLang="en-US" dirty="0"/>
              <a:t>결함 </a:t>
            </a:r>
            <a:r>
              <a:rPr lang="en-US" altLang="ko-KR" dirty="0"/>
              <a:t>3</a:t>
            </a:r>
            <a:r>
              <a:rPr lang="ko-KR" altLang="en-US" dirty="0"/>
              <a:t>건 등</a:t>
            </a:r>
            <a:r>
              <a:rPr lang="en-US" altLang="ko-KR" dirty="0"/>
              <a:t>)</a:t>
            </a:r>
            <a:r>
              <a:rPr lang="ko-KR" altLang="en-US" dirty="0"/>
              <a:t>은 모두 조치했으며</a:t>
            </a:r>
            <a:r>
              <a:rPr lang="en-US" altLang="ko-KR" dirty="0"/>
              <a:t>,</a:t>
            </a:r>
          </a:p>
          <a:p>
            <a:pPr marL="0" marR="0" lvl="0" indent="0" algn="l" defTabSz="457200" rtl="0" eaLnBrk="1" fontAlgn="auto" latinLnBrk="0" hangingPunct="1">
              <a:lnSpc>
                <a:spcPct val="120000"/>
              </a:lnSpc>
              <a:spcBef>
                <a:spcPts val="0"/>
              </a:spcBef>
              <a:spcAft>
                <a:spcPts val="0"/>
              </a:spcAft>
              <a:buClrTx/>
              <a:buSzTx/>
              <a:buFontTx/>
              <a:buNone/>
              <a:tabLst/>
              <a:defRPr/>
            </a:pPr>
            <a:r>
              <a:rPr lang="ko-KR" altLang="en-US" dirty="0"/>
              <a:t>주요 </a:t>
            </a:r>
            <a:r>
              <a:rPr lang="en-US" altLang="ko-KR" dirty="0" err="1"/>
              <a:t>VoE</a:t>
            </a:r>
            <a:r>
              <a:rPr lang="en-US" altLang="ko-KR" dirty="0"/>
              <a:t> </a:t>
            </a:r>
            <a:r>
              <a:rPr lang="ko-KR" altLang="en-US" dirty="0"/>
              <a:t>였던 ‘주간업무 전용</a:t>
            </a:r>
            <a:r>
              <a:rPr lang="en-US" altLang="ko-KR" dirty="0"/>
              <a:t>·</a:t>
            </a:r>
            <a:r>
              <a:rPr lang="ko-KR" altLang="en-US" dirty="0"/>
              <a:t>매일 작성’ 인식과 반복 입력</a:t>
            </a:r>
            <a:r>
              <a:rPr lang="en-US" altLang="ko-KR" dirty="0"/>
              <a:t>·</a:t>
            </a:r>
            <a:r>
              <a:rPr lang="ko-KR" altLang="en-US" dirty="0" err="1"/>
              <a:t>오기록</a:t>
            </a:r>
            <a:r>
              <a:rPr lang="ko-KR" altLang="en-US" dirty="0"/>
              <a:t> 위험은 과제별 이어 쓰기</a:t>
            </a:r>
            <a:r>
              <a:rPr lang="en-US" altLang="ko-KR" dirty="0"/>
              <a:t>·</a:t>
            </a:r>
            <a:r>
              <a:rPr lang="ko-KR" altLang="en-US" dirty="0"/>
              <a:t>표 기록</a:t>
            </a:r>
            <a:r>
              <a:rPr lang="en-US" altLang="ko-KR" dirty="0"/>
              <a:t>·</a:t>
            </a:r>
            <a:r>
              <a:rPr lang="ko-KR" altLang="en-US" dirty="0"/>
              <a:t>입력 자동화로 개선했습니다</a:t>
            </a:r>
            <a:r>
              <a:rPr lang="en-US" altLang="ko-KR" dirty="0"/>
              <a:t>.</a:t>
            </a:r>
            <a:endPar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8" name="표 7">
            <a:extLst>
              <a:ext uri="{FF2B5EF4-FFF2-40B4-BE49-F238E27FC236}">
                <a16:creationId xmlns:a16="http://schemas.microsoft.com/office/drawing/2014/main" id="{9C1213C9-EF81-7409-2871-1D41B1F0CFE1}"/>
              </a:ext>
            </a:extLst>
          </p:cNvPr>
          <p:cNvGraphicFramePr>
            <a:graphicFrameLocks noGrp="1"/>
          </p:cNvGraphicFramePr>
          <p:nvPr>
            <p:extLst>
              <p:ext uri="{D42A27DB-BD31-4B8C-83A1-F6EECF244321}">
                <p14:modId xmlns:p14="http://schemas.microsoft.com/office/powerpoint/2010/main" val="356195827"/>
              </p:ext>
            </p:extLst>
          </p:nvPr>
        </p:nvGraphicFramePr>
        <p:xfrm>
          <a:off x="112026" y="1245215"/>
          <a:ext cx="9671686" cy="5333617"/>
        </p:xfrm>
        <a:graphic>
          <a:graphicData uri="http://schemas.openxmlformats.org/drawingml/2006/table">
            <a:tbl>
              <a:tblPr>
                <a:tableStyleId>{5940675A-B579-460E-94D1-54222C63F5DA}</a:tableStyleId>
              </a:tblPr>
              <a:tblGrid>
                <a:gridCol w="234315">
                  <a:extLst>
                    <a:ext uri="{9D8B030D-6E8A-4147-A177-3AD203B41FA5}">
                      <a16:colId xmlns:a16="http://schemas.microsoft.com/office/drawing/2014/main" val="2138308309"/>
                    </a:ext>
                  </a:extLst>
                </a:gridCol>
                <a:gridCol w="4201478">
                  <a:extLst>
                    <a:ext uri="{9D8B030D-6E8A-4147-A177-3AD203B41FA5}">
                      <a16:colId xmlns:a16="http://schemas.microsoft.com/office/drawing/2014/main" val="2458867536"/>
                    </a:ext>
                  </a:extLst>
                </a:gridCol>
                <a:gridCol w="1148715">
                  <a:extLst>
                    <a:ext uri="{9D8B030D-6E8A-4147-A177-3AD203B41FA5}">
                      <a16:colId xmlns:a16="http://schemas.microsoft.com/office/drawing/2014/main" val="1432933991"/>
                    </a:ext>
                  </a:extLst>
                </a:gridCol>
                <a:gridCol w="4087178">
                  <a:extLst>
                    <a:ext uri="{9D8B030D-6E8A-4147-A177-3AD203B41FA5}">
                      <a16:colId xmlns:a16="http://schemas.microsoft.com/office/drawing/2014/main" val="4174234000"/>
                    </a:ext>
                  </a:extLst>
                </a:gridCol>
              </a:tblGrid>
              <a:tr h="257956">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원문(요지)</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유형</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조치(근거)</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9525" cap="flat" cmpd="sng" algn="ctr">
                      <a:solidFill>
                        <a:schemeClr val="tx1">
                          <a:lumMod val="50000"/>
                          <a:lumOff val="50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07389693"/>
                  </a:ext>
                </a:extLst>
              </a:tr>
              <a:tr h="447629">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1</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프로젝트 등록이 안 된다는 문의 — 원인은 첫 화면에서 ‘내 </a:t>
                      </a:r>
                      <a:r>
                        <a:rPr lang="ko-KR" altLang="en-US" sz="1000" b="0" dirty="0" err="1">
                          <a:solidFill>
                            <a:schemeClr val="tx1"/>
                          </a:solidFill>
                          <a:latin typeface="Arial Narrow" panose="020B0606020202030204" pitchFamily="34" charset="0"/>
                          <a:ea typeface="LG스마트체 Regular" panose="020B0600000101010101" pitchFamily="50" charset="-127"/>
                        </a:rPr>
                        <a:t>이름’을</a:t>
                      </a:r>
                      <a:r>
                        <a:rPr lang="ko-KR" altLang="en-US" sz="1000" b="0" dirty="0">
                          <a:solidFill>
                            <a:schemeClr val="tx1"/>
                          </a:solidFill>
                          <a:latin typeface="Arial Narrow" panose="020B0606020202030204" pitchFamily="34" charset="0"/>
                          <a:ea typeface="LG스마트체 Regular" panose="020B0600000101010101" pitchFamily="50" charset="-127"/>
                        </a:rPr>
                        <a:t> 고르지 않은 것. </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l"/>
                      <a:r>
                        <a:rPr lang="ko-KR" altLang="en-US" sz="1000" b="0" dirty="0">
                          <a:solidFill>
                            <a:schemeClr val="tx1"/>
                          </a:solidFill>
                          <a:latin typeface="Arial Narrow" panose="020B0606020202030204" pitchFamily="34" charset="0"/>
                          <a:ea typeface="LG스마트체 Regular" panose="020B0600000101010101" pitchFamily="50" charset="-127"/>
                        </a:rPr>
                        <a:t>이름을 안 고르면 등록 버튼을 막아 달라는 제안</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사용성(혼동)</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이름을 고르지 않으면 화면 위와 입력창에 “내 이름을 먼저 고르세요” 안내 표시. </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l"/>
                      <a:r>
                        <a:rPr lang="ko-KR" altLang="en-US" sz="1000" b="0" dirty="0">
                          <a:solidFill>
                            <a:schemeClr val="tx1"/>
                          </a:solidFill>
                          <a:latin typeface="Arial Narrow" panose="020B0606020202030204" pitchFamily="34" charset="0"/>
                          <a:ea typeface="LG스마트체 Regular" panose="020B0600000101010101" pitchFamily="50" charset="-127"/>
                        </a:rPr>
                        <a:t>등록 버튼 자체를 막는 것은 일부 화면만 적용</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32619176"/>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2</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첫 화면에 모든 사람의 기록이 보여 불편</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a:solidFill>
                            <a:schemeClr val="tx1"/>
                          </a:solidFill>
                          <a:latin typeface="Arial Narrow" panose="020B0606020202030204" pitchFamily="34" charset="0"/>
                          <a:ea typeface="LG스마트체 Regular" panose="020B0600000101010101" pitchFamily="50" charset="-127"/>
                        </a:rPr>
                        <a:t>사용성</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a:solidFill>
                            <a:schemeClr val="tx1"/>
                          </a:solidFill>
                          <a:latin typeface="Arial Narrow" panose="020B0606020202030204" pitchFamily="34" charset="0"/>
                          <a:ea typeface="LG스마트체 Regular" panose="020B0600000101010101" pitchFamily="50" charset="-127"/>
                        </a:rPr>
                        <a:t>첫 화면 기본값을 ‘내가 쓴 기록’으로 변경</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65339962"/>
                  </a:ext>
                </a:extLst>
              </a:tr>
              <a:tr h="447629">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3</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주간보고 표는 매주 숫자만 바뀌는데 매번 새로 그려야 함</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a:solidFill>
                            <a:schemeClr val="tx1"/>
                          </a:solidFill>
                          <a:latin typeface="Arial Narrow" panose="020B0606020202030204" pitchFamily="34" charset="0"/>
                          <a:ea typeface="LG스마트체 Regular" panose="020B0600000101010101" pitchFamily="50" charset="-127"/>
                        </a:rPr>
                        <a:t>기능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같은 표를 주마다 새 버전으로 이어 쓰는 ‘표(</a:t>
                      </a:r>
                      <a:r>
                        <a:rPr lang="ko-KR" altLang="en-US" sz="1000" b="0" dirty="0" err="1">
                          <a:solidFill>
                            <a:schemeClr val="tx1"/>
                          </a:solidFill>
                          <a:latin typeface="Arial Narrow" panose="020B0606020202030204" pitchFamily="34" charset="0"/>
                          <a:ea typeface="LG스마트체 Regular" panose="020B0600000101010101" pitchFamily="50" charset="-127"/>
                        </a:rPr>
                        <a:t>Sheet</a:t>
                      </a:r>
                      <a:r>
                        <a:rPr lang="ko-KR" altLang="en-US" sz="1000" b="0" dirty="0">
                          <a:solidFill>
                            <a:schemeClr val="tx1"/>
                          </a:solidFill>
                          <a:latin typeface="Arial Narrow" panose="020B0606020202030204" pitchFamily="34" charset="0"/>
                          <a:ea typeface="LG스마트체 Regular" panose="020B0600000101010101" pitchFamily="50" charset="-127"/>
                        </a:rPr>
                        <a:t>) 기록’ 추가. </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l"/>
                      <a:r>
                        <a:rPr lang="ko-KR" altLang="en-US" sz="1000" b="0" dirty="0">
                          <a:solidFill>
                            <a:schemeClr val="tx1"/>
                          </a:solidFill>
                          <a:latin typeface="Arial Narrow" panose="020B0606020202030204" pitchFamily="34" charset="0"/>
                          <a:ea typeface="LG스마트체 Regular" panose="020B0600000101010101" pitchFamily="50" charset="-127"/>
                        </a:rPr>
                        <a:t>지난주 대비 바뀐 칸 자동 표시</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67365875"/>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4</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추진일정과 </a:t>
                      </a:r>
                      <a:r>
                        <a:rPr lang="ko-KR" altLang="en-US" sz="1000" b="0" dirty="0" err="1">
                          <a:solidFill>
                            <a:schemeClr val="tx1"/>
                          </a:solidFill>
                          <a:latin typeface="Arial Narrow" panose="020B0606020202030204" pitchFamily="34" charset="0"/>
                          <a:ea typeface="LG스마트체 Regular" panose="020B0600000101010101" pitchFamily="50" charset="-127"/>
                        </a:rPr>
                        <a:t>기록·할</a:t>
                      </a:r>
                      <a:r>
                        <a:rPr lang="ko-KR" altLang="en-US" sz="1000" b="0" dirty="0">
                          <a:solidFill>
                            <a:schemeClr val="tx1"/>
                          </a:solidFill>
                          <a:latin typeface="Arial Narrow" panose="020B0606020202030204" pitchFamily="34" charset="0"/>
                          <a:ea typeface="LG스마트체 Regular" panose="020B0600000101010101" pitchFamily="50" charset="-127"/>
                        </a:rPr>
                        <a:t> 일이 자동으로 연결되면 좋겠다는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이미 있는데 못 찾음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기존 기능으로 해결. 이후 기록에서 할 일을 바로 등록하는 연결 추가</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42224947"/>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5</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a:solidFill>
                            <a:schemeClr val="tx1"/>
                          </a:solidFill>
                          <a:latin typeface="Arial Narrow" panose="020B0606020202030204" pitchFamily="34" charset="0"/>
                          <a:ea typeface="LG스마트체 Regular" panose="020B0600000101010101" pitchFamily="50" charset="-127"/>
                        </a:rPr>
                        <a:t>주간 단위로 보니 기간 선택에 “이전주/이번주/다음주 버튼”이 있으면 좋겠음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a:solidFill>
                            <a:schemeClr val="tx1"/>
                          </a:solidFill>
                          <a:latin typeface="Arial Narrow" panose="020B0606020202030204" pitchFamily="34" charset="0"/>
                          <a:ea typeface="LG스마트체 Regular" panose="020B0600000101010101" pitchFamily="50" charset="-127"/>
                        </a:rPr>
                        <a:t>사용성</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보고자료 화면에 ‘이전 주 · 이번 주 · 다음 주’ 버튼 있음</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21885242"/>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6</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화면의 체크박스 줄이 어긋나 보임</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결함(화면)</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화면의 체크박스 줄 </a:t>
                      </a:r>
                      <a:r>
                        <a:rPr lang="ko-KR" altLang="en-US" sz="1000" b="0" dirty="0" err="1">
                          <a:solidFill>
                            <a:schemeClr val="tx1"/>
                          </a:solidFill>
                          <a:latin typeface="Arial Narrow" panose="020B0606020202030204" pitchFamily="34" charset="0"/>
                          <a:ea typeface="LG스마트체 Regular" panose="020B0600000101010101" pitchFamily="50" charset="-127"/>
                        </a:rPr>
                        <a:t>얼라인</a:t>
                      </a:r>
                      <a:r>
                        <a:rPr lang="ko-KR" altLang="en-US" sz="1000" b="0" dirty="0">
                          <a:solidFill>
                            <a:schemeClr val="tx1"/>
                          </a:solidFill>
                          <a:latin typeface="Arial Narrow" panose="020B0606020202030204" pitchFamily="34" charset="0"/>
                          <a:ea typeface="LG스마트체 Regular" panose="020B0600000101010101" pitchFamily="50" charset="-127"/>
                        </a:rPr>
                        <a:t> 완료</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72148426"/>
                  </a:ext>
                </a:extLst>
              </a:tr>
              <a:tr h="447629">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7</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업데이트 직후 예전 기록이 안 보인다는 문의</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결함</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ctr"/>
                      <a:r>
                        <a:rPr lang="ko-KR" altLang="en-US" sz="1000" b="0" dirty="0">
                          <a:solidFill>
                            <a:schemeClr val="tx1"/>
                          </a:solidFill>
                          <a:latin typeface="Arial Narrow" panose="020B0606020202030204" pitchFamily="34" charset="0"/>
                          <a:ea typeface="LG스마트체 Regular" panose="020B0600000101010101" pitchFamily="50" charset="-127"/>
                        </a:rPr>
                        <a:t>(업데이트 직후 혼선)</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현장에서 </a:t>
                      </a:r>
                      <a:r>
                        <a:rPr lang="ko-KR" altLang="en-US" sz="1000" b="0" dirty="0" err="1">
                          <a:solidFill>
                            <a:schemeClr val="tx1"/>
                          </a:solidFill>
                          <a:latin typeface="Arial Narrow" panose="020B0606020202030204" pitchFamily="34" charset="0"/>
                          <a:ea typeface="LG스마트체 Regular" panose="020B0600000101010101" pitchFamily="50" charset="-127"/>
                        </a:rPr>
                        <a:t>새로고침</a:t>
                      </a:r>
                      <a:r>
                        <a:rPr lang="ko-KR" altLang="en-US" sz="1000" b="0" dirty="0">
                          <a:solidFill>
                            <a:schemeClr val="tx1"/>
                          </a:solidFill>
                          <a:latin typeface="Arial Narrow" panose="020B0606020202030204" pitchFamily="34" charset="0"/>
                          <a:ea typeface="LG스마트체 Regular" panose="020B0600000101010101" pitchFamily="50" charset="-127"/>
                        </a:rPr>
                        <a:t> 안내로 해결. </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l"/>
                      <a:r>
                        <a:rPr lang="ko-KR" altLang="en-US" sz="1000" b="0" dirty="0">
                          <a:solidFill>
                            <a:schemeClr val="tx1"/>
                          </a:solidFill>
                          <a:latin typeface="Arial Narrow" panose="020B0606020202030204" pitchFamily="34" charset="0"/>
                          <a:ea typeface="LG스마트체 Regular" panose="020B0600000101010101" pitchFamily="50" charset="-127"/>
                        </a:rPr>
                        <a:t>예전에 고른 이름이 남아 생기던 문제는 자동 정리되도록 변경</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96924725"/>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8</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기록 작성 날짜가 “2026-10-20으로 </a:t>
                      </a:r>
                      <a:r>
                        <a:rPr lang="ko-KR" altLang="en-US" sz="1000" b="0" dirty="0" err="1">
                          <a:solidFill>
                            <a:schemeClr val="tx1"/>
                          </a:solidFill>
                          <a:latin typeface="Arial Narrow" panose="020B0606020202030204" pitchFamily="34" charset="0"/>
                          <a:ea typeface="LG스마트체 Regular" panose="020B0600000101010101" pitchFamily="50" charset="-127"/>
                        </a:rPr>
                        <a:t>고정”되어</a:t>
                      </a:r>
                      <a:r>
                        <a:rPr lang="ko-KR" altLang="en-US" sz="1000" b="0" dirty="0">
                          <a:solidFill>
                            <a:schemeClr val="tx1"/>
                          </a:solidFill>
                          <a:latin typeface="Arial Narrow" panose="020B0606020202030204" pitchFamily="34" charset="0"/>
                          <a:ea typeface="LG스마트체 Regular" panose="020B0600000101010101" pitchFamily="50" charset="-127"/>
                        </a:rPr>
                        <a:t> 오늘 날짜로 바뀌지 않음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a:solidFill>
                            <a:schemeClr val="tx1"/>
                          </a:solidFill>
                          <a:latin typeface="Arial Narrow" panose="020B0606020202030204" pitchFamily="34" charset="0"/>
                          <a:ea typeface="LG스마트체 Regular" panose="020B0600000101010101" pitchFamily="50" charset="-127"/>
                        </a:rPr>
                        <a:t>결함</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입력창을 새로 열 때마다 오늘 날짜로 시작하도록 수정</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63740252"/>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9</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예시 문구가 계속 다시 나타나 “일일이 지워야” 함. </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사용성(입력 부담)</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본문을 누르면 예시 문장은 지워지고 </a:t>
                      </a:r>
                      <a:r>
                        <a:rPr lang="ko-KR" altLang="en-US" sz="1000" b="0" dirty="0" err="1">
                          <a:solidFill>
                            <a:schemeClr val="tx1"/>
                          </a:solidFill>
                          <a:latin typeface="Arial Narrow" panose="020B0606020202030204" pitchFamily="34" charset="0"/>
                          <a:ea typeface="LG스마트체 Regular" panose="020B0600000101010101" pitchFamily="50" charset="-127"/>
                        </a:rPr>
                        <a:t>제목·항목</a:t>
                      </a:r>
                      <a:r>
                        <a:rPr lang="ko-KR" altLang="en-US" sz="1000" b="0" dirty="0">
                          <a:solidFill>
                            <a:schemeClr val="tx1"/>
                          </a:solidFill>
                          <a:latin typeface="Arial Narrow" panose="020B0606020202030204" pitchFamily="34" charset="0"/>
                          <a:ea typeface="LG스마트체 Regular" panose="020B0600000101010101" pitchFamily="50" charset="-127"/>
                        </a:rPr>
                        <a:t> 틀만 남도록 변경</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85431991"/>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1</a:t>
                      </a:r>
                      <a:r>
                        <a:rPr lang="en-US" altLang="ko-KR" sz="1000" b="1" dirty="0">
                          <a:solidFill>
                            <a:schemeClr val="tx1"/>
                          </a:solidFill>
                          <a:latin typeface="Arial Narrow" panose="020B0606020202030204" pitchFamily="34" charset="0"/>
                          <a:ea typeface="LG스마트체 Regular" panose="020B0600000101010101" pitchFamily="50" charset="-127"/>
                        </a:rPr>
                        <a:t>0</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입력 화면이 주간보고용 같아, 과제마다 다른 양식을 쓰고 싶다는 의견</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err="1">
                          <a:solidFill>
                            <a:schemeClr val="tx1"/>
                          </a:solidFill>
                          <a:latin typeface="Arial Narrow" panose="020B0606020202030204" pitchFamily="34" charset="0"/>
                          <a:ea typeface="LG스마트체 Regular" panose="020B0600000101010101" pitchFamily="50" charset="-127"/>
                        </a:rPr>
                        <a:t>범위·양식</a:t>
                      </a:r>
                      <a:endParaRPr lang="ko-KR" altLang="en-US" sz="1000" b="0"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err="1">
                          <a:solidFill>
                            <a:schemeClr val="tx1"/>
                          </a:solidFill>
                          <a:latin typeface="Arial Narrow" panose="020B0606020202030204" pitchFamily="34" charset="0"/>
                          <a:ea typeface="LG스마트체 Regular" panose="020B0600000101010101" pitchFamily="50" charset="-127"/>
                        </a:rPr>
                        <a:t>분석·표</a:t>
                      </a:r>
                      <a:r>
                        <a:rPr lang="ko-KR" altLang="en-US" sz="1000" b="0" dirty="0">
                          <a:solidFill>
                            <a:schemeClr val="tx1"/>
                          </a:solidFill>
                          <a:latin typeface="Arial Narrow" panose="020B0606020202030204" pitchFamily="34" charset="0"/>
                          <a:ea typeface="LG스마트체 Regular" panose="020B0600000101010101" pitchFamily="50" charset="-127"/>
                        </a:rPr>
                        <a:t> 입력 양식 추가, 완료 보고 등 담당별 보고서 양식을 별도 메뉴로 추가</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7949151"/>
                  </a:ext>
                </a:extLst>
              </a:tr>
              <a:tr h="257956">
                <a:tc>
                  <a:txBody>
                    <a:bodyPr/>
                    <a:lstStyle/>
                    <a:p>
                      <a:pPr algn="ctr"/>
                      <a:r>
                        <a:rPr lang="en-US" altLang="ko-KR" sz="1000" b="1" dirty="0">
                          <a:solidFill>
                            <a:schemeClr val="tx1"/>
                          </a:solidFill>
                          <a:latin typeface="Arial Narrow" panose="020B0606020202030204" pitchFamily="34" charset="0"/>
                          <a:ea typeface="LG스마트체 Regular" panose="020B0600000101010101" pitchFamily="50" charset="-127"/>
                        </a:rPr>
                        <a:t>11</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a:solidFill>
                            <a:schemeClr val="tx1"/>
                          </a:solidFill>
                          <a:latin typeface="Arial Narrow" panose="020B0606020202030204" pitchFamily="34" charset="0"/>
                          <a:ea typeface="LG스마트체 Regular" panose="020B0600000101010101" pitchFamily="50" charset="-127"/>
                        </a:rPr>
                        <a:t>기록에 쓸 수 있는 항목이 적고, HTML·XML 등 다양한 파일을 첨부하고 싶음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a:solidFill>
                            <a:schemeClr val="tx1"/>
                          </a:solidFill>
                          <a:latin typeface="Arial Narrow" panose="020B0606020202030204" pitchFamily="34" charset="0"/>
                          <a:ea typeface="LG스마트체 Regular" panose="020B0600000101010101" pitchFamily="50" charset="-127"/>
                        </a:rPr>
                        <a:t>기능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파일 형식 제한 없이 첨부 가능. 기록 종류에 ‘</a:t>
                      </a:r>
                      <a:r>
                        <a:rPr lang="ko-KR" altLang="en-US" sz="1000" b="0" dirty="0" err="1">
                          <a:solidFill>
                            <a:schemeClr val="tx1"/>
                          </a:solidFill>
                          <a:latin typeface="Arial Narrow" panose="020B0606020202030204" pitchFamily="34" charset="0"/>
                          <a:ea typeface="LG스마트체 Regular" panose="020B0600000101010101" pitchFamily="50" charset="-127"/>
                        </a:rPr>
                        <a:t>Lesson</a:t>
                      </a:r>
                      <a:r>
                        <a:rPr lang="ko-KR" altLang="en-US" sz="1000" b="0" dirty="0">
                          <a:solidFill>
                            <a:schemeClr val="tx1"/>
                          </a:solidFill>
                          <a:latin typeface="Arial Narrow" panose="020B0606020202030204" pitchFamily="34" charset="0"/>
                          <a:ea typeface="LG스마트체 Regular" panose="020B0600000101010101" pitchFamily="50" charset="-127"/>
                        </a:rPr>
                        <a:t> </a:t>
                      </a:r>
                      <a:r>
                        <a:rPr lang="ko-KR" altLang="en-US" sz="1000" b="0" dirty="0" err="1">
                          <a:solidFill>
                            <a:schemeClr val="tx1"/>
                          </a:solidFill>
                          <a:latin typeface="Arial Narrow" panose="020B0606020202030204" pitchFamily="34" charset="0"/>
                          <a:ea typeface="LG스마트체 Regular" panose="020B0600000101010101" pitchFamily="50" charset="-127"/>
                        </a:rPr>
                        <a:t>Learned</a:t>
                      </a:r>
                      <a:r>
                        <a:rPr lang="ko-KR" altLang="en-US" sz="1000" b="0" dirty="0">
                          <a:solidFill>
                            <a:schemeClr val="tx1"/>
                          </a:solidFill>
                          <a:latin typeface="Arial Narrow" panose="020B0606020202030204" pitchFamily="34" charset="0"/>
                          <a:ea typeface="LG스마트체 Regular" panose="020B0600000101010101" pitchFamily="50" charset="-127"/>
                        </a:rPr>
                        <a:t>’ 추가</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3022417"/>
                  </a:ext>
                </a:extLst>
              </a:tr>
              <a:tr h="257956">
                <a:tc>
                  <a:txBody>
                    <a:bodyPr/>
                    <a:lstStyle/>
                    <a:p>
                      <a:pPr algn="ctr"/>
                      <a:r>
                        <a:rPr lang="en-US" altLang="ko-KR" sz="1000" b="1" dirty="0">
                          <a:solidFill>
                            <a:schemeClr val="tx1"/>
                          </a:solidFill>
                          <a:latin typeface="Arial Narrow" panose="020B0606020202030204" pitchFamily="34" charset="0"/>
                          <a:ea typeface="LG스마트체 Regular" panose="020B0600000101010101" pitchFamily="50" charset="-127"/>
                        </a:rPr>
                        <a:t>12</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a:solidFill>
                            <a:schemeClr val="tx1"/>
                          </a:solidFill>
                          <a:latin typeface="Arial Narrow" panose="020B0606020202030204" pitchFamily="34" charset="0"/>
                          <a:ea typeface="LG스마트체 Regular" panose="020B0600000101010101" pitchFamily="50" charset="-127"/>
                        </a:rPr>
                        <a:t>할 일 창이 작성일 기준이라 불편 — 마감일 기준으로 보고 싶음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사용성</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할 일에 마감일 </a:t>
                      </a:r>
                      <a:r>
                        <a:rPr lang="ko-KR" altLang="en-US" sz="1000" b="0" dirty="0" err="1">
                          <a:solidFill>
                            <a:schemeClr val="tx1"/>
                          </a:solidFill>
                          <a:latin typeface="Arial Narrow" panose="020B0606020202030204" pitchFamily="34" charset="0"/>
                          <a:ea typeface="LG스마트체 Regular" panose="020B0600000101010101" pitchFamily="50" charset="-127"/>
                        </a:rPr>
                        <a:t>입력·목록에</a:t>
                      </a:r>
                      <a:r>
                        <a:rPr lang="ko-KR" altLang="en-US" sz="1000" b="0" dirty="0">
                          <a:solidFill>
                            <a:schemeClr val="tx1"/>
                          </a:solidFill>
                          <a:latin typeface="Arial Narrow" panose="020B0606020202030204" pitchFamily="34" charset="0"/>
                          <a:ea typeface="LG스마트체 Regular" panose="020B0600000101010101" pitchFamily="50" charset="-127"/>
                        </a:rPr>
                        <a:t> 마감일 표시. </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6733018"/>
                  </a:ext>
                </a:extLst>
              </a:tr>
              <a:tr h="257956">
                <a:tc>
                  <a:txBody>
                    <a:bodyPr/>
                    <a:lstStyle/>
                    <a:p>
                      <a:pPr algn="ctr"/>
                      <a:r>
                        <a:rPr lang="en-US" altLang="ko-KR" sz="1000" b="1" dirty="0">
                          <a:solidFill>
                            <a:schemeClr val="tx1"/>
                          </a:solidFill>
                          <a:latin typeface="Arial Narrow" panose="020B0606020202030204" pitchFamily="34" charset="0"/>
                          <a:ea typeface="LG스마트체 Regular" panose="020B0600000101010101" pitchFamily="50" charset="-127"/>
                        </a:rPr>
                        <a:t>13</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추진일정 변경을 기록 화면에서 바로 하면 좋겠다는 검토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기능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추진일정은 프로젝트 정보 화면에서 수정</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44102991"/>
                  </a:ext>
                </a:extLst>
              </a:tr>
              <a:tr h="447629">
                <a:tc>
                  <a:txBody>
                    <a:bodyPr/>
                    <a:lstStyle/>
                    <a:p>
                      <a:pPr algn="ctr"/>
                      <a:r>
                        <a:rPr lang="en-US" altLang="ko-KR" sz="1000" b="1" dirty="0">
                          <a:solidFill>
                            <a:schemeClr val="tx1"/>
                          </a:solidFill>
                          <a:latin typeface="Arial Narrow" panose="020B0606020202030204" pitchFamily="34" charset="0"/>
                          <a:ea typeface="LG스마트체 Regular" panose="020B0600000101010101" pitchFamily="50" charset="-127"/>
                        </a:rPr>
                        <a:t>14</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과거에 쓴 기록과 이어서 보고 싶음(추진일정의 흐름이 이어지게)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기능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프로젝트별로 기록이 날짜순으로 이어지는 화면으로 변경</a:t>
                      </a:r>
                      <a:r>
                        <a:rPr lang="en-US" altLang="ko-KR" sz="1000" b="0" dirty="0">
                          <a:solidFill>
                            <a:schemeClr val="tx1"/>
                          </a:solidFill>
                          <a:latin typeface="Arial Narrow" panose="020B0606020202030204" pitchFamily="34" charset="0"/>
                          <a:ea typeface="LG스마트체 Regular" panose="020B0600000101010101" pitchFamily="50" charset="-127"/>
                        </a:rPr>
                        <a:t>.</a:t>
                      </a:r>
                      <a:r>
                        <a:rPr lang="ko-KR" altLang="en-US" sz="1000" b="0" dirty="0">
                          <a:solidFill>
                            <a:schemeClr val="tx1"/>
                          </a:solidFill>
                          <a:latin typeface="Arial Narrow" panose="020B0606020202030204" pitchFamily="34" charset="0"/>
                          <a:ea typeface="LG스마트체 Regular" panose="020B0600000101010101" pitchFamily="50" charset="-127"/>
                        </a:rPr>
                        <a:t> </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l"/>
                      <a:r>
                        <a:rPr lang="ko-KR" altLang="en-US" sz="1000" b="0" dirty="0">
                          <a:solidFill>
                            <a:schemeClr val="tx1"/>
                          </a:solidFill>
                          <a:latin typeface="Arial Narrow" panose="020B0606020202030204" pitchFamily="34" charset="0"/>
                          <a:ea typeface="LG스마트체 Regular" panose="020B0600000101010101" pitchFamily="50" charset="-127"/>
                        </a:rPr>
                        <a:t>보고서는 단계별로 지난 이력을 이어서 요약</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04154354"/>
                  </a:ext>
                </a:extLst>
              </a:tr>
              <a:tr h="257956">
                <a:tc>
                  <a:txBody>
                    <a:bodyPr/>
                    <a:lstStyle/>
                    <a:p>
                      <a:pPr algn="ctr"/>
                      <a:r>
                        <a:rPr lang="en-US" altLang="ko-KR" sz="1000" b="1" dirty="0">
                          <a:solidFill>
                            <a:schemeClr val="tx1"/>
                          </a:solidFill>
                          <a:latin typeface="Arial Narrow" panose="020B0606020202030204" pitchFamily="34" charset="0"/>
                          <a:ea typeface="LG스마트체 Regular" panose="020B0600000101010101" pitchFamily="50" charset="-127"/>
                        </a:rPr>
                        <a:t>15</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지난 기록을 찾는 검색 기능이 필요함</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a:solidFill>
                            <a:schemeClr val="tx1"/>
                          </a:solidFill>
                          <a:latin typeface="Arial Narrow" panose="020B0606020202030204" pitchFamily="34" charset="0"/>
                          <a:ea typeface="LG스마트체 Regular" panose="020B0600000101010101" pitchFamily="50" charset="-127"/>
                        </a:rPr>
                        <a:t>기능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err="1">
                          <a:solidFill>
                            <a:schemeClr val="tx1"/>
                          </a:solidFill>
                          <a:latin typeface="Arial Narrow" panose="020B0606020202030204" pitchFamily="34" charset="0"/>
                          <a:ea typeface="LG스마트체 Regular" panose="020B0600000101010101" pitchFamily="50" charset="-127"/>
                        </a:rPr>
                        <a:t>작성자·기록</a:t>
                      </a:r>
                      <a:r>
                        <a:rPr lang="ko-KR" altLang="en-US" sz="1000" b="0" dirty="0">
                          <a:solidFill>
                            <a:schemeClr val="tx1"/>
                          </a:solidFill>
                          <a:latin typeface="Arial Narrow" panose="020B0606020202030204" pitchFamily="34" charset="0"/>
                          <a:ea typeface="LG스마트체 Regular" panose="020B0600000101010101" pitchFamily="50" charset="-127"/>
                        </a:rPr>
                        <a:t> </a:t>
                      </a:r>
                      <a:r>
                        <a:rPr lang="ko-KR" altLang="en-US" sz="1000" b="0" dirty="0" err="1">
                          <a:solidFill>
                            <a:schemeClr val="tx1"/>
                          </a:solidFill>
                          <a:latin typeface="Arial Narrow" panose="020B0606020202030204" pitchFamily="34" charset="0"/>
                          <a:ea typeface="LG스마트체 Regular" panose="020B0600000101010101" pitchFamily="50" charset="-127"/>
                        </a:rPr>
                        <a:t>종류·기간·글자로</a:t>
                      </a:r>
                      <a:r>
                        <a:rPr lang="ko-KR" altLang="en-US" sz="1000" b="0" dirty="0">
                          <a:solidFill>
                            <a:schemeClr val="tx1"/>
                          </a:solidFill>
                          <a:latin typeface="Arial Narrow" panose="020B0606020202030204" pitchFamily="34" charset="0"/>
                          <a:ea typeface="LG스마트체 Regular" panose="020B0600000101010101" pitchFamily="50" charset="-127"/>
                        </a:rPr>
                        <a:t> 찾는 기능 제공</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79034221"/>
                  </a:ext>
                </a:extLst>
              </a:tr>
              <a:tr h="447629">
                <a:tc>
                  <a:txBody>
                    <a:bodyPr/>
                    <a:lstStyle/>
                    <a:p>
                      <a:pPr algn="ctr"/>
                      <a:r>
                        <a:rPr lang="en-US" altLang="ko-KR" sz="1000" b="1" dirty="0">
                          <a:solidFill>
                            <a:schemeClr val="tx1"/>
                          </a:solidFill>
                          <a:latin typeface="Arial Narrow" panose="020B0606020202030204" pitchFamily="34" charset="0"/>
                          <a:ea typeface="LG스마트체 Regular" panose="020B0600000101010101" pitchFamily="50" charset="-127"/>
                        </a:rPr>
                        <a:t>16</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a:t>
                      </a:r>
                      <a:r>
                        <a:rPr lang="ko-KR" altLang="en-US" sz="1000" b="0" dirty="0" err="1">
                          <a:solidFill>
                            <a:schemeClr val="tx1"/>
                          </a:solidFill>
                          <a:latin typeface="Arial Narrow" panose="020B0606020202030204" pitchFamily="34" charset="0"/>
                          <a:ea typeface="LG스마트체 Regular" panose="020B0600000101010101" pitchFamily="50" charset="-127"/>
                        </a:rPr>
                        <a:t>일단위</a:t>
                      </a:r>
                      <a:r>
                        <a:rPr lang="ko-KR" altLang="en-US" sz="1000" b="0" dirty="0">
                          <a:solidFill>
                            <a:schemeClr val="tx1"/>
                          </a:solidFill>
                          <a:latin typeface="Arial Narrow" panose="020B0606020202030204" pitchFamily="34" charset="0"/>
                          <a:ea typeface="LG스마트체 Regular" panose="020B0600000101010101" pitchFamily="50" charset="-127"/>
                        </a:rPr>
                        <a:t> 작성이 </a:t>
                      </a:r>
                      <a:r>
                        <a:rPr lang="ko-KR" altLang="en-US" sz="1000" b="0" dirty="0" err="1">
                          <a:solidFill>
                            <a:schemeClr val="tx1"/>
                          </a:solidFill>
                          <a:latin typeface="Arial Narrow" panose="020B0606020202030204" pitchFamily="34" charset="0"/>
                          <a:ea typeface="LG스마트체 Regular" panose="020B0600000101010101" pitchFamily="50" charset="-127"/>
                        </a:rPr>
                        <a:t>필수”라는</a:t>
                      </a:r>
                      <a:r>
                        <a:rPr lang="ko-KR" altLang="en-US" sz="1000" b="0" dirty="0">
                          <a:solidFill>
                            <a:schemeClr val="tx1"/>
                          </a:solidFill>
                          <a:latin typeface="Arial Narrow" panose="020B0606020202030204" pitchFamily="34" charset="0"/>
                          <a:ea typeface="LG스마트체 Regular" panose="020B0600000101010101" pitchFamily="50" charset="-127"/>
                        </a:rPr>
                        <a:t> 오해가 많음 </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l"/>
                      <a:r>
                        <a:rPr lang="ko-KR" altLang="en-US" sz="1000" b="0" dirty="0">
                          <a:solidFill>
                            <a:schemeClr val="tx1"/>
                          </a:solidFill>
                          <a:latin typeface="Arial Narrow" panose="020B0606020202030204" pitchFamily="34" charset="0"/>
                          <a:ea typeface="LG스마트체 Regular" panose="020B0600000101010101" pitchFamily="50" charset="-127"/>
                        </a:rPr>
                        <a:t>— 달력 화면 때문에 매일 써야 하고 </a:t>
                      </a:r>
                      <a:r>
                        <a:rPr lang="ko-KR" altLang="en-US" sz="1000" b="0" dirty="0" err="1">
                          <a:solidFill>
                            <a:schemeClr val="tx1"/>
                          </a:solidFill>
                          <a:latin typeface="Arial Narrow" panose="020B0606020202030204" pitchFamily="34" charset="0"/>
                          <a:ea typeface="LG스마트체 Regular" panose="020B0600000101010101" pitchFamily="50" charset="-127"/>
                        </a:rPr>
                        <a:t>감시받는다고</a:t>
                      </a:r>
                      <a:r>
                        <a:rPr lang="ko-KR" altLang="en-US" sz="1000" b="0" dirty="0">
                          <a:solidFill>
                            <a:schemeClr val="tx1"/>
                          </a:solidFill>
                          <a:latin typeface="Arial Narrow" panose="020B0606020202030204" pitchFamily="34" charset="0"/>
                          <a:ea typeface="LG스마트체 Regular" panose="020B0600000101010101" pitchFamily="50" charset="-127"/>
                        </a:rPr>
                        <a:t> 느낌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인식(채택 위험)</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달력 중심 화면을 프로젝트 단위로 이어 쓰는 화면으로 교체</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06438896"/>
                  </a:ext>
                </a:extLst>
              </a:tr>
            </a:tbl>
          </a:graphicData>
        </a:graphic>
      </p:graphicFrame>
      <p:sp>
        <p:nvSpPr>
          <p:cNvPr id="14" name="TextBox 13">
            <a:extLst>
              <a:ext uri="{FF2B5EF4-FFF2-40B4-BE49-F238E27FC236}">
                <a16:creationId xmlns:a16="http://schemas.microsoft.com/office/drawing/2014/main" id="{02A33B31-4C98-7758-3EDF-A8E7D2ED0CD9}"/>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2/3</a:t>
            </a:r>
            <a:endPar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spTree>
    <p:extLst>
      <p:ext uri="{BB962C8B-B14F-4D97-AF65-F5344CB8AC3E}">
        <p14:creationId xmlns:p14="http://schemas.microsoft.com/office/powerpoint/2010/main" val="3048048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FAE73-A6BD-61B0-DCDB-226C33D77381}"/>
            </a:ext>
          </a:extLst>
        </p:cNvPr>
        <p:cNvGrpSpPr/>
        <p:nvPr/>
      </p:nvGrpSpPr>
      <p:grpSpPr>
        <a:xfrm>
          <a:off x="0" y="0"/>
          <a:ext cx="0" cy="0"/>
          <a:chOff x="0" y="0"/>
          <a:chExt cx="0" cy="0"/>
        </a:xfrm>
      </p:grpSpPr>
      <p:sp>
        <p:nvSpPr>
          <p:cNvPr id="7" name="제목 4">
            <a:extLst>
              <a:ext uri="{FF2B5EF4-FFF2-40B4-BE49-F238E27FC236}">
                <a16:creationId xmlns:a16="http://schemas.microsoft.com/office/drawing/2014/main" id="{F5043D93-9D2C-D975-5249-25FA0BCD26D7}"/>
              </a:ext>
            </a:extLst>
          </p:cNvPr>
          <p:cNvSpPr>
            <a:spLocks noGrp="1"/>
          </p:cNvSpPr>
          <p:nvPr>
            <p:ph type="title"/>
          </p:nvPr>
        </p:nvSpPr>
        <p:spPr>
          <a:xfrm>
            <a:off x="189765" y="170929"/>
            <a:ext cx="9516209" cy="369332"/>
          </a:xfrm>
        </p:spPr>
        <p:txBody>
          <a:bodyPr/>
          <a:lstStyle/>
          <a:p>
            <a:r>
              <a:rPr lang="ko-KR" altLang="en-US" dirty="0">
                <a:latin typeface="Arial Narrow" panose="020B0606020202030204" pitchFamily="34" charset="0"/>
                <a:ea typeface="LG스마트체 Regular" panose="020B0600000101010101" pitchFamily="50" charset="-127"/>
              </a:rPr>
              <a:t>보조</a:t>
            </a:r>
            <a:r>
              <a:rPr lang="en-US" altLang="ko-KR" dirty="0">
                <a:latin typeface="Arial Narrow" panose="020B0606020202030204" pitchFamily="34" charset="0"/>
                <a:ea typeface="LG스마트체 Regular" panose="020B0600000101010101" pitchFamily="50" charset="-127"/>
              </a:rPr>
              <a:t>. </a:t>
            </a:r>
            <a:r>
              <a:rPr lang="ko-KR" altLang="en-US" dirty="0">
                <a:latin typeface="Arial Narrow" panose="020B0606020202030204" pitchFamily="34" charset="0"/>
                <a:ea typeface="LG스마트체 Regular" panose="020B0600000101010101" pitchFamily="50" charset="-127"/>
              </a:rPr>
              <a:t>시스템 구성 및 운영</a:t>
            </a:r>
          </a:p>
        </p:txBody>
      </p:sp>
      <p:sp>
        <p:nvSpPr>
          <p:cNvPr id="22" name="TextBox 21">
            <a:extLst>
              <a:ext uri="{FF2B5EF4-FFF2-40B4-BE49-F238E27FC236}">
                <a16:creationId xmlns:a16="http://schemas.microsoft.com/office/drawing/2014/main" id="{DC4F29E9-B45D-E7FF-4D33-1A30990C188B}"/>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제조</a:t>
            </a:r>
            <a:r>
              <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DX</a:t>
            </a: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그룹</a:t>
            </a:r>
            <a:endPar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sp>
        <p:nvSpPr>
          <p:cNvPr id="4" name="TextBox 3">
            <a:extLst>
              <a:ext uri="{FF2B5EF4-FFF2-40B4-BE49-F238E27FC236}">
                <a16:creationId xmlns:a16="http://schemas.microsoft.com/office/drawing/2014/main" id="{A1511913-8EFB-6A2B-3609-2A179689345A}"/>
              </a:ext>
            </a:extLst>
          </p:cNvPr>
          <p:cNvSpPr txBox="1"/>
          <p:nvPr/>
        </p:nvSpPr>
        <p:spPr>
          <a:xfrm>
            <a:off x="175718" y="598138"/>
            <a:ext cx="9730281" cy="330668"/>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i="0" u="none" strike="noStrike" kern="1200" cap="none" spc="0" normalizeH="0" baseline="0" noProof="0" dirty="0">
                <a:ln>
                  <a:noFill/>
                </a:ln>
                <a:solidFill>
                  <a:sysClr val="windowText" lastClr="000000"/>
                </a:solidFill>
                <a:effectLst/>
                <a:uLnTx/>
                <a:uFillTx/>
              </a:rPr>
              <a:t>업무 기록은 </a:t>
            </a:r>
            <a:r>
              <a:rPr kumimoji="0" lang="ko-KR" altLang="en-US" sz="1400" i="0" u="none" strike="noStrike" kern="1200" cap="none" spc="0" normalizeH="0" baseline="0" noProof="0" dirty="0" err="1">
                <a:ln>
                  <a:noFill/>
                </a:ln>
                <a:solidFill>
                  <a:sysClr val="windowText" lastClr="000000"/>
                </a:solidFill>
                <a:effectLst/>
                <a:uLnTx/>
                <a:uFillTx/>
              </a:rPr>
              <a:t>사내망</a:t>
            </a:r>
            <a:r>
              <a:rPr kumimoji="0" lang="ko-KR" altLang="en-US" sz="1400" i="0" u="none" strike="noStrike" kern="1200" cap="none" spc="0" normalizeH="0" baseline="0" noProof="0" dirty="0">
                <a:ln>
                  <a:noFill/>
                </a:ln>
                <a:solidFill>
                  <a:sysClr val="windowText" lastClr="000000"/>
                </a:solidFill>
                <a:effectLst/>
                <a:uLnTx/>
                <a:uFillTx/>
              </a:rPr>
              <a:t> 안에서만 저장</a:t>
            </a:r>
            <a:r>
              <a:rPr kumimoji="0" lang="en-US" altLang="ko-KR" sz="1400" i="0" u="none" strike="noStrike" kern="1200" cap="none" spc="0" normalizeH="0" baseline="0" noProof="0" dirty="0">
                <a:ln>
                  <a:noFill/>
                </a:ln>
                <a:solidFill>
                  <a:sysClr val="windowText" lastClr="000000"/>
                </a:solidFill>
                <a:effectLst/>
                <a:uLnTx/>
                <a:uFillTx/>
              </a:rPr>
              <a:t>·AI </a:t>
            </a:r>
            <a:r>
              <a:rPr kumimoji="0" lang="ko-KR" altLang="en-US" sz="1400" i="0" u="none" strike="noStrike" kern="1200" cap="none" spc="0" normalizeH="0" baseline="0" noProof="0" dirty="0">
                <a:ln>
                  <a:noFill/>
                </a:ln>
                <a:solidFill>
                  <a:sysClr val="windowText" lastClr="000000"/>
                </a:solidFill>
                <a:effectLst/>
                <a:uLnTx/>
                <a:uFillTx/>
              </a:rPr>
              <a:t>요약</a:t>
            </a:r>
            <a:r>
              <a:rPr kumimoji="0" lang="en-US" altLang="ko-KR" sz="1400" i="0" u="none" strike="noStrike" kern="1200" cap="none" spc="0" normalizeH="0" baseline="0" noProof="0" dirty="0">
                <a:ln>
                  <a:noFill/>
                </a:ln>
                <a:solidFill>
                  <a:sysClr val="windowText" lastClr="000000"/>
                </a:solidFill>
                <a:effectLst/>
                <a:uLnTx/>
                <a:uFillTx/>
              </a:rPr>
              <a:t>(EXAONE)</a:t>
            </a:r>
            <a:r>
              <a:rPr kumimoji="0" lang="ko-KR" altLang="en-US" sz="1400" i="0" u="none" strike="noStrike" kern="1200" cap="none" spc="0" normalizeH="0" baseline="0" noProof="0" dirty="0">
                <a:ln>
                  <a:noFill/>
                </a:ln>
                <a:solidFill>
                  <a:sysClr val="windowText" lastClr="000000"/>
                </a:solidFill>
                <a:effectLst/>
                <a:uLnTx/>
                <a:uFillTx/>
              </a:rPr>
              <a:t>되며</a:t>
            </a:r>
            <a:r>
              <a:rPr kumimoji="0" lang="en-US" altLang="ko-KR" sz="1400" i="0" u="none" strike="noStrike" kern="1200" cap="none" spc="0" normalizeH="0" baseline="0" noProof="0" dirty="0">
                <a:ln>
                  <a:noFill/>
                </a:ln>
                <a:solidFill>
                  <a:sysClr val="windowText" lastClr="000000"/>
                </a:solidFill>
                <a:effectLst/>
                <a:uLnTx/>
                <a:uFillTx/>
              </a:rPr>
              <a:t>, 2TB </a:t>
            </a:r>
            <a:r>
              <a:rPr kumimoji="0" lang="ko-KR" altLang="en-US" sz="1400" i="0" u="none" strike="noStrike" kern="1200" cap="none" spc="0" normalizeH="0" baseline="0" noProof="0" dirty="0">
                <a:ln>
                  <a:noFill/>
                </a:ln>
                <a:solidFill>
                  <a:sysClr val="windowText" lastClr="000000"/>
                </a:solidFill>
                <a:effectLst/>
                <a:uLnTx/>
                <a:uFillTx/>
              </a:rPr>
              <a:t>저장 공간으로 </a:t>
            </a:r>
            <a:r>
              <a:rPr kumimoji="0" lang="en-US" altLang="ko-KR" sz="1400" i="0" u="none" strike="noStrike" kern="1200" cap="none" spc="0" normalizeH="0" baseline="0" noProof="0" dirty="0">
                <a:ln>
                  <a:noFill/>
                </a:ln>
                <a:solidFill>
                  <a:sysClr val="windowText" lastClr="000000"/>
                </a:solidFill>
                <a:effectLst/>
                <a:uLnTx/>
                <a:uFillTx/>
              </a:rPr>
              <a:t>200</a:t>
            </a:r>
            <a:r>
              <a:rPr kumimoji="0" lang="ko-KR" altLang="en-US" sz="1400" i="0" u="none" strike="noStrike" kern="1200" cap="none" spc="0" normalizeH="0" baseline="0" noProof="0" dirty="0">
                <a:ln>
                  <a:noFill/>
                </a:ln>
                <a:solidFill>
                  <a:sysClr val="windowText" lastClr="000000"/>
                </a:solidFill>
                <a:effectLst/>
                <a:uLnTx/>
                <a:uFillTx/>
              </a:rPr>
              <a:t>명 기준 약 </a:t>
            </a:r>
            <a:r>
              <a:rPr kumimoji="0" lang="en-US" altLang="ko-KR" sz="1400" i="0" u="none" strike="noStrike" kern="1200" cap="none" spc="0" normalizeH="0" baseline="0" noProof="0" dirty="0">
                <a:ln>
                  <a:noFill/>
                </a:ln>
                <a:solidFill>
                  <a:sysClr val="windowText" lastClr="000000"/>
                </a:solidFill>
                <a:effectLst/>
                <a:uLnTx/>
                <a:uFillTx/>
              </a:rPr>
              <a:t>2.8</a:t>
            </a:r>
            <a:r>
              <a:rPr kumimoji="0" lang="ko-KR" altLang="en-US" sz="1400" i="0" u="none" strike="noStrike" kern="1200" cap="none" spc="0" normalizeH="0" baseline="0" noProof="0" dirty="0">
                <a:ln>
                  <a:noFill/>
                </a:ln>
                <a:solidFill>
                  <a:sysClr val="windowText" lastClr="000000"/>
                </a:solidFill>
                <a:effectLst/>
                <a:uLnTx/>
                <a:uFillTx/>
              </a:rPr>
              <a:t>년 적재가 가능합니다</a:t>
            </a:r>
            <a:r>
              <a:rPr kumimoji="0" lang="en-US" altLang="ko-KR" sz="1400" i="0" u="none" strike="noStrike" kern="1200" cap="none" spc="0" normalizeH="0" baseline="0" noProof="0" dirty="0">
                <a:ln>
                  <a:noFill/>
                </a:ln>
                <a:solidFill>
                  <a:sysClr val="windowText" lastClr="000000"/>
                </a:solidFill>
                <a:effectLst/>
                <a:uLnTx/>
                <a:uFillTx/>
              </a:rPr>
              <a:t>.</a:t>
            </a:r>
          </a:p>
        </p:txBody>
      </p:sp>
      <p:sp>
        <p:nvSpPr>
          <p:cNvPr id="94" name="box1-users">
            <a:extLst>
              <a:ext uri="{FF2B5EF4-FFF2-40B4-BE49-F238E27FC236}">
                <a16:creationId xmlns:a16="http://schemas.microsoft.com/office/drawing/2014/main" id="{46C51D1B-2827-B576-5A75-FDB98CA3126E}"/>
              </a:ext>
            </a:extLst>
          </p:cNvPr>
          <p:cNvSpPr/>
          <p:nvPr/>
        </p:nvSpPr>
        <p:spPr>
          <a:xfrm>
            <a:off x="1447643" y="1312969"/>
            <a:ext cx="1600200" cy="2478895"/>
          </a:xfrm>
          <a:prstGeom prst="roundRect">
            <a:avLst>
              <a:gd name="adj" fmla="val 4571"/>
            </a:avLst>
          </a:prstGeom>
          <a:solidFill>
            <a:srgbClr val="F7F7F7"/>
          </a:solidFill>
          <a:ln w="15875">
            <a:solidFill>
              <a:srgbClr val="595959"/>
            </a:solid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95" name="icon-users">
            <a:extLst>
              <a:ext uri="{FF2B5EF4-FFF2-40B4-BE49-F238E27FC236}">
                <a16:creationId xmlns:a16="http://schemas.microsoft.com/office/drawing/2014/main" id="{543FA35B-ED4B-5FF2-8584-03CA52C1F597}"/>
              </a:ext>
            </a:extLst>
          </p:cNvPr>
          <p:cNvSpPr/>
          <p:nvPr/>
        </p:nvSpPr>
        <p:spPr>
          <a:xfrm>
            <a:off x="1950563" y="1866618"/>
            <a:ext cx="594360" cy="594360"/>
          </a:xfrm>
          <a:custGeom>
            <a:avLst/>
            <a:gdLst/>
            <a:ahLst/>
            <a:cxnLst/>
            <a:rect l="0" t="0" r="r" b="b"/>
            <a:pathLst>
              <a:path w="24000" h="24000" stroke="0">
                <a:moveTo>
                  <a:pt x="12000" y="12750"/>
                </a:moveTo>
                <a:cubicBezTo>
                  <a:pt x="13630" y="12750"/>
                  <a:pt x="15070" y="13140"/>
                  <a:pt x="16240" y="13650"/>
                </a:cubicBezTo>
                <a:cubicBezTo>
                  <a:pt x="17320" y="14130"/>
                  <a:pt x="18000" y="15210"/>
                  <a:pt x="18000" y="16380"/>
                </a:cubicBezTo>
                <a:lnTo>
                  <a:pt x="18000" y="18000"/>
                </a:lnTo>
                <a:lnTo>
                  <a:pt x="6000" y="18000"/>
                </a:lnTo>
                <a:lnTo>
                  <a:pt x="6000" y="16390"/>
                </a:lnTo>
                <a:cubicBezTo>
                  <a:pt x="6000" y="15210"/>
                  <a:pt x="6680" y="14130"/>
                  <a:pt x="7760" y="13660"/>
                </a:cubicBezTo>
                <a:cubicBezTo>
                  <a:pt x="8930" y="13140"/>
                  <a:pt x="10370" y="12750"/>
                  <a:pt x="12000" y="12750"/>
                </a:cubicBezTo>
                <a:close/>
                <a:moveTo>
                  <a:pt x="4000" y="13000"/>
                </a:moveTo>
                <a:cubicBezTo>
                  <a:pt x="5100" y="13000"/>
                  <a:pt x="6000" y="12100"/>
                  <a:pt x="6000" y="11000"/>
                </a:cubicBezTo>
                <a:cubicBezTo>
                  <a:pt x="6000" y="9900"/>
                  <a:pt x="5100" y="9000"/>
                  <a:pt x="4000" y="9000"/>
                </a:cubicBezTo>
                <a:cubicBezTo>
                  <a:pt x="2900" y="9000"/>
                  <a:pt x="2000" y="9900"/>
                  <a:pt x="2000" y="11000"/>
                </a:cubicBezTo>
                <a:cubicBezTo>
                  <a:pt x="2000" y="12100"/>
                  <a:pt x="2900" y="13000"/>
                  <a:pt x="4000" y="13000"/>
                </a:cubicBezTo>
                <a:close/>
                <a:moveTo>
                  <a:pt x="5130" y="14100"/>
                </a:moveTo>
                <a:cubicBezTo>
                  <a:pt x="4760" y="14040"/>
                  <a:pt x="4390" y="14000"/>
                  <a:pt x="4000" y="14000"/>
                </a:cubicBezTo>
                <a:cubicBezTo>
                  <a:pt x="3010" y="14000"/>
                  <a:pt x="2070" y="14210"/>
                  <a:pt x="1220" y="14580"/>
                </a:cubicBezTo>
                <a:cubicBezTo>
                  <a:pt x="479" y="14897"/>
                  <a:pt x="-1" y="15625"/>
                  <a:pt x="0" y="16430"/>
                </a:cubicBezTo>
                <a:lnTo>
                  <a:pt x="0" y="18000"/>
                </a:lnTo>
                <a:lnTo>
                  <a:pt x="4500" y="18000"/>
                </a:lnTo>
                <a:lnTo>
                  <a:pt x="4500" y="16390"/>
                </a:lnTo>
                <a:cubicBezTo>
                  <a:pt x="4500" y="15560"/>
                  <a:pt x="4730" y="14780"/>
                  <a:pt x="5130" y="14100"/>
                </a:cubicBezTo>
                <a:close/>
                <a:moveTo>
                  <a:pt x="20000" y="13000"/>
                </a:moveTo>
                <a:cubicBezTo>
                  <a:pt x="21100" y="13000"/>
                  <a:pt x="22000" y="12100"/>
                  <a:pt x="22000" y="11000"/>
                </a:cubicBezTo>
                <a:cubicBezTo>
                  <a:pt x="22000" y="9900"/>
                  <a:pt x="21100" y="9000"/>
                  <a:pt x="20000" y="9000"/>
                </a:cubicBezTo>
                <a:cubicBezTo>
                  <a:pt x="18900" y="9000"/>
                  <a:pt x="18000" y="9900"/>
                  <a:pt x="18000" y="11000"/>
                </a:cubicBezTo>
                <a:cubicBezTo>
                  <a:pt x="18000" y="12100"/>
                  <a:pt x="18900" y="13000"/>
                  <a:pt x="20000" y="13000"/>
                </a:cubicBezTo>
                <a:close/>
                <a:moveTo>
                  <a:pt x="24000" y="16430"/>
                </a:moveTo>
                <a:cubicBezTo>
                  <a:pt x="24000" y="15620"/>
                  <a:pt x="23520" y="14900"/>
                  <a:pt x="22780" y="14580"/>
                </a:cubicBezTo>
                <a:cubicBezTo>
                  <a:pt x="21903" y="14197"/>
                  <a:pt x="20957" y="14000"/>
                  <a:pt x="20000" y="14000"/>
                </a:cubicBezTo>
                <a:cubicBezTo>
                  <a:pt x="19610" y="14000"/>
                  <a:pt x="19240" y="14040"/>
                  <a:pt x="18870" y="14100"/>
                </a:cubicBezTo>
                <a:cubicBezTo>
                  <a:pt x="19270" y="14780"/>
                  <a:pt x="19500" y="15560"/>
                  <a:pt x="19500" y="16390"/>
                </a:cubicBezTo>
                <a:lnTo>
                  <a:pt x="19500" y="18000"/>
                </a:lnTo>
                <a:lnTo>
                  <a:pt x="24000" y="18000"/>
                </a:lnTo>
                <a:lnTo>
                  <a:pt x="24000" y="16430"/>
                </a:lnTo>
                <a:close/>
                <a:moveTo>
                  <a:pt x="12000" y="6000"/>
                </a:moveTo>
                <a:cubicBezTo>
                  <a:pt x="13660" y="6000"/>
                  <a:pt x="15000" y="7340"/>
                  <a:pt x="15000" y="9000"/>
                </a:cubicBezTo>
                <a:cubicBezTo>
                  <a:pt x="15000" y="10660"/>
                  <a:pt x="13660" y="12000"/>
                  <a:pt x="12000" y="12000"/>
                </a:cubicBezTo>
                <a:cubicBezTo>
                  <a:pt x="10340" y="12000"/>
                  <a:pt x="9000" y="10660"/>
                  <a:pt x="9000" y="9000"/>
                </a:cubicBezTo>
                <a:cubicBezTo>
                  <a:pt x="9000" y="7340"/>
                  <a:pt x="10340" y="6000"/>
                  <a:pt x="12000" y="6000"/>
                </a:cubicBezTo>
                <a:close/>
              </a:path>
            </a:pathLst>
          </a:custGeom>
          <a:solidFill>
            <a:srgbClr val="595959"/>
          </a:solidFill>
          <a:ln>
            <a:no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96" name="TextBox 95">
            <a:extLst>
              <a:ext uri="{FF2B5EF4-FFF2-40B4-BE49-F238E27FC236}">
                <a16:creationId xmlns:a16="http://schemas.microsoft.com/office/drawing/2014/main" id="{89AF8974-4D61-092F-73BD-E87D81ED5711}"/>
              </a:ext>
            </a:extLst>
          </p:cNvPr>
          <p:cNvSpPr txBox="1"/>
          <p:nvPr/>
        </p:nvSpPr>
        <p:spPr>
          <a:xfrm>
            <a:off x="1493363" y="2479266"/>
            <a:ext cx="1508760" cy="777240"/>
          </a:xfrm>
          <a:prstGeom prst="rect">
            <a:avLst/>
          </a:prstGeom>
          <a:noFill/>
        </p:spPr>
        <p:txBody>
          <a:bodyPr wrap="square" lIns="0" tIns="18288" rIns="0" bIns="18288" anchor="t">
            <a:noAutofit/>
          </a:bodyPr>
          <a:lstStyle/>
          <a:p>
            <a:pPr algn="ctr"/>
            <a:r>
              <a:rPr lang="ko-KR" altLang="en-US" sz="1200" b="1" i="0">
                <a:solidFill>
                  <a:srgbClr val="262626"/>
                </a:solidFill>
                <a:latin typeface="Arial Narrow" panose="020B0606020202030204" pitchFamily="34" charset="0"/>
                <a:ea typeface="LG스마트체 Regular" panose="020B0600000101010101" pitchFamily="50" charset="-127"/>
                <a:cs typeface="LG스마트체 Regular"/>
              </a:rPr>
              <a:t>구성원</a:t>
            </a:r>
          </a:p>
          <a:p>
            <a:pPr algn="ctr"/>
            <a:r>
              <a:rPr lang="ko-KR" altLang="en-US" sz="1200" b="1" i="0">
                <a:solidFill>
                  <a:srgbClr val="262626"/>
                </a:solidFill>
                <a:latin typeface="Arial Narrow" panose="020B0606020202030204" pitchFamily="34" charset="0"/>
                <a:ea typeface="LG스마트체 Regular" panose="020B0600000101010101" pitchFamily="50" charset="-127"/>
                <a:cs typeface="LG스마트체 Regular"/>
              </a:rPr>
              <a:t>(사내망)</a:t>
            </a:r>
          </a:p>
          <a:p>
            <a:pPr algn="ctr"/>
            <a:r>
              <a:rPr lang="ko-KR" altLang="en-US" sz="1000" b="0" i="0">
                <a:solidFill>
                  <a:srgbClr val="595959"/>
                </a:solidFill>
                <a:latin typeface="Arial Narrow" panose="020B0606020202030204" pitchFamily="34" charset="0"/>
                <a:ea typeface="LG스마트체 Regular" panose="020B0600000101010101" pitchFamily="50" charset="-127"/>
                <a:cs typeface="LG스마트체 Regular"/>
              </a:rPr>
              <a:t>브라우저로 접속</a:t>
            </a:r>
          </a:p>
        </p:txBody>
      </p:sp>
      <p:sp>
        <p:nvSpPr>
          <p:cNvPr id="97" name="box2-server">
            <a:extLst>
              <a:ext uri="{FF2B5EF4-FFF2-40B4-BE49-F238E27FC236}">
                <a16:creationId xmlns:a16="http://schemas.microsoft.com/office/drawing/2014/main" id="{B83082FF-726C-8A85-342D-63B67BA2028A}"/>
              </a:ext>
            </a:extLst>
          </p:cNvPr>
          <p:cNvSpPr/>
          <p:nvPr/>
        </p:nvSpPr>
        <p:spPr>
          <a:xfrm>
            <a:off x="3916523" y="1312970"/>
            <a:ext cx="2606040" cy="2479550"/>
          </a:xfrm>
          <a:prstGeom prst="roundRect">
            <a:avLst>
              <a:gd name="adj" fmla="val 4210"/>
            </a:avLst>
          </a:prstGeom>
          <a:noFill/>
          <a:ln w="22225">
            <a:solidFill>
              <a:srgbClr val="1F3864"/>
            </a:solid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98" name="icon-building">
            <a:extLst>
              <a:ext uri="{FF2B5EF4-FFF2-40B4-BE49-F238E27FC236}">
                <a16:creationId xmlns:a16="http://schemas.microsoft.com/office/drawing/2014/main" id="{8FC537CE-FE97-198B-16A2-AA0EB736E987}"/>
              </a:ext>
            </a:extLst>
          </p:cNvPr>
          <p:cNvSpPr/>
          <p:nvPr/>
        </p:nvSpPr>
        <p:spPr>
          <a:xfrm>
            <a:off x="4035395" y="1422698"/>
            <a:ext cx="384048" cy="384048"/>
          </a:xfrm>
          <a:custGeom>
            <a:avLst/>
            <a:gdLst/>
            <a:ahLst/>
            <a:cxnLst/>
            <a:rect l="0" t="0" r="r" b="b"/>
            <a:pathLst>
              <a:path w="24000" h="24000" fill="none">
                <a:moveTo>
                  <a:pt x="3000" y="21000"/>
                </a:moveTo>
                <a:lnTo>
                  <a:pt x="21000" y="21000"/>
                </a:lnTo>
              </a:path>
              <a:path w="24000" h="24000" fill="none">
                <a:moveTo>
                  <a:pt x="5000" y="21000"/>
                </a:moveTo>
                <a:lnTo>
                  <a:pt x="5000" y="9000"/>
                </a:lnTo>
                <a:lnTo>
                  <a:pt x="10000" y="13000"/>
                </a:lnTo>
                <a:lnTo>
                  <a:pt x="10000" y="9000"/>
                </a:lnTo>
                <a:lnTo>
                  <a:pt x="15000" y="13000"/>
                </a:lnTo>
                <a:lnTo>
                  <a:pt x="19000" y="13000"/>
                </a:lnTo>
              </a:path>
              <a:path w="24000" h="24000" fill="none">
                <a:moveTo>
                  <a:pt x="19000" y="21000"/>
                </a:moveTo>
                <a:lnTo>
                  <a:pt x="19000" y="13000"/>
                </a:lnTo>
                <a:lnTo>
                  <a:pt x="17564" y="3426"/>
                </a:lnTo>
                <a:cubicBezTo>
                  <a:pt x="17527" y="3181"/>
                  <a:pt x="17317" y="3000"/>
                  <a:pt x="17069" y="3000"/>
                </a:cubicBezTo>
                <a:lnTo>
                  <a:pt x="15924" y="3000"/>
                </a:lnTo>
                <a:cubicBezTo>
                  <a:pt x="15679" y="3000"/>
                  <a:pt x="15470" y="3177"/>
                  <a:pt x="15430" y="3418"/>
                </a:cubicBezTo>
                <a:lnTo>
                  <a:pt x="14000" y="12000"/>
                </a:lnTo>
              </a:path>
              <a:path w="24000" h="24000" fill="none">
                <a:moveTo>
                  <a:pt x="9000" y="17000"/>
                </a:moveTo>
                <a:lnTo>
                  <a:pt x="10000" y="17000"/>
                </a:lnTo>
              </a:path>
              <a:path w="24000" h="24000" fill="none">
                <a:moveTo>
                  <a:pt x="14000" y="17000"/>
                </a:moveTo>
                <a:lnTo>
                  <a:pt x="15000" y="17000"/>
                </a:lnTo>
              </a:path>
            </a:pathLst>
          </a:custGeom>
          <a:solidFill>
            <a:srgbClr val="1F3864"/>
          </a:solidFill>
          <a:ln w="12700">
            <a:solidFill>
              <a:srgbClr val="1F3864"/>
            </a:solid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99" name="TextBox 98">
            <a:extLst>
              <a:ext uri="{FF2B5EF4-FFF2-40B4-BE49-F238E27FC236}">
                <a16:creationId xmlns:a16="http://schemas.microsoft.com/office/drawing/2014/main" id="{AB901111-2A98-891C-FBA7-104502BB4FB1}"/>
              </a:ext>
            </a:extLst>
          </p:cNvPr>
          <p:cNvSpPr txBox="1"/>
          <p:nvPr/>
        </p:nvSpPr>
        <p:spPr>
          <a:xfrm>
            <a:off x="4510883" y="1404410"/>
            <a:ext cx="1965960" cy="457200"/>
          </a:xfrm>
          <a:prstGeom prst="rect">
            <a:avLst/>
          </a:prstGeom>
          <a:noFill/>
        </p:spPr>
        <p:txBody>
          <a:bodyPr wrap="square" lIns="0" tIns="18288" rIns="0" bIns="18288" anchor="t">
            <a:noAutofit/>
          </a:bodyPr>
          <a:lstStyle/>
          <a:p>
            <a:pPr algn="l"/>
            <a:r>
              <a:rPr lang="ko-KR" altLang="en-US" sz="1200" b="1" i="0" dirty="0">
                <a:solidFill>
                  <a:srgbClr val="1F3864"/>
                </a:solidFill>
                <a:latin typeface="Arial Narrow" panose="020B0606020202030204" pitchFamily="34" charset="0"/>
                <a:ea typeface="LG스마트체 Regular" panose="020B0600000101010101" pitchFamily="50" charset="-127"/>
                <a:cs typeface="LG스마트체 Regular"/>
              </a:rPr>
              <a:t>사내 서버</a:t>
            </a:r>
          </a:p>
          <a:p>
            <a:pPr algn="l"/>
            <a:r>
              <a:rPr lang="ko-KR" altLang="en-US" sz="1000" b="0" i="0" dirty="0">
                <a:solidFill>
                  <a:srgbClr val="595959"/>
                </a:solidFill>
                <a:latin typeface="Arial Narrow" panose="020B0606020202030204" pitchFamily="34" charset="0"/>
                <a:ea typeface="LG스마트체 Regular" panose="020B0600000101010101" pitchFamily="50" charset="-127"/>
                <a:cs typeface="LG스마트체 Regular"/>
              </a:rPr>
              <a:t>DAVINCI </a:t>
            </a:r>
            <a:r>
              <a:rPr lang="ko-KR" altLang="en-US" sz="1000" b="0" i="0" dirty="0" err="1">
                <a:solidFill>
                  <a:srgbClr val="595959"/>
                </a:solidFill>
                <a:latin typeface="Arial Narrow" panose="020B0606020202030204" pitchFamily="34" charset="0"/>
                <a:ea typeface="LG스마트체 Regular" panose="020B0600000101010101" pitchFamily="50" charset="-127"/>
                <a:cs typeface="LG스마트체 Regular"/>
              </a:rPr>
              <a:t>Sandbox</a:t>
            </a:r>
            <a:endParaRPr lang="ko-KR" altLang="en-US" sz="1000" b="0" i="0" dirty="0">
              <a:solidFill>
                <a:srgbClr val="595959"/>
              </a:solidFill>
              <a:latin typeface="Arial Narrow" panose="020B0606020202030204" pitchFamily="34" charset="0"/>
              <a:ea typeface="LG스마트체 Regular" panose="020B0600000101010101" pitchFamily="50" charset="-127"/>
              <a:cs typeface="LG스마트체 Regular"/>
            </a:endParaRPr>
          </a:p>
        </p:txBody>
      </p:sp>
      <p:sp>
        <p:nvSpPr>
          <p:cNvPr id="102" name="chip-server-alloc">
            <a:extLst>
              <a:ext uri="{FF2B5EF4-FFF2-40B4-BE49-F238E27FC236}">
                <a16:creationId xmlns:a16="http://schemas.microsoft.com/office/drawing/2014/main" id="{3DA76E2E-6491-9A90-1E92-2B33FC13A49E}"/>
              </a:ext>
            </a:extLst>
          </p:cNvPr>
          <p:cNvSpPr/>
          <p:nvPr/>
        </p:nvSpPr>
        <p:spPr>
          <a:xfrm>
            <a:off x="4035395" y="1906568"/>
            <a:ext cx="2377440" cy="438912"/>
          </a:xfrm>
          <a:prstGeom prst="roundRect">
            <a:avLst>
              <a:gd name="adj" fmla="val 10416"/>
            </a:avLst>
          </a:prstGeom>
          <a:solidFill>
            <a:srgbClr val="FFF5EB"/>
          </a:solidFill>
          <a:ln w="12700">
            <a:solidFill>
              <a:srgbClr val="C55A11"/>
            </a:solidFill>
            <a:prstDash val="dash"/>
          </a:ln>
          <a:effectLst/>
        </p:spPr>
        <p:txBody>
          <a:bodyPr wrap="square" lIns="64008" tIns="18288" rIns="64008" bIns="18288" rtlCol="0" anchor="ctr">
            <a:noAutofit/>
          </a:bodyPr>
          <a:lstStyle/>
          <a:p>
            <a:pPr algn="l"/>
            <a:r>
              <a:rPr lang="en-US" altLang="ko-KR" sz="1000" dirty="0">
                <a:solidFill>
                  <a:srgbClr val="262626"/>
                </a:solidFill>
                <a:latin typeface="Arial Narrow" panose="020B0606020202030204" pitchFamily="34" charset="0"/>
                <a:ea typeface="LG스마트체 Regular" panose="020B0600000101010101" pitchFamily="50" charset="-127"/>
              </a:rPr>
              <a:t>CPU</a:t>
            </a:r>
            <a:r>
              <a:rPr lang="ko-KR" altLang="en-US" sz="1000" dirty="0">
                <a:solidFill>
                  <a:srgbClr val="262626"/>
                </a:solidFill>
                <a:latin typeface="Arial Narrow" panose="020B0606020202030204" pitchFamily="34" charset="0"/>
                <a:ea typeface="LG스마트체 Regular" panose="020B0600000101010101" pitchFamily="50" charset="-127"/>
              </a:rPr>
              <a:t> 8</a:t>
            </a:r>
            <a:r>
              <a:rPr lang="ko-KR" altLang="en-US" sz="1000" b="0" i="0" dirty="0">
                <a:solidFill>
                  <a:srgbClr val="262626"/>
                </a:solidFill>
                <a:latin typeface="Arial Narrow" panose="020B0606020202030204" pitchFamily="34" charset="0"/>
                <a:ea typeface="LG스마트체 Regular" panose="020B0600000101010101" pitchFamily="50" charset="-127"/>
                <a:cs typeface="LG스마트체 Regular"/>
              </a:rPr>
              <a:t>코어 </a:t>
            </a:r>
            <a:r>
              <a:rPr lang="en-US" altLang="ko-KR" sz="1000" b="0" i="0" dirty="0">
                <a:solidFill>
                  <a:srgbClr val="262626"/>
                </a:solidFill>
                <a:latin typeface="Arial Narrow" panose="020B0606020202030204" pitchFamily="34" charset="0"/>
                <a:ea typeface="LG스마트체 Regular" panose="020B0600000101010101" pitchFamily="50" charset="-127"/>
                <a:cs typeface="LG스마트체 Regular"/>
              </a:rPr>
              <a:t>/ RAM </a:t>
            </a:r>
            <a:r>
              <a:rPr lang="ko-KR" altLang="en-US" sz="1000" b="0" i="0" dirty="0">
                <a:solidFill>
                  <a:srgbClr val="262626"/>
                </a:solidFill>
                <a:latin typeface="Arial Narrow" panose="020B0606020202030204" pitchFamily="34" charset="0"/>
                <a:ea typeface="LG스마트체 Regular" panose="020B0600000101010101" pitchFamily="50" charset="-127"/>
                <a:cs typeface="LG스마트체 Regular"/>
              </a:rPr>
              <a:t>32GB</a:t>
            </a:r>
          </a:p>
        </p:txBody>
      </p:sp>
      <p:sp>
        <p:nvSpPr>
          <p:cNvPr id="103" name="box3-storage">
            <a:extLst>
              <a:ext uri="{FF2B5EF4-FFF2-40B4-BE49-F238E27FC236}">
                <a16:creationId xmlns:a16="http://schemas.microsoft.com/office/drawing/2014/main" id="{3B937860-E951-6CBF-AF8B-CF4D21FC0076}"/>
              </a:ext>
            </a:extLst>
          </p:cNvPr>
          <p:cNvSpPr/>
          <p:nvPr/>
        </p:nvSpPr>
        <p:spPr>
          <a:xfrm>
            <a:off x="4035395" y="2494934"/>
            <a:ext cx="2377440" cy="1149096"/>
          </a:xfrm>
          <a:prstGeom prst="roundRect">
            <a:avLst>
              <a:gd name="adj" fmla="val 4102"/>
            </a:avLst>
          </a:prstGeom>
          <a:solidFill>
            <a:srgbClr val="EEF2F8"/>
          </a:solidFill>
          <a:ln w="15875">
            <a:solidFill>
              <a:srgbClr val="1F3864"/>
            </a:solid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104" name="icon-database">
            <a:extLst>
              <a:ext uri="{FF2B5EF4-FFF2-40B4-BE49-F238E27FC236}">
                <a16:creationId xmlns:a16="http://schemas.microsoft.com/office/drawing/2014/main" id="{F3BD17FD-CEEA-FB75-0663-40143C467BFD}"/>
              </a:ext>
            </a:extLst>
          </p:cNvPr>
          <p:cNvSpPr/>
          <p:nvPr/>
        </p:nvSpPr>
        <p:spPr>
          <a:xfrm>
            <a:off x="4145123" y="2613806"/>
            <a:ext cx="347472" cy="347472"/>
          </a:xfrm>
          <a:custGeom>
            <a:avLst/>
            <a:gdLst/>
            <a:ahLst/>
            <a:cxnLst/>
            <a:rect l="0" t="0" r="r" b="b"/>
            <a:pathLst>
              <a:path w="24000" h="24000" fill="none">
                <a:moveTo>
                  <a:pt x="12000" y="6000"/>
                </a:moveTo>
                <a:moveTo>
                  <a:pt x="4000" y="6000"/>
                </a:moveTo>
                <a:cubicBezTo>
                  <a:pt x="4000" y="7657"/>
                  <a:pt x="7582" y="9000"/>
                  <a:pt x="12000" y="9000"/>
                </a:cubicBezTo>
                <a:cubicBezTo>
                  <a:pt x="16418" y="9000"/>
                  <a:pt x="20000" y="7657"/>
                  <a:pt x="20000" y="6000"/>
                </a:cubicBezTo>
                <a:cubicBezTo>
                  <a:pt x="20000" y="4343"/>
                  <a:pt x="16418" y="3000"/>
                  <a:pt x="12000" y="3000"/>
                </a:cubicBezTo>
                <a:cubicBezTo>
                  <a:pt x="7582" y="3000"/>
                  <a:pt x="4000" y="4343"/>
                  <a:pt x="4000" y="6000"/>
                </a:cubicBezTo>
              </a:path>
              <a:path w="24000" h="24000" fill="none">
                <a:moveTo>
                  <a:pt x="4000" y="6000"/>
                </a:moveTo>
                <a:lnTo>
                  <a:pt x="4000" y="12000"/>
                </a:lnTo>
                <a:cubicBezTo>
                  <a:pt x="4000" y="13657"/>
                  <a:pt x="7582" y="15000"/>
                  <a:pt x="12000" y="15000"/>
                </a:cubicBezTo>
                <a:cubicBezTo>
                  <a:pt x="16418" y="15000"/>
                  <a:pt x="20000" y="13657"/>
                  <a:pt x="20000" y="12000"/>
                </a:cubicBezTo>
                <a:lnTo>
                  <a:pt x="20000" y="6000"/>
                </a:lnTo>
              </a:path>
              <a:path w="24000" h="24000" fill="none">
                <a:moveTo>
                  <a:pt x="4000" y="12000"/>
                </a:moveTo>
                <a:lnTo>
                  <a:pt x="4000" y="18000"/>
                </a:lnTo>
                <a:cubicBezTo>
                  <a:pt x="4000" y="19657"/>
                  <a:pt x="7582" y="21000"/>
                  <a:pt x="12000" y="21000"/>
                </a:cubicBezTo>
                <a:cubicBezTo>
                  <a:pt x="16418" y="21000"/>
                  <a:pt x="20000" y="19657"/>
                  <a:pt x="20000" y="18000"/>
                </a:cubicBezTo>
                <a:lnTo>
                  <a:pt x="20000" y="12000"/>
                </a:lnTo>
              </a:path>
            </a:pathLst>
          </a:custGeom>
          <a:solidFill>
            <a:srgbClr val="1F3864"/>
          </a:solidFill>
          <a:ln w="12700">
            <a:solidFill>
              <a:srgbClr val="1F3864"/>
            </a:solid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105" name="TextBox 104">
            <a:extLst>
              <a:ext uri="{FF2B5EF4-FFF2-40B4-BE49-F238E27FC236}">
                <a16:creationId xmlns:a16="http://schemas.microsoft.com/office/drawing/2014/main" id="{02C5DC7D-9764-C7F5-2603-00CCE6D2707C}"/>
              </a:ext>
            </a:extLst>
          </p:cNvPr>
          <p:cNvSpPr txBox="1"/>
          <p:nvPr/>
        </p:nvSpPr>
        <p:spPr>
          <a:xfrm>
            <a:off x="4565747" y="2586374"/>
            <a:ext cx="1810512" cy="475488"/>
          </a:xfrm>
          <a:prstGeom prst="rect">
            <a:avLst/>
          </a:prstGeom>
          <a:noFill/>
        </p:spPr>
        <p:txBody>
          <a:bodyPr wrap="square" lIns="0" tIns="18288" rIns="0" bIns="18288" anchor="t">
            <a:noAutofit/>
          </a:bodyPr>
          <a:lstStyle/>
          <a:p>
            <a:pPr algn="l"/>
            <a:r>
              <a:rPr lang="ko-KR" altLang="en-US" sz="1200" b="1" i="0" dirty="0">
                <a:solidFill>
                  <a:srgbClr val="1F3864"/>
                </a:solidFill>
                <a:latin typeface="Arial Narrow" panose="020B0606020202030204" pitchFamily="34" charset="0"/>
                <a:ea typeface="LG스마트체 Regular" panose="020B0600000101010101" pitchFamily="50" charset="-127"/>
                <a:cs typeface="LG스마트체 Regular"/>
              </a:rPr>
              <a:t>데이터 저장소</a:t>
            </a:r>
          </a:p>
          <a:p>
            <a:pPr algn="l"/>
            <a:r>
              <a:rPr lang="ko-KR" altLang="en-US" sz="1000" b="0" i="0" dirty="0">
                <a:solidFill>
                  <a:srgbClr val="262626"/>
                </a:solidFill>
                <a:latin typeface="Arial Narrow" panose="020B0606020202030204" pitchFamily="34" charset="0"/>
                <a:ea typeface="LG스마트체 Regular" panose="020B0600000101010101" pitchFamily="50" charset="-127"/>
                <a:cs typeface="LG스마트체 Regular"/>
              </a:rPr>
              <a:t>업무 기록 · 첨부 · 보고서</a:t>
            </a:r>
          </a:p>
        </p:txBody>
      </p:sp>
      <p:sp>
        <p:nvSpPr>
          <p:cNvPr id="108" name="box4-ai">
            <a:extLst>
              <a:ext uri="{FF2B5EF4-FFF2-40B4-BE49-F238E27FC236}">
                <a16:creationId xmlns:a16="http://schemas.microsoft.com/office/drawing/2014/main" id="{E457F129-2ACF-F0BC-93E2-C88C14F10886}"/>
              </a:ext>
            </a:extLst>
          </p:cNvPr>
          <p:cNvSpPr/>
          <p:nvPr/>
        </p:nvSpPr>
        <p:spPr>
          <a:xfrm>
            <a:off x="7254083" y="1309339"/>
            <a:ext cx="1737360" cy="942747"/>
          </a:xfrm>
          <a:prstGeom prst="roundRect">
            <a:avLst>
              <a:gd name="adj" fmla="val 5263"/>
            </a:avLst>
          </a:prstGeom>
          <a:noFill/>
          <a:ln w="15875">
            <a:solidFill>
              <a:srgbClr val="C55A11"/>
            </a:solidFill>
            <a:prstDash val="dash"/>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109" name="icon-ai">
            <a:extLst>
              <a:ext uri="{FF2B5EF4-FFF2-40B4-BE49-F238E27FC236}">
                <a16:creationId xmlns:a16="http://schemas.microsoft.com/office/drawing/2014/main" id="{12704C08-61C5-D7A4-A081-148FABA87809}"/>
              </a:ext>
            </a:extLst>
          </p:cNvPr>
          <p:cNvSpPr/>
          <p:nvPr/>
        </p:nvSpPr>
        <p:spPr>
          <a:xfrm>
            <a:off x="7363811" y="1620131"/>
            <a:ext cx="365760" cy="365760"/>
          </a:xfrm>
          <a:custGeom>
            <a:avLst/>
            <a:gdLst/>
            <a:ahLst/>
            <a:cxnLst/>
            <a:rect l="0" t="0" r="r" b="b"/>
            <a:pathLst>
              <a:path w="24000" h="24000" fill="none">
                <a:moveTo>
                  <a:pt x="15500" y="13000"/>
                </a:moveTo>
                <a:cubicBezTo>
                  <a:pt x="13567" y="13000"/>
                  <a:pt x="12000" y="14567"/>
                  <a:pt x="12000" y="16500"/>
                </a:cubicBezTo>
                <a:lnTo>
                  <a:pt x="12000" y="17500"/>
                </a:lnTo>
                <a:cubicBezTo>
                  <a:pt x="12000" y="19433"/>
                  <a:pt x="13567" y="21000"/>
                  <a:pt x="15500" y="21000"/>
                </a:cubicBezTo>
                <a:cubicBezTo>
                  <a:pt x="17433" y="21000"/>
                  <a:pt x="19000" y="19433"/>
                  <a:pt x="19000" y="17500"/>
                </a:cubicBezTo>
                <a:lnTo>
                  <a:pt x="19000" y="15700"/>
                </a:lnTo>
              </a:path>
              <a:path w="24000" h="24000" fill="none">
                <a:moveTo>
                  <a:pt x="8500" y="13000"/>
                </a:moveTo>
                <a:cubicBezTo>
                  <a:pt x="10433" y="13000"/>
                  <a:pt x="12000" y="14567"/>
                  <a:pt x="12000" y="16500"/>
                </a:cubicBezTo>
                <a:lnTo>
                  <a:pt x="12000" y="17500"/>
                </a:lnTo>
                <a:cubicBezTo>
                  <a:pt x="12000" y="19433"/>
                  <a:pt x="10433" y="21000"/>
                  <a:pt x="8500" y="21000"/>
                </a:cubicBezTo>
                <a:cubicBezTo>
                  <a:pt x="6567" y="21000"/>
                  <a:pt x="5000" y="19433"/>
                  <a:pt x="5000" y="17500"/>
                </a:cubicBezTo>
                <a:lnTo>
                  <a:pt x="5000" y="15700"/>
                </a:lnTo>
              </a:path>
              <a:path w="24000" h="24000" fill="none">
                <a:moveTo>
                  <a:pt x="17500" y="16000"/>
                </a:moveTo>
                <a:cubicBezTo>
                  <a:pt x="19433" y="16000"/>
                  <a:pt x="21000" y="14433"/>
                  <a:pt x="21000" y="12500"/>
                </a:cubicBezTo>
                <a:cubicBezTo>
                  <a:pt x="21000" y="10567"/>
                  <a:pt x="19433" y="9000"/>
                  <a:pt x="17500" y="9000"/>
                </a:cubicBezTo>
                <a:lnTo>
                  <a:pt x="17000" y="9000"/>
                </a:lnTo>
              </a:path>
              <a:path w="24000" h="24000" fill="none">
                <a:moveTo>
                  <a:pt x="19000" y="9300"/>
                </a:moveTo>
                <a:lnTo>
                  <a:pt x="19000" y="6500"/>
                </a:lnTo>
                <a:cubicBezTo>
                  <a:pt x="19000" y="4567"/>
                  <a:pt x="17433" y="3000"/>
                  <a:pt x="15500" y="3000"/>
                </a:cubicBezTo>
                <a:cubicBezTo>
                  <a:pt x="13567" y="3000"/>
                  <a:pt x="12000" y="4567"/>
                  <a:pt x="12000" y="6500"/>
                </a:cubicBezTo>
              </a:path>
              <a:path w="24000" h="24000" fill="none">
                <a:moveTo>
                  <a:pt x="6500" y="16000"/>
                </a:moveTo>
                <a:cubicBezTo>
                  <a:pt x="4567" y="16000"/>
                  <a:pt x="3000" y="14433"/>
                  <a:pt x="3000" y="12500"/>
                </a:cubicBezTo>
                <a:cubicBezTo>
                  <a:pt x="3000" y="10567"/>
                  <a:pt x="4567" y="9000"/>
                  <a:pt x="6500" y="9000"/>
                </a:cubicBezTo>
                <a:lnTo>
                  <a:pt x="7000" y="9000"/>
                </a:lnTo>
              </a:path>
              <a:path w="24000" h="24000" fill="none">
                <a:moveTo>
                  <a:pt x="5000" y="9300"/>
                </a:moveTo>
                <a:lnTo>
                  <a:pt x="5000" y="6500"/>
                </a:lnTo>
                <a:cubicBezTo>
                  <a:pt x="5000" y="4567"/>
                  <a:pt x="6567" y="3000"/>
                  <a:pt x="8500" y="3000"/>
                </a:cubicBezTo>
                <a:cubicBezTo>
                  <a:pt x="10433" y="3000"/>
                  <a:pt x="12000" y="4567"/>
                  <a:pt x="12000" y="6500"/>
                </a:cubicBezTo>
                <a:lnTo>
                  <a:pt x="12000" y="16500"/>
                </a:lnTo>
              </a:path>
            </a:pathLst>
          </a:custGeom>
          <a:solidFill>
            <a:srgbClr val="1F3864"/>
          </a:solidFill>
          <a:ln w="12700">
            <a:solidFill>
              <a:srgbClr val="1F3864"/>
            </a:solid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110" name="TextBox 109">
            <a:extLst>
              <a:ext uri="{FF2B5EF4-FFF2-40B4-BE49-F238E27FC236}">
                <a16:creationId xmlns:a16="http://schemas.microsoft.com/office/drawing/2014/main" id="{82F193CB-10CA-B248-5E74-B52A2DD7A80F}"/>
              </a:ext>
            </a:extLst>
          </p:cNvPr>
          <p:cNvSpPr txBox="1"/>
          <p:nvPr/>
        </p:nvSpPr>
        <p:spPr>
          <a:xfrm>
            <a:off x="7784435" y="1601843"/>
            <a:ext cx="1188720" cy="438912"/>
          </a:xfrm>
          <a:prstGeom prst="rect">
            <a:avLst/>
          </a:prstGeom>
          <a:noFill/>
        </p:spPr>
        <p:txBody>
          <a:bodyPr wrap="square" lIns="0" tIns="18288" rIns="0" bIns="18288" anchor="t">
            <a:noAutofit/>
          </a:bodyPr>
          <a:lstStyle/>
          <a:p>
            <a:pPr algn="l"/>
            <a:r>
              <a:rPr lang="ko-KR" altLang="en-US" sz="1200" b="1" i="0">
                <a:solidFill>
                  <a:srgbClr val="262626"/>
                </a:solidFill>
                <a:latin typeface="Arial Narrow" panose="020B0606020202030204" pitchFamily="34" charset="0"/>
                <a:ea typeface="LG스마트체 Regular" panose="020B0600000101010101" pitchFamily="50" charset="-127"/>
                <a:cs typeface="LG스마트체 Regular"/>
              </a:rPr>
              <a:t>사내 AI</a:t>
            </a:r>
          </a:p>
          <a:p>
            <a:pPr algn="l"/>
            <a:r>
              <a:rPr lang="ko-KR" altLang="en-US" sz="1000" b="0" i="0">
                <a:solidFill>
                  <a:srgbClr val="595959"/>
                </a:solidFill>
                <a:latin typeface="Arial Narrow" panose="020B0606020202030204" pitchFamily="34" charset="0"/>
                <a:ea typeface="LG스마트체 Regular" panose="020B0600000101010101" pitchFamily="50" charset="-127"/>
                <a:cs typeface="LG스마트체 Regular"/>
              </a:rPr>
              <a:t>(EXAONE)</a:t>
            </a:r>
          </a:p>
        </p:txBody>
      </p:sp>
      <p:sp>
        <p:nvSpPr>
          <p:cNvPr id="113" name="box5-backup">
            <a:extLst>
              <a:ext uri="{FF2B5EF4-FFF2-40B4-BE49-F238E27FC236}">
                <a16:creationId xmlns:a16="http://schemas.microsoft.com/office/drawing/2014/main" id="{A608B661-6F8F-1F94-02AE-0EB3F7C0D9B7}"/>
              </a:ext>
            </a:extLst>
          </p:cNvPr>
          <p:cNvSpPr/>
          <p:nvPr/>
        </p:nvSpPr>
        <p:spPr>
          <a:xfrm>
            <a:off x="7254083" y="2703729"/>
            <a:ext cx="1737360" cy="1088135"/>
          </a:xfrm>
          <a:prstGeom prst="roundRect">
            <a:avLst>
              <a:gd name="adj" fmla="val 5714"/>
            </a:avLst>
          </a:prstGeom>
          <a:solidFill>
            <a:srgbClr val="FFF5EB"/>
          </a:solidFill>
          <a:ln w="15875">
            <a:solidFill>
              <a:srgbClr val="C55A11"/>
            </a:solidFill>
            <a:prstDash val="dash"/>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114" name="icon-backup">
            <a:extLst>
              <a:ext uri="{FF2B5EF4-FFF2-40B4-BE49-F238E27FC236}">
                <a16:creationId xmlns:a16="http://schemas.microsoft.com/office/drawing/2014/main" id="{4198DD0E-37DD-2982-F908-5E71FE3FE7A1}"/>
              </a:ext>
            </a:extLst>
          </p:cNvPr>
          <p:cNvSpPr/>
          <p:nvPr/>
        </p:nvSpPr>
        <p:spPr>
          <a:xfrm>
            <a:off x="7363811" y="2804313"/>
            <a:ext cx="365760" cy="365760"/>
          </a:xfrm>
          <a:custGeom>
            <a:avLst/>
            <a:gdLst/>
            <a:ahLst/>
            <a:cxnLst/>
            <a:rect l="0" t="0" r="r" b="b"/>
            <a:pathLst>
              <a:path w="24000" h="24000" stroke="0">
                <a:moveTo>
                  <a:pt x="19350" y="10040"/>
                </a:moveTo>
                <a:cubicBezTo>
                  <a:pt x="18657" y="6529"/>
                  <a:pt x="15578" y="3999"/>
                  <a:pt x="12000" y="4000"/>
                </a:cubicBezTo>
                <a:cubicBezTo>
                  <a:pt x="9110" y="4000"/>
                  <a:pt x="6600" y="5640"/>
                  <a:pt x="5350" y="8040"/>
                </a:cubicBezTo>
                <a:cubicBezTo>
                  <a:pt x="2306" y="8369"/>
                  <a:pt x="0" y="10939"/>
                  <a:pt x="0" y="14000"/>
                </a:cubicBezTo>
                <a:cubicBezTo>
                  <a:pt x="0" y="17310"/>
                  <a:pt x="2690" y="20000"/>
                  <a:pt x="6000" y="20000"/>
                </a:cubicBezTo>
                <a:lnTo>
                  <a:pt x="19000" y="20000"/>
                </a:lnTo>
                <a:cubicBezTo>
                  <a:pt x="21760" y="20000"/>
                  <a:pt x="24000" y="17760"/>
                  <a:pt x="24000" y="15000"/>
                </a:cubicBezTo>
                <a:cubicBezTo>
                  <a:pt x="24000" y="12360"/>
                  <a:pt x="21950" y="10220"/>
                  <a:pt x="19350" y="10040"/>
                </a:cubicBezTo>
                <a:close/>
                <a:moveTo>
                  <a:pt x="14000" y="13000"/>
                </a:moveTo>
                <a:lnTo>
                  <a:pt x="14000" y="17000"/>
                </a:lnTo>
                <a:lnTo>
                  <a:pt x="10000" y="17000"/>
                </a:lnTo>
                <a:lnTo>
                  <a:pt x="10000" y="13000"/>
                </a:lnTo>
                <a:lnTo>
                  <a:pt x="7000" y="13000"/>
                </a:lnTo>
                <a:lnTo>
                  <a:pt x="12000" y="8000"/>
                </a:lnTo>
                <a:lnTo>
                  <a:pt x="17000" y="13000"/>
                </a:lnTo>
                <a:lnTo>
                  <a:pt x="14000" y="13000"/>
                </a:lnTo>
                <a:close/>
              </a:path>
            </a:pathLst>
          </a:custGeom>
          <a:solidFill>
            <a:srgbClr val="595959"/>
          </a:solidFill>
          <a:ln>
            <a:no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115" name="TextBox 114">
            <a:extLst>
              <a:ext uri="{FF2B5EF4-FFF2-40B4-BE49-F238E27FC236}">
                <a16:creationId xmlns:a16="http://schemas.microsoft.com/office/drawing/2014/main" id="{09F27712-ADEA-5279-26C3-7EECB5763995}"/>
              </a:ext>
            </a:extLst>
          </p:cNvPr>
          <p:cNvSpPr txBox="1"/>
          <p:nvPr/>
        </p:nvSpPr>
        <p:spPr>
          <a:xfrm>
            <a:off x="7784435" y="2786025"/>
            <a:ext cx="1188720" cy="438912"/>
          </a:xfrm>
          <a:prstGeom prst="rect">
            <a:avLst/>
          </a:prstGeom>
          <a:noFill/>
        </p:spPr>
        <p:txBody>
          <a:bodyPr wrap="square" lIns="0" tIns="18288" rIns="0" bIns="18288" anchor="t">
            <a:noAutofit/>
          </a:bodyPr>
          <a:lstStyle/>
          <a:p>
            <a:pPr algn="l"/>
            <a:r>
              <a:rPr lang="ko-KR" altLang="en-US" sz="1200" b="1" i="0">
                <a:solidFill>
                  <a:srgbClr val="262626"/>
                </a:solidFill>
                <a:latin typeface="Arial Narrow" panose="020B0606020202030204" pitchFamily="34" charset="0"/>
                <a:ea typeface="LG스마트체 Regular" panose="020B0600000101010101" pitchFamily="50" charset="-127"/>
                <a:cs typeface="LG스마트체 Regular"/>
              </a:rPr>
              <a:t>백업 보관함</a:t>
            </a:r>
          </a:p>
          <a:p>
            <a:pPr algn="l"/>
            <a:r>
              <a:rPr lang="ko-KR" altLang="en-US" sz="1000" b="0" i="0">
                <a:solidFill>
                  <a:srgbClr val="595959"/>
                </a:solidFill>
                <a:latin typeface="Arial Narrow" panose="020B0606020202030204" pitchFamily="34" charset="0"/>
                <a:ea typeface="LG스마트체 Regular" panose="020B0600000101010101" pitchFamily="50" charset="-127"/>
                <a:cs typeface="LG스마트체 Regular"/>
              </a:rPr>
              <a:t>(NAS)</a:t>
            </a:r>
          </a:p>
        </p:txBody>
      </p:sp>
      <p:sp>
        <p:nvSpPr>
          <p:cNvPr id="116" name="chip-nas">
            <a:extLst>
              <a:ext uri="{FF2B5EF4-FFF2-40B4-BE49-F238E27FC236}">
                <a16:creationId xmlns:a16="http://schemas.microsoft.com/office/drawing/2014/main" id="{A478952D-E5CF-BDFF-2E96-805A5AADC443}"/>
              </a:ext>
            </a:extLst>
          </p:cNvPr>
          <p:cNvSpPr/>
          <p:nvPr/>
        </p:nvSpPr>
        <p:spPr>
          <a:xfrm>
            <a:off x="7345523" y="3260751"/>
            <a:ext cx="1554480" cy="438912"/>
          </a:xfrm>
          <a:prstGeom prst="roundRect">
            <a:avLst>
              <a:gd name="adj" fmla="val 5102"/>
            </a:avLst>
          </a:prstGeom>
          <a:solidFill>
            <a:srgbClr val="FFF5EB"/>
          </a:solidFill>
          <a:ln w="12700">
            <a:solidFill>
              <a:srgbClr val="C55A11"/>
            </a:solidFill>
            <a:prstDash val="dash"/>
          </a:ln>
          <a:effectLst/>
        </p:spPr>
        <p:txBody>
          <a:bodyPr wrap="square" lIns="64008" tIns="18288" rIns="64008" bIns="18288" rtlCol="0" anchor="ctr">
            <a:noAutofit/>
          </a:bodyPr>
          <a:lstStyle/>
          <a:p>
            <a:pPr algn="l"/>
            <a:r>
              <a:rPr lang="ko-KR" altLang="en-US" sz="1000" b="0" i="0" dirty="0">
                <a:solidFill>
                  <a:srgbClr val="262626"/>
                </a:solidFill>
                <a:latin typeface="Arial Narrow" panose="020B0606020202030204" pitchFamily="34" charset="0"/>
                <a:ea typeface="LG스마트체 Regular" panose="020B0600000101010101" pitchFamily="50" charset="-127"/>
                <a:cs typeface="LG스마트체 Regular"/>
              </a:rPr>
              <a:t>2TB · 1년 보관</a:t>
            </a:r>
          </a:p>
        </p:txBody>
      </p:sp>
      <p:cxnSp>
        <p:nvCxnSpPr>
          <p:cNvPr id="117" name="flow1-input">
            <a:extLst>
              <a:ext uri="{FF2B5EF4-FFF2-40B4-BE49-F238E27FC236}">
                <a16:creationId xmlns:a16="http://schemas.microsoft.com/office/drawing/2014/main" id="{FAE5305E-4A30-F3B5-BA4E-CCCF5D95526A}"/>
              </a:ext>
            </a:extLst>
          </p:cNvPr>
          <p:cNvCxnSpPr/>
          <p:nvPr/>
        </p:nvCxnSpPr>
        <p:spPr>
          <a:xfrm>
            <a:off x="3047843" y="2036870"/>
            <a:ext cx="868680" cy="0"/>
          </a:xfrm>
          <a:prstGeom prst="line">
            <a:avLst/>
          </a:prstGeom>
          <a:ln w="19050">
            <a:solidFill>
              <a:srgbClr val="C55A11"/>
            </a:solidFill>
            <a:prstDash val="dash"/>
            <a:tailEnd type="triangle" w="med" len="med"/>
          </a:ln>
        </p:spPr>
      </p:cxnSp>
      <p:sp>
        <p:nvSpPr>
          <p:cNvPr id="118" name="badge-1">
            <a:extLst>
              <a:ext uri="{FF2B5EF4-FFF2-40B4-BE49-F238E27FC236}">
                <a16:creationId xmlns:a16="http://schemas.microsoft.com/office/drawing/2014/main" id="{B2DDAE4E-EA6B-165A-D186-C3FC10E4EAC7}"/>
              </a:ext>
            </a:extLst>
          </p:cNvPr>
          <p:cNvSpPr/>
          <p:nvPr/>
        </p:nvSpPr>
        <p:spPr>
          <a:xfrm>
            <a:off x="3345023" y="1899710"/>
            <a:ext cx="274320" cy="274320"/>
          </a:xfrm>
          <a:prstGeom prst="ellipse">
            <a:avLst/>
          </a:prstGeom>
          <a:solidFill>
            <a:srgbClr val="1F3864"/>
          </a:solidFill>
          <a:ln w="9525">
            <a:solidFill>
              <a:srgbClr val="FFFFFF"/>
            </a:solidFill>
          </a:ln>
          <a:effectLst/>
        </p:spPr>
        <p:txBody>
          <a:bodyPr wrap="square" lIns="0" tIns="0" rIns="0" bIns="0" rtlCol="0" anchor="ctr">
            <a:noAutofit/>
          </a:bodyPr>
          <a:lstStyle/>
          <a:p>
            <a:pPr algn="ctr"/>
            <a:r>
              <a:rPr lang="ko-KR" altLang="en-US" sz="1000" b="1" i="0">
                <a:solidFill>
                  <a:srgbClr val="FFFFFF"/>
                </a:solidFill>
                <a:latin typeface="Arial Narrow" panose="020B0606020202030204" pitchFamily="34" charset="0"/>
                <a:ea typeface="LG스마트체 Regular" panose="020B0600000101010101" pitchFamily="50" charset="-127"/>
                <a:cs typeface="LG스마트체 Regular"/>
              </a:rPr>
              <a:t>1</a:t>
            </a:r>
          </a:p>
        </p:txBody>
      </p:sp>
      <p:sp>
        <p:nvSpPr>
          <p:cNvPr id="119" name="TextBox 118">
            <a:extLst>
              <a:ext uri="{FF2B5EF4-FFF2-40B4-BE49-F238E27FC236}">
                <a16:creationId xmlns:a16="http://schemas.microsoft.com/office/drawing/2014/main" id="{F6564399-337B-AC8D-0B91-9550A56F31DC}"/>
              </a:ext>
            </a:extLst>
          </p:cNvPr>
          <p:cNvSpPr txBox="1"/>
          <p:nvPr/>
        </p:nvSpPr>
        <p:spPr>
          <a:xfrm>
            <a:off x="3066131" y="1643678"/>
            <a:ext cx="832104" cy="219456"/>
          </a:xfrm>
          <a:prstGeom prst="rect">
            <a:avLst/>
          </a:prstGeom>
          <a:noFill/>
        </p:spPr>
        <p:txBody>
          <a:bodyPr wrap="square" lIns="0" tIns="18288" rIns="0" bIns="18288" anchor="t">
            <a:noAutofit/>
          </a:bodyPr>
          <a:lstStyle/>
          <a:p>
            <a:pPr algn="ctr"/>
            <a:r>
              <a:rPr lang="ko-KR" altLang="en-US" sz="1000" b="1" i="0" dirty="0">
                <a:latin typeface="Arial Narrow" panose="020B0606020202030204" pitchFamily="34" charset="0"/>
                <a:ea typeface="LG스마트체 Regular" panose="020B0600000101010101" pitchFamily="50" charset="-127"/>
                <a:cs typeface="LG스마트체 Regular"/>
              </a:rPr>
              <a:t>기록 입력</a:t>
            </a:r>
          </a:p>
        </p:txBody>
      </p:sp>
      <p:cxnSp>
        <p:nvCxnSpPr>
          <p:cNvPr id="121" name="flow3-report">
            <a:extLst>
              <a:ext uri="{FF2B5EF4-FFF2-40B4-BE49-F238E27FC236}">
                <a16:creationId xmlns:a16="http://schemas.microsoft.com/office/drawing/2014/main" id="{0FF8484C-FEDF-1B35-F068-DD32E88551A4}"/>
              </a:ext>
            </a:extLst>
          </p:cNvPr>
          <p:cNvCxnSpPr/>
          <p:nvPr/>
        </p:nvCxnSpPr>
        <p:spPr>
          <a:xfrm flipH="1">
            <a:off x="3047843" y="2905550"/>
            <a:ext cx="868680" cy="0"/>
          </a:xfrm>
          <a:prstGeom prst="line">
            <a:avLst/>
          </a:prstGeom>
          <a:ln w="19050">
            <a:solidFill>
              <a:srgbClr val="1F3864"/>
            </a:solidFill>
            <a:tailEnd type="triangle" w="med" len="med"/>
          </a:ln>
        </p:spPr>
      </p:cxnSp>
      <p:sp>
        <p:nvSpPr>
          <p:cNvPr id="122" name="badge-3">
            <a:extLst>
              <a:ext uri="{FF2B5EF4-FFF2-40B4-BE49-F238E27FC236}">
                <a16:creationId xmlns:a16="http://schemas.microsoft.com/office/drawing/2014/main" id="{551E8514-3E99-BB0E-47FB-7514FC2AD997}"/>
              </a:ext>
            </a:extLst>
          </p:cNvPr>
          <p:cNvSpPr/>
          <p:nvPr/>
        </p:nvSpPr>
        <p:spPr>
          <a:xfrm>
            <a:off x="3345023" y="2768390"/>
            <a:ext cx="274320" cy="274320"/>
          </a:xfrm>
          <a:prstGeom prst="ellipse">
            <a:avLst/>
          </a:prstGeom>
          <a:solidFill>
            <a:srgbClr val="1F3864"/>
          </a:solidFill>
          <a:ln w="9525">
            <a:solidFill>
              <a:srgbClr val="FFFFFF"/>
            </a:solidFill>
          </a:ln>
          <a:effectLst/>
        </p:spPr>
        <p:txBody>
          <a:bodyPr wrap="square" lIns="0" tIns="0" rIns="0" bIns="0" rtlCol="0" anchor="ctr">
            <a:noAutofit/>
          </a:bodyPr>
          <a:lstStyle/>
          <a:p>
            <a:pPr algn="ctr"/>
            <a:r>
              <a:rPr lang="ko-KR" altLang="en-US" sz="1000" b="1" i="0">
                <a:solidFill>
                  <a:srgbClr val="FFFFFF"/>
                </a:solidFill>
                <a:latin typeface="Arial Narrow" panose="020B0606020202030204" pitchFamily="34" charset="0"/>
                <a:ea typeface="LG스마트체 Regular" panose="020B0600000101010101" pitchFamily="50" charset="-127"/>
                <a:cs typeface="LG스마트체 Regular"/>
              </a:rPr>
              <a:t>3</a:t>
            </a:r>
          </a:p>
        </p:txBody>
      </p:sp>
      <p:sp>
        <p:nvSpPr>
          <p:cNvPr id="123" name="TextBox 122">
            <a:extLst>
              <a:ext uri="{FF2B5EF4-FFF2-40B4-BE49-F238E27FC236}">
                <a16:creationId xmlns:a16="http://schemas.microsoft.com/office/drawing/2014/main" id="{8A25481C-95AB-70BE-82B6-2A09E9FA11EA}"/>
              </a:ext>
            </a:extLst>
          </p:cNvPr>
          <p:cNvSpPr txBox="1"/>
          <p:nvPr/>
        </p:nvSpPr>
        <p:spPr>
          <a:xfrm>
            <a:off x="3066131" y="3060998"/>
            <a:ext cx="832104" cy="384048"/>
          </a:xfrm>
          <a:prstGeom prst="rect">
            <a:avLst/>
          </a:prstGeom>
          <a:noFill/>
        </p:spPr>
        <p:txBody>
          <a:bodyPr wrap="square" lIns="0" tIns="18288" rIns="0" bIns="18288" anchor="t">
            <a:noAutofit/>
          </a:bodyPr>
          <a:lstStyle/>
          <a:p>
            <a:pPr algn="ctr"/>
            <a:r>
              <a:rPr lang="ko-KR" altLang="en-US" sz="1000" b="1" i="0" dirty="0">
                <a:latin typeface="Arial Narrow" panose="020B0606020202030204" pitchFamily="34" charset="0"/>
                <a:ea typeface="LG스마트체 Regular" panose="020B0600000101010101" pitchFamily="50" charset="-127"/>
                <a:cs typeface="LG스마트체 Regular"/>
              </a:rPr>
              <a:t>보고서</a:t>
            </a:r>
          </a:p>
          <a:p>
            <a:pPr algn="ctr"/>
            <a:r>
              <a:rPr lang="ko-KR" altLang="en-US" sz="1000" b="1" i="0" dirty="0" err="1">
                <a:latin typeface="Arial Narrow" panose="020B0606020202030204" pitchFamily="34" charset="0"/>
                <a:ea typeface="LG스마트체 Regular" panose="020B0600000101010101" pitchFamily="50" charset="-127"/>
                <a:cs typeface="LG스마트체 Regular"/>
              </a:rPr>
              <a:t>내려받기</a:t>
            </a:r>
            <a:r>
              <a:rPr lang="ko-KR" altLang="en-US" sz="1000" b="1" i="0" dirty="0">
                <a:latin typeface="Arial Narrow" panose="020B0606020202030204" pitchFamily="34" charset="0"/>
                <a:ea typeface="LG스마트체 Regular" panose="020B0600000101010101" pitchFamily="50" charset="-127"/>
                <a:cs typeface="LG스마트체 Regular"/>
              </a:rPr>
              <a:t>(PPT)</a:t>
            </a:r>
          </a:p>
        </p:txBody>
      </p:sp>
      <p:cxnSp>
        <p:nvCxnSpPr>
          <p:cNvPr id="124" name="flow2-ai">
            <a:extLst>
              <a:ext uri="{FF2B5EF4-FFF2-40B4-BE49-F238E27FC236}">
                <a16:creationId xmlns:a16="http://schemas.microsoft.com/office/drawing/2014/main" id="{2523DCC8-602F-60C2-AAFF-C22236CA9D9D}"/>
              </a:ext>
            </a:extLst>
          </p:cNvPr>
          <p:cNvCxnSpPr/>
          <p:nvPr/>
        </p:nvCxnSpPr>
        <p:spPr>
          <a:xfrm>
            <a:off x="6522563" y="1799128"/>
            <a:ext cx="731520" cy="0"/>
          </a:xfrm>
          <a:prstGeom prst="line">
            <a:avLst/>
          </a:prstGeom>
          <a:ln w="19050">
            <a:solidFill>
              <a:srgbClr val="C55A11"/>
            </a:solidFill>
            <a:prstDash val="dash"/>
            <a:tailEnd type="triangle" w="med" len="med"/>
          </a:ln>
        </p:spPr>
      </p:cxnSp>
      <p:sp>
        <p:nvSpPr>
          <p:cNvPr id="125" name="badge-2">
            <a:extLst>
              <a:ext uri="{FF2B5EF4-FFF2-40B4-BE49-F238E27FC236}">
                <a16:creationId xmlns:a16="http://schemas.microsoft.com/office/drawing/2014/main" id="{22F7E707-FB3A-8ADD-0E98-FABDD3B4FDF6}"/>
              </a:ext>
            </a:extLst>
          </p:cNvPr>
          <p:cNvSpPr/>
          <p:nvPr/>
        </p:nvSpPr>
        <p:spPr>
          <a:xfrm>
            <a:off x="6751163" y="1661968"/>
            <a:ext cx="274320" cy="274320"/>
          </a:xfrm>
          <a:prstGeom prst="ellipse">
            <a:avLst/>
          </a:prstGeom>
          <a:solidFill>
            <a:srgbClr val="1F3864"/>
          </a:solidFill>
          <a:ln w="9525">
            <a:solidFill>
              <a:srgbClr val="FFFFFF"/>
            </a:solidFill>
          </a:ln>
          <a:effectLst/>
        </p:spPr>
        <p:txBody>
          <a:bodyPr wrap="square" lIns="0" tIns="0" rIns="0" bIns="0" rtlCol="0" anchor="ctr">
            <a:noAutofit/>
          </a:bodyPr>
          <a:lstStyle/>
          <a:p>
            <a:pPr algn="ctr"/>
            <a:r>
              <a:rPr lang="ko-KR" altLang="en-US" sz="1000" b="1" i="0">
                <a:solidFill>
                  <a:srgbClr val="FFFFFF"/>
                </a:solidFill>
                <a:latin typeface="Arial Narrow" panose="020B0606020202030204" pitchFamily="34" charset="0"/>
                <a:ea typeface="LG스마트체 Regular" panose="020B0600000101010101" pitchFamily="50" charset="-127"/>
                <a:cs typeface="LG스마트체 Regular"/>
              </a:rPr>
              <a:t>2</a:t>
            </a:r>
          </a:p>
        </p:txBody>
      </p:sp>
      <p:sp>
        <p:nvSpPr>
          <p:cNvPr id="126" name="TextBox 125">
            <a:extLst>
              <a:ext uri="{FF2B5EF4-FFF2-40B4-BE49-F238E27FC236}">
                <a16:creationId xmlns:a16="http://schemas.microsoft.com/office/drawing/2014/main" id="{EF47913F-52CE-A3DC-9E86-39DFE0A01BBC}"/>
              </a:ext>
            </a:extLst>
          </p:cNvPr>
          <p:cNvSpPr txBox="1"/>
          <p:nvPr/>
        </p:nvSpPr>
        <p:spPr>
          <a:xfrm>
            <a:off x="6540851" y="1996559"/>
            <a:ext cx="694944" cy="384048"/>
          </a:xfrm>
          <a:prstGeom prst="rect">
            <a:avLst/>
          </a:prstGeom>
          <a:noFill/>
        </p:spPr>
        <p:txBody>
          <a:bodyPr wrap="square" lIns="0" tIns="18288" rIns="0" bIns="18288" anchor="t">
            <a:noAutofit/>
          </a:bodyPr>
          <a:lstStyle/>
          <a:p>
            <a:pPr algn="ctr"/>
            <a:r>
              <a:rPr lang="ko-KR" altLang="en-US" sz="1000" b="1" i="0" dirty="0">
                <a:latin typeface="Arial Narrow" panose="020B0606020202030204" pitchFamily="34" charset="0"/>
                <a:ea typeface="LG스마트체 Regular" panose="020B0600000101010101" pitchFamily="50" charset="-127"/>
                <a:cs typeface="LG스마트체 Regular"/>
              </a:rPr>
              <a:t>AI 요약</a:t>
            </a:r>
          </a:p>
          <a:p>
            <a:pPr algn="ctr"/>
            <a:r>
              <a:rPr lang="ko-KR" altLang="en-US" sz="1000" b="1" i="0" dirty="0">
                <a:latin typeface="Arial Narrow" panose="020B0606020202030204" pitchFamily="34" charset="0"/>
                <a:ea typeface="LG스마트체 Regular" panose="020B0600000101010101" pitchFamily="50" charset="-127"/>
                <a:cs typeface="LG스마트체 Regular"/>
              </a:rPr>
              <a:t>요청</a:t>
            </a:r>
          </a:p>
        </p:txBody>
      </p:sp>
      <p:cxnSp>
        <p:nvCxnSpPr>
          <p:cNvPr id="127" name="flow4-backup">
            <a:extLst>
              <a:ext uri="{FF2B5EF4-FFF2-40B4-BE49-F238E27FC236}">
                <a16:creationId xmlns:a16="http://schemas.microsoft.com/office/drawing/2014/main" id="{60EAAE28-9481-904B-53AF-313320BEB82B}"/>
              </a:ext>
            </a:extLst>
          </p:cNvPr>
          <p:cNvCxnSpPr>
            <a:cxnSpLocks/>
          </p:cNvCxnSpPr>
          <p:nvPr/>
        </p:nvCxnSpPr>
        <p:spPr>
          <a:xfrm>
            <a:off x="6412835" y="3042710"/>
            <a:ext cx="841248" cy="0"/>
          </a:xfrm>
          <a:prstGeom prst="line">
            <a:avLst/>
          </a:prstGeom>
          <a:ln w="19050">
            <a:solidFill>
              <a:srgbClr val="C55A11"/>
            </a:solidFill>
            <a:prstDash val="dash"/>
            <a:tailEnd type="triangle" w="med" len="med"/>
          </a:ln>
        </p:spPr>
      </p:cxnSp>
      <p:sp>
        <p:nvSpPr>
          <p:cNvPr id="128" name="badge-4">
            <a:extLst>
              <a:ext uri="{FF2B5EF4-FFF2-40B4-BE49-F238E27FC236}">
                <a16:creationId xmlns:a16="http://schemas.microsoft.com/office/drawing/2014/main" id="{A846678F-3C74-DEEA-CFA4-95EB1828E96D}"/>
              </a:ext>
            </a:extLst>
          </p:cNvPr>
          <p:cNvSpPr/>
          <p:nvPr/>
        </p:nvSpPr>
        <p:spPr>
          <a:xfrm>
            <a:off x="6751163" y="2905550"/>
            <a:ext cx="274320" cy="274320"/>
          </a:xfrm>
          <a:prstGeom prst="ellipse">
            <a:avLst/>
          </a:prstGeom>
          <a:solidFill>
            <a:srgbClr val="1F3864"/>
          </a:solidFill>
          <a:ln w="9525">
            <a:solidFill>
              <a:srgbClr val="FFFFFF"/>
            </a:solidFill>
          </a:ln>
          <a:effectLst/>
        </p:spPr>
        <p:txBody>
          <a:bodyPr wrap="square" lIns="0" tIns="0" rIns="0" bIns="0" rtlCol="0" anchor="ctr">
            <a:noAutofit/>
          </a:bodyPr>
          <a:lstStyle/>
          <a:p>
            <a:pPr algn="ctr"/>
            <a:r>
              <a:rPr lang="ko-KR" altLang="en-US" sz="1000" b="1" i="0">
                <a:solidFill>
                  <a:srgbClr val="FFFFFF"/>
                </a:solidFill>
                <a:latin typeface="Arial Narrow" panose="020B0606020202030204" pitchFamily="34" charset="0"/>
                <a:ea typeface="LG스마트체 Regular" panose="020B0600000101010101" pitchFamily="50" charset="-127"/>
                <a:cs typeface="LG스마트체 Regular"/>
              </a:rPr>
              <a:t>4</a:t>
            </a:r>
          </a:p>
        </p:txBody>
      </p:sp>
      <p:sp>
        <p:nvSpPr>
          <p:cNvPr id="129" name="TextBox 128">
            <a:extLst>
              <a:ext uri="{FF2B5EF4-FFF2-40B4-BE49-F238E27FC236}">
                <a16:creationId xmlns:a16="http://schemas.microsoft.com/office/drawing/2014/main" id="{3B000D2E-972F-9CB9-1B94-D1E1890888D8}"/>
              </a:ext>
            </a:extLst>
          </p:cNvPr>
          <p:cNvSpPr txBox="1"/>
          <p:nvPr/>
        </p:nvSpPr>
        <p:spPr>
          <a:xfrm>
            <a:off x="6540851" y="3216446"/>
            <a:ext cx="694944" cy="219456"/>
          </a:xfrm>
          <a:prstGeom prst="rect">
            <a:avLst/>
          </a:prstGeom>
          <a:noFill/>
        </p:spPr>
        <p:txBody>
          <a:bodyPr wrap="square" lIns="0" tIns="18288" rIns="0" bIns="18288" anchor="t">
            <a:noAutofit/>
          </a:bodyPr>
          <a:lstStyle/>
          <a:p>
            <a:pPr algn="ctr"/>
            <a:r>
              <a:rPr lang="ko-KR" altLang="en-US" sz="1000" b="1" i="0" dirty="0">
                <a:latin typeface="Arial Narrow" panose="020B0606020202030204" pitchFamily="34" charset="0"/>
                <a:ea typeface="LG스마트체 Regular" panose="020B0600000101010101" pitchFamily="50" charset="-127"/>
                <a:cs typeface="LG스마트체 Regular"/>
              </a:rPr>
              <a:t>백업</a:t>
            </a:r>
          </a:p>
        </p:txBody>
      </p:sp>
      <p:sp>
        <p:nvSpPr>
          <p:cNvPr id="130" name="chip-server-alloc">
            <a:extLst>
              <a:ext uri="{FF2B5EF4-FFF2-40B4-BE49-F238E27FC236}">
                <a16:creationId xmlns:a16="http://schemas.microsoft.com/office/drawing/2014/main" id="{199F8608-ACC5-6B59-C9BC-2A1C9ACC0AD3}"/>
              </a:ext>
            </a:extLst>
          </p:cNvPr>
          <p:cNvSpPr/>
          <p:nvPr/>
        </p:nvSpPr>
        <p:spPr>
          <a:xfrm>
            <a:off x="4159220" y="3061862"/>
            <a:ext cx="2129790" cy="438912"/>
          </a:xfrm>
          <a:prstGeom prst="roundRect">
            <a:avLst>
              <a:gd name="adj" fmla="val 10416"/>
            </a:avLst>
          </a:prstGeom>
          <a:solidFill>
            <a:srgbClr val="FFF5EB"/>
          </a:solidFill>
          <a:ln w="12700">
            <a:solidFill>
              <a:srgbClr val="C55A11"/>
            </a:solidFill>
            <a:prstDash val="dash"/>
          </a:ln>
          <a:effectLst/>
        </p:spPr>
        <p:txBody>
          <a:bodyPr wrap="square" lIns="64008" tIns="18288" rIns="64008" bIns="18288" rtlCol="0" anchor="ctr">
            <a:noAutofit/>
          </a:bodyPr>
          <a:lstStyle/>
          <a:p>
            <a:r>
              <a:rPr lang="en-US" altLang="ko-KR" sz="1000" dirty="0">
                <a:solidFill>
                  <a:srgbClr val="262626"/>
                </a:solidFill>
                <a:latin typeface="Arial Narrow" panose="020B0606020202030204" pitchFamily="34" charset="0"/>
                <a:ea typeface="LG스마트체 Regular" panose="020B0600000101010101" pitchFamily="50" charset="-127"/>
              </a:rPr>
              <a:t>DISK </a:t>
            </a:r>
            <a:r>
              <a:rPr lang="en-US" altLang="ko-KR" sz="1000" dirty="0">
                <a:solidFill>
                  <a:srgbClr val="262626"/>
                </a:solidFill>
                <a:latin typeface="Arial Narrow" panose="020B0606020202030204" pitchFamily="34" charset="0"/>
                <a:ea typeface="LG스마트체 Regular" panose="020B0600000101010101" pitchFamily="50" charset="-127"/>
                <a:cs typeface="LG스마트체 Regular"/>
              </a:rPr>
              <a:t>2</a:t>
            </a:r>
            <a:r>
              <a:rPr lang="ko-KR" altLang="en-US" sz="1000" dirty="0">
                <a:solidFill>
                  <a:srgbClr val="262626"/>
                </a:solidFill>
                <a:latin typeface="Arial Narrow" panose="020B0606020202030204" pitchFamily="34" charset="0"/>
                <a:ea typeface="LG스마트체 Regular" panose="020B0600000101010101" pitchFamily="50" charset="-127"/>
                <a:cs typeface="LG스마트체 Regular"/>
              </a:rPr>
              <a:t>TB</a:t>
            </a:r>
          </a:p>
        </p:txBody>
      </p:sp>
      <p:sp>
        <p:nvSpPr>
          <p:cNvPr id="3" name="Rectangle 143">
            <a:extLst>
              <a:ext uri="{FF2B5EF4-FFF2-40B4-BE49-F238E27FC236}">
                <a16:creationId xmlns:a16="http://schemas.microsoft.com/office/drawing/2014/main" id="{01DD4454-E89A-5D7A-ED2F-E19D2BC7048B}"/>
              </a:ext>
            </a:extLst>
          </p:cNvPr>
          <p:cNvSpPr/>
          <p:nvPr/>
        </p:nvSpPr>
        <p:spPr>
          <a:xfrm>
            <a:off x="189765" y="1199470"/>
            <a:ext cx="880000" cy="2683088"/>
          </a:xfrm>
          <a:prstGeom prst="rect">
            <a:avLst/>
          </a:prstGeom>
          <a:solidFill>
            <a:schemeClr val="bg1"/>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ko-KR" altLang="en-US" sz="1200" b="1" dirty="0">
                <a:solidFill>
                  <a:sysClr val="windowText" lastClr="000000"/>
                </a:solidFill>
                <a:latin typeface="Arial Narrow" panose="020B0606020202030204" pitchFamily="34" charset="0"/>
                <a:ea typeface="LG스마트체 Regular" panose="020B0600000101010101" pitchFamily="50" charset="-127"/>
              </a:rPr>
              <a:t>시스템 구성</a:t>
            </a:r>
            <a:endParaRPr lang="en-US" sz="1200" b="1" dirty="0">
              <a:solidFill>
                <a:sysClr val="windowText" lastClr="000000"/>
              </a:solidFill>
              <a:latin typeface="Arial Narrow" panose="020B0606020202030204" pitchFamily="34" charset="0"/>
              <a:ea typeface="LG스마트체 Regular" panose="020B0600000101010101" pitchFamily="50" charset="-127"/>
            </a:endParaRPr>
          </a:p>
        </p:txBody>
      </p:sp>
      <p:graphicFrame>
        <p:nvGraphicFramePr>
          <p:cNvPr id="6" name="capacity-table">
            <a:extLst>
              <a:ext uri="{FF2B5EF4-FFF2-40B4-BE49-F238E27FC236}">
                <a16:creationId xmlns:a16="http://schemas.microsoft.com/office/drawing/2014/main" id="{8D66BEC0-986B-DCB3-95DF-B1285618747C}"/>
              </a:ext>
            </a:extLst>
          </p:cNvPr>
          <p:cNvGraphicFramePr>
            <a:graphicFrameLocks noGrp="1"/>
          </p:cNvGraphicFramePr>
          <p:nvPr>
            <p:extLst>
              <p:ext uri="{D42A27DB-BD31-4B8C-83A1-F6EECF244321}">
                <p14:modId xmlns:p14="http://schemas.microsoft.com/office/powerpoint/2010/main" val="741910092"/>
              </p:ext>
            </p:extLst>
          </p:nvPr>
        </p:nvGraphicFramePr>
        <p:xfrm>
          <a:off x="189765" y="5245668"/>
          <a:ext cx="2802319" cy="731520"/>
        </p:xfrm>
        <a:graphic>
          <a:graphicData uri="http://schemas.openxmlformats.org/drawingml/2006/table">
            <a:tbl>
              <a:tblPr>
                <a:tableStyleId>{5C22544A-7EE6-4342-B048-85BDC9FD1C3A}</a:tableStyleId>
              </a:tblPr>
              <a:tblGrid>
                <a:gridCol w="1124141">
                  <a:extLst>
                    <a:ext uri="{9D8B030D-6E8A-4147-A177-3AD203B41FA5}">
                      <a16:colId xmlns:a16="http://schemas.microsoft.com/office/drawing/2014/main" val="20000"/>
                    </a:ext>
                  </a:extLst>
                </a:gridCol>
                <a:gridCol w="1678178">
                  <a:extLst>
                    <a:ext uri="{9D8B030D-6E8A-4147-A177-3AD203B41FA5}">
                      <a16:colId xmlns:a16="http://schemas.microsoft.com/office/drawing/2014/main" val="20001"/>
                    </a:ext>
                  </a:extLst>
                </a:gridCol>
              </a:tblGrid>
              <a:tr h="113171">
                <a:tc>
                  <a:txBody>
                    <a:bodyPr/>
                    <a:lstStyle/>
                    <a:p>
                      <a:pPr algn="l"/>
                      <a:r>
                        <a:rPr lang="ko-KR" altLang="en-US" sz="900" b="1" i="0" dirty="0">
                          <a:solidFill>
                            <a:srgbClr val="595959"/>
                          </a:solidFill>
                          <a:latin typeface="Arial Narrow" panose="020B0606020202030204" pitchFamily="34" charset="0"/>
                          <a:ea typeface="LG스마트체 Regular"/>
                          <a:cs typeface="LG스마트체 Regular"/>
                        </a:rPr>
                        <a:t>월 </a:t>
                      </a:r>
                      <a:r>
                        <a:rPr lang="en-US" altLang="ko-KR" sz="900" b="1" i="0" dirty="0">
                          <a:solidFill>
                            <a:srgbClr val="595959"/>
                          </a:solidFill>
                          <a:latin typeface="Arial Narrow" panose="020B0606020202030204" pitchFamily="34" charset="0"/>
                          <a:ea typeface="LG스마트체 Regular"/>
                          <a:cs typeface="LG스마트체 Regular"/>
                        </a:rPr>
                        <a:t>Worklog </a:t>
                      </a:r>
                      <a:r>
                        <a:rPr lang="ko-KR" altLang="en-US" sz="900" b="1" i="0" dirty="0">
                          <a:solidFill>
                            <a:srgbClr val="595959"/>
                          </a:solidFill>
                          <a:latin typeface="Arial Narrow" panose="020B0606020202030204" pitchFamily="34" charset="0"/>
                          <a:ea typeface="LG스마트체 Regular"/>
                          <a:cs typeface="LG스마트체 Regular"/>
                        </a:rPr>
                        <a:t>용량</a:t>
                      </a:r>
                      <a:r>
                        <a:rPr lang="en-US" altLang="ko-KR" sz="900" b="1" i="0" dirty="0">
                          <a:solidFill>
                            <a:srgbClr val="595959"/>
                          </a:solidFill>
                          <a:latin typeface="Arial Narrow" panose="020B0606020202030204" pitchFamily="34" charset="0"/>
                          <a:ea typeface="LG스마트체 Regular"/>
                          <a:cs typeface="LG스마트체 Regular"/>
                        </a:rPr>
                        <a:t>(</a:t>
                      </a:r>
                      <a:r>
                        <a:rPr lang="ko-KR" altLang="en-US" sz="900" b="1" i="0" dirty="0">
                          <a:solidFill>
                            <a:srgbClr val="595959"/>
                          </a:solidFill>
                          <a:latin typeface="Arial Narrow" panose="020B0606020202030204" pitchFamily="34" charset="0"/>
                          <a:ea typeface="LG스마트체 Regular"/>
                          <a:cs typeface="LG스마트체 Regular"/>
                        </a:rPr>
                        <a:t>인당</a:t>
                      </a:r>
                      <a:r>
                        <a:rPr lang="en-US" altLang="ko-KR" sz="900" b="1" i="0" dirty="0">
                          <a:solidFill>
                            <a:srgbClr val="595959"/>
                          </a:solidFill>
                          <a:latin typeface="Arial Narrow" panose="020B0606020202030204" pitchFamily="34" charset="0"/>
                          <a:ea typeface="LG스마트체 Regular"/>
                          <a:cs typeface="LG스마트체 Regular"/>
                        </a:rPr>
                        <a:t>)</a:t>
                      </a:r>
                      <a:endParaRPr lang="ko-KR" altLang="en-US" sz="900" b="1" i="0" dirty="0">
                        <a:solidFill>
                          <a:srgbClr val="595959"/>
                        </a:solidFill>
                        <a:latin typeface="Arial Narrow" panose="020B0606020202030204" pitchFamily="34" charset="0"/>
                        <a:ea typeface="LG스마트체 Regular"/>
                        <a:cs typeface="LG스마트체 Regular"/>
                      </a:endParaRPr>
                    </a:p>
                  </a:txBody>
                  <a:tcPr marL="54864" marR="54864" marT="22860" marB="22860" anchor="ctr">
                    <a:lnL w="6350" cmpd="sng">
                      <a:solidFill>
                        <a:srgbClr val="D9D9D9"/>
                      </a:solidFill>
                    </a:lnL>
                    <a:lnR w="6350" cap="flat" cmpd="sng" algn="ctr">
                      <a:solidFill>
                        <a:srgbClr val="D9D9D9"/>
                      </a:solidFill>
                      <a:prstDash val="solid"/>
                      <a:round/>
                      <a:headEnd type="none" w="med" len="med"/>
                      <a:tailEnd type="none" w="med" len="med"/>
                    </a:lnR>
                    <a:lnT w="6350" cmpd="sng">
                      <a:solidFill>
                        <a:srgbClr val="D9D9D9"/>
                      </a:solidFill>
                    </a:lnT>
                    <a:lnB w="6350" cmpd="sng">
                      <a:solidFill>
                        <a:srgbClr val="D9D9D9"/>
                      </a:solidFill>
                    </a:lnB>
                    <a:solidFill>
                      <a:srgbClr val="F7F7F7"/>
                    </a:solidFill>
                  </a:tcPr>
                </a:tc>
                <a:tc>
                  <a:txBody>
                    <a:bodyPr/>
                    <a:lstStyle/>
                    <a:p>
                      <a:pPr algn="l"/>
                      <a:r>
                        <a:rPr lang="ko-KR" altLang="en-US" sz="900" b="0" i="0" dirty="0">
                          <a:solidFill>
                            <a:srgbClr val="262626"/>
                          </a:solidFill>
                          <a:latin typeface="Arial Narrow" panose="020B0606020202030204" pitchFamily="34" charset="0"/>
                          <a:ea typeface="LG스마트체 Regular"/>
                          <a:cs typeface="LG스마트체 Regular"/>
                        </a:rPr>
                        <a:t>3</a:t>
                      </a:r>
                      <a:r>
                        <a:rPr lang="en-US" altLang="ko-KR" sz="900" b="0" i="0" dirty="0">
                          <a:solidFill>
                            <a:srgbClr val="262626"/>
                          </a:solidFill>
                          <a:latin typeface="Arial Narrow" panose="020B0606020202030204" pitchFamily="34" charset="0"/>
                          <a:ea typeface="LG스마트체 Regular"/>
                          <a:cs typeface="LG스마트체 Regular"/>
                        </a:rPr>
                        <a:t>00</a:t>
                      </a:r>
                      <a:r>
                        <a:rPr lang="ko-KR" altLang="en-US" sz="900" b="0" i="0" dirty="0">
                          <a:solidFill>
                            <a:srgbClr val="262626"/>
                          </a:solidFill>
                          <a:latin typeface="Arial Narrow" panose="020B0606020202030204" pitchFamily="34" charset="0"/>
                          <a:ea typeface="LG스마트체 Regular"/>
                          <a:cs typeface="LG스마트체 Regular"/>
                        </a:rPr>
                        <a:t>MB </a:t>
                      </a:r>
                      <a:r>
                        <a:rPr lang="en-US" altLang="ko-KR" sz="900" b="0" i="0" dirty="0">
                          <a:solidFill>
                            <a:srgbClr val="262626"/>
                          </a:solidFill>
                          <a:latin typeface="Arial Narrow" panose="020B0606020202030204" pitchFamily="34" charset="0"/>
                          <a:ea typeface="LG스마트체 Regular"/>
                          <a:cs typeface="LG스마트체 Regular"/>
                        </a:rPr>
                        <a:t>(JSON / </a:t>
                      </a:r>
                      <a:r>
                        <a:rPr lang="ko-KR" altLang="en-US" sz="900" b="0" i="0" dirty="0">
                          <a:solidFill>
                            <a:srgbClr val="262626"/>
                          </a:solidFill>
                          <a:latin typeface="Arial Narrow" panose="020B0606020202030204" pitchFamily="34" charset="0"/>
                          <a:ea typeface="LG스마트체 Regular"/>
                          <a:cs typeface="LG스마트체 Regular"/>
                        </a:rPr>
                        <a:t>이미지 </a:t>
                      </a:r>
                      <a:r>
                        <a:rPr lang="en-US" altLang="ko-KR" sz="900" b="0" i="0" dirty="0">
                          <a:solidFill>
                            <a:srgbClr val="262626"/>
                          </a:solidFill>
                          <a:latin typeface="Arial Narrow" panose="020B0606020202030204" pitchFamily="34" charset="0"/>
                          <a:ea typeface="LG스마트체 Regular"/>
                          <a:cs typeface="LG스마트체 Regular"/>
                        </a:rPr>
                        <a:t>/ CSV / PPT)</a:t>
                      </a:r>
                      <a:endParaRPr lang="ko-KR" altLang="en-US" sz="900" b="0" i="0" dirty="0">
                        <a:solidFill>
                          <a:srgbClr val="262626"/>
                        </a:solidFill>
                        <a:latin typeface="Arial Narrow" panose="020B0606020202030204" pitchFamily="34" charset="0"/>
                        <a:ea typeface="LG스마트체 Regular"/>
                        <a:cs typeface="LG스마트체 Regular"/>
                      </a:endParaRPr>
                    </a:p>
                  </a:txBody>
                  <a:tcPr marL="54864" marR="54864" marT="22860" marB="22860" anchor="ctr">
                    <a:lnL w="6350" cap="flat" cmpd="sng" algn="ctr">
                      <a:solidFill>
                        <a:srgbClr val="D9D9D9"/>
                      </a:solidFill>
                      <a:prstDash val="solid"/>
                      <a:round/>
                      <a:headEnd type="none" w="med" len="med"/>
                      <a:tailEnd type="none" w="med" len="med"/>
                    </a:lnL>
                    <a:lnR w="6350" cmpd="sng">
                      <a:solidFill>
                        <a:srgbClr val="D9D9D9"/>
                      </a:solidFill>
                    </a:lnR>
                    <a:lnT w="6350" cmpd="sng">
                      <a:solidFill>
                        <a:srgbClr val="D9D9D9"/>
                      </a:solidFill>
                    </a:lnT>
                    <a:lnB w="6350" cmpd="sng">
                      <a:solidFill>
                        <a:srgbClr val="D9D9D9"/>
                      </a:solidFill>
                    </a:lnB>
                    <a:solidFill>
                      <a:srgbClr val="FFFFFF"/>
                    </a:solidFill>
                  </a:tcPr>
                </a:tc>
                <a:extLst>
                  <a:ext uri="{0D108BD9-81ED-4DB2-BD59-A6C34878D82A}">
                    <a16:rowId xmlns:a16="http://schemas.microsoft.com/office/drawing/2014/main" val="10001"/>
                  </a:ext>
                </a:extLst>
              </a:tr>
              <a:tr h="113171">
                <a:tc>
                  <a:txBody>
                    <a:bodyPr/>
                    <a:lstStyle/>
                    <a:p>
                      <a:pPr algn="l"/>
                      <a:r>
                        <a:rPr lang="ko-KR" altLang="en-US" sz="900" b="1" i="0" dirty="0">
                          <a:solidFill>
                            <a:srgbClr val="595959"/>
                          </a:solidFill>
                          <a:latin typeface="Arial Narrow" panose="020B0606020202030204" pitchFamily="34" charset="0"/>
                          <a:ea typeface="LG스마트체 Regular"/>
                          <a:cs typeface="LG스마트체 Regular"/>
                        </a:rPr>
                        <a:t>200명 </a:t>
                      </a:r>
                      <a:r>
                        <a:rPr lang="ko-KR" altLang="en-US" sz="900" b="1" i="0" dirty="0" err="1">
                          <a:solidFill>
                            <a:srgbClr val="595959"/>
                          </a:solidFill>
                          <a:latin typeface="Arial Narrow" panose="020B0606020202030204" pitchFamily="34" charset="0"/>
                          <a:ea typeface="LG스마트체 Regular"/>
                          <a:cs typeface="LG스마트체 Regular"/>
                        </a:rPr>
                        <a:t>월·연</a:t>
                      </a:r>
                      <a:endParaRPr lang="ko-KR" altLang="en-US" sz="900" b="1" i="0" dirty="0">
                        <a:solidFill>
                          <a:srgbClr val="595959"/>
                        </a:solidFill>
                        <a:latin typeface="Arial Narrow" panose="020B0606020202030204" pitchFamily="34" charset="0"/>
                        <a:ea typeface="LG스마트체 Regular"/>
                        <a:cs typeface="LG스마트체 Regular"/>
                      </a:endParaRPr>
                    </a:p>
                  </a:txBody>
                  <a:tcPr marL="54864" marR="54864" marT="22860" marB="22860" anchor="ctr">
                    <a:lnL w="6350" cmpd="sng">
                      <a:solidFill>
                        <a:srgbClr val="D9D9D9"/>
                      </a:solidFill>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mpd="sng">
                      <a:solidFill>
                        <a:srgbClr val="D9D9D9"/>
                      </a:solidFill>
                    </a:lnB>
                    <a:solidFill>
                      <a:srgbClr val="F7F7F7"/>
                    </a:solidFill>
                  </a:tcPr>
                </a:tc>
                <a:tc>
                  <a:txBody>
                    <a:bodyPr/>
                    <a:lstStyle/>
                    <a:p>
                      <a:pPr algn="l"/>
                      <a:r>
                        <a:rPr lang="ko-KR" altLang="en-US" sz="900" b="0" i="0" dirty="0">
                          <a:solidFill>
                            <a:srgbClr val="262626"/>
                          </a:solidFill>
                          <a:latin typeface="Arial Narrow" panose="020B0606020202030204" pitchFamily="34" charset="0"/>
                          <a:ea typeface="LG스마트체 Regular"/>
                          <a:cs typeface="LG스마트체 Regular"/>
                        </a:rPr>
                        <a:t>월 </a:t>
                      </a:r>
                      <a:r>
                        <a:rPr lang="en-US" altLang="ko-KR" sz="900" b="0" i="0" dirty="0">
                          <a:solidFill>
                            <a:srgbClr val="262626"/>
                          </a:solidFill>
                          <a:latin typeface="Arial Narrow" panose="020B0606020202030204" pitchFamily="34" charset="0"/>
                          <a:ea typeface="LG스마트체 Regular"/>
                          <a:cs typeface="LG스마트체 Regular"/>
                        </a:rPr>
                        <a:t>60</a:t>
                      </a:r>
                      <a:r>
                        <a:rPr lang="ko-KR" altLang="en-US" sz="900" b="0" i="0" dirty="0">
                          <a:solidFill>
                            <a:srgbClr val="262626"/>
                          </a:solidFill>
                          <a:latin typeface="Arial Narrow" panose="020B0606020202030204" pitchFamily="34" charset="0"/>
                          <a:ea typeface="LG스마트체 Regular"/>
                          <a:cs typeface="LG스마트체 Regular"/>
                        </a:rPr>
                        <a:t>GB · 연 약 </a:t>
                      </a:r>
                      <a:r>
                        <a:rPr lang="en-US" altLang="ko-KR" sz="900" b="0" i="0" dirty="0">
                          <a:solidFill>
                            <a:srgbClr val="262626"/>
                          </a:solidFill>
                          <a:latin typeface="Arial Narrow" panose="020B0606020202030204" pitchFamily="34" charset="0"/>
                          <a:ea typeface="LG스마트체 Regular"/>
                          <a:cs typeface="LG스마트체 Regular"/>
                        </a:rPr>
                        <a:t>720</a:t>
                      </a:r>
                      <a:r>
                        <a:rPr lang="ko-KR" altLang="en-US" sz="900" b="0" i="0" dirty="0">
                          <a:solidFill>
                            <a:srgbClr val="262626"/>
                          </a:solidFill>
                          <a:latin typeface="Arial Narrow" panose="020B0606020202030204" pitchFamily="34" charset="0"/>
                          <a:ea typeface="LG스마트체 Regular"/>
                          <a:cs typeface="LG스마트체 Regular"/>
                        </a:rPr>
                        <a:t>GB</a:t>
                      </a:r>
                    </a:p>
                  </a:txBody>
                  <a:tcPr marL="54864" marR="54864" marT="22860" marB="22860" anchor="ctr">
                    <a:lnL w="6350" cap="flat" cmpd="sng" algn="ctr">
                      <a:solidFill>
                        <a:srgbClr val="D9D9D9"/>
                      </a:solidFill>
                      <a:prstDash val="solid"/>
                      <a:round/>
                      <a:headEnd type="none" w="med" len="med"/>
                      <a:tailEnd type="none" w="med" len="med"/>
                    </a:lnL>
                    <a:lnR w="6350" cmpd="sng">
                      <a:solidFill>
                        <a:srgbClr val="D9D9D9"/>
                      </a:solidFill>
                    </a:lnR>
                    <a:lnT w="6350" cap="flat" cmpd="sng" algn="ctr">
                      <a:solidFill>
                        <a:srgbClr val="D9D9D9"/>
                      </a:solidFill>
                      <a:prstDash val="solid"/>
                      <a:round/>
                      <a:headEnd type="none" w="med" len="med"/>
                      <a:tailEnd type="none" w="med" len="med"/>
                    </a:lnT>
                    <a:lnB w="6350" cmpd="sng">
                      <a:solidFill>
                        <a:srgbClr val="D9D9D9"/>
                      </a:solidFill>
                    </a:lnB>
                    <a:solidFill>
                      <a:srgbClr val="FFFFFF"/>
                    </a:solidFill>
                  </a:tcPr>
                </a:tc>
                <a:extLst>
                  <a:ext uri="{0D108BD9-81ED-4DB2-BD59-A6C34878D82A}">
                    <a16:rowId xmlns:a16="http://schemas.microsoft.com/office/drawing/2014/main" val="652653801"/>
                  </a:ext>
                </a:extLst>
              </a:tr>
              <a:tr h="113171">
                <a:tc>
                  <a:txBody>
                    <a:bodyPr/>
                    <a:lstStyle/>
                    <a:p>
                      <a:pPr algn="l"/>
                      <a:r>
                        <a:rPr lang="ko-KR" altLang="en-US" sz="900" b="1" i="0" dirty="0">
                          <a:solidFill>
                            <a:srgbClr val="595959"/>
                          </a:solidFill>
                          <a:latin typeface="Arial Narrow" panose="020B0606020202030204" pitchFamily="34" charset="0"/>
                          <a:ea typeface="LG스마트체 Regular"/>
                          <a:cs typeface="LG스마트체 Regular"/>
                        </a:rPr>
                        <a:t>저장 공간 </a:t>
                      </a:r>
                      <a:r>
                        <a:rPr lang="en-US" altLang="ko-KR" sz="900" b="1" i="0" dirty="0">
                          <a:solidFill>
                            <a:srgbClr val="595959"/>
                          </a:solidFill>
                          <a:latin typeface="Arial Narrow" panose="020B0606020202030204" pitchFamily="34" charset="0"/>
                          <a:ea typeface="LG스마트체 Regular"/>
                          <a:cs typeface="LG스마트체 Regular"/>
                        </a:rPr>
                        <a:t>(SSD)</a:t>
                      </a:r>
                      <a:endParaRPr lang="ko-KR" altLang="en-US" sz="900" b="1" i="0" dirty="0">
                        <a:solidFill>
                          <a:srgbClr val="595959"/>
                        </a:solidFill>
                        <a:latin typeface="Arial Narrow" panose="020B0606020202030204" pitchFamily="34" charset="0"/>
                        <a:ea typeface="LG스마트체 Regular"/>
                        <a:cs typeface="LG스마트체 Regular"/>
                      </a:endParaRPr>
                    </a:p>
                  </a:txBody>
                  <a:tcPr marL="54864" marR="54864" marT="22860" marB="22860" anchor="ctr">
                    <a:lnL w="6350" cmpd="sng">
                      <a:solidFill>
                        <a:srgbClr val="D9D9D9"/>
                      </a:solidFill>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mpd="sng">
                      <a:solidFill>
                        <a:srgbClr val="D9D9D9"/>
                      </a:solidFill>
                    </a:lnB>
                    <a:solidFill>
                      <a:srgbClr val="F7F7F7"/>
                    </a:solidFill>
                  </a:tcPr>
                </a:tc>
                <a:tc>
                  <a:txBody>
                    <a:bodyPr/>
                    <a:lstStyle/>
                    <a:p>
                      <a:pPr algn="l"/>
                      <a:r>
                        <a:rPr lang="ko-KR" altLang="en-US" sz="900" b="0" i="0" dirty="0">
                          <a:solidFill>
                            <a:srgbClr val="262626"/>
                          </a:solidFill>
                          <a:latin typeface="Arial Narrow" panose="020B0606020202030204" pitchFamily="34" charset="0"/>
                          <a:ea typeface="LG스마트체 Regular"/>
                          <a:cs typeface="LG스마트체 Regular"/>
                        </a:rPr>
                        <a:t>약 </a:t>
                      </a:r>
                      <a:r>
                        <a:rPr lang="en-US" altLang="ko-KR" sz="900" b="0" i="0" dirty="0">
                          <a:solidFill>
                            <a:srgbClr val="262626"/>
                          </a:solidFill>
                          <a:latin typeface="Arial Narrow" panose="020B0606020202030204" pitchFamily="34" charset="0"/>
                          <a:ea typeface="LG스마트체 Regular"/>
                          <a:cs typeface="LG스마트체 Regular"/>
                        </a:rPr>
                        <a:t>2.8</a:t>
                      </a:r>
                      <a:r>
                        <a:rPr lang="ko-KR" altLang="en-US" sz="900" b="0" i="0" dirty="0">
                          <a:solidFill>
                            <a:srgbClr val="262626"/>
                          </a:solidFill>
                          <a:latin typeface="Arial Narrow" panose="020B0606020202030204" pitchFamily="34" charset="0"/>
                          <a:ea typeface="LG스마트체 Regular"/>
                          <a:cs typeface="LG스마트체 Regular"/>
                        </a:rPr>
                        <a:t>년 </a:t>
                      </a:r>
                      <a:r>
                        <a:rPr lang="en-US" altLang="ko-KR" sz="900" b="0" i="0" dirty="0">
                          <a:solidFill>
                            <a:srgbClr val="262626"/>
                          </a:solidFill>
                          <a:latin typeface="Arial Narrow" panose="020B0606020202030204" pitchFamily="34" charset="0"/>
                          <a:ea typeface="LG스마트체 Regular"/>
                          <a:cs typeface="LG스마트체 Regular"/>
                        </a:rPr>
                        <a:t>(2TB</a:t>
                      </a:r>
                      <a:r>
                        <a:rPr lang="ko-KR" altLang="en-US" sz="900" b="0" i="0" dirty="0">
                          <a:solidFill>
                            <a:srgbClr val="262626"/>
                          </a:solidFill>
                          <a:latin typeface="Arial Narrow" panose="020B0606020202030204" pitchFamily="34" charset="0"/>
                          <a:ea typeface="LG스마트체 Regular"/>
                          <a:cs typeface="LG스마트체 Regular"/>
                        </a:rPr>
                        <a:t> </a:t>
                      </a:r>
                      <a:r>
                        <a:rPr lang="en-US" altLang="ko-KR" sz="900" b="0" i="0" dirty="0">
                          <a:solidFill>
                            <a:srgbClr val="262626"/>
                          </a:solidFill>
                          <a:latin typeface="Arial Narrow" panose="020B0606020202030204" pitchFamily="34" charset="0"/>
                          <a:ea typeface="LG스마트체 Regular"/>
                          <a:cs typeface="LG스마트체 Regular"/>
                        </a:rPr>
                        <a:t>/</a:t>
                      </a:r>
                      <a:r>
                        <a:rPr lang="ko-KR" altLang="en-US" sz="900" b="0" i="0" dirty="0">
                          <a:solidFill>
                            <a:srgbClr val="262626"/>
                          </a:solidFill>
                          <a:latin typeface="Arial Narrow" panose="020B0606020202030204" pitchFamily="34" charset="0"/>
                          <a:ea typeface="LG스마트체 Regular"/>
                          <a:cs typeface="LG스마트체 Regular"/>
                        </a:rPr>
                        <a:t> </a:t>
                      </a:r>
                      <a:r>
                        <a:rPr lang="en-US" altLang="ko-KR" sz="900" b="0" i="0" dirty="0">
                          <a:solidFill>
                            <a:srgbClr val="262626"/>
                          </a:solidFill>
                          <a:latin typeface="Arial Narrow" panose="020B0606020202030204" pitchFamily="34" charset="0"/>
                          <a:ea typeface="LG스마트체 Regular"/>
                          <a:cs typeface="LG스마트체 Regular"/>
                        </a:rPr>
                        <a:t>720GB)</a:t>
                      </a:r>
                      <a:endParaRPr lang="ko-KR" altLang="en-US" sz="900" b="0" i="0" dirty="0">
                        <a:solidFill>
                          <a:srgbClr val="262626"/>
                        </a:solidFill>
                        <a:latin typeface="Arial Narrow" panose="020B0606020202030204" pitchFamily="34" charset="0"/>
                        <a:ea typeface="LG스마트체 Regular"/>
                        <a:cs typeface="LG스마트체 Regular"/>
                      </a:endParaRPr>
                    </a:p>
                  </a:txBody>
                  <a:tcPr marL="54864" marR="54864" marT="22860" marB="22860" anchor="ctr">
                    <a:lnL w="6350" cap="flat" cmpd="sng" algn="ctr">
                      <a:solidFill>
                        <a:srgbClr val="D9D9D9"/>
                      </a:solidFill>
                      <a:prstDash val="solid"/>
                      <a:round/>
                      <a:headEnd type="none" w="med" len="med"/>
                      <a:tailEnd type="none" w="med" len="med"/>
                    </a:lnL>
                    <a:lnR w="6350" cmpd="sng">
                      <a:solidFill>
                        <a:srgbClr val="D9D9D9"/>
                      </a:solidFill>
                    </a:lnR>
                    <a:lnT w="6350" cap="flat" cmpd="sng" algn="ctr">
                      <a:solidFill>
                        <a:srgbClr val="D9D9D9"/>
                      </a:solidFill>
                      <a:prstDash val="solid"/>
                      <a:round/>
                      <a:headEnd type="none" w="med" len="med"/>
                      <a:tailEnd type="none" w="med" len="med"/>
                    </a:lnT>
                    <a:lnB w="6350" cmpd="sng">
                      <a:solidFill>
                        <a:srgbClr val="D9D9D9"/>
                      </a:solidFill>
                    </a:lnB>
                    <a:solidFill>
                      <a:srgbClr val="FFFFFF"/>
                    </a:solidFill>
                  </a:tcPr>
                </a:tc>
                <a:extLst>
                  <a:ext uri="{0D108BD9-81ED-4DB2-BD59-A6C34878D82A}">
                    <a16:rowId xmlns:a16="http://schemas.microsoft.com/office/drawing/2014/main" val="3556674168"/>
                  </a:ext>
                </a:extLst>
              </a:tr>
              <a:tr h="114226">
                <a:tc>
                  <a:txBody>
                    <a:bodyPr/>
                    <a:lstStyle/>
                    <a:p>
                      <a:pPr algn="l"/>
                      <a:r>
                        <a:rPr lang="ko-KR" altLang="en-US" sz="900" b="1" i="0" dirty="0">
                          <a:solidFill>
                            <a:srgbClr val="595959"/>
                          </a:solidFill>
                          <a:latin typeface="Arial Narrow" panose="020B0606020202030204" pitchFamily="34" charset="0"/>
                          <a:ea typeface="LG스마트체 Regular"/>
                          <a:cs typeface="LG스마트체 Regular"/>
                        </a:rPr>
                        <a:t>백업 1회</a:t>
                      </a:r>
                    </a:p>
                  </a:txBody>
                  <a:tcPr marL="54864" marR="54864" marT="22860" marB="22860" anchor="ctr">
                    <a:lnL w="6350" cmpd="sng">
                      <a:solidFill>
                        <a:srgbClr val="D9D9D9"/>
                      </a:solidFill>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mpd="sng">
                      <a:solidFill>
                        <a:srgbClr val="D9D9D9"/>
                      </a:solidFill>
                    </a:lnB>
                    <a:solidFill>
                      <a:srgbClr val="F7F7F7"/>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i="0" dirty="0">
                          <a:solidFill>
                            <a:srgbClr val="262626"/>
                          </a:solidFill>
                          <a:latin typeface="Arial Narrow" panose="020B0606020202030204" pitchFamily="34" charset="0"/>
                          <a:ea typeface="LG스마트체 Regular"/>
                          <a:cs typeface="LG스마트체 Regular"/>
                        </a:rPr>
                        <a:t>DB + 첨부 전체 복사</a:t>
                      </a:r>
                    </a:p>
                  </a:txBody>
                  <a:tcPr marL="54864" marR="54864" marT="22860" marB="22860" anchor="ctr">
                    <a:lnL w="6350" cap="flat" cmpd="sng" algn="ctr">
                      <a:solidFill>
                        <a:srgbClr val="D9D9D9"/>
                      </a:solidFill>
                      <a:prstDash val="solid"/>
                      <a:round/>
                      <a:headEnd type="none" w="med" len="med"/>
                      <a:tailEnd type="none" w="med" len="med"/>
                    </a:lnL>
                    <a:lnR w="6350" cmpd="sng">
                      <a:solidFill>
                        <a:srgbClr val="D9D9D9"/>
                      </a:solidFill>
                    </a:lnR>
                    <a:lnT w="6350" cap="flat" cmpd="sng" algn="ctr">
                      <a:solidFill>
                        <a:srgbClr val="D9D9D9"/>
                      </a:solidFill>
                      <a:prstDash val="solid"/>
                      <a:round/>
                      <a:headEnd type="none" w="med" len="med"/>
                      <a:tailEnd type="none" w="med" len="med"/>
                    </a:lnT>
                    <a:lnB w="6350" cmpd="sng">
                      <a:solidFill>
                        <a:srgbClr val="D9D9D9"/>
                      </a:solidFill>
                    </a:lnB>
                    <a:solidFill>
                      <a:srgbClr val="FFFFFF"/>
                    </a:solidFill>
                  </a:tcPr>
                </a:tc>
                <a:extLst>
                  <a:ext uri="{0D108BD9-81ED-4DB2-BD59-A6C34878D82A}">
                    <a16:rowId xmlns:a16="http://schemas.microsoft.com/office/drawing/2014/main" val="10003"/>
                  </a:ext>
                </a:extLst>
              </a:tr>
            </a:tbl>
          </a:graphicData>
        </a:graphic>
      </p:graphicFrame>
      <p:grpSp>
        <p:nvGrpSpPr>
          <p:cNvPr id="10" name="그룹 9">
            <a:extLst>
              <a:ext uri="{FF2B5EF4-FFF2-40B4-BE49-F238E27FC236}">
                <a16:creationId xmlns:a16="http://schemas.microsoft.com/office/drawing/2014/main" id="{F44B4BD9-9B1B-B6A4-7E0C-1255067BE86D}"/>
              </a:ext>
            </a:extLst>
          </p:cNvPr>
          <p:cNvGrpSpPr/>
          <p:nvPr/>
        </p:nvGrpSpPr>
        <p:grpSpPr>
          <a:xfrm>
            <a:off x="189765" y="4205828"/>
            <a:ext cx="3015863" cy="276999"/>
            <a:chOff x="189765" y="1017990"/>
            <a:chExt cx="7692896" cy="276999"/>
          </a:xfrm>
        </p:grpSpPr>
        <p:cxnSp>
          <p:nvCxnSpPr>
            <p:cNvPr id="11" name="직선 연결선 10">
              <a:extLst>
                <a:ext uri="{FF2B5EF4-FFF2-40B4-BE49-F238E27FC236}">
                  <a16:creationId xmlns:a16="http://schemas.microsoft.com/office/drawing/2014/main" id="{2A247E31-947D-CDA4-4FFB-5B10F3D46E25}"/>
                </a:ext>
              </a:extLst>
            </p:cNvPr>
            <p:cNvCxnSpPr>
              <a:cxnSpLocks/>
            </p:cNvCxnSpPr>
            <p:nvPr/>
          </p:nvCxnSpPr>
          <p:spPr>
            <a:xfrm>
              <a:off x="189765" y="1291472"/>
              <a:ext cx="7692896" cy="0"/>
            </a:xfrm>
            <a:prstGeom prst="line">
              <a:avLst/>
            </a:prstGeom>
          </p:spPr>
          <p:style>
            <a:lnRef idx="1">
              <a:schemeClr val="dk1"/>
            </a:lnRef>
            <a:fillRef idx="0">
              <a:schemeClr val="dk1"/>
            </a:fillRef>
            <a:effectRef idx="0">
              <a:schemeClr val="dk1"/>
            </a:effectRef>
            <a:fontRef idx="minor">
              <a:schemeClr val="tx1"/>
            </a:fontRef>
          </p:style>
        </p:cxnSp>
        <p:sp>
          <p:nvSpPr>
            <p:cNvPr id="12" name="제목 4">
              <a:extLst>
                <a:ext uri="{FF2B5EF4-FFF2-40B4-BE49-F238E27FC236}">
                  <a16:creationId xmlns:a16="http://schemas.microsoft.com/office/drawing/2014/main" id="{3F4E9D51-D84F-1C1C-63DA-00B016B12566}"/>
                </a:ext>
              </a:extLst>
            </p:cNvPr>
            <p:cNvSpPr txBox="1">
              <a:spLocks/>
            </p:cNvSpPr>
            <p:nvPr/>
          </p:nvSpPr>
          <p:spPr>
            <a:xfrm>
              <a:off x="2091146" y="1017990"/>
              <a:ext cx="3890129" cy="276999"/>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gn="ctr"/>
              <a:r>
                <a:rPr lang="ko-KR" altLang="en-US" sz="1200" dirty="0">
                  <a:latin typeface="Arial Narrow" panose="020B0606020202030204" pitchFamily="34" charset="0"/>
                  <a:ea typeface="LG스마트체 Regular" panose="020B0600000101010101" pitchFamily="50" charset="-127"/>
                </a:rPr>
                <a:t>데이터 저장 용량</a:t>
              </a:r>
            </a:p>
          </p:txBody>
        </p:sp>
      </p:grpSp>
      <p:grpSp>
        <p:nvGrpSpPr>
          <p:cNvPr id="14" name="그룹 13">
            <a:extLst>
              <a:ext uri="{FF2B5EF4-FFF2-40B4-BE49-F238E27FC236}">
                <a16:creationId xmlns:a16="http://schemas.microsoft.com/office/drawing/2014/main" id="{DA163C96-68F7-8E25-8F64-34014279C48F}"/>
              </a:ext>
            </a:extLst>
          </p:cNvPr>
          <p:cNvGrpSpPr/>
          <p:nvPr/>
        </p:nvGrpSpPr>
        <p:grpSpPr>
          <a:xfrm>
            <a:off x="3439938" y="4205828"/>
            <a:ext cx="3015863" cy="276999"/>
            <a:chOff x="189765" y="1017990"/>
            <a:chExt cx="7692896" cy="276999"/>
          </a:xfrm>
        </p:grpSpPr>
        <p:cxnSp>
          <p:nvCxnSpPr>
            <p:cNvPr id="15" name="직선 연결선 14">
              <a:extLst>
                <a:ext uri="{FF2B5EF4-FFF2-40B4-BE49-F238E27FC236}">
                  <a16:creationId xmlns:a16="http://schemas.microsoft.com/office/drawing/2014/main" id="{A02951B4-4217-3D3D-F867-BF994AF6500F}"/>
                </a:ext>
              </a:extLst>
            </p:cNvPr>
            <p:cNvCxnSpPr>
              <a:cxnSpLocks/>
            </p:cNvCxnSpPr>
            <p:nvPr/>
          </p:nvCxnSpPr>
          <p:spPr>
            <a:xfrm>
              <a:off x="189765" y="1291472"/>
              <a:ext cx="7692896" cy="0"/>
            </a:xfrm>
            <a:prstGeom prst="line">
              <a:avLst/>
            </a:prstGeom>
          </p:spPr>
          <p:style>
            <a:lnRef idx="1">
              <a:schemeClr val="dk1"/>
            </a:lnRef>
            <a:fillRef idx="0">
              <a:schemeClr val="dk1"/>
            </a:fillRef>
            <a:effectRef idx="0">
              <a:schemeClr val="dk1"/>
            </a:effectRef>
            <a:fontRef idx="minor">
              <a:schemeClr val="tx1"/>
            </a:fontRef>
          </p:style>
        </p:cxnSp>
        <p:sp>
          <p:nvSpPr>
            <p:cNvPr id="16" name="제목 4">
              <a:extLst>
                <a:ext uri="{FF2B5EF4-FFF2-40B4-BE49-F238E27FC236}">
                  <a16:creationId xmlns:a16="http://schemas.microsoft.com/office/drawing/2014/main" id="{F6EC377E-A1F9-8697-6080-68D02B2C2260}"/>
                </a:ext>
              </a:extLst>
            </p:cNvPr>
            <p:cNvSpPr txBox="1">
              <a:spLocks/>
            </p:cNvSpPr>
            <p:nvPr/>
          </p:nvSpPr>
          <p:spPr>
            <a:xfrm>
              <a:off x="2091146" y="1017990"/>
              <a:ext cx="3890129" cy="276999"/>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gn="ctr"/>
              <a:r>
                <a:rPr lang="ko-KR" altLang="en-US" sz="1200" dirty="0">
                  <a:latin typeface="Arial Narrow" panose="020B0606020202030204" pitchFamily="34" charset="0"/>
                  <a:ea typeface="LG스마트체 Regular" panose="020B0600000101010101" pitchFamily="50" charset="-127"/>
                </a:rPr>
                <a:t>백업</a:t>
              </a:r>
              <a:r>
                <a:rPr lang="en-US" altLang="ko-KR" sz="1200" dirty="0">
                  <a:latin typeface="Arial Narrow" panose="020B0606020202030204" pitchFamily="34" charset="0"/>
                  <a:ea typeface="LG스마트체 Regular" panose="020B0600000101010101" pitchFamily="50" charset="-127"/>
                </a:rPr>
                <a:t>·</a:t>
              </a:r>
              <a:r>
                <a:rPr lang="ko-KR" altLang="en-US" sz="1200" dirty="0">
                  <a:latin typeface="Arial Narrow" panose="020B0606020202030204" pitchFamily="34" charset="0"/>
                  <a:ea typeface="LG스마트체 Regular" panose="020B0600000101010101" pitchFamily="50" charset="-127"/>
                </a:rPr>
                <a:t>보관</a:t>
              </a:r>
            </a:p>
          </p:txBody>
        </p:sp>
      </p:grpSp>
      <p:grpSp>
        <p:nvGrpSpPr>
          <p:cNvPr id="17" name="그룹 16">
            <a:extLst>
              <a:ext uri="{FF2B5EF4-FFF2-40B4-BE49-F238E27FC236}">
                <a16:creationId xmlns:a16="http://schemas.microsoft.com/office/drawing/2014/main" id="{37926B0E-5FD8-71D3-C639-61C2A2ECCF05}"/>
              </a:ext>
            </a:extLst>
          </p:cNvPr>
          <p:cNvGrpSpPr/>
          <p:nvPr/>
        </p:nvGrpSpPr>
        <p:grpSpPr>
          <a:xfrm>
            <a:off x="6690111" y="4205828"/>
            <a:ext cx="3015863" cy="276999"/>
            <a:chOff x="189765" y="1017990"/>
            <a:chExt cx="7692896" cy="276999"/>
          </a:xfrm>
        </p:grpSpPr>
        <p:cxnSp>
          <p:nvCxnSpPr>
            <p:cNvPr id="18" name="직선 연결선 17">
              <a:extLst>
                <a:ext uri="{FF2B5EF4-FFF2-40B4-BE49-F238E27FC236}">
                  <a16:creationId xmlns:a16="http://schemas.microsoft.com/office/drawing/2014/main" id="{861F0918-4153-0324-BC9F-F8A98CBCC62C}"/>
                </a:ext>
              </a:extLst>
            </p:cNvPr>
            <p:cNvCxnSpPr>
              <a:cxnSpLocks/>
            </p:cNvCxnSpPr>
            <p:nvPr/>
          </p:nvCxnSpPr>
          <p:spPr>
            <a:xfrm>
              <a:off x="189765" y="1291472"/>
              <a:ext cx="7692896" cy="0"/>
            </a:xfrm>
            <a:prstGeom prst="line">
              <a:avLst/>
            </a:prstGeom>
          </p:spPr>
          <p:style>
            <a:lnRef idx="1">
              <a:schemeClr val="dk1"/>
            </a:lnRef>
            <a:fillRef idx="0">
              <a:schemeClr val="dk1"/>
            </a:fillRef>
            <a:effectRef idx="0">
              <a:schemeClr val="dk1"/>
            </a:effectRef>
            <a:fontRef idx="minor">
              <a:schemeClr val="tx1"/>
            </a:fontRef>
          </p:style>
        </p:cxnSp>
        <p:sp>
          <p:nvSpPr>
            <p:cNvPr id="19" name="제목 4">
              <a:extLst>
                <a:ext uri="{FF2B5EF4-FFF2-40B4-BE49-F238E27FC236}">
                  <a16:creationId xmlns:a16="http://schemas.microsoft.com/office/drawing/2014/main" id="{F00B9851-32F4-EA77-1834-029050A7670E}"/>
                </a:ext>
              </a:extLst>
            </p:cNvPr>
            <p:cNvSpPr txBox="1">
              <a:spLocks/>
            </p:cNvSpPr>
            <p:nvPr/>
          </p:nvSpPr>
          <p:spPr>
            <a:xfrm>
              <a:off x="2091146" y="1017990"/>
              <a:ext cx="3890129" cy="276999"/>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gn="ctr"/>
              <a:r>
                <a:rPr lang="ko-KR" altLang="en-US" sz="1200" dirty="0">
                  <a:latin typeface="Arial Narrow" panose="020B0606020202030204" pitchFamily="34" charset="0"/>
                  <a:ea typeface="LG스마트체 Regular" panose="020B0600000101010101" pitchFamily="50" charset="-127"/>
                </a:rPr>
                <a:t>운영</a:t>
              </a:r>
            </a:p>
          </p:txBody>
        </p:sp>
      </p:grpSp>
      <p:sp>
        <p:nvSpPr>
          <p:cNvPr id="21" name="제목 4">
            <a:extLst>
              <a:ext uri="{FF2B5EF4-FFF2-40B4-BE49-F238E27FC236}">
                <a16:creationId xmlns:a16="http://schemas.microsoft.com/office/drawing/2014/main" id="{74153F52-45DD-BAAD-9931-9884D3D61008}"/>
              </a:ext>
            </a:extLst>
          </p:cNvPr>
          <p:cNvSpPr txBox="1">
            <a:spLocks/>
          </p:cNvSpPr>
          <p:nvPr/>
        </p:nvSpPr>
        <p:spPr>
          <a:xfrm>
            <a:off x="175718" y="4578400"/>
            <a:ext cx="3029910" cy="571695"/>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nSpc>
                <a:spcPct val="150000"/>
              </a:lnSpc>
            </a:pPr>
            <a:r>
              <a:rPr lang="en-US" altLang="ko-KR" sz="1100" b="0" dirty="0">
                <a:latin typeface="Arial Narrow" panose="020B0606020202030204" pitchFamily="34" charset="0"/>
                <a:ea typeface="LG스마트체 Regular" panose="020B0600000101010101" pitchFamily="50" charset="-127"/>
              </a:rPr>
              <a:t>- </a:t>
            </a:r>
            <a:r>
              <a:rPr lang="ko-KR" altLang="en-US" sz="1100" b="0" dirty="0">
                <a:latin typeface="Arial Narrow" panose="020B0606020202030204" pitchFamily="34" charset="0"/>
                <a:ea typeface="LG스마트체 Regular" panose="020B0600000101010101" pitchFamily="50" charset="-127"/>
              </a:rPr>
              <a:t>저장 공간 </a:t>
            </a:r>
            <a:r>
              <a:rPr lang="en-US" altLang="ko-KR" sz="1100" b="0" dirty="0">
                <a:latin typeface="Arial Narrow" panose="020B0606020202030204" pitchFamily="34" charset="0"/>
                <a:ea typeface="LG스마트체 Regular" panose="020B0600000101010101" pitchFamily="50" charset="-127"/>
              </a:rPr>
              <a:t>2TB</a:t>
            </a:r>
            <a:r>
              <a:rPr lang="ko-KR" altLang="en-US" sz="1100" b="0" dirty="0">
                <a:latin typeface="Arial Narrow" panose="020B0606020202030204" pitchFamily="34" charset="0"/>
                <a:ea typeface="LG스마트체 Regular" panose="020B0600000101010101" pitchFamily="50" charset="-127"/>
              </a:rPr>
              <a:t>로 약 </a:t>
            </a:r>
            <a:r>
              <a:rPr lang="en-US" altLang="ko-KR" sz="1100" b="0" dirty="0">
                <a:latin typeface="Arial Narrow" panose="020B0606020202030204" pitchFamily="34" charset="0"/>
                <a:ea typeface="LG스마트체 Regular" panose="020B0600000101010101" pitchFamily="50" charset="-127"/>
              </a:rPr>
              <a:t>2.8</a:t>
            </a:r>
            <a:r>
              <a:rPr lang="ko-KR" altLang="en-US" sz="1100" b="0" dirty="0">
                <a:latin typeface="Arial Narrow" panose="020B0606020202030204" pitchFamily="34" charset="0"/>
                <a:ea typeface="LG스마트체 Regular" panose="020B0600000101010101" pitchFamily="50" charset="-127"/>
              </a:rPr>
              <a:t>년 간 데이터 적재 가능</a:t>
            </a:r>
            <a:endParaRPr lang="en-US" altLang="ko-KR" sz="1100" b="0" dirty="0">
              <a:latin typeface="Arial Narrow" panose="020B0606020202030204" pitchFamily="34" charset="0"/>
              <a:ea typeface="LG스마트체 Regular" panose="020B0600000101010101" pitchFamily="50" charset="-127"/>
            </a:endParaRPr>
          </a:p>
          <a:p>
            <a:pPr>
              <a:lnSpc>
                <a:spcPct val="150000"/>
              </a:lnSpc>
            </a:pPr>
            <a:r>
              <a:rPr lang="en-US" altLang="ko-KR" sz="1100" b="0" dirty="0">
                <a:latin typeface="Arial Narrow" panose="020B0606020202030204" pitchFamily="34" charset="0"/>
                <a:ea typeface="LG스마트체 Regular" panose="020B0600000101010101" pitchFamily="50" charset="-127"/>
              </a:rPr>
              <a:t>- </a:t>
            </a:r>
            <a:r>
              <a:rPr lang="ko-KR" altLang="en-US" sz="1100" b="0" dirty="0">
                <a:latin typeface="Arial Narrow" panose="020B0606020202030204" pitchFamily="34" charset="0"/>
                <a:ea typeface="LG스마트체 Regular" panose="020B0600000101010101" pitchFamily="50" charset="-127"/>
              </a:rPr>
              <a:t>생성 보고서는 기본 백업에서 제외 </a:t>
            </a:r>
            <a:r>
              <a:rPr lang="en-US" altLang="ko-KR" sz="1100" b="0" dirty="0">
                <a:latin typeface="Arial Narrow" panose="020B0606020202030204" pitchFamily="34" charset="0"/>
                <a:ea typeface="LG스마트체 Regular" panose="020B0600000101010101" pitchFamily="50" charset="-127"/>
              </a:rPr>
              <a:t> </a:t>
            </a:r>
          </a:p>
        </p:txBody>
      </p:sp>
      <p:sp>
        <p:nvSpPr>
          <p:cNvPr id="23" name="제목 4">
            <a:extLst>
              <a:ext uri="{FF2B5EF4-FFF2-40B4-BE49-F238E27FC236}">
                <a16:creationId xmlns:a16="http://schemas.microsoft.com/office/drawing/2014/main" id="{5DEF2F73-09EE-7FC7-9CD5-DCEB933E9A9D}"/>
              </a:ext>
            </a:extLst>
          </p:cNvPr>
          <p:cNvSpPr txBox="1">
            <a:spLocks/>
          </p:cNvSpPr>
          <p:nvPr/>
        </p:nvSpPr>
        <p:spPr>
          <a:xfrm>
            <a:off x="3439938" y="4578400"/>
            <a:ext cx="3029910" cy="1333442"/>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nSpc>
                <a:spcPct val="150000"/>
              </a:lnSpc>
            </a:pPr>
            <a:r>
              <a:rPr lang="en-US" altLang="ko-KR" sz="1100" b="0" dirty="0">
                <a:latin typeface="Arial Narrow" panose="020B0606020202030204" pitchFamily="34" charset="0"/>
                <a:ea typeface="LG스마트체 Regular" panose="020B0600000101010101" pitchFamily="50" charset="-127"/>
              </a:rPr>
              <a:t>- </a:t>
            </a:r>
            <a:r>
              <a:rPr lang="ko-KR" altLang="en-US" sz="1100" b="0" dirty="0">
                <a:latin typeface="Arial Narrow" panose="020B0606020202030204" pitchFamily="34" charset="0"/>
                <a:ea typeface="LG스마트체 Regular" panose="020B0600000101010101" pitchFamily="50" charset="-127"/>
              </a:rPr>
              <a:t>매회 </a:t>
            </a:r>
            <a:r>
              <a:rPr lang="en-US" altLang="ko-KR" sz="1100" b="0" dirty="0">
                <a:latin typeface="Arial Narrow" panose="020B0606020202030204" pitchFamily="34" charset="0"/>
                <a:ea typeface="LG스마트체 Regular" panose="020B0600000101010101" pitchFamily="50" charset="-127"/>
              </a:rPr>
              <a:t>DB + </a:t>
            </a:r>
            <a:r>
              <a:rPr lang="ko-KR" altLang="en-US" sz="1100" b="0" dirty="0">
                <a:latin typeface="Arial Narrow" panose="020B0606020202030204" pitchFamily="34" charset="0"/>
                <a:ea typeface="LG스마트체 Regular" panose="020B0600000101010101" pitchFamily="50" charset="-127"/>
              </a:rPr>
              <a:t>첨부 파일 전체 복사</a:t>
            </a:r>
            <a:br>
              <a:rPr lang="en-US" altLang="ko-KR" sz="1100" b="0" dirty="0">
                <a:latin typeface="Arial Narrow" panose="020B0606020202030204" pitchFamily="34" charset="0"/>
                <a:ea typeface="LG스마트체 Regular" panose="020B0600000101010101" pitchFamily="50" charset="-127"/>
              </a:rPr>
            </a:br>
            <a:r>
              <a:rPr lang="en-US" altLang="ko-KR" sz="1100" b="0" dirty="0">
                <a:latin typeface="Arial Narrow" panose="020B0606020202030204" pitchFamily="34" charset="0"/>
                <a:ea typeface="LG스마트체 Regular" panose="020B0600000101010101" pitchFamily="50" charset="-127"/>
              </a:rPr>
              <a:t>- </a:t>
            </a:r>
            <a:r>
              <a:rPr lang="ko-KR" altLang="en-US" sz="1100" b="0" dirty="0">
                <a:latin typeface="Arial Narrow" panose="020B0606020202030204" pitchFamily="34" charset="0"/>
                <a:ea typeface="LG스마트체 Regular" panose="020B0600000101010101" pitchFamily="50" charset="-127"/>
              </a:rPr>
              <a:t>업무 기록 및 첨부파일을 삭제하지 않음</a:t>
            </a:r>
            <a:br>
              <a:rPr lang="en-US" altLang="ko-KR" sz="1100" b="0" dirty="0">
                <a:latin typeface="Arial Narrow" panose="020B0606020202030204" pitchFamily="34" charset="0"/>
                <a:ea typeface="LG스마트체 Regular" panose="020B0600000101010101" pitchFamily="50" charset="-127"/>
              </a:rPr>
            </a:br>
            <a:r>
              <a:rPr lang="en-US" altLang="ko-KR" sz="1100" b="0" dirty="0">
                <a:latin typeface="Arial Narrow" panose="020B0606020202030204" pitchFamily="34" charset="0"/>
                <a:ea typeface="LG스마트체 Regular" panose="020B0600000101010101" pitchFamily="50" charset="-127"/>
              </a:rPr>
              <a:t>  : </a:t>
            </a:r>
            <a:r>
              <a:rPr lang="ko-KR" altLang="en-US" sz="1100" b="0" dirty="0">
                <a:latin typeface="Arial Narrow" panose="020B0606020202030204" pitchFamily="34" charset="0"/>
                <a:ea typeface="LG스마트체 Regular" panose="020B0600000101010101" pitchFamily="50" charset="-127"/>
              </a:rPr>
              <a:t>보고서가 과거 기록을 이어서 요약</a:t>
            </a:r>
            <a:endParaRPr lang="en-US" altLang="ko-KR" sz="1100" b="0" dirty="0">
              <a:latin typeface="Arial Narrow" panose="020B0606020202030204" pitchFamily="34" charset="0"/>
              <a:ea typeface="LG스마트체 Regular" panose="020B0600000101010101" pitchFamily="50" charset="-127"/>
            </a:endParaRPr>
          </a:p>
          <a:p>
            <a:pPr>
              <a:lnSpc>
                <a:spcPct val="150000"/>
              </a:lnSpc>
            </a:pPr>
            <a:r>
              <a:rPr lang="en-US" altLang="ko-KR" sz="1100" b="0" dirty="0">
                <a:latin typeface="Arial Narrow" panose="020B0606020202030204" pitchFamily="34" charset="0"/>
                <a:ea typeface="LG스마트체 Regular" panose="020B0600000101010101" pitchFamily="50" charset="-127"/>
              </a:rPr>
              <a:t>- </a:t>
            </a:r>
            <a:r>
              <a:rPr lang="ko-KR" altLang="en-US" sz="1100" b="0" dirty="0">
                <a:latin typeface="Arial Narrow" panose="020B0606020202030204" pitchFamily="34" charset="0"/>
                <a:ea typeface="LG스마트체 Regular" panose="020B0600000101010101" pitchFamily="50" charset="-127"/>
              </a:rPr>
              <a:t>오래된 백업 및 임시 파일이 주요 정리 대상</a:t>
            </a:r>
            <a:br>
              <a:rPr lang="en-US" altLang="ko-KR" sz="1100" b="0" dirty="0">
                <a:latin typeface="Arial Narrow" panose="020B0606020202030204" pitchFamily="34" charset="0"/>
                <a:ea typeface="LG스마트체 Regular" panose="020B0600000101010101" pitchFamily="50" charset="-127"/>
              </a:rPr>
            </a:br>
            <a:r>
              <a:rPr lang="en-US" altLang="ko-KR" sz="1100" b="0" dirty="0">
                <a:latin typeface="Arial Narrow" panose="020B0606020202030204" pitchFamily="34" charset="0"/>
                <a:ea typeface="LG스마트체 Regular" panose="020B0600000101010101" pitchFamily="50" charset="-127"/>
              </a:rPr>
              <a:t>- DB</a:t>
            </a:r>
            <a:r>
              <a:rPr lang="ko-KR" altLang="en-US" sz="1100" b="0" dirty="0">
                <a:latin typeface="Arial Narrow" panose="020B0606020202030204" pitchFamily="34" charset="0"/>
                <a:ea typeface="LG스마트체 Regular" panose="020B0600000101010101" pitchFamily="50" charset="-127"/>
              </a:rPr>
              <a:t>는 서버 디스크</a:t>
            </a:r>
            <a:r>
              <a:rPr lang="en-US" altLang="ko-KR" sz="1100" b="0" dirty="0">
                <a:latin typeface="Arial Narrow" panose="020B0606020202030204" pitchFamily="34" charset="0"/>
                <a:ea typeface="LG스마트체 Regular" panose="020B0600000101010101" pitchFamily="50" charset="-127"/>
              </a:rPr>
              <a:t>, NAS</a:t>
            </a:r>
            <a:r>
              <a:rPr lang="ko-KR" altLang="en-US" sz="1100" b="0" dirty="0">
                <a:latin typeface="Arial Narrow" panose="020B0606020202030204" pitchFamily="34" charset="0"/>
                <a:ea typeface="LG스마트체 Regular" panose="020B0600000101010101" pitchFamily="50" charset="-127"/>
              </a:rPr>
              <a:t>는 백업 전용</a:t>
            </a:r>
            <a:endParaRPr lang="en-US" altLang="ko-KR" sz="1100" b="0" dirty="0">
              <a:latin typeface="Arial Narrow" panose="020B0606020202030204" pitchFamily="34" charset="0"/>
              <a:ea typeface="LG스마트체 Regular" panose="020B0600000101010101" pitchFamily="50" charset="-127"/>
            </a:endParaRPr>
          </a:p>
        </p:txBody>
      </p:sp>
      <p:sp>
        <p:nvSpPr>
          <p:cNvPr id="27" name="Rectangle 143">
            <a:extLst>
              <a:ext uri="{FF2B5EF4-FFF2-40B4-BE49-F238E27FC236}">
                <a16:creationId xmlns:a16="http://schemas.microsoft.com/office/drawing/2014/main" id="{8501354D-F5F7-AA5A-52FE-A8EF48072422}"/>
              </a:ext>
            </a:extLst>
          </p:cNvPr>
          <p:cNvSpPr/>
          <p:nvPr/>
        </p:nvSpPr>
        <p:spPr>
          <a:xfrm>
            <a:off x="6725744" y="4568979"/>
            <a:ext cx="1147934" cy="426385"/>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ko-KR" sz="1050" b="1" dirty="0">
                <a:solidFill>
                  <a:sysClr val="windowText" lastClr="000000"/>
                </a:solidFill>
                <a:latin typeface="Arial Narrow" panose="020B0606020202030204" pitchFamily="34" charset="0"/>
                <a:ea typeface="LG스마트체 Regular" panose="020B0600000101010101" pitchFamily="50" charset="-127"/>
              </a:rPr>
              <a:t>Task</a:t>
            </a:r>
            <a:endParaRPr lang="en-US" sz="1050" b="1" dirty="0">
              <a:solidFill>
                <a:sysClr val="windowText" lastClr="000000"/>
              </a:solidFill>
              <a:latin typeface="Arial Narrow" panose="020B0606020202030204" pitchFamily="34" charset="0"/>
              <a:ea typeface="LG스마트체 Regular" panose="020B0600000101010101" pitchFamily="50" charset="-127"/>
            </a:endParaRPr>
          </a:p>
        </p:txBody>
      </p:sp>
      <p:grpSp>
        <p:nvGrpSpPr>
          <p:cNvPr id="52" name="그룹 51">
            <a:extLst>
              <a:ext uri="{FF2B5EF4-FFF2-40B4-BE49-F238E27FC236}">
                <a16:creationId xmlns:a16="http://schemas.microsoft.com/office/drawing/2014/main" id="{6E680102-B78E-1068-0092-B732C42B0DCC}"/>
              </a:ext>
            </a:extLst>
          </p:cNvPr>
          <p:cNvGrpSpPr/>
          <p:nvPr/>
        </p:nvGrpSpPr>
        <p:grpSpPr>
          <a:xfrm>
            <a:off x="6868482" y="5236311"/>
            <a:ext cx="862459" cy="1134330"/>
            <a:chOff x="6868482" y="5398236"/>
            <a:chExt cx="862459" cy="1134330"/>
          </a:xfrm>
        </p:grpSpPr>
        <p:sp>
          <p:nvSpPr>
            <p:cNvPr id="28" name="Rectangle 143">
              <a:extLst>
                <a:ext uri="{FF2B5EF4-FFF2-40B4-BE49-F238E27FC236}">
                  <a16:creationId xmlns:a16="http://schemas.microsoft.com/office/drawing/2014/main" id="{051AE169-8F17-6307-FE2B-1B1F663D0585}"/>
                </a:ext>
              </a:extLst>
            </p:cNvPr>
            <p:cNvSpPr/>
            <p:nvPr/>
          </p:nvSpPr>
          <p:spPr>
            <a:xfrm>
              <a:off x="6868482" y="5398236"/>
              <a:ext cx="862459" cy="218922"/>
            </a:xfrm>
            <a:prstGeom prst="rect">
              <a:avLst/>
            </a:prstGeom>
            <a:solidFill>
              <a:schemeClr val="bg1">
                <a:lumMod val="9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ko-KR" altLang="en-US" sz="1050" b="1" dirty="0">
                  <a:solidFill>
                    <a:sysClr val="windowText" lastClr="000000"/>
                  </a:solidFill>
                  <a:latin typeface="Arial Narrow" panose="020B0606020202030204" pitchFamily="34" charset="0"/>
                  <a:ea typeface="LG스마트체 Regular" panose="020B0600000101010101" pitchFamily="50" charset="-127"/>
                </a:rPr>
                <a:t>개발 및 운영</a:t>
              </a:r>
              <a:endParaRPr lang="en-US" sz="1050" b="1" dirty="0">
                <a:solidFill>
                  <a:sysClr val="windowText" lastClr="000000"/>
                </a:solidFill>
                <a:latin typeface="Arial Narrow" panose="020B0606020202030204" pitchFamily="34" charset="0"/>
                <a:ea typeface="LG스마트체 Regular" panose="020B0600000101010101" pitchFamily="50" charset="-127"/>
              </a:endParaRPr>
            </a:p>
          </p:txBody>
        </p:sp>
        <p:sp>
          <p:nvSpPr>
            <p:cNvPr id="29" name="Rectangle 143">
              <a:extLst>
                <a:ext uri="{FF2B5EF4-FFF2-40B4-BE49-F238E27FC236}">
                  <a16:creationId xmlns:a16="http://schemas.microsoft.com/office/drawing/2014/main" id="{CEBCA06F-CADF-6996-E94E-1C96D72594EA}"/>
                </a:ext>
              </a:extLst>
            </p:cNvPr>
            <p:cNvSpPr/>
            <p:nvPr/>
          </p:nvSpPr>
          <p:spPr>
            <a:xfrm>
              <a:off x="6868482" y="5611427"/>
              <a:ext cx="862459" cy="921139"/>
            </a:xfrm>
            <a:prstGeom prst="rect">
              <a:avLst/>
            </a:prstGeom>
            <a:solidFill>
              <a:schemeClr val="bg1"/>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1050" b="1" dirty="0">
                  <a:solidFill>
                    <a:sysClr val="windowText" lastClr="000000"/>
                  </a:solidFill>
                  <a:latin typeface="Arial Narrow" panose="020B0606020202030204" pitchFamily="34" charset="0"/>
                  <a:ea typeface="LG스마트체 Regular" panose="020B0600000101010101" pitchFamily="50" charset="-127"/>
                </a:rPr>
                <a:t>Task </a:t>
              </a:r>
              <a:r>
                <a:rPr lang="ko-KR" altLang="en-US" sz="1050" b="1" dirty="0">
                  <a:solidFill>
                    <a:sysClr val="windowText" lastClr="000000"/>
                  </a:solidFill>
                  <a:latin typeface="Arial Narrow" panose="020B0606020202030204" pitchFamily="34" charset="0"/>
                  <a:ea typeface="LG스마트체 Regular" panose="020B0600000101010101" pitchFamily="50" charset="-127"/>
                </a:rPr>
                <a:t>인원</a:t>
              </a:r>
              <a:endParaRPr lang="en-US" altLang="ko-KR" sz="1050" b="1" dirty="0">
                <a:solidFill>
                  <a:sysClr val="windowText" lastClr="000000"/>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앱 운영</a:t>
              </a:r>
              <a:endParaRPr lang="en-US"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업데이트</a:t>
              </a:r>
              <a:endParaRPr lang="en-US"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백업</a:t>
              </a:r>
              <a:endParaRPr lang="en-US" altLang="ko-KR"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사용자 지원</a:t>
              </a:r>
              <a:endParaRPr lang="en-US"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p:txBody>
        </p:sp>
      </p:grpSp>
      <p:cxnSp>
        <p:nvCxnSpPr>
          <p:cNvPr id="31" name="직선 연결선 30">
            <a:extLst>
              <a:ext uri="{FF2B5EF4-FFF2-40B4-BE49-F238E27FC236}">
                <a16:creationId xmlns:a16="http://schemas.microsoft.com/office/drawing/2014/main" id="{6B243D91-9D7F-BF34-D171-8046CB727F4C}"/>
              </a:ext>
            </a:extLst>
          </p:cNvPr>
          <p:cNvCxnSpPr>
            <a:cxnSpLocks/>
            <a:stCxn id="27" idx="2"/>
            <a:endCxn id="28" idx="0"/>
          </p:cNvCxnSpPr>
          <p:nvPr/>
        </p:nvCxnSpPr>
        <p:spPr>
          <a:xfrm>
            <a:off x="7299711" y="4995364"/>
            <a:ext cx="1" cy="2409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1" name="그룹 50">
            <a:extLst>
              <a:ext uri="{FF2B5EF4-FFF2-40B4-BE49-F238E27FC236}">
                <a16:creationId xmlns:a16="http://schemas.microsoft.com/office/drawing/2014/main" id="{6EDB8B3A-7BC5-6C84-5E93-5529C4403792}"/>
              </a:ext>
            </a:extLst>
          </p:cNvPr>
          <p:cNvGrpSpPr/>
          <p:nvPr/>
        </p:nvGrpSpPr>
        <p:grpSpPr>
          <a:xfrm>
            <a:off x="7858583" y="5236311"/>
            <a:ext cx="862459" cy="1134330"/>
            <a:chOff x="7938699" y="5398236"/>
            <a:chExt cx="862459" cy="1134330"/>
          </a:xfrm>
        </p:grpSpPr>
        <p:sp>
          <p:nvSpPr>
            <p:cNvPr id="40" name="Rectangle 143">
              <a:extLst>
                <a:ext uri="{FF2B5EF4-FFF2-40B4-BE49-F238E27FC236}">
                  <a16:creationId xmlns:a16="http://schemas.microsoft.com/office/drawing/2014/main" id="{3844CCD9-94F3-9187-C458-EB290103C77A}"/>
                </a:ext>
              </a:extLst>
            </p:cNvPr>
            <p:cNvSpPr/>
            <p:nvPr/>
          </p:nvSpPr>
          <p:spPr>
            <a:xfrm>
              <a:off x="7938699" y="5398236"/>
              <a:ext cx="862459" cy="218922"/>
            </a:xfrm>
            <a:prstGeom prst="rect">
              <a:avLst/>
            </a:prstGeom>
            <a:solidFill>
              <a:schemeClr val="bg1">
                <a:lumMod val="9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ko-KR" altLang="en-US" sz="1050" b="1" dirty="0">
                  <a:solidFill>
                    <a:sysClr val="windowText" lastClr="000000"/>
                  </a:solidFill>
                  <a:latin typeface="Arial Narrow" panose="020B0606020202030204" pitchFamily="34" charset="0"/>
                  <a:ea typeface="LG스마트체 Regular" panose="020B0600000101010101" pitchFamily="50" charset="-127"/>
                </a:rPr>
                <a:t>서버 지원</a:t>
              </a:r>
              <a:endParaRPr lang="en-US" sz="1050" b="1" dirty="0">
                <a:solidFill>
                  <a:sysClr val="windowText" lastClr="000000"/>
                </a:solidFill>
                <a:latin typeface="Arial Narrow" panose="020B0606020202030204" pitchFamily="34" charset="0"/>
                <a:ea typeface="LG스마트체 Regular" panose="020B0600000101010101" pitchFamily="50" charset="-127"/>
              </a:endParaRPr>
            </a:p>
          </p:txBody>
        </p:sp>
        <p:sp>
          <p:nvSpPr>
            <p:cNvPr id="41" name="Rectangle 143">
              <a:extLst>
                <a:ext uri="{FF2B5EF4-FFF2-40B4-BE49-F238E27FC236}">
                  <a16:creationId xmlns:a16="http://schemas.microsoft.com/office/drawing/2014/main" id="{A864618D-6EE5-86CF-E268-13DE5DB19B43}"/>
                </a:ext>
              </a:extLst>
            </p:cNvPr>
            <p:cNvSpPr/>
            <p:nvPr/>
          </p:nvSpPr>
          <p:spPr>
            <a:xfrm>
              <a:off x="7938699" y="5611427"/>
              <a:ext cx="862459" cy="921139"/>
            </a:xfrm>
            <a:prstGeom prst="rect">
              <a:avLst/>
            </a:prstGeom>
            <a:solidFill>
              <a:schemeClr val="bg1"/>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1050" b="1" dirty="0">
                  <a:solidFill>
                    <a:sysClr val="windowText" lastClr="000000"/>
                  </a:solidFill>
                  <a:latin typeface="Arial Narrow" panose="020B0606020202030204" pitchFamily="34" charset="0"/>
                  <a:ea typeface="LG스마트체 Regular" panose="020B0600000101010101" pitchFamily="50" charset="-127"/>
                </a:rPr>
                <a:t>DAVINCI</a:t>
              </a:r>
              <a:r>
                <a:rPr lang="ko-KR" altLang="en-US" sz="1050" b="1" dirty="0">
                  <a:solidFill>
                    <a:sysClr val="windowText" lastClr="000000"/>
                  </a:solidFill>
                  <a:latin typeface="Arial Narrow" panose="020B0606020202030204" pitchFamily="34" charset="0"/>
                  <a:ea typeface="LG스마트체 Regular" panose="020B0600000101010101" pitchFamily="50" charset="-127"/>
                </a:rPr>
                <a:t>팀</a:t>
              </a:r>
              <a:endParaRPr lang="en-US" altLang="ko-KR" sz="1050" b="1" dirty="0">
                <a:solidFill>
                  <a:sysClr val="windowText" lastClr="000000"/>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서버 자원</a:t>
              </a:r>
              <a:endParaRPr lang="en-US" altLang="ko-KR"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a:p>
              <a:pPr algn="ctr">
                <a:lnSpc>
                  <a:spcPct val="120000"/>
                </a:lnSpc>
              </a:pPr>
              <a:r>
                <a:rPr lang="en-US" altLang="ko-KR" sz="1000" b="1" dirty="0">
                  <a:solidFill>
                    <a:schemeClr val="tx1">
                      <a:lumMod val="50000"/>
                      <a:lumOff val="50000"/>
                    </a:schemeClr>
                  </a:solidFill>
                  <a:latin typeface="Arial Narrow" panose="020B0606020202030204" pitchFamily="34" charset="0"/>
                  <a:ea typeface="LG스마트체 Regular" panose="020B0600000101010101" pitchFamily="50" charset="-127"/>
                </a:rPr>
                <a:t>OS</a:t>
              </a:r>
            </a:p>
            <a:p>
              <a:pPr algn="ctr">
                <a:lnSpc>
                  <a:spcPct val="120000"/>
                </a:lnSpc>
              </a:pPr>
              <a:r>
                <a:rPr 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NAS</a:t>
              </a:r>
            </a:p>
            <a:p>
              <a:pPr algn="ctr">
                <a:lnSpc>
                  <a:spcPct val="120000"/>
                </a:lnSpc>
              </a:pPr>
              <a:r>
                <a:rPr 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N/W</a:t>
              </a:r>
            </a:p>
          </p:txBody>
        </p:sp>
      </p:grpSp>
      <p:grpSp>
        <p:nvGrpSpPr>
          <p:cNvPr id="50" name="그룹 49">
            <a:extLst>
              <a:ext uri="{FF2B5EF4-FFF2-40B4-BE49-F238E27FC236}">
                <a16:creationId xmlns:a16="http://schemas.microsoft.com/office/drawing/2014/main" id="{3D116468-8676-78AD-6311-B733094648DC}"/>
              </a:ext>
            </a:extLst>
          </p:cNvPr>
          <p:cNvGrpSpPr/>
          <p:nvPr/>
        </p:nvGrpSpPr>
        <p:grpSpPr>
          <a:xfrm>
            <a:off x="8848684" y="5236311"/>
            <a:ext cx="862459" cy="1134330"/>
            <a:chOff x="9008916" y="5398236"/>
            <a:chExt cx="862459" cy="1134330"/>
          </a:xfrm>
        </p:grpSpPr>
        <p:sp>
          <p:nvSpPr>
            <p:cNvPr id="42" name="Rectangle 143">
              <a:extLst>
                <a:ext uri="{FF2B5EF4-FFF2-40B4-BE49-F238E27FC236}">
                  <a16:creationId xmlns:a16="http://schemas.microsoft.com/office/drawing/2014/main" id="{75D8EC20-9991-0071-09BA-D239FC071F95}"/>
                </a:ext>
              </a:extLst>
            </p:cNvPr>
            <p:cNvSpPr/>
            <p:nvPr/>
          </p:nvSpPr>
          <p:spPr>
            <a:xfrm>
              <a:off x="9008916" y="5398236"/>
              <a:ext cx="862459" cy="218922"/>
            </a:xfrm>
            <a:prstGeom prst="rect">
              <a:avLst/>
            </a:prstGeom>
            <a:solidFill>
              <a:schemeClr val="bg1">
                <a:lumMod val="9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ko-KR" altLang="en-US" sz="1050" b="1" dirty="0">
                  <a:solidFill>
                    <a:sysClr val="windowText" lastClr="000000"/>
                  </a:solidFill>
                  <a:latin typeface="Arial Narrow" panose="020B0606020202030204" pitchFamily="34" charset="0"/>
                  <a:ea typeface="LG스마트체 Regular" panose="020B0600000101010101" pitchFamily="50" charset="-127"/>
                </a:rPr>
                <a:t>테스트 지원</a:t>
              </a:r>
              <a:endParaRPr lang="en-US" sz="1050" b="1" dirty="0">
                <a:solidFill>
                  <a:sysClr val="windowText" lastClr="000000"/>
                </a:solidFill>
                <a:latin typeface="Arial Narrow" panose="020B0606020202030204" pitchFamily="34" charset="0"/>
                <a:ea typeface="LG스마트체 Regular" panose="020B0600000101010101" pitchFamily="50" charset="-127"/>
              </a:endParaRPr>
            </a:p>
          </p:txBody>
        </p:sp>
        <p:sp>
          <p:nvSpPr>
            <p:cNvPr id="43" name="Rectangle 143">
              <a:extLst>
                <a:ext uri="{FF2B5EF4-FFF2-40B4-BE49-F238E27FC236}">
                  <a16:creationId xmlns:a16="http://schemas.microsoft.com/office/drawing/2014/main" id="{6F403DDF-036B-21E0-134A-6F7D26A5FC24}"/>
                </a:ext>
              </a:extLst>
            </p:cNvPr>
            <p:cNvSpPr/>
            <p:nvPr/>
          </p:nvSpPr>
          <p:spPr>
            <a:xfrm>
              <a:off x="9008916" y="5611427"/>
              <a:ext cx="862459" cy="921139"/>
            </a:xfrm>
            <a:prstGeom prst="rect">
              <a:avLst/>
            </a:prstGeom>
            <a:solidFill>
              <a:schemeClr val="bg1"/>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ko-KR" altLang="en-US" sz="1050" b="1" dirty="0">
                  <a:solidFill>
                    <a:sysClr val="windowText" lastClr="000000"/>
                  </a:solidFill>
                  <a:latin typeface="Arial Narrow" panose="020B0606020202030204" pitchFamily="34" charset="0"/>
                  <a:ea typeface="LG스마트체 Regular" panose="020B0600000101010101" pitchFamily="50" charset="-127"/>
                </a:rPr>
                <a:t>담당별 인원</a:t>
              </a:r>
              <a:endParaRPr lang="en-US" altLang="ko-KR" sz="1050" b="1" dirty="0">
                <a:solidFill>
                  <a:sysClr val="windowText" lastClr="000000"/>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개선 의견 제공</a:t>
              </a:r>
              <a:endParaRPr lang="en-US" altLang="ko-KR"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템플릿 고도화 지원</a:t>
              </a:r>
              <a:endParaRPr lang="en-US" altLang="ko-KR"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a:p>
              <a:pPr algn="ctr">
                <a:lnSpc>
                  <a:spcPct val="120000"/>
                </a:lnSpc>
              </a:pPr>
              <a:endParaRPr lang="en-US" sz="1050" b="1" dirty="0">
                <a:solidFill>
                  <a:sysClr val="windowText" lastClr="000000"/>
                </a:solidFill>
                <a:latin typeface="Arial Narrow" panose="020B0606020202030204" pitchFamily="34" charset="0"/>
                <a:ea typeface="LG스마트체 Regular" panose="020B0600000101010101" pitchFamily="50" charset="-127"/>
              </a:endParaRPr>
            </a:p>
          </p:txBody>
        </p:sp>
      </p:grpSp>
      <p:cxnSp>
        <p:nvCxnSpPr>
          <p:cNvPr id="45" name="연결선: 꺾임 44">
            <a:extLst>
              <a:ext uri="{FF2B5EF4-FFF2-40B4-BE49-F238E27FC236}">
                <a16:creationId xmlns:a16="http://schemas.microsoft.com/office/drawing/2014/main" id="{DB7763E7-ADA1-D918-0737-69809E5C048B}"/>
              </a:ext>
            </a:extLst>
          </p:cNvPr>
          <p:cNvCxnSpPr>
            <a:stCxn id="27" idx="3"/>
            <a:endCxn id="40" idx="0"/>
          </p:cNvCxnSpPr>
          <p:nvPr/>
        </p:nvCxnSpPr>
        <p:spPr>
          <a:xfrm>
            <a:off x="7873678" y="4782172"/>
            <a:ext cx="416135" cy="454139"/>
          </a:xfrm>
          <a:prstGeom prst="bentConnector2">
            <a:avLst/>
          </a:prstGeom>
        </p:spPr>
        <p:style>
          <a:lnRef idx="1">
            <a:schemeClr val="dk1"/>
          </a:lnRef>
          <a:fillRef idx="0">
            <a:schemeClr val="dk1"/>
          </a:fillRef>
          <a:effectRef idx="0">
            <a:schemeClr val="dk1"/>
          </a:effectRef>
          <a:fontRef idx="minor">
            <a:schemeClr val="tx1"/>
          </a:fontRef>
        </p:style>
      </p:cxnSp>
      <p:cxnSp>
        <p:nvCxnSpPr>
          <p:cNvPr id="46" name="연결선: 꺾임 45">
            <a:extLst>
              <a:ext uri="{FF2B5EF4-FFF2-40B4-BE49-F238E27FC236}">
                <a16:creationId xmlns:a16="http://schemas.microsoft.com/office/drawing/2014/main" id="{40496C1F-5AD2-23B6-F6C2-DBD76FF55F09}"/>
              </a:ext>
            </a:extLst>
          </p:cNvPr>
          <p:cNvCxnSpPr>
            <a:cxnSpLocks/>
            <a:stCxn id="27" idx="3"/>
            <a:endCxn id="42" idx="0"/>
          </p:cNvCxnSpPr>
          <p:nvPr/>
        </p:nvCxnSpPr>
        <p:spPr>
          <a:xfrm>
            <a:off x="7873678" y="4782172"/>
            <a:ext cx="1406236" cy="454139"/>
          </a:xfrm>
          <a:prstGeom prst="bentConnector2">
            <a:avLst/>
          </a:prstGeom>
        </p:spPr>
        <p:style>
          <a:lnRef idx="1">
            <a:schemeClr val="dk1"/>
          </a:lnRef>
          <a:fillRef idx="0">
            <a:schemeClr val="dk1"/>
          </a:fillRef>
          <a:effectRef idx="0">
            <a:schemeClr val="dk1"/>
          </a:effectRef>
          <a:fontRef idx="minor">
            <a:schemeClr val="tx1"/>
          </a:fontRef>
        </p:style>
      </p:cxnSp>
      <p:sp>
        <p:nvSpPr>
          <p:cNvPr id="49" name="제목 4">
            <a:extLst>
              <a:ext uri="{FF2B5EF4-FFF2-40B4-BE49-F238E27FC236}">
                <a16:creationId xmlns:a16="http://schemas.microsoft.com/office/drawing/2014/main" id="{4839B62E-D105-35C1-1889-1F28DBD3B2E0}"/>
              </a:ext>
            </a:extLst>
          </p:cNvPr>
          <p:cNvSpPr txBox="1">
            <a:spLocks/>
          </p:cNvSpPr>
          <p:nvPr/>
        </p:nvSpPr>
        <p:spPr>
          <a:xfrm>
            <a:off x="7873678" y="4537588"/>
            <a:ext cx="927480" cy="297261"/>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nSpc>
                <a:spcPct val="150000"/>
              </a:lnSpc>
            </a:pPr>
            <a:r>
              <a:rPr lang="ko-KR" altLang="en-US" sz="1000" b="0">
                <a:latin typeface="Arial Narrow" panose="020B0606020202030204" pitchFamily="34" charset="0"/>
                <a:ea typeface="LG스마트체 Regular" panose="020B0600000101010101" pitchFamily="50" charset="-127"/>
              </a:rPr>
              <a:t>지원 인원</a:t>
            </a:r>
            <a:endParaRPr lang="en-US" altLang="ko-KR" sz="1000" b="0" dirty="0">
              <a:latin typeface="Arial Narrow" panose="020B0606020202030204" pitchFamily="34" charset="0"/>
              <a:ea typeface="LG스마트체 Regular" panose="020B0600000101010101" pitchFamily="50" charset="-127"/>
            </a:endParaRPr>
          </a:p>
        </p:txBody>
      </p:sp>
      <p:sp>
        <p:nvSpPr>
          <p:cNvPr id="54" name="TextBox 53">
            <a:extLst>
              <a:ext uri="{FF2B5EF4-FFF2-40B4-BE49-F238E27FC236}">
                <a16:creationId xmlns:a16="http://schemas.microsoft.com/office/drawing/2014/main" id="{3F836E7A-4CC1-A017-41EF-50C94142C376}"/>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3/3</a:t>
            </a:r>
            <a:endPar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spTree>
    <p:extLst>
      <p:ext uri="{BB962C8B-B14F-4D97-AF65-F5344CB8AC3E}">
        <p14:creationId xmlns:p14="http://schemas.microsoft.com/office/powerpoint/2010/main" val="564903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descr="C:\ECM\TEMP\부서함\Brand담당\CI 매뉴얼★\★로고파일-자회사名\14년ver\(주)LG\LG_가로조합.png">
            <a:extLst>
              <a:ext uri="{FF2B5EF4-FFF2-40B4-BE49-F238E27FC236}">
                <a16:creationId xmlns:a16="http://schemas.microsoft.com/office/drawing/2014/main" id="{3FDADC5C-3F1A-46B6-BB86-18E819CFAF2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01198" y="5156523"/>
            <a:ext cx="839469" cy="368791"/>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3">
            <a:extLst>
              <a:ext uri="{FF2B5EF4-FFF2-40B4-BE49-F238E27FC236}">
                <a16:creationId xmlns:a16="http://schemas.microsoft.com/office/drawing/2014/main" id="{9A24C5A4-2B68-30CD-B8D5-D473BBF1363D}"/>
              </a:ext>
            </a:extLst>
          </p:cNvPr>
          <p:cNvSpPr txBox="1">
            <a:spLocks/>
          </p:cNvSpPr>
          <p:nvPr>
            <p:custDataLst>
              <p:tags r:id="rId1"/>
            </p:custDataLst>
          </p:nvPr>
        </p:nvSpPr>
        <p:spPr>
          <a:xfrm>
            <a:off x="1020788" y="1631173"/>
            <a:ext cx="8474197" cy="492443"/>
          </a:xfrm>
          <a:prstGeom prst="rect">
            <a:avLst/>
          </a:prstGeom>
        </p:spPr>
        <p:txBody>
          <a:bodyPr vert="horz" wrap="square" lIns="91440" tIns="45720" rIns="91440" bIns="45720" rtlCol="0" anchor="t">
            <a:spAutoFit/>
          </a:bodyPr>
          <a:lstStyle>
            <a:lvl1pPr algn="l" defTabSz="914400" rtl="0" eaLnBrk="1" latinLnBrk="1" hangingPunct="1">
              <a:lnSpc>
                <a:spcPct val="90000"/>
              </a:lnSpc>
              <a:spcBef>
                <a:spcPct val="0"/>
              </a:spcBef>
              <a:buNone/>
              <a:defRPr sz="3200" kern="1200">
                <a:solidFill>
                  <a:schemeClr val="tx1">
                    <a:lumMod val="65000"/>
                    <a:lumOff val="35000"/>
                  </a:schemeClr>
                </a:solidFill>
                <a:latin typeface="LG스마트체2.0 SemiBold" panose="020B0600000101010101" pitchFamily="50" charset="-127"/>
                <a:ea typeface="LG스마트체2.0 SemiBold" panose="020B0600000101010101" pitchFamily="50" charset="-127"/>
                <a:cs typeface="+mj-cs"/>
              </a:defRPr>
            </a:lvl1pPr>
          </a:lstStyle>
          <a:p>
            <a:pPr marL="0" marR="0" lvl="0" indent="0" algn="l" defTabSz="914395" rtl="0" eaLnBrk="1" fontAlgn="auto" latinLnBrk="1" hangingPunct="1">
              <a:lnSpc>
                <a:spcPct val="100000"/>
              </a:lnSpc>
              <a:spcBef>
                <a:spcPct val="0"/>
              </a:spcBef>
              <a:spcAft>
                <a:spcPts val="0"/>
              </a:spcAft>
              <a:buClrTx/>
              <a:buSzTx/>
              <a:buFontTx/>
              <a:buNone/>
              <a:tabLst/>
              <a:defRPr/>
            </a:pPr>
            <a:r>
              <a:rPr kumimoji="0" lang="en-US" altLang="ko-KR" sz="2600" b="1" i="0" u="none" strike="noStrike" kern="1200" cap="none" spc="0" normalizeH="0" baseline="0" noProof="0" dirty="0">
                <a:ln>
                  <a:noFill/>
                </a:ln>
                <a:solidFill>
                  <a:srgbClr val="1F1F1F"/>
                </a:solidFill>
                <a:effectLst/>
                <a:uLnTx/>
                <a:uFillTx/>
                <a:latin typeface="Arial Narrow" panose="020B0606020202030204" pitchFamily="34" charset="0"/>
                <a:ea typeface="LG스마트체 Regular" panose="020B0600000101010101" pitchFamily="50" charset="-127"/>
                <a:cs typeface="+mj-cs"/>
              </a:rPr>
              <a:t>AI </a:t>
            </a:r>
            <a:r>
              <a:rPr kumimoji="0" lang="ko-KR" altLang="en-US" sz="2600" b="1" i="0" u="none" strike="noStrike" kern="1200" cap="none" spc="0" normalizeH="0" baseline="0" noProof="0" dirty="0">
                <a:ln>
                  <a:noFill/>
                </a:ln>
                <a:solidFill>
                  <a:srgbClr val="1F1F1F"/>
                </a:solidFill>
                <a:effectLst/>
                <a:uLnTx/>
                <a:uFillTx/>
                <a:latin typeface="Arial Narrow" panose="020B0606020202030204" pitchFamily="34" charset="0"/>
                <a:ea typeface="LG스마트체 Regular" panose="020B0600000101010101" pitchFamily="50" charset="-127"/>
                <a:cs typeface="+mj-cs"/>
              </a:rPr>
              <a:t>활용 보고서 작성 효율화 </a:t>
            </a:r>
            <a:r>
              <a:rPr kumimoji="0" lang="ko-KR" altLang="en-US" sz="2600" b="1" i="0" u="none" strike="noStrike" kern="1200" cap="none" spc="0" normalizeH="0" baseline="0" noProof="0" dirty="0" err="1">
                <a:ln>
                  <a:noFill/>
                </a:ln>
                <a:solidFill>
                  <a:srgbClr val="1F1F1F"/>
                </a:solidFill>
                <a:effectLst/>
                <a:uLnTx/>
                <a:uFillTx/>
                <a:latin typeface="Arial Narrow" panose="020B0606020202030204" pitchFamily="34" charset="0"/>
                <a:ea typeface="LG스마트체 Regular" panose="020B0600000101010101" pitchFamily="50" charset="-127"/>
                <a:cs typeface="+mj-cs"/>
              </a:rPr>
              <a:t>검토안</a:t>
            </a:r>
            <a:r>
              <a:rPr kumimoji="0" lang="ko-KR" altLang="en-US" sz="2600" b="1" i="0" u="none" strike="noStrike" kern="1200" cap="none" spc="0" normalizeH="0" baseline="0" noProof="0" dirty="0">
                <a:ln>
                  <a:noFill/>
                </a:ln>
                <a:solidFill>
                  <a:srgbClr val="1F1F1F"/>
                </a:solidFill>
                <a:effectLst/>
                <a:uLnTx/>
                <a:uFillTx/>
                <a:latin typeface="Arial Narrow" panose="020B0606020202030204" pitchFamily="34" charset="0"/>
                <a:ea typeface="LG스마트체 Regular" panose="020B0600000101010101" pitchFamily="50" charset="-127"/>
                <a:cs typeface="+mj-cs"/>
              </a:rPr>
              <a:t> 보고</a:t>
            </a:r>
          </a:p>
        </p:txBody>
      </p:sp>
      <p:sp>
        <p:nvSpPr>
          <p:cNvPr id="3" name="내용 개체 틀 14">
            <a:extLst>
              <a:ext uri="{FF2B5EF4-FFF2-40B4-BE49-F238E27FC236}">
                <a16:creationId xmlns:a16="http://schemas.microsoft.com/office/drawing/2014/main" id="{B1BAD9B2-1E19-5902-76E3-F1722B66CDEE}"/>
              </a:ext>
            </a:extLst>
          </p:cNvPr>
          <p:cNvSpPr txBox="1">
            <a:spLocks/>
          </p:cNvSpPr>
          <p:nvPr>
            <p:custDataLst>
              <p:tags r:id="rId2"/>
            </p:custDataLst>
          </p:nvPr>
        </p:nvSpPr>
        <p:spPr>
          <a:xfrm>
            <a:off x="1309076" y="4992005"/>
            <a:ext cx="3993987" cy="368114"/>
          </a:xfrm>
          <a:prstGeom prst="rect">
            <a:avLst/>
          </a:prstGeom>
        </p:spPr>
        <p:txBody>
          <a:bodyPr vert="horz" wrap="square" lIns="91440" tIns="45720" rIns="91440" bIns="45720" rtlCol="0" anchor="t">
            <a:spAutoFit/>
          </a:bodyPr>
          <a:lstStyle>
            <a:lvl1pPr marL="228600" indent="-228600" algn="l" defTabSz="914400" rtl="0" eaLnBrk="1" latinLnBrk="1" hangingPunct="1">
              <a:lnSpc>
                <a:spcPct val="90000"/>
              </a:lnSpc>
              <a:spcBef>
                <a:spcPts val="1000"/>
              </a:spcBef>
              <a:buFont typeface="Arial" panose="020B0604020202020204" pitchFamily="34" charset="0"/>
              <a:buChar char="•"/>
              <a:defRPr lang="ko-KR" altLang="en-US" sz="1400" kern="1200" smtClean="0">
                <a:solidFill>
                  <a:schemeClr val="tx1">
                    <a:lumMod val="65000"/>
                    <a:lumOff val="35000"/>
                  </a:schemeClr>
                </a:solidFill>
                <a:latin typeface="LG스마트체2.0 Regular" panose="020B0600000101010101" pitchFamily="50" charset="-127"/>
                <a:ea typeface="LG스마트체2.0 Regular" panose="020B0600000101010101" pitchFamily="50" charset="-127"/>
                <a:cs typeface="+mj-cs"/>
              </a:defRPr>
            </a:lvl1pPr>
            <a:lvl2pPr marL="457181" indent="0" algn="l" defTabSz="914400" rtl="0" eaLnBrk="1" latinLnBrk="1" hangingPunct="1">
              <a:lnSpc>
                <a:spcPct val="90000"/>
              </a:lnSpc>
              <a:spcBef>
                <a:spcPts val="500"/>
              </a:spcBef>
              <a:buFont typeface="Arial" panose="020B0604020202020204" pitchFamily="34" charset="0"/>
              <a:buNone/>
              <a:defRPr lang="ko-KR" altLang="en-US" sz="2400" kern="1200" smtClean="0">
                <a:solidFill>
                  <a:schemeClr val="tx1"/>
                </a:solidFill>
                <a:latin typeface="+mn-lt"/>
                <a:ea typeface="+mn-ea"/>
                <a:cs typeface="+mn-cs"/>
              </a:defRPr>
            </a:lvl2pPr>
            <a:lvl3pPr marL="914361" indent="0" algn="l" defTabSz="914400" rtl="0" eaLnBrk="1" latinLnBrk="1" hangingPunct="1">
              <a:lnSpc>
                <a:spcPct val="90000"/>
              </a:lnSpc>
              <a:spcBef>
                <a:spcPts val="500"/>
              </a:spcBef>
              <a:buFont typeface="Arial" panose="020B0604020202020204" pitchFamily="34" charset="0"/>
              <a:buNone/>
              <a:defRPr lang="ko-KR" altLang="en-US" sz="2000" kern="1200" smtClean="0">
                <a:solidFill>
                  <a:schemeClr val="tx1"/>
                </a:solidFill>
                <a:latin typeface="+mn-lt"/>
                <a:ea typeface="+mn-ea"/>
                <a:cs typeface="+mn-cs"/>
              </a:defRPr>
            </a:lvl3pPr>
            <a:lvl4pPr marL="1371543" indent="0" algn="l" defTabSz="914400" rtl="0" eaLnBrk="1" latinLnBrk="1" hangingPunct="1">
              <a:lnSpc>
                <a:spcPct val="90000"/>
              </a:lnSpc>
              <a:spcBef>
                <a:spcPts val="500"/>
              </a:spcBef>
              <a:buFont typeface="Arial" panose="020B0604020202020204" pitchFamily="34" charset="0"/>
              <a:buNone/>
              <a:defRPr lang="ko-KR" altLang="en-US" sz="1800" kern="1200" smtClean="0">
                <a:solidFill>
                  <a:schemeClr val="tx1"/>
                </a:solidFill>
                <a:latin typeface="+mn-lt"/>
                <a:ea typeface="+mn-ea"/>
                <a:cs typeface="+mn-cs"/>
              </a:defRPr>
            </a:lvl4pPr>
            <a:lvl5pPr marL="1828724" indent="0" algn="l" defTabSz="914400" rtl="0" eaLnBrk="1" latinLnBrk="1" hangingPunct="1">
              <a:lnSpc>
                <a:spcPct val="90000"/>
              </a:lnSpc>
              <a:spcBef>
                <a:spcPts val="500"/>
              </a:spcBef>
              <a:buFont typeface="Arial" panose="020B0604020202020204" pitchFamily="34" charset="0"/>
              <a:buNone/>
              <a:defRPr lang="ko-KR" altLang="en-US"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120000"/>
              </a:lnSpc>
              <a:spcBef>
                <a:spcPct val="0"/>
              </a:spcBef>
              <a:spcAft>
                <a:spcPts val="0"/>
              </a:spcAft>
              <a:buClrTx/>
              <a:buSzTx/>
              <a:buFont typeface="Arial" panose="020B0604020202020204" pitchFamily="34" charset="0"/>
              <a:buNone/>
              <a:tabLst/>
              <a:defRPr/>
            </a:pPr>
            <a:r>
              <a:rPr kumimoji="0" lang="ko-KR" altLang="en-US" sz="1600" b="0" i="0" u="none" strike="noStrike" kern="1200" cap="none" spc="0" normalizeH="0" baseline="0" noProof="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제조</a:t>
            </a:r>
            <a:r>
              <a:rPr kumimoji="0" lang="en-US" altLang="ko-KR" sz="1600" b="0" i="0" u="none" strike="noStrike" kern="1200" cap="none" spc="0" normalizeH="0" baseline="0" noProof="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DX</a:t>
            </a:r>
            <a:r>
              <a:rPr kumimoji="0" lang="ko-KR" altLang="en-US" sz="1600" b="0" i="0" u="none" strike="noStrike" kern="1200" cap="none" spc="0" normalizeH="0" baseline="0" noProof="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  </a:t>
            </a:r>
            <a:r>
              <a:rPr kumimoji="0" lang="en-US" altLang="ko-KR" sz="1600" b="0" i="0" u="none" strike="noStrike" kern="1200" cap="none" spc="0" normalizeH="0" baseline="0" noProof="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  2026. 10. 8</a:t>
            </a:r>
          </a:p>
        </p:txBody>
      </p:sp>
      <p:sp>
        <p:nvSpPr>
          <p:cNvPr id="5" name="Rectangle 26">
            <a:extLst>
              <a:ext uri="{FF2B5EF4-FFF2-40B4-BE49-F238E27FC236}">
                <a16:creationId xmlns:a16="http://schemas.microsoft.com/office/drawing/2014/main" id="{4722EFD3-4DD4-B898-90AF-8C881647D3A4}"/>
              </a:ext>
            </a:extLst>
          </p:cNvPr>
          <p:cNvSpPr>
            <a:spLocks noChangeArrowheads="1"/>
          </p:cNvSpPr>
          <p:nvPr>
            <p:custDataLst>
              <p:tags r:id="rId3"/>
            </p:custDataLst>
          </p:nvPr>
        </p:nvSpPr>
        <p:spPr bwMode="auto">
          <a:xfrm>
            <a:off x="1378283" y="2863695"/>
            <a:ext cx="7396717" cy="2923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nchor="t">
            <a:spAutoFit/>
          </a:bodyPr>
          <a:lstStyle>
            <a:lvl1pPr eaLnBrk="0" hangingPunct="0">
              <a:defRPr kumimoji="1" sz="1200" b="1">
                <a:solidFill>
                  <a:schemeClr val="tx1"/>
                </a:solidFill>
                <a:latin typeface="Arial"/>
                <a:ea typeface="돋움" pitchFamily="50" charset="-127"/>
              </a:defRPr>
            </a:lvl1pPr>
            <a:lvl2pPr marL="742950" indent="-285750" eaLnBrk="0" hangingPunct="0">
              <a:defRPr kumimoji="1" sz="1200" b="1">
                <a:solidFill>
                  <a:schemeClr val="tx1"/>
                </a:solidFill>
                <a:latin typeface="Arial"/>
                <a:ea typeface="돋움" pitchFamily="50" charset="-127"/>
              </a:defRPr>
            </a:lvl2pPr>
            <a:lvl3pPr marL="1143000" indent="-228600" eaLnBrk="0" hangingPunct="0">
              <a:defRPr kumimoji="1" sz="1200" b="1">
                <a:solidFill>
                  <a:schemeClr val="tx1"/>
                </a:solidFill>
                <a:latin typeface="Arial"/>
                <a:ea typeface="돋움" pitchFamily="50" charset="-127"/>
              </a:defRPr>
            </a:lvl3pPr>
            <a:lvl4pPr marL="1600200" indent="-228600" eaLnBrk="0" hangingPunct="0">
              <a:defRPr kumimoji="1" sz="1200" b="1">
                <a:solidFill>
                  <a:schemeClr val="tx1"/>
                </a:solidFill>
                <a:latin typeface="Arial"/>
                <a:ea typeface="돋움" pitchFamily="50" charset="-127"/>
              </a:defRPr>
            </a:lvl4pPr>
            <a:lvl5pPr marL="2057400" indent="-228600" eaLnBrk="0" hangingPunct="0">
              <a:defRPr kumimoji="1" sz="1200" b="1">
                <a:solidFill>
                  <a:schemeClr val="tx1"/>
                </a:solidFill>
                <a:latin typeface="Arial"/>
                <a:ea typeface="돋움" pitchFamily="50" charset="-127"/>
              </a:defRPr>
            </a:lvl5pPr>
            <a:lvl6pPr marL="25146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6pPr>
            <a:lvl7pPr marL="29718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7pPr>
            <a:lvl8pPr marL="34290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8pPr>
            <a:lvl9pPr marL="38862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9pPr>
          </a:lstStyle>
          <a:p>
            <a:pPr marL="175260" marR="0" lvl="0" indent="-175260" algn="l" defTabSz="457200" rtl="0" eaLnBrk="1" fontAlgn="auto" latinLnBrk="0" hangingPunct="1">
              <a:lnSpc>
                <a:spcPct val="150000"/>
              </a:lnSpc>
              <a:spcBef>
                <a:spcPct val="0"/>
              </a:spcBef>
              <a:spcAft>
                <a:spcPts val="600"/>
              </a:spcAft>
              <a:buClrTx/>
              <a:buSzTx/>
              <a:buFontTx/>
              <a:buAutoNum type="arabicPeriod"/>
              <a:tabLst/>
              <a:defRPr/>
            </a:pPr>
            <a:r>
              <a:rPr kumimoji="1" lang="ko-KR" altLang="en-US"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보고 </a:t>
            </a:r>
            <a:r>
              <a:rPr kumimoji="1" lang="en-US" altLang="ko-KR"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Summary</a:t>
            </a:r>
          </a:p>
          <a:p>
            <a:pPr marL="175260" lvl="0" indent="-175260" eaLnBrk="1" hangingPunct="1">
              <a:lnSpc>
                <a:spcPct val="150000"/>
              </a:lnSpc>
              <a:spcBef>
                <a:spcPct val="0"/>
              </a:spcBef>
              <a:spcAft>
                <a:spcPts val="600"/>
              </a:spcAft>
              <a:buFontTx/>
              <a:buAutoNum type="arabicPeriod"/>
              <a:defRPr/>
            </a:pPr>
            <a:r>
              <a:rPr lang="en-US" altLang="ko-KR" sz="1600" dirty="0">
                <a:latin typeface="Arial Narrow" panose="020B0606020202030204" pitchFamily="34" charset="0"/>
                <a:ea typeface="LG스마트체 Regular" panose="020B0600000101010101" pitchFamily="50" charset="-127"/>
              </a:rPr>
              <a:t>AI Readable </a:t>
            </a:r>
            <a:r>
              <a:rPr lang="ko-KR" altLang="en-US" sz="1600" dirty="0">
                <a:latin typeface="Arial Narrow" panose="020B0606020202030204" pitchFamily="34" charset="0"/>
                <a:ea typeface="LG스마트체 Regular" panose="020B0600000101010101" pitchFamily="50" charset="-127"/>
              </a:rPr>
              <a:t>현상 파악 </a:t>
            </a:r>
            <a:endParaRPr lang="en-US" altLang="ko-KR" sz="1600" dirty="0">
              <a:latin typeface="Arial Narrow" panose="020B0606020202030204" pitchFamily="34" charset="0"/>
              <a:ea typeface="LG스마트체 Regular" panose="020B0600000101010101" pitchFamily="50" charset="-127"/>
            </a:endParaRPr>
          </a:p>
          <a:p>
            <a:pPr marL="175260" lvl="0" indent="-175260" eaLnBrk="1" hangingPunct="1">
              <a:lnSpc>
                <a:spcPct val="150000"/>
              </a:lnSpc>
              <a:spcBef>
                <a:spcPct val="0"/>
              </a:spcBef>
              <a:spcAft>
                <a:spcPts val="600"/>
              </a:spcAft>
              <a:buFontTx/>
              <a:buAutoNum type="arabicPeriod"/>
              <a:defRPr/>
            </a:pPr>
            <a:r>
              <a:rPr lang="ko-KR" altLang="en-US" sz="1600" dirty="0">
                <a:latin typeface="Arial Narrow" panose="020B0606020202030204" pitchFamily="34" charset="0"/>
                <a:ea typeface="LG스마트체 Regular" panose="020B0600000101010101" pitchFamily="50" charset="-127"/>
              </a:rPr>
              <a:t>구현 방안 </a:t>
            </a:r>
            <a:endParaRPr lang="en-US" altLang="ko-KR" sz="1600" dirty="0">
              <a:latin typeface="Arial Narrow" panose="020B0606020202030204" pitchFamily="34" charset="0"/>
              <a:ea typeface="LG스마트체 Regular" panose="020B0600000101010101" pitchFamily="50" charset="-127"/>
            </a:endParaRPr>
          </a:p>
          <a:p>
            <a:pPr marL="175260" lvl="0" indent="-175260" eaLnBrk="1" hangingPunct="1">
              <a:lnSpc>
                <a:spcPct val="150000"/>
              </a:lnSpc>
              <a:spcBef>
                <a:spcPct val="0"/>
              </a:spcBef>
              <a:spcAft>
                <a:spcPts val="600"/>
              </a:spcAft>
              <a:buFontTx/>
              <a:buAutoNum type="arabicPeriod"/>
              <a:defRPr/>
            </a:pPr>
            <a:r>
              <a:rPr lang="en-US" altLang="ko-KR" sz="160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Worklog </a:t>
            </a:r>
            <a:r>
              <a:rPr lang="ko-KR" altLang="en-US" sz="160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사용방법</a:t>
            </a:r>
            <a:endParaRPr kumimoji="1" lang="en-US" altLang="ko-KR"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a:p>
            <a:pPr marR="0" lvl="0" algn="l" defTabSz="457200" rtl="0" eaLnBrk="1" fontAlgn="auto" latinLnBrk="0" hangingPunct="1">
              <a:lnSpc>
                <a:spcPct val="150000"/>
              </a:lnSpc>
              <a:spcBef>
                <a:spcPct val="0"/>
              </a:spcBef>
              <a:spcAft>
                <a:spcPts val="600"/>
              </a:spcAft>
              <a:buClrTx/>
              <a:buSzTx/>
              <a:tabLst/>
              <a:defRPr/>
            </a:pPr>
            <a:br>
              <a:rPr kumimoji="1" lang="en-US" altLang="ko-KR"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endParaRPr kumimoji="1" lang="en-US" altLang="ko-KR"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457200" rtl="0" eaLnBrk="1" fontAlgn="auto" latinLnBrk="0" hangingPunct="1">
              <a:lnSpc>
                <a:spcPct val="150000"/>
              </a:lnSpc>
              <a:spcBef>
                <a:spcPct val="0"/>
              </a:spcBef>
              <a:spcAft>
                <a:spcPts val="600"/>
              </a:spcAft>
              <a:buClrTx/>
              <a:buSzTx/>
              <a:buFontTx/>
              <a:buNone/>
              <a:tabLst/>
              <a:defRPr/>
            </a:pPr>
            <a:endParaRPr kumimoji="1" lang="ko-KR" altLang="en-US"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Tree>
    <p:extLst>
      <p:ext uri="{BB962C8B-B14F-4D97-AF65-F5344CB8AC3E}">
        <p14:creationId xmlns:p14="http://schemas.microsoft.com/office/powerpoint/2010/main" val="5563845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FC184-D8B4-DA3C-6E53-AE153196EF68}"/>
            </a:ext>
          </a:extLst>
        </p:cNvPr>
        <p:cNvGrpSpPr/>
        <p:nvPr/>
      </p:nvGrpSpPr>
      <p:grpSpPr>
        <a:xfrm>
          <a:off x="0" y="0"/>
          <a:ext cx="0" cy="0"/>
          <a:chOff x="0" y="0"/>
          <a:chExt cx="0" cy="0"/>
        </a:xfrm>
      </p:grpSpPr>
      <p:sp>
        <p:nvSpPr>
          <p:cNvPr id="7" name="제목 4">
            <a:extLst>
              <a:ext uri="{FF2B5EF4-FFF2-40B4-BE49-F238E27FC236}">
                <a16:creationId xmlns:a16="http://schemas.microsoft.com/office/drawing/2014/main" id="{E9C5C329-A8C3-1E06-DC98-3E283DB80BFC}"/>
              </a:ext>
            </a:extLst>
          </p:cNvPr>
          <p:cNvSpPr>
            <a:spLocks noGrp="1"/>
          </p:cNvSpPr>
          <p:nvPr>
            <p:ph type="title"/>
          </p:nvPr>
        </p:nvSpPr>
        <p:spPr>
          <a:xfrm>
            <a:off x="189765" y="170929"/>
            <a:ext cx="9516209" cy="369332"/>
          </a:xfrm>
        </p:spPr>
        <p:txBody>
          <a:bodyPr/>
          <a:lstStyle/>
          <a:p>
            <a:r>
              <a:rPr lang="en-US" altLang="ko-KR" dirty="0">
                <a:latin typeface="Arial Narrow" panose="020B0606020202030204" pitchFamily="34" charset="0"/>
                <a:ea typeface="LG스마트체 Regular" panose="020B0600000101010101" pitchFamily="50" charset="-127"/>
              </a:rPr>
              <a:t>1.</a:t>
            </a:r>
            <a:r>
              <a:rPr lang="ko-KR" altLang="en-US" dirty="0">
                <a:latin typeface="Arial Narrow" panose="020B0606020202030204" pitchFamily="34" charset="0"/>
                <a:ea typeface="LG스마트체 Regular" panose="020B0600000101010101" pitchFamily="50" charset="-127"/>
              </a:rPr>
              <a:t> 보고 </a:t>
            </a:r>
            <a:r>
              <a:rPr lang="en-US" altLang="ko-KR" dirty="0">
                <a:latin typeface="Arial Narrow" panose="020B0606020202030204" pitchFamily="34" charset="0"/>
                <a:ea typeface="LG스마트체 Regular" panose="020B0600000101010101" pitchFamily="50" charset="-127"/>
              </a:rPr>
              <a:t>Summary</a:t>
            </a:r>
            <a:endParaRPr lang="ko-KR" altLang="en-US" dirty="0">
              <a:latin typeface="Arial Narrow" panose="020B0606020202030204" pitchFamily="34" charset="0"/>
              <a:ea typeface="LG스마트체 Regular" panose="020B0600000101010101" pitchFamily="50" charset="-127"/>
            </a:endParaRPr>
          </a:p>
        </p:txBody>
      </p:sp>
      <p:sp>
        <p:nvSpPr>
          <p:cNvPr id="22" name="TextBox 21">
            <a:extLst>
              <a:ext uri="{FF2B5EF4-FFF2-40B4-BE49-F238E27FC236}">
                <a16:creationId xmlns:a16="http://schemas.microsoft.com/office/drawing/2014/main" id="{932B346D-A852-0B1B-9F4F-487F0AC89086}"/>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그룹</a:t>
            </a:r>
            <a:endPar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9" name="TextBox 8">
            <a:extLst>
              <a:ext uri="{FF2B5EF4-FFF2-40B4-BE49-F238E27FC236}">
                <a16:creationId xmlns:a16="http://schemas.microsoft.com/office/drawing/2014/main" id="{CB736127-DA9B-A5BD-8F8A-EFC3938C3BF0}"/>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dirty="0">
                <a:solidFill>
                  <a:prstClr val="black"/>
                </a:solidFill>
                <a:latin typeface="Arial Narrow" panose="020B0606020202030204" pitchFamily="34" charset="0"/>
                <a:ea typeface="LG스마트체 Regular" panose="020B0600000101010101" pitchFamily="50" charset="-127"/>
              </a:rPr>
              <a:t>1/4</a:t>
            </a:r>
            <a:endParaRPr kumimoji="0" lang="ko-KR" altLang="en-US" sz="11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3" name="TextBox Summary">
            <a:extLst>
              <a:ext uri="{FF2B5EF4-FFF2-40B4-BE49-F238E27FC236}">
                <a16:creationId xmlns:a16="http://schemas.microsoft.com/office/drawing/2014/main" id="{8BDEB447-6F86-E577-85AA-C75CCDB14A1C}"/>
              </a:ext>
            </a:extLst>
          </p:cNvPr>
          <p:cNvSpPr txBox="1"/>
          <p:nvPr/>
        </p:nvSpPr>
        <p:spPr>
          <a:xfrm>
            <a:off x="662413" y="996729"/>
            <a:ext cx="8974642" cy="5163925"/>
          </a:xfrm>
          <a:prstGeom prst="rect">
            <a:avLst/>
          </a:prstGeom>
          <a:noFill/>
        </p:spPr>
        <p:txBody>
          <a:bodyPr wrap="square" lIns="45720" tIns="45720" rIns="45720" bIns="45720" rtlCol="0">
            <a:noAutofit/>
          </a:bodyPr>
          <a:lstStyle/>
          <a:p>
            <a:pPr>
              <a:lnSpc>
                <a:spcPct val="150000"/>
              </a:lnSpc>
              <a:spcBef>
                <a:spcPts val="200"/>
              </a:spcBef>
            </a:pPr>
            <a:r>
              <a:rPr lang="ko-KR" altLang="en-US" sz="1400" dirty="0">
                <a:latin typeface="Arial Narrow" panose="020B0606020202030204" pitchFamily="34" charset="0"/>
                <a:ea typeface="LG스마트체 Regular" panose="020B0600000101010101" pitchFamily="50" charset="-127"/>
              </a:rPr>
              <a:t>본 과제는 개인별로 분산 관리하는 업무 정보를 표준화하고, AI </a:t>
            </a:r>
            <a:r>
              <a:rPr lang="ko-KR" altLang="en-US" sz="1400" dirty="0" err="1">
                <a:latin typeface="Arial Narrow" panose="020B0606020202030204" pitchFamily="34" charset="0"/>
                <a:ea typeface="LG스마트체 Regular" panose="020B0600000101010101" pitchFamily="50" charset="-127"/>
              </a:rPr>
              <a:t>Agent로</a:t>
            </a:r>
            <a:r>
              <a:rPr lang="ko-KR" altLang="en-US" sz="1400" dirty="0">
                <a:latin typeface="Arial Narrow" panose="020B0606020202030204" pitchFamily="34" charset="0"/>
                <a:ea typeface="LG스마트체 Regular" panose="020B0600000101010101" pitchFamily="50" charset="-127"/>
              </a:rPr>
              <a:t> 보고서 작성의 효율성을 높이고자 추진하였습니다</a:t>
            </a:r>
            <a:r>
              <a:rPr lang="en-US" altLang="ko-KR" sz="1400" dirty="0">
                <a:latin typeface="Arial Narrow" panose="020B0606020202030204" pitchFamily="34" charset="0"/>
                <a:ea typeface="LG스마트체 Regular" panose="020B0600000101010101" pitchFamily="50" charset="-127"/>
              </a:rPr>
              <a:t>.</a:t>
            </a:r>
            <a:r>
              <a:rPr lang="ko-KR" altLang="en-US" sz="1400" dirty="0">
                <a:latin typeface="Arial Narrow" panose="020B0606020202030204" pitchFamily="34" charset="0"/>
                <a:ea typeface="LG스마트체 Regular" panose="020B0600000101010101" pitchFamily="50" charset="-127"/>
              </a:rPr>
              <a:t> </a:t>
            </a:r>
            <a:endParaRPr lang="en-US" altLang="ko-KR" sz="1400" dirty="0">
              <a:latin typeface="Arial Narrow" panose="020B0606020202030204" pitchFamily="34" charset="0"/>
              <a:ea typeface="LG스마트체 Regular" panose="020B0600000101010101" pitchFamily="50" charset="-127"/>
            </a:endParaRPr>
          </a:p>
          <a:p>
            <a:pPr>
              <a:lnSpc>
                <a:spcPct val="150000"/>
              </a:lnSpc>
              <a:spcBef>
                <a:spcPts val="200"/>
              </a:spcBef>
            </a:pPr>
            <a:r>
              <a:rPr lang="ko-KR" altLang="en-US" sz="1400" dirty="0">
                <a:latin typeface="Arial Narrow" panose="020B0606020202030204" pitchFamily="34" charset="0"/>
                <a:ea typeface="LG스마트체 Regular" panose="020B0600000101010101" pitchFamily="50" charset="-127"/>
              </a:rPr>
              <a:t>업무 이력을 축적하여 재사용 가능한 지식 자산으로 관리하는 것이 목표입니다.</a:t>
            </a:r>
          </a:p>
          <a:p>
            <a:pPr>
              <a:lnSpc>
                <a:spcPct val="150000"/>
              </a:lnSpc>
              <a:spcBef>
                <a:spcPts val="200"/>
              </a:spcBef>
            </a:pPr>
            <a:endParaRPr lang="en-US" altLang="ko-KR" sz="1400" dirty="0">
              <a:latin typeface="Arial Narrow" panose="020B0606020202030204" pitchFamily="34" charset="0"/>
              <a:ea typeface="LG스마트체 Regular" panose="020B0600000101010101" pitchFamily="50" charset="-127"/>
            </a:endParaRPr>
          </a:p>
          <a:p>
            <a:pPr>
              <a:lnSpc>
                <a:spcPct val="150000"/>
              </a:lnSpc>
              <a:spcBef>
                <a:spcPts val="200"/>
              </a:spcBef>
            </a:pPr>
            <a:r>
              <a:rPr lang="ko-KR" altLang="en-US" sz="1400" dirty="0">
                <a:latin typeface="Arial Narrow" panose="020B0606020202030204" pitchFamily="34" charset="0"/>
                <a:ea typeface="LG스마트체 Regular" panose="020B0600000101010101" pitchFamily="50" charset="-127"/>
              </a:rPr>
              <a:t>현재 구성원들은 PPT, </a:t>
            </a:r>
            <a:r>
              <a:rPr lang="ko-KR" altLang="en-US" sz="1400" dirty="0" err="1">
                <a:latin typeface="Arial Narrow" panose="020B0606020202030204" pitchFamily="34" charset="0"/>
                <a:ea typeface="LG스마트체 Regular" panose="020B0600000101010101" pitchFamily="50" charset="-127"/>
              </a:rPr>
              <a:t>Notepad</a:t>
            </a:r>
            <a:r>
              <a:rPr lang="ko-KR" altLang="en-US" sz="1400" dirty="0">
                <a:latin typeface="Arial Narrow" panose="020B0606020202030204" pitchFamily="34" charset="0"/>
                <a:ea typeface="LG스마트체 Regular" panose="020B0600000101010101" pitchFamily="50" charset="-127"/>
              </a:rPr>
              <a:t>, Excel 등 서로 다른 도구와 작성 방식을 사용해 프로젝트별 이력 추적과 지식 재활용에 한계가 있습니다. 보고 구조와 작성 역량의 차이로 실무자는 재구성과 편집을 반복하고, 관리자는 핵심 내용 파악과 의사결정에 추가 시간을 들입니다. 다만, 모든 구성원에게 동일한 작성 방식과 양식을 적용하는 데에는 현실적인 어려움이 있습니다.</a:t>
            </a:r>
            <a:endParaRPr lang="en-US" altLang="ko-KR" sz="1400" dirty="0">
              <a:latin typeface="Arial Narrow" panose="020B0606020202030204" pitchFamily="34" charset="0"/>
              <a:ea typeface="LG스마트체 Regular" panose="020B0600000101010101" pitchFamily="50" charset="-127"/>
            </a:endParaRPr>
          </a:p>
          <a:p>
            <a:pPr>
              <a:lnSpc>
                <a:spcPct val="150000"/>
              </a:lnSpc>
              <a:spcBef>
                <a:spcPts val="200"/>
              </a:spcBef>
            </a:pPr>
            <a:endParaRPr lang="en-US" altLang="ko-KR" sz="1400" dirty="0">
              <a:latin typeface="Arial Narrow" panose="020B0606020202030204" pitchFamily="34" charset="0"/>
              <a:ea typeface="LG스마트체 Regular" panose="020B0600000101010101" pitchFamily="50" charset="-127"/>
            </a:endParaRPr>
          </a:p>
          <a:p>
            <a:pPr>
              <a:lnSpc>
                <a:spcPct val="150000"/>
              </a:lnSpc>
              <a:spcBef>
                <a:spcPts val="200"/>
              </a:spcBef>
            </a:pPr>
            <a:r>
              <a:rPr lang="ko-KR" altLang="en-US" sz="1400" dirty="0">
                <a:latin typeface="Arial Narrow" panose="020B0606020202030204" pitchFamily="34" charset="0"/>
                <a:ea typeface="LG스마트체 Regular" panose="020B0600000101010101" pitchFamily="50" charset="-127"/>
              </a:rPr>
              <a:t>이 점을 개선하기 위해서</a:t>
            </a:r>
            <a:r>
              <a:rPr lang="en-US" altLang="ko-KR" sz="1400" dirty="0">
                <a:latin typeface="Arial Narrow" panose="020B0606020202030204" pitchFamily="34" charset="0"/>
                <a:ea typeface="LG스마트체 Regular" panose="020B0600000101010101" pitchFamily="50" charset="-127"/>
              </a:rPr>
              <a:t> </a:t>
            </a:r>
            <a:r>
              <a:rPr lang="ko-KR" altLang="en-US" sz="1400" dirty="0">
                <a:latin typeface="Arial Narrow" panose="020B0606020202030204" pitchFamily="34" charset="0"/>
                <a:ea typeface="LG스마트체 Regular" panose="020B0600000101010101" pitchFamily="50" charset="-127"/>
              </a:rPr>
              <a:t>웹 서비스 기반으로 업무 이력을 표준 </a:t>
            </a:r>
            <a:r>
              <a:rPr lang="en-US" altLang="ko-KR" sz="1400" dirty="0">
                <a:latin typeface="Arial Narrow" panose="020B0606020202030204" pitchFamily="34" charset="0"/>
                <a:ea typeface="LG스마트체 Regular" panose="020B0600000101010101" pitchFamily="50" charset="-127"/>
              </a:rPr>
              <a:t>Format</a:t>
            </a:r>
            <a:r>
              <a:rPr lang="ko-KR" altLang="en-US" sz="1400" dirty="0">
                <a:latin typeface="Arial Narrow" panose="020B0606020202030204" pitchFamily="34" charset="0"/>
                <a:ea typeface="LG스마트체 Regular" panose="020B0600000101010101" pitchFamily="50" charset="-127"/>
              </a:rPr>
              <a:t>으로 작성하고</a:t>
            </a:r>
            <a:r>
              <a:rPr lang="en-US" altLang="ko-KR" sz="1400" dirty="0">
                <a:latin typeface="Arial Narrow" panose="020B0606020202030204" pitchFamily="34" charset="0"/>
                <a:ea typeface="LG스마트체 Regular" panose="020B0600000101010101" pitchFamily="50" charset="-127"/>
              </a:rPr>
              <a:t>, </a:t>
            </a:r>
            <a:br>
              <a:rPr lang="en-US" altLang="ko-KR" sz="1400" dirty="0">
                <a:latin typeface="Arial Narrow" panose="020B0606020202030204" pitchFamily="34" charset="0"/>
                <a:ea typeface="LG스마트체 Regular" panose="020B0600000101010101" pitchFamily="50" charset="-127"/>
              </a:rPr>
            </a:br>
            <a:r>
              <a:rPr kumimoji="1" lang="ko-KR" altLang="en-US"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배경 </a:t>
            </a:r>
            <a:r>
              <a:rPr kumimoji="1" lang="en-US" altLang="ko-KR"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목적 </a:t>
            </a:r>
            <a:r>
              <a:rPr kumimoji="1" lang="en-US" altLang="ko-KR"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추진일정 </a:t>
            </a:r>
            <a:r>
              <a:rPr kumimoji="1" lang="en-US" altLang="ko-KR"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진행업무 </a:t>
            </a:r>
            <a:r>
              <a:rPr kumimoji="1" lang="en-US" altLang="ko-KR"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향후계획 </a:t>
            </a:r>
            <a:r>
              <a:rPr kumimoji="1" lang="en-US" altLang="ko-KR"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이슈 </a:t>
            </a:r>
            <a:r>
              <a:rPr lang="ko-KR" altLang="en-US" sz="1400" dirty="0">
                <a:latin typeface="Arial Narrow" panose="020B0606020202030204" pitchFamily="34" charset="0"/>
                <a:ea typeface="LG스마트체 Regular" panose="020B0600000101010101" pitchFamily="50" charset="-127"/>
              </a:rPr>
              <a:t>등 주요 정보를 구조화 하여 단일 정보원으로 관리해 나아가면</a:t>
            </a:r>
            <a:r>
              <a:rPr lang="en-US" altLang="ko-KR" sz="1400" dirty="0">
                <a:latin typeface="Arial Narrow" panose="020B0606020202030204" pitchFamily="34" charset="0"/>
                <a:ea typeface="LG스마트체 Regular" panose="020B0600000101010101" pitchFamily="50" charset="-127"/>
              </a:rPr>
              <a:t>, </a:t>
            </a:r>
            <a:br>
              <a:rPr lang="en-US" altLang="ko-KR" sz="1400" dirty="0">
                <a:latin typeface="Arial Narrow" panose="020B0606020202030204" pitchFamily="34" charset="0"/>
                <a:ea typeface="LG스마트체 Regular" panose="020B0600000101010101" pitchFamily="50" charset="-127"/>
              </a:rPr>
            </a:br>
            <a:r>
              <a:rPr lang="ko-KR" altLang="en-US" sz="1400" dirty="0" err="1">
                <a:latin typeface="Arial Narrow" panose="020B0606020202030204" pitchFamily="34" charset="0"/>
                <a:ea typeface="LG스마트체 Regular" panose="020B0600000101010101" pitchFamily="50" charset="-127"/>
              </a:rPr>
              <a:t>AI가</a:t>
            </a:r>
            <a:r>
              <a:rPr lang="ko-KR" altLang="en-US" sz="1400" dirty="0">
                <a:latin typeface="Arial Narrow" panose="020B0606020202030204" pitchFamily="34" charset="0"/>
                <a:ea typeface="LG스마트체 Regular" panose="020B0600000101010101" pitchFamily="50" charset="-127"/>
              </a:rPr>
              <a:t> 정보의 의미와 맥락을 해석해서 활용할 수 있는 AI </a:t>
            </a:r>
            <a:r>
              <a:rPr lang="ko-KR" altLang="en-US" sz="1400" dirty="0" err="1">
                <a:latin typeface="Arial Narrow" panose="020B0606020202030204" pitchFamily="34" charset="0"/>
                <a:ea typeface="LG스마트체 Regular" panose="020B0600000101010101" pitchFamily="50" charset="-127"/>
              </a:rPr>
              <a:t>Readable</a:t>
            </a:r>
            <a:r>
              <a:rPr lang="ko-KR" altLang="en-US" sz="1400" dirty="0">
                <a:latin typeface="Arial Narrow" panose="020B0606020202030204" pitchFamily="34" charset="0"/>
                <a:ea typeface="LG스마트체 Regular" panose="020B0600000101010101" pitchFamily="50" charset="-127"/>
              </a:rPr>
              <a:t> 형태로의 정보로 관리 될 수 있습니다</a:t>
            </a:r>
            <a:r>
              <a:rPr lang="en-US" altLang="ko-KR" sz="1400" dirty="0">
                <a:latin typeface="Arial Narrow" panose="020B0606020202030204" pitchFamily="34" charset="0"/>
                <a:ea typeface="LG스마트체 Regular" panose="020B0600000101010101" pitchFamily="50" charset="-127"/>
              </a:rPr>
              <a:t>.</a:t>
            </a:r>
          </a:p>
          <a:p>
            <a:pPr>
              <a:lnSpc>
                <a:spcPct val="150000"/>
              </a:lnSpc>
              <a:spcBef>
                <a:spcPts val="200"/>
              </a:spcBef>
            </a:pPr>
            <a:endParaRPr lang="en-US" altLang="ko-KR" sz="1400" dirty="0">
              <a:latin typeface="Arial Narrow" panose="020B0606020202030204" pitchFamily="34" charset="0"/>
              <a:ea typeface="LG스마트체 Regular" panose="020B0600000101010101" pitchFamily="50" charset="-127"/>
            </a:endParaRPr>
          </a:p>
          <a:p>
            <a:pPr>
              <a:lnSpc>
                <a:spcPct val="150000"/>
              </a:lnSpc>
              <a:spcBef>
                <a:spcPts val="200"/>
              </a:spcBef>
            </a:pPr>
            <a:r>
              <a:rPr lang="ko-KR" altLang="en-US" sz="1400" dirty="0">
                <a:latin typeface="Arial Narrow" panose="020B0606020202030204" pitchFamily="34" charset="0"/>
                <a:ea typeface="LG스마트체 Regular" panose="020B0600000101010101" pitchFamily="50" charset="-127"/>
              </a:rPr>
              <a:t>축적된 정보는 누적 업무와 금주 입력 내용을 반영한 주간 업무 초안과 프로젝트별 누적 이력에 기반한 보고자료 생성에 활용 가능하며</a:t>
            </a:r>
            <a:r>
              <a:rPr lang="en-US" altLang="ko-KR" sz="1400" dirty="0">
                <a:latin typeface="Arial Narrow" panose="020B0606020202030204" pitchFamily="34" charset="0"/>
                <a:ea typeface="LG스마트체 Regular" panose="020B0600000101010101" pitchFamily="50" charset="-127"/>
              </a:rPr>
              <a:t>, </a:t>
            </a:r>
            <a:r>
              <a:rPr lang="ko-KR" altLang="en-US" sz="1400" dirty="0">
                <a:latin typeface="Arial Narrow" panose="020B0606020202030204" pitchFamily="34" charset="0"/>
                <a:ea typeface="LG스마트체 Regular" panose="020B0600000101010101" pitchFamily="50" charset="-127"/>
              </a:rPr>
              <a:t>실무자가 생성된 초안과 보고자료를 </a:t>
            </a:r>
            <a:r>
              <a:rPr lang="ko-KR" altLang="en-US" sz="1400" dirty="0" err="1">
                <a:latin typeface="Arial Narrow" panose="020B0606020202030204" pitchFamily="34" charset="0"/>
                <a:ea typeface="LG스마트체 Regular" panose="020B0600000101010101" pitchFamily="50" charset="-127"/>
              </a:rPr>
              <a:t>검토·승인한</a:t>
            </a:r>
            <a:r>
              <a:rPr lang="ko-KR" altLang="en-US" sz="1400" dirty="0">
                <a:latin typeface="Arial Narrow" panose="020B0606020202030204" pitchFamily="34" charset="0"/>
                <a:ea typeface="LG스마트체 Regular" panose="020B0600000101010101" pitchFamily="50" charset="-127"/>
              </a:rPr>
              <a:t> 후 확정할 수 있습니다.</a:t>
            </a:r>
          </a:p>
          <a:p>
            <a:pPr>
              <a:lnSpc>
                <a:spcPct val="150000"/>
              </a:lnSpc>
              <a:spcBef>
                <a:spcPts val="200"/>
              </a:spcBef>
            </a:pPr>
            <a:r>
              <a:rPr lang="ko-KR" altLang="en-US" sz="1400" b="1" dirty="0">
                <a:latin typeface="Arial Narrow" panose="020B0606020202030204" pitchFamily="34" charset="0"/>
                <a:ea typeface="LG스마트체 Regular" panose="020B0600000101010101" pitchFamily="50" charset="-127"/>
              </a:rPr>
              <a:t>업무 정보를 일관된 구조로 축적하고 다양한 보고자료에 재사용하는 것이 본 과제의 핵심입니다.</a:t>
            </a:r>
          </a:p>
        </p:txBody>
      </p:sp>
    </p:spTree>
    <p:extLst>
      <p:ext uri="{BB962C8B-B14F-4D97-AF65-F5344CB8AC3E}">
        <p14:creationId xmlns:p14="http://schemas.microsoft.com/office/powerpoint/2010/main" val="957553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66EE9-1F2B-BF99-0797-982B4E677208}"/>
            </a:ext>
          </a:extLst>
        </p:cNvPr>
        <p:cNvGrpSpPr/>
        <p:nvPr/>
      </p:nvGrpSpPr>
      <p:grpSpPr>
        <a:xfrm>
          <a:off x="0" y="0"/>
          <a:ext cx="0" cy="0"/>
          <a:chOff x="0" y="0"/>
          <a:chExt cx="0" cy="0"/>
        </a:xfrm>
      </p:grpSpPr>
      <p:sp>
        <p:nvSpPr>
          <p:cNvPr id="90" name="직사각형 89">
            <a:extLst>
              <a:ext uri="{FF2B5EF4-FFF2-40B4-BE49-F238E27FC236}">
                <a16:creationId xmlns:a16="http://schemas.microsoft.com/office/drawing/2014/main" id="{1EE1A4CD-F659-5A61-BC52-B78E6E80CB78}"/>
              </a:ext>
            </a:extLst>
          </p:cNvPr>
          <p:cNvSpPr/>
          <p:nvPr/>
        </p:nvSpPr>
        <p:spPr>
          <a:xfrm>
            <a:off x="216227" y="1386995"/>
            <a:ext cx="9391650" cy="5128756"/>
          </a:xfrm>
          <a:prstGeom prst="rect">
            <a:avLst/>
          </a:prstGeom>
          <a:solidFill>
            <a:schemeClr val="accent1">
              <a:alpha val="0"/>
            </a:schemeClr>
          </a:solidFill>
          <a:ln w="9525">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sp>
        <p:nvSpPr>
          <p:cNvPr id="5" name="제목 4">
            <a:extLst>
              <a:ext uri="{FF2B5EF4-FFF2-40B4-BE49-F238E27FC236}">
                <a16:creationId xmlns:a16="http://schemas.microsoft.com/office/drawing/2014/main" id="{99D6EFEB-27F4-B1D8-C658-DBAD55D399C4}"/>
              </a:ext>
            </a:extLst>
          </p:cNvPr>
          <p:cNvSpPr>
            <a:spLocks noGrp="1"/>
          </p:cNvSpPr>
          <p:nvPr>
            <p:ph type="title"/>
          </p:nvPr>
        </p:nvSpPr>
        <p:spPr>
          <a:xfrm>
            <a:off x="189765" y="170929"/>
            <a:ext cx="6473081" cy="369332"/>
          </a:xfrm>
        </p:spPr>
        <p:txBody>
          <a:bodyPr/>
          <a:lstStyle/>
          <a:p>
            <a:r>
              <a:rPr lang="en-US" altLang="ko-KR" dirty="0">
                <a:latin typeface="Arial Narrow" panose="020B0606020202030204" pitchFamily="34" charset="0"/>
                <a:ea typeface="LG스마트체 Regular" panose="020B0600000101010101" pitchFamily="50" charset="-127"/>
              </a:rPr>
              <a:t>2. AI Readable </a:t>
            </a:r>
            <a:r>
              <a:rPr lang="ko-KR" altLang="en-US" dirty="0">
                <a:latin typeface="Arial Narrow" panose="020B0606020202030204" pitchFamily="34" charset="0"/>
                <a:ea typeface="LG스마트체 Regular" panose="020B0600000101010101" pitchFamily="50" charset="-127"/>
              </a:rPr>
              <a:t>현상 파악</a:t>
            </a:r>
          </a:p>
        </p:txBody>
      </p:sp>
      <p:sp>
        <p:nvSpPr>
          <p:cNvPr id="6" name="TextBox 5">
            <a:extLst>
              <a:ext uri="{FF2B5EF4-FFF2-40B4-BE49-F238E27FC236}">
                <a16:creationId xmlns:a16="http://schemas.microsoft.com/office/drawing/2014/main" id="{B582DF9E-E17D-F095-3D59-6E3F2E489D3A}"/>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그룹</a:t>
            </a:r>
            <a:endParaRPr kumimoji="1" lang="en-US" altLang="ko-KR"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89" name="TextBox 88">
            <a:extLst>
              <a:ext uri="{FF2B5EF4-FFF2-40B4-BE49-F238E27FC236}">
                <a16:creationId xmlns:a16="http://schemas.microsoft.com/office/drawing/2014/main" id="{B564B28B-F453-7C3E-8EC3-F474F468058B}"/>
              </a:ext>
            </a:extLst>
          </p:cNvPr>
          <p:cNvSpPr txBox="1"/>
          <p:nvPr/>
        </p:nvSpPr>
        <p:spPr>
          <a:xfrm>
            <a:off x="175718" y="580555"/>
            <a:ext cx="9730281" cy="589264"/>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r>
              <a:rPr lang="en-US" altLang="ko-KR" b="0" dirty="0"/>
              <a:t>AI Readable </a:t>
            </a:r>
            <a:r>
              <a:rPr lang="ko-KR" altLang="en-US" b="0" dirty="0"/>
              <a:t>한 문서를 설계 하기 위한 방법론이 </a:t>
            </a:r>
            <a:r>
              <a:rPr lang="en-US" altLang="ko-KR" b="0" dirty="0"/>
              <a:t>6</a:t>
            </a:r>
            <a:r>
              <a:rPr lang="ko-KR" altLang="en-US" b="0" dirty="0"/>
              <a:t>단계가 있으며 핵심은 </a:t>
            </a:r>
            <a:r>
              <a:rPr lang="ko-KR" altLang="en-US" u="sng" dirty="0"/>
              <a:t>표준화 →구조화 →분류 →연결 →</a:t>
            </a:r>
            <a:r>
              <a:rPr lang="en-US" altLang="ko-KR" u="sng" dirty="0"/>
              <a:t>AI </a:t>
            </a:r>
            <a:r>
              <a:rPr lang="ko-KR" altLang="en-US" u="sng" dirty="0"/>
              <a:t>검색 형태 → 재활용</a:t>
            </a:r>
            <a:r>
              <a:rPr lang="en-US" altLang="ko-KR" dirty="0"/>
              <a:t> </a:t>
            </a:r>
            <a:r>
              <a:rPr lang="ko-KR" altLang="en-US" b="0" dirty="0"/>
              <a:t>입니다</a:t>
            </a:r>
            <a:r>
              <a:rPr lang="en-US" altLang="ko-KR" b="0" dirty="0"/>
              <a:t>.</a:t>
            </a:r>
            <a:br>
              <a:rPr lang="en-US" altLang="ko-KR" b="0" dirty="0"/>
            </a:br>
            <a:r>
              <a:rPr lang="ko-KR" altLang="en-US" b="0" dirty="0"/>
              <a:t>다만</a:t>
            </a:r>
            <a:r>
              <a:rPr lang="en-US" altLang="ko-KR" b="0" dirty="0"/>
              <a:t>, </a:t>
            </a:r>
            <a:r>
              <a:rPr lang="ko-KR" altLang="en-US" b="0" dirty="0"/>
              <a:t>모든 구성원에게 동일한 작성 방식과 양식을 적용하는 데에는 현실적인 어려움이 있습니다</a:t>
            </a:r>
            <a:r>
              <a:rPr lang="en-US" altLang="ko-KR" b="0" dirty="0"/>
              <a:t>.</a:t>
            </a:r>
          </a:p>
        </p:txBody>
      </p:sp>
      <p:sp>
        <p:nvSpPr>
          <p:cNvPr id="46" name="사각형 설명선 24">
            <a:extLst>
              <a:ext uri="{FF2B5EF4-FFF2-40B4-BE49-F238E27FC236}">
                <a16:creationId xmlns:a16="http://schemas.microsoft.com/office/drawing/2014/main" id="{879C0DA2-5E0A-B10C-AFAB-F6E0C4E33EE0}"/>
              </a:ext>
            </a:extLst>
          </p:cNvPr>
          <p:cNvSpPr/>
          <p:nvPr/>
        </p:nvSpPr>
        <p:spPr bwMode="auto">
          <a:xfrm>
            <a:off x="175719" y="1633271"/>
            <a:ext cx="4320081" cy="756271"/>
          </a:xfrm>
          <a:prstGeom prst="wedgeRectCallout">
            <a:avLst>
              <a:gd name="adj1" fmla="val -49909"/>
              <a:gd name="adj2" fmla="val -26418"/>
            </a:avLst>
          </a:prstGeom>
          <a:noFill/>
          <a:ln w="6350" algn="ctr">
            <a:noFill/>
            <a:miter lim="800000"/>
            <a:headEnd/>
            <a:tailEnd/>
          </a:ln>
          <a:effectLst/>
        </p:spPr>
        <p:txBody>
          <a:bodyPr lIns="108000" anchor="t"/>
          <a:lstStyle/>
          <a:p>
            <a:pPr marL="0" lvl="1" defTabSz="1042298" fontAlgn="base">
              <a:lnSpc>
                <a:spcPct val="120000"/>
              </a:lnSpc>
              <a:spcBef>
                <a:spcPts val="400"/>
              </a:spcBef>
              <a:spcAft>
                <a:spcPct val="0"/>
              </a:spcAft>
              <a:defRPr/>
            </a:pPr>
            <a:r>
              <a:rPr kumimoji="1" lang="ko-KR" altLang="en-US"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en-US" altLang="ko-KR"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AI Readable </a:t>
            </a:r>
            <a:r>
              <a:rPr kumimoji="1" lang="ko-KR" altLang="en-US"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문서 설계 방법론</a:t>
            </a:r>
            <a:br>
              <a:rPr kumimoji="1" lang="en-US" altLang="ko-KR"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br>
            <a:r>
              <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lang="ko-KR" altLang="en-US" sz="1050" b="1" dirty="0">
                <a:solidFill>
                  <a:prstClr val="black"/>
                </a:solidFill>
                <a:latin typeface="Arial Narrow" panose="020B0606020202030204" pitchFamily="34" charset="0"/>
                <a:ea typeface="LG스마트체 Regular" panose="020B0600000101010101" pitchFamily="50" charset="-127"/>
              </a:rPr>
              <a:t>○ </a:t>
            </a: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업무 정보를 </a:t>
            </a:r>
            <a:r>
              <a:rPr kumimoji="1" lang="en-US" altLang="ko-KR"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AI</a:t>
            </a: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가 이해하고 검색 및 재활용 할 수 있도록 만드는 </a:t>
            </a:r>
            <a:r>
              <a:rPr kumimoji="1" lang="en-US" altLang="ko-KR"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6</a:t>
            </a: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단계</a:t>
            </a:r>
            <a:br>
              <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br>
            <a:r>
              <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 </a:t>
            </a:r>
            <a:r>
              <a:rPr kumimoji="1" lang="ko-KR" altLang="en-US"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출처 </a:t>
            </a:r>
            <a:r>
              <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Source: Google Cloud, RAG &amp; Vector Search Architecture, 2025</a:t>
            </a:r>
          </a:p>
        </p:txBody>
      </p:sp>
      <p:grpSp>
        <p:nvGrpSpPr>
          <p:cNvPr id="102" name="그룹 101">
            <a:extLst>
              <a:ext uri="{FF2B5EF4-FFF2-40B4-BE49-F238E27FC236}">
                <a16:creationId xmlns:a16="http://schemas.microsoft.com/office/drawing/2014/main" id="{BF1B7223-D0D9-FFC5-4B50-38CE05ED7063}"/>
              </a:ext>
            </a:extLst>
          </p:cNvPr>
          <p:cNvGrpSpPr/>
          <p:nvPr/>
        </p:nvGrpSpPr>
        <p:grpSpPr>
          <a:xfrm>
            <a:off x="5713858" y="4921349"/>
            <a:ext cx="3115817" cy="1450875"/>
            <a:chOff x="5742220" y="4940444"/>
            <a:chExt cx="2693595" cy="1344798"/>
          </a:xfrm>
        </p:grpSpPr>
        <p:pic>
          <p:nvPicPr>
            <p:cNvPr id="62" name="그림 61">
              <a:extLst>
                <a:ext uri="{FF2B5EF4-FFF2-40B4-BE49-F238E27FC236}">
                  <a16:creationId xmlns:a16="http://schemas.microsoft.com/office/drawing/2014/main" id="{D1337A80-C667-46FF-5A54-6D4F44254BDE}"/>
                </a:ext>
              </a:extLst>
            </p:cNvPr>
            <p:cNvPicPr>
              <a:picLocks noChangeAspect="1"/>
            </p:cNvPicPr>
            <p:nvPr/>
          </p:nvPicPr>
          <p:blipFill>
            <a:blip r:embed="rId3"/>
            <a:stretch>
              <a:fillRect/>
            </a:stretch>
          </p:blipFill>
          <p:spPr>
            <a:xfrm>
              <a:off x="5887870" y="5954795"/>
              <a:ext cx="694654" cy="330447"/>
            </a:xfrm>
            <a:prstGeom prst="rect">
              <a:avLst/>
            </a:prstGeom>
          </p:spPr>
        </p:pic>
        <p:pic>
          <p:nvPicPr>
            <p:cNvPr id="63" name="그림 62">
              <a:extLst>
                <a:ext uri="{FF2B5EF4-FFF2-40B4-BE49-F238E27FC236}">
                  <a16:creationId xmlns:a16="http://schemas.microsoft.com/office/drawing/2014/main" id="{9738A9F0-1689-1186-3DB9-8B3C776E01C5}"/>
                </a:ext>
              </a:extLst>
            </p:cNvPr>
            <p:cNvPicPr>
              <a:picLocks noChangeAspect="1"/>
            </p:cNvPicPr>
            <p:nvPr/>
          </p:nvPicPr>
          <p:blipFill>
            <a:blip r:embed="rId3"/>
            <a:stretch>
              <a:fillRect/>
            </a:stretch>
          </p:blipFill>
          <p:spPr>
            <a:xfrm>
              <a:off x="6753623" y="5954795"/>
              <a:ext cx="694654" cy="330447"/>
            </a:xfrm>
            <a:prstGeom prst="rect">
              <a:avLst/>
            </a:prstGeom>
          </p:spPr>
        </p:pic>
        <p:pic>
          <p:nvPicPr>
            <p:cNvPr id="64" name="그림 63">
              <a:extLst>
                <a:ext uri="{FF2B5EF4-FFF2-40B4-BE49-F238E27FC236}">
                  <a16:creationId xmlns:a16="http://schemas.microsoft.com/office/drawing/2014/main" id="{34279315-EBC1-463B-A51C-CA09FB15D7EB}"/>
                </a:ext>
              </a:extLst>
            </p:cNvPr>
            <p:cNvPicPr>
              <a:picLocks noChangeAspect="1"/>
            </p:cNvPicPr>
            <p:nvPr/>
          </p:nvPicPr>
          <p:blipFill>
            <a:blip r:embed="rId3"/>
            <a:stretch>
              <a:fillRect/>
            </a:stretch>
          </p:blipFill>
          <p:spPr>
            <a:xfrm>
              <a:off x="7636202" y="5954794"/>
              <a:ext cx="694654" cy="330448"/>
            </a:xfrm>
            <a:prstGeom prst="rect">
              <a:avLst/>
            </a:prstGeom>
          </p:spPr>
        </p:pic>
        <p:cxnSp>
          <p:nvCxnSpPr>
            <p:cNvPr id="69" name="직선 화살표 연결선 68">
              <a:extLst>
                <a:ext uri="{FF2B5EF4-FFF2-40B4-BE49-F238E27FC236}">
                  <a16:creationId xmlns:a16="http://schemas.microsoft.com/office/drawing/2014/main" id="{73663D01-21DF-3A56-6A07-6A431A89BF09}"/>
                </a:ext>
              </a:extLst>
            </p:cNvPr>
            <p:cNvCxnSpPr/>
            <p:nvPr/>
          </p:nvCxnSpPr>
          <p:spPr>
            <a:xfrm>
              <a:off x="6253037" y="5703728"/>
              <a:ext cx="0" cy="253288"/>
            </a:xfrm>
            <a:prstGeom prst="straightConnector1">
              <a:avLst/>
            </a:prstGeom>
            <a:ln>
              <a:solidFill>
                <a:schemeClr val="tx1">
                  <a:lumMod val="50000"/>
                  <a:lumOff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0" name="직선 화살표 연결선 69">
              <a:extLst>
                <a:ext uri="{FF2B5EF4-FFF2-40B4-BE49-F238E27FC236}">
                  <a16:creationId xmlns:a16="http://schemas.microsoft.com/office/drawing/2014/main" id="{5E5C24C5-8BDA-1FDE-4494-D81EEDE56C18}"/>
                </a:ext>
              </a:extLst>
            </p:cNvPr>
            <p:cNvCxnSpPr/>
            <p:nvPr/>
          </p:nvCxnSpPr>
          <p:spPr>
            <a:xfrm>
              <a:off x="7107012" y="5703728"/>
              <a:ext cx="0" cy="253288"/>
            </a:xfrm>
            <a:prstGeom prst="straightConnector1">
              <a:avLst/>
            </a:prstGeom>
            <a:ln>
              <a:solidFill>
                <a:schemeClr val="tx1">
                  <a:lumMod val="50000"/>
                  <a:lumOff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1" name="직선 화살표 연결선 70">
              <a:extLst>
                <a:ext uri="{FF2B5EF4-FFF2-40B4-BE49-F238E27FC236}">
                  <a16:creationId xmlns:a16="http://schemas.microsoft.com/office/drawing/2014/main" id="{CC307847-ECA9-A6B5-508C-6AA572477389}"/>
                </a:ext>
              </a:extLst>
            </p:cNvPr>
            <p:cNvCxnSpPr/>
            <p:nvPr/>
          </p:nvCxnSpPr>
          <p:spPr>
            <a:xfrm>
              <a:off x="7983529" y="5703728"/>
              <a:ext cx="0" cy="253288"/>
            </a:xfrm>
            <a:prstGeom prst="straightConnector1">
              <a:avLst/>
            </a:prstGeom>
            <a:ln>
              <a:solidFill>
                <a:schemeClr val="tx1">
                  <a:lumMod val="50000"/>
                  <a:lumOff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2" name="사각형 설명선 24">
              <a:extLst>
                <a:ext uri="{FF2B5EF4-FFF2-40B4-BE49-F238E27FC236}">
                  <a16:creationId xmlns:a16="http://schemas.microsoft.com/office/drawing/2014/main" id="{1151BFE5-5353-DA9F-176A-355D9394A7F7}"/>
                </a:ext>
              </a:extLst>
            </p:cNvPr>
            <p:cNvSpPr/>
            <p:nvPr/>
          </p:nvSpPr>
          <p:spPr bwMode="auto">
            <a:xfrm>
              <a:off x="5857209" y="6119525"/>
              <a:ext cx="736132" cy="92035"/>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ko-KR" altLang="en-US" sz="1000" kern="0" dirty="0">
                  <a:solidFill>
                    <a:schemeClr val="tx1">
                      <a:lumMod val="65000"/>
                      <a:lumOff val="35000"/>
                    </a:schemeClr>
                  </a:solidFill>
                  <a:latin typeface="Arial Narrow" panose="020B0606020202030204" pitchFamily="34" charset="0"/>
                  <a:ea typeface="LG스마트체 Regular" panose="020B0600000101010101" pitchFamily="50" charset="-127"/>
                  <a:cs typeface="Arial" panose="020B0604020202020204" pitchFamily="34" charset="0"/>
                </a:rPr>
                <a:t>로컬 폴더</a:t>
              </a:r>
              <a:endParaRPr kumimoji="1" lang="en-US" altLang="ko-KR" sz="700" kern="0" dirty="0">
                <a:solidFill>
                  <a:schemeClr val="tx1">
                    <a:lumMod val="65000"/>
                    <a:lumOff val="35000"/>
                  </a:schemeClr>
                </a:solidFill>
                <a:latin typeface="Arial Narrow" panose="020B0606020202030204" pitchFamily="34" charset="0"/>
                <a:ea typeface="LG스마트체 Regular" panose="020B0600000101010101" pitchFamily="50" charset="-127"/>
                <a:cs typeface="Arial" panose="020B0604020202020204" pitchFamily="34" charset="0"/>
              </a:endParaRPr>
            </a:p>
          </p:txBody>
        </p:sp>
        <p:grpSp>
          <p:nvGrpSpPr>
            <p:cNvPr id="60" name="그룹 59">
              <a:extLst>
                <a:ext uri="{FF2B5EF4-FFF2-40B4-BE49-F238E27FC236}">
                  <a16:creationId xmlns:a16="http://schemas.microsoft.com/office/drawing/2014/main" id="{A1D73EBD-2AB1-6E9E-F30D-07613C330036}"/>
                </a:ext>
              </a:extLst>
            </p:cNvPr>
            <p:cNvGrpSpPr/>
            <p:nvPr/>
          </p:nvGrpSpPr>
          <p:grpSpPr>
            <a:xfrm>
              <a:off x="5742220" y="5085488"/>
              <a:ext cx="2693595" cy="661810"/>
              <a:chOff x="-4913264" y="548313"/>
              <a:chExt cx="15374999" cy="5676664"/>
            </a:xfrm>
          </p:grpSpPr>
          <p:pic>
            <p:nvPicPr>
              <p:cNvPr id="52" name="그림 51">
                <a:extLst>
                  <a:ext uri="{FF2B5EF4-FFF2-40B4-BE49-F238E27FC236}">
                    <a16:creationId xmlns:a16="http://schemas.microsoft.com/office/drawing/2014/main" id="{522F5918-6076-96E2-B7D3-7A3434BB990A}"/>
                  </a:ext>
                </a:extLst>
              </p:cNvPr>
              <p:cNvPicPr>
                <a:picLocks noChangeAspect="1"/>
              </p:cNvPicPr>
              <p:nvPr/>
            </p:nvPicPr>
            <p:blipFill>
              <a:blip r:embed="rId4"/>
              <a:stretch>
                <a:fillRect/>
              </a:stretch>
            </p:blipFill>
            <p:spPr>
              <a:xfrm>
                <a:off x="-116816" y="548313"/>
                <a:ext cx="5987535" cy="5641542"/>
              </a:xfrm>
              <a:prstGeom prst="rect">
                <a:avLst/>
              </a:prstGeom>
            </p:spPr>
          </p:pic>
          <p:pic>
            <p:nvPicPr>
              <p:cNvPr id="50" name="그림 49">
                <a:extLst>
                  <a:ext uri="{FF2B5EF4-FFF2-40B4-BE49-F238E27FC236}">
                    <a16:creationId xmlns:a16="http://schemas.microsoft.com/office/drawing/2014/main" id="{49FFE219-67DA-0248-8DB9-91FB475A1840}"/>
                  </a:ext>
                </a:extLst>
              </p:cNvPr>
              <p:cNvPicPr>
                <a:picLocks noChangeAspect="1"/>
              </p:cNvPicPr>
              <p:nvPr/>
            </p:nvPicPr>
            <p:blipFill>
              <a:blip r:embed="rId5"/>
              <a:stretch>
                <a:fillRect/>
              </a:stretch>
            </p:blipFill>
            <p:spPr>
              <a:xfrm>
                <a:off x="5298464" y="559717"/>
                <a:ext cx="5163271" cy="5551740"/>
              </a:xfrm>
              <a:prstGeom prst="rect">
                <a:avLst/>
              </a:prstGeom>
            </p:spPr>
          </p:pic>
          <p:pic>
            <p:nvPicPr>
              <p:cNvPr id="55" name="그림 54">
                <a:extLst>
                  <a:ext uri="{FF2B5EF4-FFF2-40B4-BE49-F238E27FC236}">
                    <a16:creationId xmlns:a16="http://schemas.microsoft.com/office/drawing/2014/main" id="{73E565F8-6BFE-341E-2BFB-37C2E4DECFCD}"/>
                  </a:ext>
                </a:extLst>
              </p:cNvPr>
              <p:cNvPicPr>
                <a:picLocks noChangeAspect="1"/>
              </p:cNvPicPr>
              <p:nvPr/>
            </p:nvPicPr>
            <p:blipFill>
              <a:blip r:embed="rId6"/>
              <a:stretch>
                <a:fillRect/>
              </a:stretch>
            </p:blipFill>
            <p:spPr>
              <a:xfrm>
                <a:off x="-4913264" y="633022"/>
                <a:ext cx="5410955" cy="5591955"/>
              </a:xfrm>
              <a:prstGeom prst="rect">
                <a:avLst/>
              </a:prstGeom>
            </p:spPr>
          </p:pic>
        </p:grpSp>
        <p:sp>
          <p:nvSpPr>
            <p:cNvPr id="73" name="사각형 설명선 24">
              <a:extLst>
                <a:ext uri="{FF2B5EF4-FFF2-40B4-BE49-F238E27FC236}">
                  <a16:creationId xmlns:a16="http://schemas.microsoft.com/office/drawing/2014/main" id="{393B207D-8655-FBEB-9DF3-0FAFEDDF4422}"/>
                </a:ext>
              </a:extLst>
            </p:cNvPr>
            <p:cNvSpPr/>
            <p:nvPr/>
          </p:nvSpPr>
          <p:spPr bwMode="auto">
            <a:xfrm>
              <a:off x="6705130" y="6119525"/>
              <a:ext cx="736132" cy="92035"/>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ko-KR" altLang="en-US" sz="1000" kern="0">
                  <a:solidFill>
                    <a:schemeClr val="tx1">
                      <a:lumMod val="65000"/>
                      <a:lumOff val="35000"/>
                    </a:schemeClr>
                  </a:solidFill>
                  <a:latin typeface="Arial Narrow" panose="020B0606020202030204" pitchFamily="34" charset="0"/>
                  <a:ea typeface="LG스마트체 Regular" panose="020B0600000101010101" pitchFamily="50" charset="-127"/>
                  <a:cs typeface="Arial" panose="020B0604020202020204" pitchFamily="34" charset="0"/>
                </a:rPr>
                <a:t>로컬 폴더</a:t>
              </a:r>
              <a:endParaRPr kumimoji="1" lang="en-US" altLang="ko-KR" sz="700" kern="0" dirty="0">
                <a:solidFill>
                  <a:schemeClr val="tx1">
                    <a:lumMod val="65000"/>
                    <a:lumOff val="35000"/>
                  </a:schemeClr>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74" name="사각형 설명선 24">
              <a:extLst>
                <a:ext uri="{FF2B5EF4-FFF2-40B4-BE49-F238E27FC236}">
                  <a16:creationId xmlns:a16="http://schemas.microsoft.com/office/drawing/2014/main" id="{B2528A44-1D30-CAA0-21B3-B3CC387C0594}"/>
                </a:ext>
              </a:extLst>
            </p:cNvPr>
            <p:cNvSpPr/>
            <p:nvPr/>
          </p:nvSpPr>
          <p:spPr bwMode="auto">
            <a:xfrm>
              <a:off x="7609401" y="6119525"/>
              <a:ext cx="736132" cy="92035"/>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ko-KR" altLang="en-US" sz="1000" kern="0" dirty="0">
                  <a:solidFill>
                    <a:schemeClr val="tx1">
                      <a:lumMod val="65000"/>
                      <a:lumOff val="35000"/>
                    </a:schemeClr>
                  </a:solidFill>
                  <a:latin typeface="Arial Narrow" panose="020B0606020202030204" pitchFamily="34" charset="0"/>
                  <a:ea typeface="LG스마트체 Regular" panose="020B0600000101010101" pitchFamily="50" charset="-127"/>
                  <a:cs typeface="Arial" panose="020B0604020202020204" pitchFamily="34" charset="0"/>
                </a:rPr>
                <a:t>로컬 폴더</a:t>
              </a:r>
              <a:endParaRPr kumimoji="1" lang="en-US" altLang="ko-KR" sz="700" kern="0" dirty="0">
                <a:solidFill>
                  <a:schemeClr val="tx1">
                    <a:lumMod val="65000"/>
                    <a:lumOff val="35000"/>
                  </a:schemeClr>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75" name="사각형 설명선 24">
              <a:extLst>
                <a:ext uri="{FF2B5EF4-FFF2-40B4-BE49-F238E27FC236}">
                  <a16:creationId xmlns:a16="http://schemas.microsoft.com/office/drawing/2014/main" id="{A71426E7-BA92-939F-35D9-7C84B1E0F06E}"/>
                </a:ext>
              </a:extLst>
            </p:cNvPr>
            <p:cNvSpPr/>
            <p:nvPr/>
          </p:nvSpPr>
          <p:spPr bwMode="auto">
            <a:xfrm>
              <a:off x="5921088" y="4940444"/>
              <a:ext cx="608373" cy="122499"/>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en-US" altLang="ko-KR" sz="1050" kern="0" dirty="0">
                  <a:latin typeface="Arial Narrow" panose="020B0606020202030204" pitchFamily="34" charset="0"/>
                  <a:ea typeface="LG스마트체 Regular" panose="020B0600000101010101" pitchFamily="50" charset="-127"/>
                  <a:cs typeface="Arial" panose="020B0604020202020204" pitchFamily="34" charset="0"/>
                </a:rPr>
                <a:t>A</a:t>
              </a:r>
              <a:r>
                <a:rPr kumimoji="1" lang="ko-KR" altLang="en-US" sz="1050" kern="0" dirty="0">
                  <a:latin typeface="Arial Narrow" panose="020B0606020202030204" pitchFamily="34" charset="0"/>
                  <a:ea typeface="LG스마트체 Regular" panose="020B0600000101010101" pitchFamily="50" charset="-127"/>
                  <a:cs typeface="Arial" panose="020B0604020202020204" pitchFamily="34" charset="0"/>
                </a:rPr>
                <a:t>책임</a:t>
              </a:r>
              <a:endParaRPr kumimoji="1" lang="en-US" altLang="ko-KR" sz="1050" kern="0" dirty="0">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76" name="사각형 설명선 24">
              <a:extLst>
                <a:ext uri="{FF2B5EF4-FFF2-40B4-BE49-F238E27FC236}">
                  <a16:creationId xmlns:a16="http://schemas.microsoft.com/office/drawing/2014/main" id="{B648DEDC-F62F-41DA-7DD9-F82CA975C40D}"/>
                </a:ext>
              </a:extLst>
            </p:cNvPr>
            <p:cNvSpPr/>
            <p:nvPr/>
          </p:nvSpPr>
          <p:spPr bwMode="auto">
            <a:xfrm>
              <a:off x="6802825" y="4940444"/>
              <a:ext cx="608373" cy="122499"/>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en-US" altLang="ko-KR" sz="1050" kern="0">
                  <a:latin typeface="Arial Narrow" panose="020B0606020202030204" pitchFamily="34" charset="0"/>
                  <a:ea typeface="LG스마트체 Regular" panose="020B0600000101010101" pitchFamily="50" charset="-127"/>
                  <a:cs typeface="Arial" panose="020B0604020202020204" pitchFamily="34" charset="0"/>
                </a:rPr>
                <a:t>B</a:t>
              </a:r>
              <a:r>
                <a:rPr kumimoji="1" lang="ko-KR" altLang="en-US" sz="1050" kern="0" dirty="0">
                  <a:latin typeface="Arial Narrow" panose="020B0606020202030204" pitchFamily="34" charset="0"/>
                  <a:ea typeface="LG스마트체 Regular" panose="020B0600000101010101" pitchFamily="50" charset="-127"/>
                  <a:cs typeface="Arial" panose="020B0604020202020204" pitchFamily="34" charset="0"/>
                </a:rPr>
                <a:t>팀장</a:t>
              </a:r>
              <a:endParaRPr kumimoji="1" lang="en-US" altLang="ko-KR" sz="1050" kern="0" dirty="0">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77" name="사각형 설명선 24">
              <a:extLst>
                <a:ext uri="{FF2B5EF4-FFF2-40B4-BE49-F238E27FC236}">
                  <a16:creationId xmlns:a16="http://schemas.microsoft.com/office/drawing/2014/main" id="{D934A3E5-349F-196E-9F39-0FF9EFFAFEBA}"/>
                </a:ext>
              </a:extLst>
            </p:cNvPr>
            <p:cNvSpPr/>
            <p:nvPr/>
          </p:nvSpPr>
          <p:spPr bwMode="auto">
            <a:xfrm>
              <a:off x="7631500" y="4940444"/>
              <a:ext cx="608373" cy="122499"/>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en-US" altLang="ko-KR" sz="1050" kern="0" dirty="0">
                  <a:latin typeface="Arial Narrow" panose="020B0606020202030204" pitchFamily="34" charset="0"/>
                  <a:ea typeface="LG스마트체 Regular" panose="020B0600000101010101" pitchFamily="50" charset="-127"/>
                  <a:cs typeface="Arial" panose="020B0604020202020204" pitchFamily="34" charset="0"/>
                </a:rPr>
                <a:t>C</a:t>
              </a:r>
              <a:r>
                <a:rPr kumimoji="1" lang="ko-KR" altLang="en-US" sz="1050" kern="0" dirty="0">
                  <a:latin typeface="Arial Narrow" panose="020B0606020202030204" pitchFamily="34" charset="0"/>
                  <a:ea typeface="LG스마트체 Regular" panose="020B0600000101010101" pitchFamily="50" charset="-127"/>
                  <a:cs typeface="Arial" panose="020B0604020202020204" pitchFamily="34" charset="0"/>
                </a:rPr>
                <a:t>사원</a:t>
              </a:r>
              <a:endParaRPr kumimoji="1" lang="en-US" altLang="ko-KR" sz="1050" kern="0" dirty="0">
                <a:latin typeface="Arial Narrow" panose="020B0606020202030204" pitchFamily="34" charset="0"/>
                <a:ea typeface="LG스마트체 Regular" panose="020B0600000101010101" pitchFamily="50" charset="-127"/>
                <a:cs typeface="Arial" panose="020B0604020202020204" pitchFamily="34" charset="0"/>
              </a:endParaRPr>
            </a:p>
          </p:txBody>
        </p:sp>
      </p:grpSp>
      <p:sp>
        <p:nvSpPr>
          <p:cNvPr id="80" name="사각형 설명선 24">
            <a:extLst>
              <a:ext uri="{FF2B5EF4-FFF2-40B4-BE49-F238E27FC236}">
                <a16:creationId xmlns:a16="http://schemas.microsoft.com/office/drawing/2014/main" id="{2C7F325D-244C-9C82-24DD-0C402F1635A7}"/>
              </a:ext>
            </a:extLst>
          </p:cNvPr>
          <p:cNvSpPr/>
          <p:nvPr/>
        </p:nvSpPr>
        <p:spPr bwMode="auto">
          <a:xfrm>
            <a:off x="5211902" y="4148702"/>
            <a:ext cx="3969630" cy="756271"/>
          </a:xfrm>
          <a:prstGeom prst="wedgeRectCallout">
            <a:avLst>
              <a:gd name="adj1" fmla="val -49909"/>
              <a:gd name="adj2" fmla="val -26418"/>
            </a:avLst>
          </a:prstGeom>
          <a:noFill/>
          <a:ln w="6350" algn="ctr">
            <a:noFill/>
            <a:miter lim="800000"/>
            <a:headEnd/>
            <a:tailEnd/>
          </a:ln>
          <a:effectLst/>
        </p:spPr>
        <p:txBody>
          <a:bodyPr lIns="108000" anchor="t"/>
          <a:lstStyle/>
          <a:p>
            <a:pPr marL="0" lvl="1" defTabSz="1042298" fontAlgn="base">
              <a:lnSpc>
                <a:spcPct val="120000"/>
              </a:lnSpc>
              <a:spcBef>
                <a:spcPts val="400"/>
              </a:spcBef>
              <a:spcAft>
                <a:spcPct val="0"/>
              </a:spcAft>
              <a:defRPr/>
            </a:pPr>
            <a:r>
              <a:rPr kumimoji="1" lang="ko-KR" altLang="en-US"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개인 별 업무 작성 방식</a:t>
            </a:r>
            <a:r>
              <a:rPr kumimoji="1" lang="en-US" altLang="ko-KR"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및 관리체계 상이</a:t>
            </a:r>
            <a:br>
              <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br>
            <a:r>
              <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 </a:t>
            </a:r>
            <a:r>
              <a:rPr kumimoji="1" lang="ko-KR" altLang="en-US"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개인별 상이한 </a:t>
            </a:r>
            <a:r>
              <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Tool</a:t>
            </a:r>
            <a:r>
              <a:rPr kumimoji="1" lang="ko-KR" altLang="en-US"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을 활용하여 업무 내용 관리하며</a:t>
            </a:r>
            <a:r>
              <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로컬 폴더에</a:t>
            </a:r>
            <a:br>
              <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br>
            <a:r>
              <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저장하여 이력관리 및 업무 간 관계 연결 어려움이 있음</a:t>
            </a:r>
            <a:endPar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81" name="사각형 설명선 24">
            <a:extLst>
              <a:ext uri="{FF2B5EF4-FFF2-40B4-BE49-F238E27FC236}">
                <a16:creationId xmlns:a16="http://schemas.microsoft.com/office/drawing/2014/main" id="{04B2EA46-57FB-AEA6-894E-6A90B5186BB3}"/>
              </a:ext>
            </a:extLst>
          </p:cNvPr>
          <p:cNvSpPr/>
          <p:nvPr/>
        </p:nvSpPr>
        <p:spPr bwMode="auto">
          <a:xfrm>
            <a:off x="5211902" y="1633271"/>
            <a:ext cx="4231229" cy="947612"/>
          </a:xfrm>
          <a:prstGeom prst="wedgeRectCallout">
            <a:avLst>
              <a:gd name="adj1" fmla="val -49909"/>
              <a:gd name="adj2" fmla="val -26418"/>
            </a:avLst>
          </a:prstGeom>
          <a:noFill/>
          <a:ln w="6350" algn="ctr">
            <a:noFill/>
            <a:miter lim="800000"/>
            <a:headEnd/>
            <a:tailEnd/>
          </a:ln>
          <a:effectLst/>
        </p:spPr>
        <p:txBody>
          <a:bodyPr lIns="108000" anchor="t"/>
          <a:lstStyle/>
          <a:p>
            <a:pPr lvl="0">
              <a:lnSpc>
                <a:spcPct val="110000"/>
              </a:lnSpc>
              <a:defRPr/>
            </a:pPr>
            <a:r>
              <a:rPr kumimoji="1" lang="ko-KR" altLang="en-US"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en-US" altLang="ko-KR"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PPT vs Markdown </a:t>
            </a:r>
            <a:r>
              <a:rPr kumimoji="1" lang="ko-KR" altLang="en-US"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비교</a:t>
            </a:r>
            <a:endParaRPr kumimoji="1" lang="en-US" altLang="ko-KR"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a:p>
            <a:pPr lvl="0">
              <a:lnSpc>
                <a:spcPct val="110000"/>
              </a:lnSpc>
              <a:defRPr/>
            </a:pPr>
            <a:r>
              <a:rPr lang="en-US" altLang="ko-KR" sz="1050" b="1" dirty="0">
                <a:solidFill>
                  <a:prstClr val="black"/>
                </a:solidFill>
                <a:latin typeface="Arial Narrow" panose="020B0606020202030204" pitchFamily="34" charset="0"/>
                <a:ea typeface="LG스마트체 Regular" panose="020B0600000101010101" pitchFamily="50" charset="-127"/>
              </a:rPr>
              <a:t> </a:t>
            </a:r>
            <a:r>
              <a:rPr lang="ko-KR" altLang="en-US" sz="1050" b="1" dirty="0">
                <a:solidFill>
                  <a:prstClr val="black"/>
                </a:solidFill>
                <a:latin typeface="Arial Narrow" panose="020B0606020202030204" pitchFamily="34" charset="0"/>
                <a:ea typeface="LG스마트체 Regular" panose="020B0600000101010101" pitchFamily="50" charset="-127"/>
              </a:rPr>
              <a:t>○ </a:t>
            </a:r>
            <a:r>
              <a:rPr lang="en-US" altLang="ko-KR" sz="1050" b="1" dirty="0">
                <a:solidFill>
                  <a:prstClr val="black"/>
                </a:solidFill>
                <a:latin typeface="Arial Narrow" panose="020B0606020202030204" pitchFamily="34" charset="0"/>
                <a:ea typeface="LG스마트체 Regular" panose="020B0600000101010101" pitchFamily="50" charset="-127"/>
              </a:rPr>
              <a:t>PPT</a:t>
            </a:r>
            <a:r>
              <a:rPr lang="ko-KR" altLang="en-US" sz="1050" b="1" dirty="0">
                <a:solidFill>
                  <a:prstClr val="black"/>
                </a:solidFill>
                <a:latin typeface="Arial Narrow" panose="020B0606020202030204" pitchFamily="34" charset="0"/>
                <a:ea typeface="LG스마트체 Regular" panose="020B0600000101010101" pitchFamily="50" charset="-127"/>
              </a:rPr>
              <a:t> </a:t>
            </a:r>
            <a:r>
              <a:rPr lang="en-US" altLang="ko-KR" sz="1050" b="1" dirty="0">
                <a:solidFill>
                  <a:prstClr val="black"/>
                </a:solidFill>
                <a:latin typeface="Arial Narrow" panose="020B0606020202030204" pitchFamily="34" charset="0"/>
                <a:ea typeface="LG스마트체 Regular" panose="020B0600000101010101" pitchFamily="50" charset="-127"/>
              </a:rPr>
              <a:t>:</a:t>
            </a:r>
            <a:r>
              <a:rPr lang="ko-KR" altLang="en-US" sz="1050" b="1" dirty="0">
                <a:solidFill>
                  <a:prstClr val="black"/>
                </a:solidFill>
                <a:latin typeface="Arial Narrow" panose="020B0606020202030204" pitchFamily="34" charset="0"/>
                <a:ea typeface="LG스마트체 Regular" panose="020B0600000101010101" pitchFamily="50" charset="-127"/>
              </a:rPr>
              <a:t> 시각적 배치 중심 </a:t>
            </a:r>
            <a:r>
              <a:rPr lang="en-US" altLang="ko-KR" sz="1050" b="1" dirty="0">
                <a:solidFill>
                  <a:prstClr val="black"/>
                </a:solidFill>
                <a:latin typeface="Arial Narrow" panose="020B0606020202030204" pitchFamily="34" charset="0"/>
                <a:ea typeface="LG스마트체 Regular" panose="020B0600000101010101" pitchFamily="50" charset="-127"/>
              </a:rPr>
              <a:t>(Human Readable)</a:t>
            </a:r>
          </a:p>
          <a:p>
            <a:pPr lvl="0">
              <a:lnSpc>
                <a:spcPct val="110000"/>
              </a:lnSpc>
              <a:defRPr/>
            </a:pPr>
            <a:r>
              <a:rPr lang="en-US" altLang="ko-KR" sz="1000" dirty="0">
                <a:solidFill>
                  <a:prstClr val="black"/>
                </a:solidFill>
                <a:latin typeface="Arial Narrow" panose="020B0606020202030204" pitchFamily="34" charset="0"/>
                <a:ea typeface="LG스마트체 Regular" panose="020B0600000101010101" pitchFamily="50" charset="-127"/>
              </a:rPr>
              <a:t>       -. </a:t>
            </a:r>
            <a:r>
              <a:rPr lang="ko-KR" altLang="en-US" sz="1000" dirty="0">
                <a:solidFill>
                  <a:prstClr val="black"/>
                </a:solidFill>
                <a:latin typeface="Arial Narrow" panose="020B0606020202030204" pitchFamily="34" charset="0"/>
                <a:ea typeface="LG스마트체 Regular" panose="020B0600000101010101" pitchFamily="50" charset="-127"/>
              </a:rPr>
              <a:t>텍스트 추출 가능하나</a:t>
            </a:r>
            <a:r>
              <a:rPr lang="en-US" altLang="ko-KR" sz="1000" dirty="0">
                <a:solidFill>
                  <a:prstClr val="black"/>
                </a:solidFill>
                <a:latin typeface="Arial Narrow" panose="020B0606020202030204" pitchFamily="34" charset="0"/>
                <a:ea typeface="LG스마트체 Regular" panose="020B0600000101010101" pitchFamily="50" charset="-127"/>
              </a:rPr>
              <a:t>, </a:t>
            </a:r>
            <a:r>
              <a:rPr lang="ko-KR" altLang="en-US" sz="1000" dirty="0">
                <a:solidFill>
                  <a:prstClr val="black"/>
                </a:solidFill>
                <a:latin typeface="Arial Narrow" panose="020B0606020202030204" pitchFamily="34" charset="0"/>
                <a:ea typeface="LG스마트체 Regular" panose="020B0600000101010101" pitchFamily="50" charset="-127"/>
              </a:rPr>
              <a:t>읽기 순서와 도형 간 계층 구조화 가 되어있지 않음</a:t>
            </a:r>
            <a:endParaRPr lang="en-US" altLang="ko-KR" sz="1000" dirty="0">
              <a:solidFill>
                <a:prstClr val="black"/>
              </a:solidFill>
              <a:latin typeface="Arial Narrow" panose="020B0606020202030204" pitchFamily="34" charset="0"/>
              <a:ea typeface="LG스마트체 Regular" panose="020B0600000101010101" pitchFamily="50" charset="-127"/>
            </a:endParaRPr>
          </a:p>
          <a:p>
            <a:pPr lvl="0">
              <a:lnSpc>
                <a:spcPct val="110000"/>
              </a:lnSpc>
              <a:defRPr/>
            </a:pPr>
            <a:r>
              <a:rPr lang="en-US" altLang="ko-KR" sz="1050" b="1" dirty="0">
                <a:solidFill>
                  <a:prstClr val="black"/>
                </a:solidFill>
                <a:latin typeface="Arial Narrow" panose="020B0606020202030204" pitchFamily="34" charset="0"/>
                <a:ea typeface="LG스마트체 Regular" panose="020B0600000101010101" pitchFamily="50" charset="-127"/>
              </a:rPr>
              <a:t> </a:t>
            </a:r>
            <a:r>
              <a:rPr lang="ko-KR" altLang="en-US" sz="1050" b="1" dirty="0">
                <a:solidFill>
                  <a:prstClr val="black"/>
                </a:solidFill>
                <a:latin typeface="Arial Narrow" panose="020B0606020202030204" pitchFamily="34" charset="0"/>
                <a:ea typeface="LG스마트체 Regular" panose="020B0600000101010101" pitchFamily="50" charset="-127"/>
              </a:rPr>
              <a:t>○ </a:t>
            </a:r>
            <a:r>
              <a:rPr lang="en-US" altLang="ko-KR" sz="1050" b="1" dirty="0">
                <a:solidFill>
                  <a:prstClr val="black"/>
                </a:solidFill>
                <a:latin typeface="Arial Narrow" panose="020B0606020202030204" pitchFamily="34" charset="0"/>
                <a:ea typeface="LG스마트체 Regular" panose="020B0600000101010101" pitchFamily="50" charset="-127"/>
              </a:rPr>
              <a:t>Markdown : </a:t>
            </a:r>
            <a:r>
              <a:rPr lang="ko-KR" altLang="en-US" sz="1050" b="1" dirty="0">
                <a:solidFill>
                  <a:prstClr val="black"/>
                </a:solidFill>
                <a:latin typeface="Arial Narrow" panose="020B0606020202030204" pitchFamily="34" charset="0"/>
                <a:ea typeface="LG스마트체 Regular" panose="020B0600000101010101" pitchFamily="50" charset="-127"/>
              </a:rPr>
              <a:t>텍스트 구조 중심 </a:t>
            </a:r>
            <a:r>
              <a:rPr lang="en-US" altLang="ko-KR" sz="1050" b="1" dirty="0">
                <a:solidFill>
                  <a:prstClr val="black"/>
                </a:solidFill>
                <a:latin typeface="Arial Narrow" panose="020B0606020202030204" pitchFamily="34" charset="0"/>
                <a:ea typeface="LG스마트체 Regular" panose="020B0600000101010101" pitchFamily="50" charset="-127"/>
              </a:rPr>
              <a:t>(AI Readable) </a:t>
            </a:r>
          </a:p>
          <a:p>
            <a:pPr lvl="0">
              <a:lnSpc>
                <a:spcPct val="110000"/>
              </a:lnSpc>
              <a:defRPr/>
            </a:pPr>
            <a:r>
              <a:rPr lang="en-US" altLang="ko-KR" sz="1000" dirty="0">
                <a:solidFill>
                  <a:prstClr val="black"/>
                </a:solidFill>
                <a:latin typeface="Arial Narrow" panose="020B0606020202030204" pitchFamily="34" charset="0"/>
                <a:ea typeface="LG스마트체 Regular" panose="020B0600000101010101" pitchFamily="50" charset="-127"/>
              </a:rPr>
              <a:t>       -. </a:t>
            </a:r>
            <a:r>
              <a:rPr lang="ko-KR" altLang="en-US" sz="1000" dirty="0">
                <a:solidFill>
                  <a:prstClr val="black"/>
                </a:solidFill>
                <a:latin typeface="Arial Narrow" panose="020B0606020202030204" pitchFamily="34" charset="0"/>
                <a:ea typeface="LG스마트체 Regular" panose="020B0600000101010101" pitchFamily="50" charset="-127"/>
              </a:rPr>
              <a:t>제목</a:t>
            </a:r>
            <a:r>
              <a:rPr lang="en-US" altLang="ko-KR" sz="1000" dirty="0">
                <a:solidFill>
                  <a:prstClr val="black"/>
                </a:solidFill>
                <a:latin typeface="Arial Narrow" panose="020B0606020202030204" pitchFamily="34" charset="0"/>
                <a:ea typeface="LG스마트체 Regular" panose="020B0600000101010101" pitchFamily="50" charset="-127"/>
              </a:rPr>
              <a:t>/</a:t>
            </a:r>
            <a:r>
              <a:rPr lang="ko-KR" altLang="en-US" sz="1000" dirty="0">
                <a:solidFill>
                  <a:prstClr val="black"/>
                </a:solidFill>
                <a:latin typeface="Arial Narrow" panose="020B0606020202030204" pitchFamily="34" charset="0"/>
                <a:ea typeface="LG스마트체 Regular" panose="020B0600000101010101" pitchFamily="50" charset="-127"/>
              </a:rPr>
              <a:t>목록</a:t>
            </a:r>
            <a:r>
              <a:rPr lang="en-US" altLang="ko-KR" sz="1000" dirty="0">
                <a:solidFill>
                  <a:prstClr val="black"/>
                </a:solidFill>
                <a:latin typeface="Arial Narrow" panose="020B0606020202030204" pitchFamily="34" charset="0"/>
                <a:ea typeface="LG스마트체 Regular" panose="020B0600000101010101" pitchFamily="50" charset="-127"/>
              </a:rPr>
              <a:t>/</a:t>
            </a:r>
            <a:r>
              <a:rPr lang="ko-KR" altLang="en-US" sz="1000" dirty="0">
                <a:solidFill>
                  <a:prstClr val="black"/>
                </a:solidFill>
                <a:latin typeface="Arial Narrow" panose="020B0606020202030204" pitchFamily="34" charset="0"/>
                <a:ea typeface="LG스마트체 Regular" panose="020B0600000101010101" pitchFamily="50" charset="-127"/>
              </a:rPr>
              <a:t>표 구조가 명시적이어서 문서 분할</a:t>
            </a:r>
            <a:r>
              <a:rPr lang="en-US" altLang="ko-KR" sz="1000" dirty="0">
                <a:solidFill>
                  <a:prstClr val="black"/>
                </a:solidFill>
                <a:latin typeface="Arial Narrow" panose="020B0606020202030204" pitchFamily="34" charset="0"/>
                <a:ea typeface="LG스마트체 Regular" panose="020B0600000101010101" pitchFamily="50" charset="-127"/>
              </a:rPr>
              <a:t>/</a:t>
            </a:r>
            <a:r>
              <a:rPr lang="ko-KR" altLang="en-US" sz="1000" dirty="0">
                <a:solidFill>
                  <a:prstClr val="black"/>
                </a:solidFill>
                <a:latin typeface="Arial Narrow" panose="020B0606020202030204" pitchFamily="34" charset="0"/>
                <a:ea typeface="LG스마트체 Regular" panose="020B0600000101010101" pitchFamily="50" charset="-127"/>
              </a:rPr>
              <a:t>검색</a:t>
            </a:r>
            <a:r>
              <a:rPr lang="en-US" altLang="ko-KR" sz="1000" dirty="0">
                <a:solidFill>
                  <a:prstClr val="black"/>
                </a:solidFill>
                <a:latin typeface="Arial Narrow" panose="020B0606020202030204" pitchFamily="34" charset="0"/>
                <a:ea typeface="LG스마트체 Regular" panose="020B0600000101010101" pitchFamily="50" charset="-127"/>
              </a:rPr>
              <a:t>/</a:t>
            </a:r>
            <a:r>
              <a:rPr lang="ko-KR" altLang="en-US" sz="1000" dirty="0">
                <a:solidFill>
                  <a:prstClr val="black"/>
                </a:solidFill>
                <a:latin typeface="Arial Narrow" panose="020B0606020202030204" pitchFamily="34" charset="0"/>
                <a:ea typeface="LG스마트체 Regular" panose="020B0600000101010101" pitchFamily="50" charset="-127"/>
              </a:rPr>
              <a:t>요약에 활용하기 용이</a:t>
            </a:r>
          </a:p>
          <a:p>
            <a:pPr marL="0" lvl="1" defTabSz="1042298" fontAlgn="base">
              <a:lnSpc>
                <a:spcPct val="120000"/>
              </a:lnSpc>
              <a:spcBef>
                <a:spcPts val="400"/>
              </a:spcBef>
              <a:spcAft>
                <a:spcPct val="0"/>
              </a:spcAft>
              <a:defRPr/>
            </a:pPr>
            <a:endPar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p:txBody>
      </p:sp>
      <p:pic>
        <p:nvPicPr>
          <p:cNvPr id="88" name="그림 87">
            <a:extLst>
              <a:ext uri="{FF2B5EF4-FFF2-40B4-BE49-F238E27FC236}">
                <a16:creationId xmlns:a16="http://schemas.microsoft.com/office/drawing/2014/main" id="{201F9168-A537-2F48-7B46-03500476A3D8}"/>
              </a:ext>
            </a:extLst>
          </p:cNvPr>
          <p:cNvPicPr>
            <a:picLocks noChangeAspect="1"/>
          </p:cNvPicPr>
          <p:nvPr/>
        </p:nvPicPr>
        <p:blipFill>
          <a:blip r:embed="rId7"/>
          <a:srcRect l="-1" t="11827" r="-255"/>
          <a:stretch/>
        </p:blipFill>
        <p:spPr>
          <a:xfrm>
            <a:off x="514786" y="2281247"/>
            <a:ext cx="4043837" cy="4207307"/>
          </a:xfrm>
          <a:prstGeom prst="rect">
            <a:avLst/>
          </a:prstGeom>
        </p:spPr>
      </p:pic>
      <p:sp>
        <p:nvSpPr>
          <p:cNvPr id="92" name="직사각형 91">
            <a:extLst>
              <a:ext uri="{FF2B5EF4-FFF2-40B4-BE49-F238E27FC236}">
                <a16:creationId xmlns:a16="http://schemas.microsoft.com/office/drawing/2014/main" id="{6838F42A-35B7-6E43-A6B6-0661477D5A6A}"/>
              </a:ext>
            </a:extLst>
          </p:cNvPr>
          <p:cNvSpPr/>
          <p:nvPr/>
        </p:nvSpPr>
        <p:spPr>
          <a:xfrm>
            <a:off x="1745840" y="1219069"/>
            <a:ext cx="1625550" cy="347486"/>
          </a:xfrm>
          <a:prstGeom prst="rect">
            <a:avLst/>
          </a:prstGeom>
          <a:solidFill>
            <a:schemeClr val="bg1">
              <a:lumMod val="9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tx1"/>
                </a:solidFill>
                <a:latin typeface="Arial Narrow" panose="020B0606020202030204" pitchFamily="34" charset="0"/>
                <a:ea typeface="LG스마트체 Regular" panose="020B0600000101010101" pitchFamily="50" charset="-127"/>
              </a:rPr>
              <a:t>AI Readable </a:t>
            </a:r>
            <a:r>
              <a:rPr lang="ko-KR" altLang="en-US" sz="1400" dirty="0">
                <a:solidFill>
                  <a:schemeClr val="tx1"/>
                </a:solidFill>
                <a:latin typeface="Arial Narrow" panose="020B0606020202030204" pitchFamily="34" charset="0"/>
                <a:ea typeface="LG스마트체 Regular" panose="020B0600000101010101" pitchFamily="50" charset="-127"/>
              </a:rPr>
              <a:t>정의</a:t>
            </a:r>
          </a:p>
        </p:txBody>
      </p:sp>
      <p:sp>
        <p:nvSpPr>
          <p:cNvPr id="93" name="직사각형 92">
            <a:extLst>
              <a:ext uri="{FF2B5EF4-FFF2-40B4-BE49-F238E27FC236}">
                <a16:creationId xmlns:a16="http://schemas.microsoft.com/office/drawing/2014/main" id="{87CC4977-735A-2B03-2C1B-136EB892D9A4}"/>
              </a:ext>
            </a:extLst>
          </p:cNvPr>
          <p:cNvSpPr/>
          <p:nvPr/>
        </p:nvSpPr>
        <p:spPr>
          <a:xfrm>
            <a:off x="6574624" y="1219069"/>
            <a:ext cx="1625550" cy="347486"/>
          </a:xfrm>
          <a:prstGeom prst="rect">
            <a:avLst/>
          </a:prstGeom>
          <a:solidFill>
            <a:schemeClr val="bg1">
              <a:lumMod val="9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latin typeface="Arial Narrow" panose="020B0606020202030204" pitchFamily="34" charset="0"/>
                <a:ea typeface="LG스마트체 Regular" panose="020B0600000101010101" pitchFamily="50" charset="-127"/>
              </a:rPr>
              <a:t>현 상황</a:t>
            </a:r>
          </a:p>
        </p:txBody>
      </p:sp>
      <p:grpSp>
        <p:nvGrpSpPr>
          <p:cNvPr id="97" name="그룹 96">
            <a:extLst>
              <a:ext uri="{FF2B5EF4-FFF2-40B4-BE49-F238E27FC236}">
                <a16:creationId xmlns:a16="http://schemas.microsoft.com/office/drawing/2014/main" id="{05145C67-B982-210E-9757-295F0369464D}"/>
              </a:ext>
            </a:extLst>
          </p:cNvPr>
          <p:cNvGrpSpPr/>
          <p:nvPr/>
        </p:nvGrpSpPr>
        <p:grpSpPr>
          <a:xfrm>
            <a:off x="5318654" y="2620355"/>
            <a:ext cx="4138909" cy="1297355"/>
            <a:chOff x="5113072" y="2725789"/>
            <a:chExt cx="4264322" cy="1297355"/>
          </a:xfrm>
        </p:grpSpPr>
        <p:grpSp>
          <p:nvGrpSpPr>
            <p:cNvPr id="94" name="그룹 93">
              <a:extLst>
                <a:ext uri="{FF2B5EF4-FFF2-40B4-BE49-F238E27FC236}">
                  <a16:creationId xmlns:a16="http://schemas.microsoft.com/office/drawing/2014/main" id="{FC91202F-6CDD-8EEA-6506-6B6D99A3B315}"/>
                </a:ext>
              </a:extLst>
            </p:cNvPr>
            <p:cNvGrpSpPr/>
            <p:nvPr/>
          </p:nvGrpSpPr>
          <p:grpSpPr>
            <a:xfrm>
              <a:off x="5286683" y="2912363"/>
              <a:ext cx="4090711" cy="1110781"/>
              <a:chOff x="5383800" y="2773137"/>
              <a:chExt cx="4090711" cy="1110781"/>
            </a:xfrm>
          </p:grpSpPr>
          <p:sp>
            <p:nvSpPr>
              <p:cNvPr id="15" name="AI Readable diagram 62">
                <a:extLst>
                  <a:ext uri="{FF2B5EF4-FFF2-40B4-BE49-F238E27FC236}">
                    <a16:creationId xmlns:a16="http://schemas.microsoft.com/office/drawing/2014/main" id="{1EF1B19C-10FD-C255-F5C7-A95AB146CF56}"/>
                  </a:ext>
                </a:extLst>
              </p:cNvPr>
              <p:cNvSpPr/>
              <p:nvPr/>
            </p:nvSpPr>
            <p:spPr>
              <a:xfrm>
                <a:off x="7535983" y="2773137"/>
                <a:ext cx="1938528" cy="1110781"/>
              </a:xfrm>
              <a:prstGeom prst="rect">
                <a:avLst/>
              </a:prstGeom>
              <a:solidFill>
                <a:srgbClr val="FFFFFF"/>
              </a:solidFill>
              <a:ln w="10160">
                <a:solidFill>
                  <a:srgbClr val="93A0A5"/>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gn="l">
                  <a:lnSpc>
                    <a:spcPct val="102000"/>
                  </a:lnSpc>
                  <a:spcAft>
                    <a:spcPts val="0"/>
                  </a:spcAft>
                </a:pPr>
                <a:endParaRPr sz="900">
                  <a:latin typeface="Arial Narrow" panose="020B0606020202030204" pitchFamily="34" charset="0"/>
                  <a:ea typeface="LG스마트체 Regular" panose="020B0600000101010101" pitchFamily="50" charset="-127"/>
                </a:endParaRPr>
              </a:p>
            </p:txBody>
          </p:sp>
          <p:sp>
            <p:nvSpPr>
              <p:cNvPr id="18" name="AI Readable diagram 62">
                <a:extLst>
                  <a:ext uri="{FF2B5EF4-FFF2-40B4-BE49-F238E27FC236}">
                    <a16:creationId xmlns:a16="http://schemas.microsoft.com/office/drawing/2014/main" id="{FF056324-6320-9D53-8EB1-9DFDD608E7F1}"/>
                  </a:ext>
                </a:extLst>
              </p:cNvPr>
              <p:cNvSpPr/>
              <p:nvPr/>
            </p:nvSpPr>
            <p:spPr>
              <a:xfrm>
                <a:off x="5383800" y="2773137"/>
                <a:ext cx="1938528" cy="1110781"/>
              </a:xfrm>
              <a:prstGeom prst="rect">
                <a:avLst/>
              </a:prstGeom>
              <a:solidFill>
                <a:srgbClr val="FFFFFF"/>
              </a:solidFill>
              <a:ln w="10160">
                <a:solidFill>
                  <a:srgbClr val="93A0A5"/>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gn="l">
                  <a:lnSpc>
                    <a:spcPct val="102000"/>
                  </a:lnSpc>
                  <a:spcAft>
                    <a:spcPts val="0"/>
                  </a:spcAft>
                </a:pPr>
                <a:endParaRPr sz="900">
                  <a:latin typeface="Arial Narrow" panose="020B0606020202030204" pitchFamily="34" charset="0"/>
                  <a:ea typeface="LG스마트체 Regular" panose="020B0600000101010101" pitchFamily="50" charset="-127"/>
                </a:endParaRPr>
              </a:p>
            </p:txBody>
          </p:sp>
          <p:sp>
            <p:nvSpPr>
              <p:cNvPr id="19" name="AI Readable diagram 63">
                <a:extLst>
                  <a:ext uri="{FF2B5EF4-FFF2-40B4-BE49-F238E27FC236}">
                    <a16:creationId xmlns:a16="http://schemas.microsoft.com/office/drawing/2014/main" id="{2465AE7C-7FF9-71D9-3382-620626040F13}"/>
                  </a:ext>
                </a:extLst>
              </p:cNvPr>
              <p:cNvSpPr/>
              <p:nvPr/>
            </p:nvSpPr>
            <p:spPr>
              <a:xfrm>
                <a:off x="5511816" y="2814092"/>
                <a:ext cx="1554480" cy="189262"/>
              </a:xfrm>
              <a:prstGeom prst="rect">
                <a:avLst/>
              </a:prstGeom>
              <a:solidFill>
                <a:srgbClr val="F3F5F6"/>
              </a:solidFill>
              <a:ln w="10160">
                <a:solidFill>
                  <a:srgbClr val="FF0000"/>
                </a:solidFill>
                <a:prstDash val="dash"/>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nSpc>
                    <a:spcPct val="102000"/>
                  </a:lnSpc>
                  <a:spcAft>
                    <a:spcPts val="0"/>
                  </a:spcAft>
                </a:pPr>
                <a:r>
                  <a:rPr sz="900" b="1" dirty="0" err="1">
                    <a:solidFill>
                      <a:srgbClr val="173A2A"/>
                    </a:solidFill>
                    <a:latin typeface="Arial Narrow" panose="020B0606020202030204" pitchFamily="34" charset="0"/>
                    <a:ea typeface="LG스마트체 Regular" panose="020B0600000101010101" pitchFamily="50" charset="-127"/>
                  </a:rPr>
                  <a:t>업무</a:t>
                </a:r>
                <a:r>
                  <a:rPr sz="900" b="1" dirty="0">
                    <a:solidFill>
                      <a:srgbClr val="173A2A"/>
                    </a:solidFill>
                    <a:latin typeface="Arial Narrow" panose="020B0606020202030204" pitchFamily="34" charset="0"/>
                    <a:ea typeface="LG스마트체 Regular" panose="020B0600000101010101" pitchFamily="50" charset="-127"/>
                  </a:rPr>
                  <a:t> </a:t>
                </a:r>
                <a:r>
                  <a:rPr sz="900" b="1" dirty="0" err="1">
                    <a:solidFill>
                      <a:srgbClr val="173A2A"/>
                    </a:solidFill>
                    <a:latin typeface="Arial Narrow" panose="020B0606020202030204" pitchFamily="34" charset="0"/>
                    <a:ea typeface="LG스마트체 Regular" panose="020B0600000101010101" pitchFamily="50" charset="-127"/>
                  </a:rPr>
                  <a:t>기록</a:t>
                </a:r>
                <a:endParaRPr sz="900" b="1" dirty="0">
                  <a:solidFill>
                    <a:srgbClr val="173A2A"/>
                  </a:solidFill>
                  <a:latin typeface="Arial Narrow" panose="020B0606020202030204" pitchFamily="34" charset="0"/>
                  <a:ea typeface="LG스마트체 Regular" panose="020B0600000101010101" pitchFamily="50" charset="-127"/>
                </a:endParaRPr>
              </a:p>
            </p:txBody>
          </p:sp>
          <p:sp>
            <p:nvSpPr>
              <p:cNvPr id="20" name="AI Readable diagram 64">
                <a:extLst>
                  <a:ext uri="{FF2B5EF4-FFF2-40B4-BE49-F238E27FC236}">
                    <a16:creationId xmlns:a16="http://schemas.microsoft.com/office/drawing/2014/main" id="{9FB826E7-269A-0C07-FD8B-99FDBBD5048A}"/>
                  </a:ext>
                </a:extLst>
              </p:cNvPr>
              <p:cNvSpPr/>
              <p:nvPr/>
            </p:nvSpPr>
            <p:spPr>
              <a:xfrm>
                <a:off x="5630000" y="3068588"/>
                <a:ext cx="694944" cy="212920"/>
              </a:xfrm>
              <a:prstGeom prst="rect">
                <a:avLst/>
              </a:prstGeom>
              <a:solidFill>
                <a:srgbClr val="F3F5F6"/>
              </a:solidFill>
              <a:ln w="10160">
                <a:solidFill>
                  <a:srgbClr val="FF0000"/>
                </a:solidFill>
                <a:prstDash val="dash"/>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nSpc>
                    <a:spcPct val="102000"/>
                  </a:lnSpc>
                  <a:spcAft>
                    <a:spcPts val="0"/>
                  </a:spcAft>
                </a:pPr>
                <a:r>
                  <a:rPr sz="900" b="0" dirty="0" err="1">
                    <a:solidFill>
                      <a:srgbClr val="173A2A"/>
                    </a:solidFill>
                    <a:latin typeface="Arial Narrow" panose="020B0606020202030204" pitchFamily="34" charset="0"/>
                    <a:ea typeface="LG스마트체 Regular" panose="020B0600000101010101" pitchFamily="50" charset="-127"/>
                  </a:rPr>
                  <a:t>목적</a:t>
                </a:r>
                <a:endParaRPr sz="900" b="0" dirty="0">
                  <a:solidFill>
                    <a:srgbClr val="173A2A"/>
                  </a:solidFill>
                  <a:latin typeface="Arial Narrow" panose="020B0606020202030204" pitchFamily="34" charset="0"/>
                  <a:ea typeface="LG스마트체 Regular" panose="020B0600000101010101" pitchFamily="50" charset="-127"/>
                </a:endParaRPr>
              </a:p>
            </p:txBody>
          </p:sp>
          <p:sp>
            <p:nvSpPr>
              <p:cNvPr id="21" name="AI Readable diagram 65">
                <a:extLst>
                  <a:ext uri="{FF2B5EF4-FFF2-40B4-BE49-F238E27FC236}">
                    <a16:creationId xmlns:a16="http://schemas.microsoft.com/office/drawing/2014/main" id="{B474E979-9667-5C41-17B1-2218A6037C07}"/>
                  </a:ext>
                </a:extLst>
              </p:cNvPr>
              <p:cNvSpPr/>
              <p:nvPr/>
            </p:nvSpPr>
            <p:spPr>
              <a:xfrm>
                <a:off x="5630000" y="3350483"/>
                <a:ext cx="749808" cy="212920"/>
              </a:xfrm>
              <a:prstGeom prst="rect">
                <a:avLst/>
              </a:prstGeom>
              <a:solidFill>
                <a:srgbClr val="F3F5F6"/>
              </a:solidFill>
              <a:ln w="10160">
                <a:solidFill>
                  <a:srgbClr val="FF0000"/>
                </a:solidFill>
                <a:prstDash val="dash"/>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nSpc>
                    <a:spcPct val="102000"/>
                  </a:lnSpc>
                  <a:spcAft>
                    <a:spcPts val="0"/>
                  </a:spcAft>
                </a:pPr>
                <a:r>
                  <a:rPr sz="900" b="0" dirty="0" err="1">
                    <a:solidFill>
                      <a:srgbClr val="173A2A"/>
                    </a:solidFill>
                    <a:latin typeface="Arial Narrow" panose="020B0606020202030204" pitchFamily="34" charset="0"/>
                    <a:ea typeface="LG스마트체 Regular" panose="020B0600000101010101" pitchFamily="50" charset="-127"/>
                  </a:rPr>
                  <a:t>결과</a:t>
                </a:r>
                <a:endParaRPr sz="900" b="0" dirty="0">
                  <a:solidFill>
                    <a:srgbClr val="173A2A"/>
                  </a:solidFill>
                  <a:latin typeface="Arial Narrow" panose="020B0606020202030204" pitchFamily="34" charset="0"/>
                  <a:ea typeface="LG스마트체 Regular" panose="020B0600000101010101" pitchFamily="50" charset="-127"/>
                </a:endParaRPr>
              </a:p>
            </p:txBody>
          </p:sp>
          <p:sp>
            <p:nvSpPr>
              <p:cNvPr id="22" name="AI Readable diagram 66">
                <a:extLst>
                  <a:ext uri="{FF2B5EF4-FFF2-40B4-BE49-F238E27FC236}">
                    <a16:creationId xmlns:a16="http://schemas.microsoft.com/office/drawing/2014/main" id="{FA19DDD8-A71E-6EDD-8AD0-83FE1131611E}"/>
                  </a:ext>
                </a:extLst>
              </p:cNvPr>
              <p:cNvSpPr/>
              <p:nvPr/>
            </p:nvSpPr>
            <p:spPr>
              <a:xfrm>
                <a:off x="5848025" y="3618892"/>
                <a:ext cx="1078992" cy="189262"/>
              </a:xfrm>
              <a:prstGeom prst="rect">
                <a:avLst/>
              </a:prstGeom>
              <a:solidFill>
                <a:srgbClr val="F3F5F6"/>
              </a:solidFill>
              <a:ln w="10160">
                <a:solidFill>
                  <a:srgbClr val="FF0000"/>
                </a:solidFill>
                <a:prstDash val="dash"/>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nSpc>
                    <a:spcPct val="102000"/>
                  </a:lnSpc>
                  <a:spcAft>
                    <a:spcPts val="0"/>
                  </a:spcAft>
                </a:pPr>
                <a:r>
                  <a:rPr sz="900" b="0">
                    <a:solidFill>
                      <a:srgbClr val="173A2A"/>
                    </a:solidFill>
                    <a:latin typeface="Arial Narrow" panose="020B0606020202030204" pitchFamily="34" charset="0"/>
                    <a:ea typeface="LG스마트체 Regular" panose="020B0600000101010101" pitchFamily="50" charset="-127"/>
                  </a:rPr>
                  <a:t>검증 완료</a:t>
                </a:r>
              </a:p>
            </p:txBody>
          </p:sp>
          <p:cxnSp>
            <p:nvCxnSpPr>
              <p:cNvPr id="23" name="Connector 66">
                <a:extLst>
                  <a:ext uri="{FF2B5EF4-FFF2-40B4-BE49-F238E27FC236}">
                    <a16:creationId xmlns:a16="http://schemas.microsoft.com/office/drawing/2014/main" id="{EA0DBA81-EEEF-8142-4178-0F55F7C2B580}"/>
                  </a:ext>
                </a:extLst>
              </p:cNvPr>
              <p:cNvCxnSpPr>
                <a:cxnSpLocks/>
              </p:cNvCxnSpPr>
              <p:nvPr/>
            </p:nvCxnSpPr>
            <p:spPr>
              <a:xfrm>
                <a:off x="7797816" y="2936686"/>
                <a:ext cx="0" cy="761597"/>
              </a:xfrm>
              <a:prstGeom prst="line">
                <a:avLst/>
              </a:prstGeom>
              <a:ln w="12700">
                <a:solidFill>
                  <a:srgbClr val="64856A"/>
                </a:solidFill>
              </a:ln>
            </p:spPr>
            <p:style>
              <a:lnRef idx="2">
                <a:schemeClr val="accent1"/>
              </a:lnRef>
              <a:fillRef idx="0">
                <a:schemeClr val="accent1"/>
              </a:fillRef>
              <a:effectRef idx="1">
                <a:schemeClr val="accent1"/>
              </a:effectRef>
              <a:fontRef idx="minor">
                <a:schemeClr val="tx1"/>
              </a:fontRef>
            </p:style>
          </p:cxnSp>
          <p:cxnSp>
            <p:nvCxnSpPr>
              <p:cNvPr id="24" name="Connector 67">
                <a:extLst>
                  <a:ext uri="{FF2B5EF4-FFF2-40B4-BE49-F238E27FC236}">
                    <a16:creationId xmlns:a16="http://schemas.microsoft.com/office/drawing/2014/main" id="{1EF63E34-58C7-8570-EA00-50107C760358}"/>
                  </a:ext>
                </a:extLst>
              </p:cNvPr>
              <p:cNvCxnSpPr>
                <a:cxnSpLocks/>
              </p:cNvCxnSpPr>
              <p:nvPr/>
            </p:nvCxnSpPr>
            <p:spPr>
              <a:xfrm>
                <a:off x="7794260" y="3154638"/>
                <a:ext cx="612523" cy="0"/>
              </a:xfrm>
              <a:prstGeom prst="line">
                <a:avLst/>
              </a:prstGeom>
              <a:ln w="12700">
                <a:solidFill>
                  <a:srgbClr val="64856A"/>
                </a:solidFill>
              </a:ln>
            </p:spPr>
            <p:style>
              <a:lnRef idx="2">
                <a:schemeClr val="accent1"/>
              </a:lnRef>
              <a:fillRef idx="0">
                <a:schemeClr val="accent1"/>
              </a:fillRef>
              <a:effectRef idx="1">
                <a:schemeClr val="accent1"/>
              </a:effectRef>
              <a:fontRef idx="minor">
                <a:schemeClr val="tx1"/>
              </a:fontRef>
            </p:style>
          </p:cxnSp>
          <p:cxnSp>
            <p:nvCxnSpPr>
              <p:cNvPr id="25" name="Connector 68">
                <a:extLst>
                  <a:ext uri="{FF2B5EF4-FFF2-40B4-BE49-F238E27FC236}">
                    <a16:creationId xmlns:a16="http://schemas.microsoft.com/office/drawing/2014/main" id="{7AA3FA43-E34B-1010-F544-66D5C2AF7A0F}"/>
                  </a:ext>
                </a:extLst>
              </p:cNvPr>
              <p:cNvCxnSpPr>
                <a:cxnSpLocks/>
              </p:cNvCxnSpPr>
              <p:nvPr/>
            </p:nvCxnSpPr>
            <p:spPr>
              <a:xfrm>
                <a:off x="7797816" y="3695108"/>
                <a:ext cx="640080" cy="0"/>
              </a:xfrm>
              <a:prstGeom prst="line">
                <a:avLst/>
              </a:prstGeom>
              <a:ln w="12700">
                <a:solidFill>
                  <a:srgbClr val="64856A"/>
                </a:solidFill>
              </a:ln>
            </p:spPr>
            <p:style>
              <a:lnRef idx="2">
                <a:schemeClr val="accent1"/>
              </a:lnRef>
              <a:fillRef idx="0">
                <a:schemeClr val="accent1"/>
              </a:fillRef>
              <a:effectRef idx="1">
                <a:schemeClr val="accent1"/>
              </a:effectRef>
              <a:fontRef idx="minor">
                <a:schemeClr val="tx1"/>
              </a:fontRef>
            </p:style>
          </p:cxnSp>
          <p:sp>
            <p:nvSpPr>
              <p:cNvPr id="26" name="AI Readable diagram 72">
                <a:extLst>
                  <a:ext uri="{FF2B5EF4-FFF2-40B4-BE49-F238E27FC236}">
                    <a16:creationId xmlns:a16="http://schemas.microsoft.com/office/drawing/2014/main" id="{0AD86F01-EBAD-3EB4-9BEE-5654316A6738}"/>
                  </a:ext>
                </a:extLst>
              </p:cNvPr>
              <p:cNvSpPr/>
              <p:nvPr/>
            </p:nvSpPr>
            <p:spPr>
              <a:xfrm>
                <a:off x="7614936" y="2822387"/>
                <a:ext cx="1744345" cy="167069"/>
              </a:xfrm>
              <a:prstGeom prst="rect">
                <a:avLst/>
              </a:prstGeom>
              <a:solidFill>
                <a:srgbClr val="E3EFDE"/>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gn="l">
                  <a:lnSpc>
                    <a:spcPct val="102000"/>
                  </a:lnSpc>
                  <a:spcAft>
                    <a:spcPts val="0"/>
                  </a:spcAft>
                </a:pPr>
                <a:r>
                  <a:rPr lang="en-US" sz="900" dirty="0">
                    <a:solidFill>
                      <a:srgbClr val="173A2A"/>
                    </a:solidFill>
                    <a:latin typeface="Arial Narrow" panose="020B0606020202030204" pitchFamily="34" charset="0"/>
                    <a:ea typeface="LG스마트체 Regular" panose="020B0600000101010101" pitchFamily="50" charset="-127"/>
                  </a:rPr>
                  <a:t>#</a:t>
                </a:r>
                <a:r>
                  <a:rPr sz="900" dirty="0">
                    <a:solidFill>
                      <a:srgbClr val="173A2A"/>
                    </a:solidFill>
                    <a:latin typeface="Arial Narrow" panose="020B0606020202030204" pitchFamily="34" charset="0"/>
                    <a:ea typeface="LG스마트체 Regular" panose="020B0600000101010101" pitchFamily="50" charset="-127"/>
                  </a:rPr>
                  <a:t> </a:t>
                </a:r>
                <a:r>
                  <a:rPr sz="900" dirty="0" err="1">
                    <a:solidFill>
                      <a:srgbClr val="173A2A"/>
                    </a:solidFill>
                    <a:latin typeface="Arial Narrow" panose="020B0606020202030204" pitchFamily="34" charset="0"/>
                    <a:ea typeface="LG스마트체 Regular" panose="020B0600000101010101" pitchFamily="50" charset="-127"/>
                  </a:rPr>
                  <a:t>업무</a:t>
                </a:r>
                <a:r>
                  <a:rPr sz="900" dirty="0">
                    <a:solidFill>
                      <a:srgbClr val="173A2A"/>
                    </a:solidFill>
                    <a:latin typeface="Arial Narrow" panose="020B0606020202030204" pitchFamily="34" charset="0"/>
                    <a:ea typeface="LG스마트체 Regular" panose="020B0600000101010101" pitchFamily="50" charset="-127"/>
                  </a:rPr>
                  <a:t> </a:t>
                </a:r>
                <a:r>
                  <a:rPr sz="900" dirty="0" err="1">
                    <a:solidFill>
                      <a:srgbClr val="173A2A"/>
                    </a:solidFill>
                    <a:latin typeface="Arial Narrow" panose="020B0606020202030204" pitchFamily="34" charset="0"/>
                    <a:ea typeface="LG스마트체 Regular" panose="020B0600000101010101" pitchFamily="50" charset="-127"/>
                  </a:rPr>
                  <a:t>기록</a:t>
                </a:r>
                <a:endParaRPr sz="900" dirty="0">
                  <a:solidFill>
                    <a:srgbClr val="173A2A"/>
                  </a:solidFill>
                  <a:latin typeface="Arial Narrow" panose="020B0606020202030204" pitchFamily="34" charset="0"/>
                  <a:ea typeface="LG스마트체 Regular" panose="020B0600000101010101" pitchFamily="50" charset="-127"/>
                </a:endParaRPr>
              </a:p>
            </p:txBody>
          </p:sp>
          <p:sp>
            <p:nvSpPr>
              <p:cNvPr id="27" name="AI Readable diagram 73">
                <a:extLst>
                  <a:ext uri="{FF2B5EF4-FFF2-40B4-BE49-F238E27FC236}">
                    <a16:creationId xmlns:a16="http://schemas.microsoft.com/office/drawing/2014/main" id="{876D041E-88A4-92B8-F1E6-07718468904E}"/>
                  </a:ext>
                </a:extLst>
              </p:cNvPr>
              <p:cNvSpPr/>
              <p:nvPr/>
            </p:nvSpPr>
            <p:spPr>
              <a:xfrm>
                <a:off x="8053848" y="3058554"/>
                <a:ext cx="1305432" cy="192168"/>
              </a:xfrm>
              <a:prstGeom prst="rect">
                <a:avLst/>
              </a:prstGeom>
              <a:solidFill>
                <a:srgbClr val="E3EFDE"/>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gn="l">
                  <a:lnSpc>
                    <a:spcPct val="102000"/>
                  </a:lnSpc>
                  <a:spcAft>
                    <a:spcPts val="0"/>
                  </a:spcAft>
                </a:pPr>
                <a:r>
                  <a:rPr lang="en-US" sz="900" b="0" dirty="0">
                    <a:solidFill>
                      <a:srgbClr val="173A2A"/>
                    </a:solidFill>
                    <a:latin typeface="Arial Narrow" panose="020B0606020202030204" pitchFamily="34" charset="0"/>
                    <a:ea typeface="LG스마트체 Regular" panose="020B0600000101010101" pitchFamily="50" charset="-127"/>
                  </a:rPr>
                  <a:t>## </a:t>
                </a:r>
                <a:r>
                  <a:rPr sz="900" b="0" dirty="0" err="1">
                    <a:solidFill>
                      <a:srgbClr val="173A2A"/>
                    </a:solidFill>
                    <a:latin typeface="Arial Narrow" panose="020B0606020202030204" pitchFamily="34" charset="0"/>
                    <a:ea typeface="LG스마트체 Regular" panose="020B0600000101010101" pitchFamily="50" charset="-127"/>
                  </a:rPr>
                  <a:t>목적</a:t>
                </a:r>
                <a:endParaRPr sz="900" b="0" dirty="0">
                  <a:solidFill>
                    <a:srgbClr val="173A2A"/>
                  </a:solidFill>
                  <a:latin typeface="Arial Narrow" panose="020B0606020202030204" pitchFamily="34" charset="0"/>
                  <a:ea typeface="LG스마트체 Regular" panose="020B0600000101010101" pitchFamily="50" charset="-127"/>
                </a:endParaRPr>
              </a:p>
            </p:txBody>
          </p:sp>
          <p:sp>
            <p:nvSpPr>
              <p:cNvPr id="28" name="AI Readable diagram 75">
                <a:extLst>
                  <a:ext uri="{FF2B5EF4-FFF2-40B4-BE49-F238E27FC236}">
                    <a16:creationId xmlns:a16="http://schemas.microsoft.com/office/drawing/2014/main" id="{6094F559-AF64-AE18-1ECA-5F374497EA05}"/>
                  </a:ext>
                </a:extLst>
              </p:cNvPr>
              <p:cNvSpPr/>
              <p:nvPr/>
            </p:nvSpPr>
            <p:spPr>
              <a:xfrm>
                <a:off x="8406783" y="3630593"/>
                <a:ext cx="952490" cy="139106"/>
              </a:xfrm>
              <a:prstGeom prst="rect">
                <a:avLst/>
              </a:prstGeom>
              <a:solidFill>
                <a:srgbClr val="E3EFDE"/>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gn="l">
                  <a:lnSpc>
                    <a:spcPct val="102000"/>
                  </a:lnSpc>
                  <a:spcAft>
                    <a:spcPts val="0"/>
                  </a:spcAft>
                </a:pPr>
                <a:r>
                  <a:rPr lang="en-US" sz="900" b="0" dirty="0">
                    <a:solidFill>
                      <a:srgbClr val="173A2A"/>
                    </a:solidFill>
                    <a:latin typeface="Arial Narrow" panose="020B0606020202030204" pitchFamily="34" charset="0"/>
                    <a:ea typeface="LG스마트체 Regular" panose="020B0600000101010101" pitchFamily="50" charset="-127"/>
                  </a:rPr>
                  <a:t>###</a:t>
                </a:r>
                <a:r>
                  <a:rPr sz="900" b="0" dirty="0">
                    <a:solidFill>
                      <a:srgbClr val="173A2A"/>
                    </a:solidFill>
                    <a:latin typeface="Arial Narrow" panose="020B0606020202030204" pitchFamily="34" charset="0"/>
                    <a:ea typeface="LG스마트체 Regular" panose="020B0600000101010101" pitchFamily="50" charset="-127"/>
                  </a:rPr>
                  <a:t>검증 </a:t>
                </a:r>
                <a:r>
                  <a:rPr sz="900" b="0" dirty="0" err="1">
                    <a:solidFill>
                      <a:srgbClr val="173A2A"/>
                    </a:solidFill>
                    <a:latin typeface="Arial Narrow" panose="020B0606020202030204" pitchFamily="34" charset="0"/>
                    <a:ea typeface="LG스마트체 Regular" panose="020B0600000101010101" pitchFamily="50" charset="-127"/>
                  </a:rPr>
                  <a:t>완료</a:t>
                </a:r>
                <a:endParaRPr sz="900" b="0" dirty="0">
                  <a:solidFill>
                    <a:srgbClr val="173A2A"/>
                  </a:solidFill>
                  <a:latin typeface="Arial Narrow" panose="020B0606020202030204" pitchFamily="34" charset="0"/>
                  <a:ea typeface="LG스마트체 Regular" panose="020B0600000101010101" pitchFamily="50" charset="-127"/>
                </a:endParaRPr>
              </a:p>
            </p:txBody>
          </p:sp>
          <p:cxnSp>
            <p:nvCxnSpPr>
              <p:cNvPr id="31" name="Connector 67">
                <a:extLst>
                  <a:ext uri="{FF2B5EF4-FFF2-40B4-BE49-F238E27FC236}">
                    <a16:creationId xmlns:a16="http://schemas.microsoft.com/office/drawing/2014/main" id="{98E6103A-6F74-ADEC-4DF0-51CFCBD8FF69}"/>
                  </a:ext>
                </a:extLst>
              </p:cNvPr>
              <p:cNvCxnSpPr>
                <a:cxnSpLocks/>
              </p:cNvCxnSpPr>
              <p:nvPr/>
            </p:nvCxnSpPr>
            <p:spPr>
              <a:xfrm>
                <a:off x="7794260" y="3449913"/>
                <a:ext cx="643636" cy="0"/>
              </a:xfrm>
              <a:prstGeom prst="line">
                <a:avLst/>
              </a:prstGeom>
              <a:ln w="12700">
                <a:solidFill>
                  <a:srgbClr val="64856A"/>
                </a:solidFill>
              </a:ln>
            </p:spPr>
            <p:style>
              <a:lnRef idx="2">
                <a:schemeClr val="accent1"/>
              </a:lnRef>
              <a:fillRef idx="0">
                <a:schemeClr val="accent1"/>
              </a:fillRef>
              <a:effectRef idx="1">
                <a:schemeClr val="accent1"/>
              </a:effectRef>
              <a:fontRef idx="minor">
                <a:schemeClr val="tx1"/>
              </a:fontRef>
            </p:style>
          </p:cxnSp>
          <p:sp>
            <p:nvSpPr>
              <p:cNvPr id="42" name="AI Readable diagram 74">
                <a:extLst>
                  <a:ext uri="{FF2B5EF4-FFF2-40B4-BE49-F238E27FC236}">
                    <a16:creationId xmlns:a16="http://schemas.microsoft.com/office/drawing/2014/main" id="{54EFDFCD-5E65-76CA-22D8-DD2B59CC6549}"/>
                  </a:ext>
                </a:extLst>
              </p:cNvPr>
              <p:cNvSpPr/>
              <p:nvPr/>
            </p:nvSpPr>
            <p:spPr>
              <a:xfrm>
                <a:off x="8053848" y="3358226"/>
                <a:ext cx="1305429" cy="164590"/>
              </a:xfrm>
              <a:prstGeom prst="rect">
                <a:avLst/>
              </a:prstGeom>
              <a:solidFill>
                <a:srgbClr val="E3EFDE"/>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gn="l">
                  <a:lnSpc>
                    <a:spcPct val="102000"/>
                  </a:lnSpc>
                  <a:spcAft>
                    <a:spcPts val="0"/>
                  </a:spcAft>
                </a:pPr>
                <a:r>
                  <a:rPr lang="en-US" sz="900" b="0" dirty="0">
                    <a:solidFill>
                      <a:srgbClr val="173A2A"/>
                    </a:solidFill>
                    <a:latin typeface="Arial Narrow" panose="020B0606020202030204" pitchFamily="34" charset="0"/>
                    <a:ea typeface="LG스마트체 Regular" panose="020B0600000101010101" pitchFamily="50" charset="-127"/>
                  </a:rPr>
                  <a:t>## </a:t>
                </a:r>
                <a:r>
                  <a:rPr sz="900" b="0" dirty="0" err="1">
                    <a:solidFill>
                      <a:srgbClr val="173A2A"/>
                    </a:solidFill>
                    <a:latin typeface="Arial Narrow" panose="020B0606020202030204" pitchFamily="34" charset="0"/>
                    <a:ea typeface="LG스마트체 Regular" panose="020B0600000101010101" pitchFamily="50" charset="-127"/>
                  </a:rPr>
                  <a:t>결과</a:t>
                </a:r>
                <a:endParaRPr sz="900" b="0" dirty="0">
                  <a:solidFill>
                    <a:srgbClr val="173A2A"/>
                  </a:solidFill>
                  <a:latin typeface="Arial Narrow" panose="020B0606020202030204" pitchFamily="34" charset="0"/>
                  <a:ea typeface="LG스마트체 Regular" panose="020B0600000101010101" pitchFamily="50" charset="-127"/>
                </a:endParaRPr>
              </a:p>
            </p:txBody>
          </p:sp>
        </p:grpSp>
        <p:sp>
          <p:nvSpPr>
            <p:cNvPr id="95" name="사각형 설명선 24">
              <a:extLst>
                <a:ext uri="{FF2B5EF4-FFF2-40B4-BE49-F238E27FC236}">
                  <a16:creationId xmlns:a16="http://schemas.microsoft.com/office/drawing/2014/main" id="{3394580F-732C-EA32-4A43-FAE65E10D6AC}"/>
                </a:ext>
              </a:extLst>
            </p:cNvPr>
            <p:cNvSpPr/>
            <p:nvPr/>
          </p:nvSpPr>
          <p:spPr bwMode="auto">
            <a:xfrm>
              <a:off x="5113072" y="2725789"/>
              <a:ext cx="669211" cy="152076"/>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en-US" altLang="ko-KR" sz="1050" b="1" kern="0" dirty="0">
                  <a:latin typeface="Arial Narrow" panose="020B0606020202030204" pitchFamily="34" charset="0"/>
                  <a:ea typeface="LG스마트체 Regular" panose="020B0600000101010101" pitchFamily="50" charset="-127"/>
                  <a:cs typeface="Arial" panose="020B0604020202020204" pitchFamily="34" charset="0"/>
                </a:rPr>
                <a:t>PPT</a:t>
              </a:r>
            </a:p>
          </p:txBody>
        </p:sp>
        <p:sp>
          <p:nvSpPr>
            <p:cNvPr id="96" name="사각형 설명선 24">
              <a:extLst>
                <a:ext uri="{FF2B5EF4-FFF2-40B4-BE49-F238E27FC236}">
                  <a16:creationId xmlns:a16="http://schemas.microsoft.com/office/drawing/2014/main" id="{F40A7EA8-695A-786D-4E0C-87D144DE1871}"/>
                </a:ext>
              </a:extLst>
            </p:cNvPr>
            <p:cNvSpPr/>
            <p:nvPr/>
          </p:nvSpPr>
          <p:spPr bwMode="auto">
            <a:xfrm>
              <a:off x="7290404" y="2725789"/>
              <a:ext cx="890720" cy="152076"/>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en-US" altLang="ko-KR" sz="1050" b="1" kern="0" dirty="0">
                  <a:latin typeface="Arial Narrow" panose="020B0606020202030204" pitchFamily="34" charset="0"/>
                  <a:ea typeface="LG스마트체 Regular" panose="020B0600000101010101" pitchFamily="50" charset="-127"/>
                  <a:cs typeface="Arial" panose="020B0604020202020204" pitchFamily="34" charset="0"/>
                </a:rPr>
                <a:t>Mark Down</a:t>
              </a:r>
            </a:p>
          </p:txBody>
        </p:sp>
      </p:grpSp>
      <p:sp>
        <p:nvSpPr>
          <p:cNvPr id="99" name="직사각형 98">
            <a:extLst>
              <a:ext uri="{FF2B5EF4-FFF2-40B4-BE49-F238E27FC236}">
                <a16:creationId xmlns:a16="http://schemas.microsoft.com/office/drawing/2014/main" id="{B902F090-8505-4F91-649D-126DD40BE83C}"/>
              </a:ext>
            </a:extLst>
          </p:cNvPr>
          <p:cNvSpPr/>
          <p:nvPr/>
        </p:nvSpPr>
        <p:spPr>
          <a:xfrm>
            <a:off x="514786" y="2281247"/>
            <a:ext cx="4020713" cy="1833553"/>
          </a:xfrm>
          <a:prstGeom prst="rect">
            <a:avLst/>
          </a:prstGeom>
          <a:noFill/>
          <a:ln w="19050">
            <a:solidFill>
              <a:srgbClr val="00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직사각형 99">
            <a:extLst>
              <a:ext uri="{FF2B5EF4-FFF2-40B4-BE49-F238E27FC236}">
                <a16:creationId xmlns:a16="http://schemas.microsoft.com/office/drawing/2014/main" id="{80939BE5-719A-9754-607E-DACBE287B2B6}"/>
              </a:ext>
            </a:extLst>
          </p:cNvPr>
          <p:cNvSpPr/>
          <p:nvPr/>
        </p:nvSpPr>
        <p:spPr>
          <a:xfrm>
            <a:off x="514786" y="4180877"/>
            <a:ext cx="4020713" cy="1908003"/>
          </a:xfrm>
          <a:prstGeom prst="rect">
            <a:avLst/>
          </a:prstGeom>
          <a:noFill/>
          <a:ln w="19050">
            <a:solidFill>
              <a:srgbClr val="00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화살표: 오른쪽 100">
            <a:extLst>
              <a:ext uri="{FF2B5EF4-FFF2-40B4-BE49-F238E27FC236}">
                <a16:creationId xmlns:a16="http://schemas.microsoft.com/office/drawing/2014/main" id="{DFAE9C43-D00F-16A2-5C36-E263024D0B97}"/>
              </a:ext>
            </a:extLst>
          </p:cNvPr>
          <p:cNvSpPr/>
          <p:nvPr/>
        </p:nvSpPr>
        <p:spPr>
          <a:xfrm>
            <a:off x="4741503" y="2707602"/>
            <a:ext cx="383145" cy="1002476"/>
          </a:xfrm>
          <a:prstGeom prst="rightArrow">
            <a:avLst>
              <a:gd name="adj1" fmla="val 55701"/>
              <a:gd name="adj2" fmla="val 40056"/>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3" name="화살표: 오른쪽 102">
            <a:extLst>
              <a:ext uri="{FF2B5EF4-FFF2-40B4-BE49-F238E27FC236}">
                <a16:creationId xmlns:a16="http://schemas.microsoft.com/office/drawing/2014/main" id="{F26EE14F-E023-7386-D812-FA20B814C0E9}"/>
              </a:ext>
            </a:extLst>
          </p:cNvPr>
          <p:cNvSpPr/>
          <p:nvPr/>
        </p:nvSpPr>
        <p:spPr>
          <a:xfrm>
            <a:off x="4741503" y="4620911"/>
            <a:ext cx="383145" cy="1002476"/>
          </a:xfrm>
          <a:prstGeom prst="rightArrow">
            <a:avLst>
              <a:gd name="adj1" fmla="val 55701"/>
              <a:gd name="adj2" fmla="val 40056"/>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 name="TextBox 1">
            <a:extLst>
              <a:ext uri="{FF2B5EF4-FFF2-40B4-BE49-F238E27FC236}">
                <a16:creationId xmlns:a16="http://schemas.microsoft.com/office/drawing/2014/main" id="{1AECB1E6-360C-8FCA-02F0-1DA343EEB409}"/>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dirty="0">
                <a:solidFill>
                  <a:prstClr val="black"/>
                </a:solidFill>
                <a:latin typeface="Arial Narrow" panose="020B0606020202030204" pitchFamily="34" charset="0"/>
                <a:ea typeface="LG스마트체 Regular" panose="020B0600000101010101" pitchFamily="50" charset="-127"/>
              </a:rPr>
              <a:t>2/4</a:t>
            </a:r>
            <a:endParaRPr kumimoji="0" lang="ko-KR" altLang="en-US" sz="11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Tree>
    <p:extLst>
      <p:ext uri="{BB962C8B-B14F-4D97-AF65-F5344CB8AC3E}">
        <p14:creationId xmlns:p14="http://schemas.microsoft.com/office/powerpoint/2010/main" val="938288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982EE-741C-3ADC-F299-8D53C4ED7CC5}"/>
            </a:ext>
          </a:extLst>
        </p:cNvPr>
        <p:cNvGrpSpPr/>
        <p:nvPr/>
      </p:nvGrpSpPr>
      <p:grpSpPr>
        <a:xfrm>
          <a:off x="0" y="0"/>
          <a:ext cx="0" cy="0"/>
          <a:chOff x="0" y="0"/>
          <a:chExt cx="0" cy="0"/>
        </a:xfrm>
      </p:grpSpPr>
      <p:sp>
        <p:nvSpPr>
          <p:cNvPr id="127" name="user">
            <a:extLst>
              <a:ext uri="{FF2B5EF4-FFF2-40B4-BE49-F238E27FC236}">
                <a16:creationId xmlns:a16="http://schemas.microsoft.com/office/drawing/2014/main" id="{77558399-E0B4-6F3A-7CCC-1A80B9162786}"/>
              </a:ext>
            </a:extLst>
          </p:cNvPr>
          <p:cNvSpPr/>
          <p:nvPr/>
        </p:nvSpPr>
        <p:spPr>
          <a:xfrm>
            <a:off x="8206750" y="1810351"/>
            <a:ext cx="1539512" cy="4275377"/>
          </a:xfrm>
          <a:prstGeom prst="roundRect">
            <a:avLst>
              <a:gd name="adj" fmla="val 8000"/>
            </a:avLst>
          </a:prstGeom>
          <a:solidFill>
            <a:srgbClr val="F7FAFF"/>
          </a:solidFill>
          <a:ln w="12700">
            <a:solidFill>
              <a:srgbClr val="A9C2E8"/>
            </a:solidFill>
          </a:ln>
        </p:spPr>
        <p:txBody>
          <a:bodyPr wrap="square" lIns="91440" tIns="45720" rIns="91440" bIns="45720" anchor="t">
            <a:normAutofit/>
          </a:bodyPr>
          <a:lstStyle/>
          <a:p>
            <a:endParaRPr lang="ko-KR" altLang="en-US">
              <a:solidFill>
                <a:prstClr val="black"/>
              </a:solidFill>
              <a:latin typeface="Arial Narrow" panose="020B0606020202030204" pitchFamily="34" charset="0"/>
              <a:ea typeface="LG스마트체 Regular" panose="020B0600000101010101" pitchFamily="50" charset="-127"/>
            </a:endParaRPr>
          </a:p>
        </p:txBody>
      </p:sp>
      <p:sp>
        <p:nvSpPr>
          <p:cNvPr id="39" name="t">
            <a:extLst>
              <a:ext uri="{FF2B5EF4-FFF2-40B4-BE49-F238E27FC236}">
                <a16:creationId xmlns:a16="http://schemas.microsoft.com/office/drawing/2014/main" id="{2E59DFEB-1DDE-00B4-E560-99414F23C6DD}"/>
              </a:ext>
            </a:extLst>
          </p:cNvPr>
          <p:cNvSpPr/>
          <p:nvPr/>
        </p:nvSpPr>
        <p:spPr>
          <a:xfrm>
            <a:off x="8400156" y="1938328"/>
            <a:ext cx="1019350" cy="254797"/>
          </a:xfrm>
          <a:prstGeom prst="rect">
            <a:avLst/>
          </a:prstGeom>
          <a:noFill/>
          <a:ln>
            <a:noFill/>
          </a:ln>
        </p:spPr>
        <p:txBody>
          <a:bodyPr wrap="square" lIns="18000" tIns="0" rIns="18000" bIns="0" anchor="t">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a:ln>
                  <a:noFill/>
                </a:ln>
                <a:solidFill>
                  <a:schemeClr val="tx1">
                    <a:lumMod val="75000"/>
                    <a:lumOff val="25000"/>
                  </a:schemeClr>
                </a:solidFill>
                <a:effectLst/>
                <a:uLnTx/>
                <a:uFillTx/>
                <a:latin typeface="Arial Narrow" panose="020B0606020202030204" pitchFamily="34" charset="0"/>
                <a:ea typeface="LG스마트체 Regular" panose="020B0600000101010101" pitchFamily="50" charset="-127"/>
                <a:cs typeface="+mn-cs"/>
              </a:rPr>
              <a:t>보고자료</a:t>
            </a:r>
          </a:p>
        </p:txBody>
      </p:sp>
      <p:sp>
        <p:nvSpPr>
          <p:cNvPr id="69" name="t">
            <a:extLst>
              <a:ext uri="{FF2B5EF4-FFF2-40B4-BE49-F238E27FC236}">
                <a16:creationId xmlns:a16="http://schemas.microsoft.com/office/drawing/2014/main" id="{E989DCC2-1DFB-32AA-C4AD-F0FC2F748471}"/>
              </a:ext>
            </a:extLst>
          </p:cNvPr>
          <p:cNvSpPr/>
          <p:nvPr/>
        </p:nvSpPr>
        <p:spPr>
          <a:xfrm>
            <a:off x="7444843" y="3230879"/>
            <a:ext cx="825029" cy="389027"/>
          </a:xfrm>
          <a:prstGeom prst="rect">
            <a:avLst/>
          </a:prstGeom>
          <a:noFill/>
          <a:ln>
            <a:noFill/>
          </a:ln>
        </p:spPr>
        <p:txBody>
          <a:bodyPr wrap="square" lIns="18000" tIns="0" rIns="18000" bIns="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PPT</a:t>
            </a:r>
            <a:br>
              <a:rPr kumimoji="0" lang="en-US" altLang="ko-KR"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br>
            <a:r>
              <a:rPr kumimoji="0" lang="ko-KR" altLang="en-US"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보고자료</a:t>
            </a:r>
            <a:br>
              <a:rPr kumimoji="0" lang="en-US" altLang="ko-KR"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br>
            <a:r>
              <a:rPr kumimoji="0" lang="ko-KR" altLang="en-US"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출력</a:t>
            </a:r>
          </a:p>
        </p:txBody>
      </p:sp>
      <p:sp>
        <p:nvSpPr>
          <p:cNvPr id="11" name="user">
            <a:extLst>
              <a:ext uri="{FF2B5EF4-FFF2-40B4-BE49-F238E27FC236}">
                <a16:creationId xmlns:a16="http://schemas.microsoft.com/office/drawing/2014/main" id="{FC5D7B84-B305-B9F5-D46F-3545920CC93A}"/>
              </a:ext>
            </a:extLst>
          </p:cNvPr>
          <p:cNvSpPr/>
          <p:nvPr/>
        </p:nvSpPr>
        <p:spPr>
          <a:xfrm>
            <a:off x="322860" y="1810351"/>
            <a:ext cx="852764" cy="4275378"/>
          </a:xfrm>
          <a:prstGeom prst="roundRect">
            <a:avLst>
              <a:gd name="adj" fmla="val 8000"/>
            </a:avLst>
          </a:prstGeom>
          <a:solidFill>
            <a:srgbClr val="F7FAFF"/>
          </a:solidFill>
          <a:ln w="12700">
            <a:solidFill>
              <a:srgbClr val="A9C2E8"/>
            </a:solidFill>
          </a:ln>
        </p:spPr>
        <p:txBody>
          <a:bodyPr wrap="square" lIns="91440" tIns="45720" rIns="91440" bIns="45720" anchor="t">
            <a:normAutofit/>
          </a:bodyPr>
          <a:lstStyle/>
          <a:p>
            <a:endParaRPr lang="ko-KR" altLang="en-US">
              <a:solidFill>
                <a:prstClr val="black"/>
              </a:solidFill>
              <a:latin typeface="Arial Narrow" panose="020B0606020202030204" pitchFamily="34" charset="0"/>
              <a:ea typeface="LG스마트체 Regular" panose="020B0600000101010101" pitchFamily="50" charset="-127"/>
            </a:endParaRPr>
          </a:p>
        </p:txBody>
      </p:sp>
      <p:sp>
        <p:nvSpPr>
          <p:cNvPr id="48" name="t">
            <a:extLst>
              <a:ext uri="{FF2B5EF4-FFF2-40B4-BE49-F238E27FC236}">
                <a16:creationId xmlns:a16="http://schemas.microsoft.com/office/drawing/2014/main" id="{91B7BE12-3715-A23F-239B-E0B61E3EF274}"/>
              </a:ext>
            </a:extLst>
          </p:cNvPr>
          <p:cNvSpPr/>
          <p:nvPr/>
        </p:nvSpPr>
        <p:spPr>
          <a:xfrm>
            <a:off x="1183715" y="3230879"/>
            <a:ext cx="690085" cy="706749"/>
          </a:xfrm>
          <a:prstGeom prst="rect">
            <a:avLst/>
          </a:prstGeom>
          <a:noFill/>
          <a:ln>
            <a:noFill/>
          </a:ln>
        </p:spPr>
        <p:txBody>
          <a:bodyPr wrap="square" lIns="0" tIns="0" rIns="0" bIns="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err="1">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WorkLog</a:t>
            </a:r>
            <a:endParaRPr kumimoji="0" lang="en-US" altLang="ko-KR" sz="1000" b="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및 보고서</a:t>
            </a:r>
            <a:endParaRPr kumimoji="0" lang="en-US" altLang="ko-KR" sz="1000" b="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작성 </a:t>
            </a:r>
            <a:r>
              <a:rPr kumimoji="0" lang="en-US" altLang="ko-KR" sz="1000" b="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a:t>
            </a:r>
            <a:r>
              <a:rPr kumimoji="0" lang="ko-KR" altLang="en-US" sz="1000" b="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요청</a:t>
            </a:r>
          </a:p>
        </p:txBody>
      </p:sp>
      <p:cxnSp>
        <p:nvCxnSpPr>
          <p:cNvPr id="49" name="a57">
            <a:extLst>
              <a:ext uri="{FF2B5EF4-FFF2-40B4-BE49-F238E27FC236}">
                <a16:creationId xmlns:a16="http://schemas.microsoft.com/office/drawing/2014/main" id="{48CFE2F8-681A-00B6-E163-E8A39BAE0B34}"/>
              </a:ext>
            </a:extLst>
          </p:cNvPr>
          <p:cNvCxnSpPr>
            <a:cxnSpLocks/>
          </p:cNvCxnSpPr>
          <p:nvPr/>
        </p:nvCxnSpPr>
        <p:spPr>
          <a:xfrm>
            <a:off x="1190170" y="4066933"/>
            <a:ext cx="677176" cy="0"/>
          </a:xfrm>
          <a:prstGeom prst="line">
            <a:avLst/>
          </a:prstGeom>
          <a:ln w="28575">
            <a:solidFill>
              <a:srgbClr val="2E75D4"/>
            </a:solidFill>
            <a:tailEnd type="triangle" w="med" len="med"/>
          </a:ln>
        </p:spPr>
      </p:cxnSp>
      <p:sp>
        <p:nvSpPr>
          <p:cNvPr id="109" name="t">
            <a:extLst>
              <a:ext uri="{FF2B5EF4-FFF2-40B4-BE49-F238E27FC236}">
                <a16:creationId xmlns:a16="http://schemas.microsoft.com/office/drawing/2014/main" id="{56054FB4-81FC-F786-B0A8-DB4A1B13F814}"/>
              </a:ext>
            </a:extLst>
          </p:cNvPr>
          <p:cNvSpPr/>
          <p:nvPr/>
        </p:nvSpPr>
        <p:spPr>
          <a:xfrm>
            <a:off x="347692" y="1938328"/>
            <a:ext cx="770172" cy="258326"/>
          </a:xfrm>
          <a:prstGeom prst="rect">
            <a:avLst/>
          </a:prstGeom>
          <a:noFill/>
          <a:ln>
            <a:noFill/>
          </a:ln>
        </p:spPr>
        <p:txBody>
          <a:bodyPr wrap="square" lIns="18000" tIns="0" rIns="18000" bIns="0" anchor="t">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b="1">
                <a:solidFill>
                  <a:schemeClr val="tx1">
                    <a:lumMod val="75000"/>
                    <a:lumOff val="25000"/>
                  </a:schemeClr>
                </a:solidFill>
                <a:latin typeface="Arial Narrow" panose="020B0606020202030204" pitchFamily="34" charset="0"/>
                <a:ea typeface="LG스마트체 Regular" panose="020B0600000101010101" pitchFamily="50" charset="-127"/>
              </a:rPr>
              <a:t>USER</a:t>
            </a:r>
            <a:endParaRPr kumimoji="0" lang="ko-KR" altLang="en-US" sz="1100" b="1" i="0" strike="noStrike" kern="1200" cap="none" spc="0" normalizeH="0" baseline="0" noProof="0">
              <a:ln>
                <a:noFill/>
              </a:ln>
              <a:solidFill>
                <a:schemeClr val="tx1">
                  <a:lumMod val="75000"/>
                  <a:lumOff val="25000"/>
                </a:schemeClr>
              </a:solidFill>
              <a:effectLst/>
              <a:uLnTx/>
              <a:uFillTx/>
              <a:latin typeface="Arial Narrow" panose="020B0606020202030204" pitchFamily="34" charset="0"/>
              <a:ea typeface="LG스마트체 Regular" panose="020B0600000101010101" pitchFamily="50" charset="-127"/>
              <a:cs typeface="+mn-cs"/>
            </a:endParaRPr>
          </a:p>
        </p:txBody>
      </p:sp>
      <p:cxnSp>
        <p:nvCxnSpPr>
          <p:cNvPr id="132" name="a57">
            <a:extLst>
              <a:ext uri="{FF2B5EF4-FFF2-40B4-BE49-F238E27FC236}">
                <a16:creationId xmlns:a16="http://schemas.microsoft.com/office/drawing/2014/main" id="{CCCA61E1-7D89-575F-D5F8-30A003C0A327}"/>
              </a:ext>
            </a:extLst>
          </p:cNvPr>
          <p:cNvCxnSpPr>
            <a:cxnSpLocks/>
          </p:cNvCxnSpPr>
          <p:nvPr/>
        </p:nvCxnSpPr>
        <p:spPr>
          <a:xfrm>
            <a:off x="7541425" y="4066933"/>
            <a:ext cx="636080" cy="0"/>
          </a:xfrm>
          <a:prstGeom prst="line">
            <a:avLst/>
          </a:prstGeom>
          <a:ln w="28575">
            <a:solidFill>
              <a:srgbClr val="2E75D4"/>
            </a:solidFill>
            <a:tailEnd type="triangle" w="med" len="med"/>
          </a:ln>
        </p:spPr>
      </p:cxnSp>
      <p:sp>
        <p:nvSpPr>
          <p:cNvPr id="5" name="제목 4">
            <a:extLst>
              <a:ext uri="{FF2B5EF4-FFF2-40B4-BE49-F238E27FC236}">
                <a16:creationId xmlns:a16="http://schemas.microsoft.com/office/drawing/2014/main" id="{0C2942AF-7EDF-7ABA-D99D-C54C20DA9DF0}"/>
              </a:ext>
            </a:extLst>
          </p:cNvPr>
          <p:cNvSpPr>
            <a:spLocks noGrp="1"/>
          </p:cNvSpPr>
          <p:nvPr>
            <p:ph type="title"/>
          </p:nvPr>
        </p:nvSpPr>
        <p:spPr>
          <a:xfrm>
            <a:off x="189765" y="170929"/>
            <a:ext cx="6473081" cy="369332"/>
          </a:xfrm>
        </p:spPr>
        <p:txBody>
          <a:bodyPr/>
          <a:lstStyle/>
          <a:p>
            <a:r>
              <a:rPr lang="en-US" altLang="ko-KR" dirty="0">
                <a:latin typeface="Arial Narrow" panose="020B0606020202030204" pitchFamily="34" charset="0"/>
                <a:ea typeface="LG스마트체 Regular" panose="020B0600000101010101" pitchFamily="50" charset="-127"/>
              </a:rPr>
              <a:t>3. </a:t>
            </a:r>
            <a:r>
              <a:rPr lang="ko-KR" altLang="en-US" dirty="0">
                <a:latin typeface="Arial Narrow" panose="020B0606020202030204" pitchFamily="34" charset="0"/>
                <a:ea typeface="LG스마트체 Regular" panose="020B0600000101010101" pitchFamily="50" charset="-127"/>
              </a:rPr>
              <a:t>구현 방안</a:t>
            </a:r>
          </a:p>
        </p:txBody>
      </p:sp>
      <p:sp>
        <p:nvSpPr>
          <p:cNvPr id="6" name="TextBox 5">
            <a:extLst>
              <a:ext uri="{FF2B5EF4-FFF2-40B4-BE49-F238E27FC236}">
                <a16:creationId xmlns:a16="http://schemas.microsoft.com/office/drawing/2014/main" id="{5507AD72-5ADF-BBD9-76AE-297B5292F0DC}"/>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그룹</a:t>
            </a:r>
            <a:endParaRPr kumimoji="1" lang="en-US" altLang="ko-KR"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89" name="TextBox 88">
            <a:extLst>
              <a:ext uri="{FF2B5EF4-FFF2-40B4-BE49-F238E27FC236}">
                <a16:creationId xmlns:a16="http://schemas.microsoft.com/office/drawing/2014/main" id="{B23408D3-1844-806D-837F-5BC907726D42}"/>
              </a:ext>
            </a:extLst>
          </p:cNvPr>
          <p:cNvSpPr txBox="1"/>
          <p:nvPr/>
        </p:nvSpPr>
        <p:spPr>
          <a:xfrm>
            <a:off x="175719" y="580555"/>
            <a:ext cx="9610172" cy="847733"/>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개인별로 상이한 업무 작성 방식으로 발생하는 수작업 취합과 반복적인 보고서 작성의 비효율을 줄이고자 합니다</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 </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이를 위해 사용자는 웹 기반 </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Work Log</a:t>
            </a:r>
            <a:r>
              <a:rPr kumimoji="0" lang="en-US" altLang="ko-KR" sz="1400" i="0" u="none" strike="noStrike" kern="1200" cap="none" spc="0" normalizeH="0" baseline="3000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1)</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에서 표준 </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Format</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으로 업무를 작성하고</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 업무이력을 </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One Source</a:t>
            </a:r>
            <a:r>
              <a:rPr kumimoji="0" lang="ko-KR" altLang="en-US" sz="1400" i="0" u="none" strike="noStrike" kern="1200" cap="none" spc="0" normalizeH="0" baseline="0" noProof="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로 </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관리하고 </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EXAONE</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 연계를 통해 업무 요약 및 </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PPT </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보고서 생성을 자동화하는 구조로 구성하고자 합니다</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a:t>
            </a:r>
            <a:endParaRPr kumimoji="0" lang="en-US" altLang="ko-KR" sz="1400" i="0" u="none" strike="noStrike" kern="1200" cap="none" spc="0" normalizeH="0" baseline="0" noProof="0" dirty="0">
              <a:ln>
                <a:noFill/>
              </a:ln>
              <a:solidFill>
                <a:sysClr val="windowText" lastClr="000000"/>
              </a:solidFill>
              <a:effectLst/>
              <a:highlight>
                <a:srgbClr val="FFFF00"/>
              </a:highlight>
              <a:uLnTx/>
              <a:uFillTx/>
              <a:latin typeface="Arial Narrow" panose="020B0606020202030204" pitchFamily="34" charset="0"/>
              <a:ea typeface="LG스마트체 Regular" panose="020B0600000101010101" pitchFamily="50" charset="-127"/>
              <a:cs typeface="+mn-cs"/>
            </a:endParaRPr>
          </a:p>
        </p:txBody>
      </p:sp>
      <p:sp>
        <p:nvSpPr>
          <p:cNvPr id="106" name="직사각형 105">
            <a:extLst>
              <a:ext uri="{FF2B5EF4-FFF2-40B4-BE49-F238E27FC236}">
                <a16:creationId xmlns:a16="http://schemas.microsoft.com/office/drawing/2014/main" id="{106335F5-12E4-5842-F860-F72E590B60D1}"/>
              </a:ext>
            </a:extLst>
          </p:cNvPr>
          <p:cNvSpPr/>
          <p:nvPr/>
        </p:nvSpPr>
        <p:spPr>
          <a:xfrm>
            <a:off x="262057" y="1468582"/>
            <a:ext cx="1554559" cy="250982"/>
          </a:xfrm>
          <a:prstGeom prst="rect">
            <a:avLst/>
          </a:prstGeom>
          <a:solidFill>
            <a:schemeClr val="bg1">
              <a:lumMod val="85000"/>
            </a:schemeClr>
          </a:solidFill>
          <a:ln w="6350" cap="flat" cmpd="sng" algn="ctr">
            <a:noFill/>
            <a:prstDash val="solid"/>
          </a:ln>
          <a:effectLst/>
        </p:spPr>
        <p:txBody>
          <a:bodyPr lIns="72000" tIns="0" rIns="0" bIns="0" rtlCol="0" anchor="ctr"/>
          <a:lstStyle/>
          <a:p>
            <a:pPr algn="ctr"/>
            <a:r>
              <a:rPr lang="en-US" altLang="ko-KR" sz="1200" b="1">
                <a:latin typeface="Arial Narrow" panose="020B0606020202030204" pitchFamily="34" charset="0"/>
                <a:ea typeface="LG스마트체 Regular" panose="020B0600000101010101" pitchFamily="50" charset="-127"/>
              </a:rPr>
              <a:t>USER (Input)</a:t>
            </a:r>
            <a:endParaRPr lang="ko-KR" altLang="en-US" sz="1200" b="1">
              <a:latin typeface="Arial Narrow" panose="020B0606020202030204" pitchFamily="34" charset="0"/>
              <a:ea typeface="LG스마트체 Regular" panose="020B0600000101010101" pitchFamily="50" charset="-127"/>
            </a:endParaRPr>
          </a:p>
        </p:txBody>
      </p:sp>
      <p:sp>
        <p:nvSpPr>
          <p:cNvPr id="137" name="직사각형 136">
            <a:extLst>
              <a:ext uri="{FF2B5EF4-FFF2-40B4-BE49-F238E27FC236}">
                <a16:creationId xmlns:a16="http://schemas.microsoft.com/office/drawing/2014/main" id="{6142DB31-5832-DE74-4DAF-629925385D80}"/>
              </a:ext>
            </a:extLst>
          </p:cNvPr>
          <p:cNvSpPr/>
          <p:nvPr/>
        </p:nvSpPr>
        <p:spPr>
          <a:xfrm>
            <a:off x="7592675" y="1468582"/>
            <a:ext cx="2166263" cy="250982"/>
          </a:xfrm>
          <a:prstGeom prst="rect">
            <a:avLst/>
          </a:prstGeom>
          <a:solidFill>
            <a:schemeClr val="bg1">
              <a:lumMod val="85000"/>
            </a:schemeClr>
          </a:solidFill>
          <a:ln w="6350" cap="flat" cmpd="sng" algn="ctr">
            <a:noFill/>
            <a:prstDash val="solid"/>
          </a:ln>
          <a:effectLst/>
        </p:spPr>
        <p:txBody>
          <a:bodyPr lIns="72000" tIns="0" rIns="0" bIns="0" rtlCol="0" anchor="ctr"/>
          <a:lstStyle/>
          <a:p>
            <a:pPr algn="ctr"/>
            <a:r>
              <a:rPr lang="ko-KR" altLang="en-US" sz="1200" b="1" dirty="0">
                <a:latin typeface="Arial Narrow" panose="020B0606020202030204" pitchFamily="34" charset="0"/>
                <a:ea typeface="LG스마트체 Regular" panose="020B0600000101010101" pitchFamily="50" charset="-127"/>
              </a:rPr>
              <a:t>보고서</a:t>
            </a:r>
            <a:r>
              <a:rPr lang="en-US" altLang="ko-KR" sz="1200" b="1" dirty="0">
                <a:latin typeface="Arial Narrow" panose="020B0606020202030204" pitchFamily="34" charset="0"/>
                <a:ea typeface="LG스마트체 Regular" panose="020B0600000101010101" pitchFamily="50" charset="-127"/>
              </a:rPr>
              <a:t> (Output)</a:t>
            </a:r>
            <a:endParaRPr lang="ko-KR" altLang="en-US" sz="1200" b="1" dirty="0">
              <a:latin typeface="Arial Narrow" panose="020B0606020202030204" pitchFamily="34" charset="0"/>
              <a:ea typeface="LG스마트체 Regular" panose="020B0600000101010101" pitchFamily="50" charset="-127"/>
            </a:endParaRPr>
          </a:p>
        </p:txBody>
      </p:sp>
      <p:grpSp>
        <p:nvGrpSpPr>
          <p:cNvPr id="129" name="그룹 128">
            <a:extLst>
              <a:ext uri="{FF2B5EF4-FFF2-40B4-BE49-F238E27FC236}">
                <a16:creationId xmlns:a16="http://schemas.microsoft.com/office/drawing/2014/main" id="{25215385-9612-3E7E-D79C-25A35615DF21}"/>
              </a:ext>
            </a:extLst>
          </p:cNvPr>
          <p:cNvGrpSpPr/>
          <p:nvPr/>
        </p:nvGrpSpPr>
        <p:grpSpPr>
          <a:xfrm>
            <a:off x="508398" y="3371894"/>
            <a:ext cx="450722" cy="555280"/>
            <a:chOff x="719281" y="3537807"/>
            <a:chExt cx="442100" cy="464742"/>
          </a:xfrm>
        </p:grpSpPr>
        <p:sp>
          <p:nvSpPr>
            <p:cNvPr id="12" name="head">
              <a:extLst>
                <a:ext uri="{FF2B5EF4-FFF2-40B4-BE49-F238E27FC236}">
                  <a16:creationId xmlns:a16="http://schemas.microsoft.com/office/drawing/2014/main" id="{46045C85-BC8C-1E5C-193F-1983CCE0D73E}"/>
                </a:ext>
              </a:extLst>
            </p:cNvPr>
            <p:cNvSpPr/>
            <p:nvPr/>
          </p:nvSpPr>
          <p:spPr>
            <a:xfrm>
              <a:off x="796169" y="3537807"/>
              <a:ext cx="288326" cy="236310"/>
            </a:xfrm>
            <a:prstGeom prst="ellipse">
              <a:avLst/>
            </a:prstGeom>
            <a:solidFill>
              <a:srgbClr val="3D4F6B"/>
            </a:solidFill>
            <a:ln>
              <a:noFill/>
            </a:ln>
          </p:spPr>
          <p:txBody>
            <a:bodyPr wrap="square" lIns="91440" tIns="45720" rIns="91440" bIns="45720" anchor="ctr">
              <a:normAutofit fontScale="400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 name="body">
              <a:extLst>
                <a:ext uri="{FF2B5EF4-FFF2-40B4-BE49-F238E27FC236}">
                  <a16:creationId xmlns:a16="http://schemas.microsoft.com/office/drawing/2014/main" id="{987CFA57-EE0A-F3DA-239E-C35839F4719E}"/>
                </a:ext>
              </a:extLst>
            </p:cNvPr>
            <p:cNvSpPr/>
            <p:nvPr/>
          </p:nvSpPr>
          <p:spPr>
            <a:xfrm>
              <a:off x="719281" y="3797747"/>
              <a:ext cx="442100" cy="204802"/>
            </a:xfrm>
            <a:prstGeom prst="roundRect">
              <a:avLst>
                <a:gd name="adj" fmla="val 30000"/>
              </a:avLst>
            </a:prstGeom>
            <a:solidFill>
              <a:srgbClr val="3D4F6B"/>
            </a:solidFill>
            <a:ln>
              <a:noFill/>
            </a:ln>
          </p:spPr>
          <p:txBody>
            <a:bodyPr wrap="square" lIns="91440" tIns="45720" rIns="91440" bIns="45720" anchor="ctr">
              <a:normAutofit fontScale="475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grpSp>
        <p:nvGrpSpPr>
          <p:cNvPr id="45" name="그룹 44">
            <a:extLst>
              <a:ext uri="{FF2B5EF4-FFF2-40B4-BE49-F238E27FC236}">
                <a16:creationId xmlns:a16="http://schemas.microsoft.com/office/drawing/2014/main" id="{A6C70F0C-CE7F-C8C7-EB5A-D621E84DDD9B}"/>
              </a:ext>
            </a:extLst>
          </p:cNvPr>
          <p:cNvGrpSpPr/>
          <p:nvPr/>
        </p:nvGrpSpPr>
        <p:grpSpPr>
          <a:xfrm>
            <a:off x="1416076" y="3742254"/>
            <a:ext cx="226800" cy="226800"/>
            <a:chOff x="1152816" y="2290253"/>
            <a:chExt cx="191221" cy="208288"/>
          </a:xfrm>
        </p:grpSpPr>
        <p:sp>
          <p:nvSpPr>
            <p:cNvPr id="46" name="b">
              <a:extLst>
                <a:ext uri="{FF2B5EF4-FFF2-40B4-BE49-F238E27FC236}">
                  <a16:creationId xmlns:a16="http://schemas.microsoft.com/office/drawing/2014/main" id="{FFBF2E61-81B3-0710-E8DA-DE4FFCC4B32E}"/>
                </a:ext>
              </a:extLst>
            </p:cNvPr>
            <p:cNvSpPr/>
            <p:nvPr/>
          </p:nvSpPr>
          <p:spPr>
            <a:xfrm>
              <a:off x="1152816" y="2298584"/>
              <a:ext cx="191221" cy="191625"/>
            </a:xfrm>
            <a:prstGeom prst="ellipse">
              <a:avLst/>
            </a:prstGeom>
            <a:solidFill>
              <a:srgbClr val="2E75D4"/>
            </a:solidFill>
            <a:ln>
              <a:noFill/>
            </a:ln>
          </p:spPr>
          <p:txBody>
            <a:bodyPr wrap="square" lIns="91440" tIns="45720" rIns="91440" bIns="45720" anchor="ctr">
              <a:normAutofit fontScale="250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47" name="t">
              <a:extLst>
                <a:ext uri="{FF2B5EF4-FFF2-40B4-BE49-F238E27FC236}">
                  <a16:creationId xmlns:a16="http://schemas.microsoft.com/office/drawing/2014/main" id="{2E7EBF6E-01A9-5401-FC8D-2C38142BB869}"/>
                </a:ext>
              </a:extLst>
            </p:cNvPr>
            <p:cNvSpPr/>
            <p:nvPr/>
          </p:nvSpPr>
          <p:spPr>
            <a:xfrm>
              <a:off x="1152816" y="2290253"/>
              <a:ext cx="191221" cy="208288"/>
            </a:xfrm>
            <a:prstGeom prst="rect">
              <a:avLst/>
            </a:prstGeom>
            <a:noFill/>
            <a:ln>
              <a:noFill/>
            </a:ln>
          </p:spPr>
          <p:txBody>
            <a:bodyPr wrap="square" lIns="18000" tIns="0" rIns="18000" bIns="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200" b="1"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rPr>
                <a:t>1</a:t>
              </a:r>
            </a:p>
          </p:txBody>
        </p:sp>
      </p:grpSp>
      <p:sp>
        <p:nvSpPr>
          <p:cNvPr id="8" name="server">
            <a:extLst>
              <a:ext uri="{FF2B5EF4-FFF2-40B4-BE49-F238E27FC236}">
                <a16:creationId xmlns:a16="http://schemas.microsoft.com/office/drawing/2014/main" id="{6FE4E52D-9F41-72BC-D12A-19C77F50E137}"/>
              </a:ext>
            </a:extLst>
          </p:cNvPr>
          <p:cNvSpPr/>
          <p:nvPr/>
        </p:nvSpPr>
        <p:spPr>
          <a:xfrm>
            <a:off x="1878523" y="1810351"/>
            <a:ext cx="5629440" cy="4276330"/>
          </a:xfrm>
          <a:prstGeom prst="roundRect">
            <a:avLst>
              <a:gd name="adj" fmla="val 1867"/>
            </a:avLst>
          </a:prstGeom>
          <a:solidFill>
            <a:srgbClr val="F7FAFF"/>
          </a:solidFill>
          <a:ln w="12700">
            <a:solidFill>
              <a:srgbClr val="A9C2E8"/>
            </a:solidFill>
          </a:ln>
        </p:spPr>
        <p:txBody>
          <a:bodyPr wrap="square" lIns="91440" tIns="45720" rIns="91440" bIns="45720" anchor="t">
            <a:normAutofit/>
          </a:bodyPr>
          <a:lstStyle/>
          <a:p>
            <a:endParaRPr lang="ko-KR" altLang="en-US">
              <a:solidFill>
                <a:prstClr val="black"/>
              </a:solidFill>
              <a:latin typeface="Arial Narrow" panose="020B0606020202030204" pitchFamily="34" charset="0"/>
              <a:ea typeface="LG스마트체 Regular" panose="020B0600000101010101" pitchFamily="50" charset="-127"/>
            </a:endParaRPr>
          </a:p>
        </p:txBody>
      </p:sp>
      <p:sp>
        <p:nvSpPr>
          <p:cNvPr id="27" name="db">
            <a:extLst>
              <a:ext uri="{FF2B5EF4-FFF2-40B4-BE49-F238E27FC236}">
                <a16:creationId xmlns:a16="http://schemas.microsoft.com/office/drawing/2014/main" id="{F094A7AB-F93A-0B93-C8AB-B5D75C35E7AC}"/>
              </a:ext>
            </a:extLst>
          </p:cNvPr>
          <p:cNvSpPr/>
          <p:nvPr/>
        </p:nvSpPr>
        <p:spPr>
          <a:xfrm>
            <a:off x="3840208" y="2034340"/>
            <a:ext cx="1167957" cy="3890237"/>
          </a:xfrm>
          <a:prstGeom prst="roundRect">
            <a:avLst>
              <a:gd name="adj" fmla="val 6000"/>
            </a:avLst>
          </a:prstGeom>
          <a:solidFill>
            <a:srgbClr val="DAF5E8"/>
          </a:solidFill>
          <a:ln w="12700">
            <a:solidFill>
              <a:srgbClr val="4FA873"/>
            </a:solidFill>
          </a:ln>
        </p:spPr>
        <p:txBody>
          <a:bodyPr wrap="square" lIns="91440" tIns="45720" rIns="91440" bIns="45720" anchor="t">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 name="web">
            <a:extLst>
              <a:ext uri="{FF2B5EF4-FFF2-40B4-BE49-F238E27FC236}">
                <a16:creationId xmlns:a16="http://schemas.microsoft.com/office/drawing/2014/main" id="{B0F19C3E-DFDF-A281-70B8-134B34043B79}"/>
              </a:ext>
            </a:extLst>
          </p:cNvPr>
          <p:cNvSpPr/>
          <p:nvPr/>
        </p:nvSpPr>
        <p:spPr>
          <a:xfrm>
            <a:off x="2044276" y="2034346"/>
            <a:ext cx="1189613" cy="3890237"/>
          </a:xfrm>
          <a:prstGeom prst="roundRect">
            <a:avLst>
              <a:gd name="adj" fmla="val 6000"/>
            </a:avLst>
          </a:prstGeom>
          <a:solidFill>
            <a:srgbClr val="D2E9FA"/>
          </a:solidFill>
          <a:ln w="12700">
            <a:solidFill>
              <a:srgbClr val="2E75D4"/>
            </a:solidFill>
          </a:ln>
        </p:spPr>
        <p:txBody>
          <a:bodyPr wrap="square" lIns="91440" tIns="45720" rIns="91440" bIns="45720" anchor="t">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6" name="t">
            <a:extLst>
              <a:ext uri="{FF2B5EF4-FFF2-40B4-BE49-F238E27FC236}">
                <a16:creationId xmlns:a16="http://schemas.microsoft.com/office/drawing/2014/main" id="{D26ED39E-6A9C-CBA7-FA80-7EC3EC5004E9}"/>
              </a:ext>
            </a:extLst>
          </p:cNvPr>
          <p:cNvSpPr/>
          <p:nvPr/>
        </p:nvSpPr>
        <p:spPr>
          <a:xfrm>
            <a:off x="2081570" y="2137407"/>
            <a:ext cx="1115024" cy="258326"/>
          </a:xfrm>
          <a:prstGeom prst="rect">
            <a:avLst/>
          </a:prstGeom>
          <a:noFill/>
          <a:ln>
            <a:noFill/>
          </a:ln>
        </p:spPr>
        <p:txBody>
          <a:bodyPr wrap="square" lIns="18000" tIns="0" rIns="18000" bIns="0" anchor="t">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200" b="1" i="0" strike="noStrike" kern="1200" cap="none" spc="0" normalizeH="0" baseline="0" noProof="0">
                <a:ln>
                  <a:noFill/>
                </a:ln>
                <a:effectLst/>
                <a:uLnTx/>
                <a:uFillTx/>
                <a:latin typeface="Arial Narrow" panose="020B0606020202030204" pitchFamily="34" charset="0"/>
                <a:ea typeface="LG스마트체 Regular" panose="020B0600000101010101" pitchFamily="50" charset="-127"/>
                <a:cs typeface="+mn-cs"/>
              </a:rPr>
              <a:t>WORKLOG (웹)</a:t>
            </a:r>
          </a:p>
        </p:txBody>
      </p:sp>
      <p:sp>
        <p:nvSpPr>
          <p:cNvPr id="26" name="t">
            <a:extLst>
              <a:ext uri="{FF2B5EF4-FFF2-40B4-BE49-F238E27FC236}">
                <a16:creationId xmlns:a16="http://schemas.microsoft.com/office/drawing/2014/main" id="{7556DE03-0BC9-CD13-5DDE-EB4D19C99EFE}"/>
              </a:ext>
            </a:extLst>
          </p:cNvPr>
          <p:cNvSpPr/>
          <p:nvPr/>
        </p:nvSpPr>
        <p:spPr>
          <a:xfrm>
            <a:off x="2085104" y="4572685"/>
            <a:ext cx="1052324" cy="1092886"/>
          </a:xfrm>
          <a:prstGeom prst="rect">
            <a:avLst/>
          </a:prstGeom>
          <a:noFill/>
          <a:ln>
            <a:noFill/>
          </a:ln>
        </p:spPr>
        <p:txBody>
          <a:bodyPr wrap="square" lIns="18000" tIns="0" rIns="18000" bIns="0" anchor="t">
            <a:normAutofit/>
          </a:bodyPr>
          <a:lstStyle/>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en-US" altLang="ko-KR" sz="1000" i="0" u="none" strike="noStrike" kern="1200" cap="none" spc="0" normalizeH="0" baseline="0" noProof="0" err="1">
                <a:ln>
                  <a:noFill/>
                </a:ln>
                <a:solidFill>
                  <a:srgbClr val="333333"/>
                </a:solidFill>
                <a:effectLst/>
                <a:uLnTx/>
                <a:uFillTx/>
                <a:latin typeface="Arial Narrow" panose="020B0606020202030204" pitchFamily="34" charset="0"/>
                <a:ea typeface="LG스마트체 Regular" panose="020B0600000101010101" pitchFamily="50" charset="-127"/>
                <a:cs typeface="+mn-cs"/>
              </a:rPr>
              <a:t>WorkLog</a:t>
            </a: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 작성</a:t>
            </a:r>
          </a:p>
          <a:p>
            <a:pPr marL="130000" marR="0" lvl="0" indent="-130000" algn="l" defTabSz="457200" rtl="0" eaLnBrk="1" fontAlgn="auto" latinLnBrk="0" hangingPunct="1">
              <a:lnSpc>
                <a:spcPct val="100000"/>
              </a:lnSpc>
              <a:spcBef>
                <a:spcPts val="300"/>
              </a:spcBef>
              <a:spcAft>
                <a:spcPts val="0"/>
              </a:spcAft>
              <a:buClrTx/>
              <a:buSzTx/>
              <a:buFont typeface="Arial"/>
              <a:buChar char="•"/>
              <a:tabLst/>
              <a:defRPr/>
            </a:pP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프로젝트 관리</a:t>
            </a:r>
          </a:p>
        </p:txBody>
      </p:sp>
      <p:sp>
        <p:nvSpPr>
          <p:cNvPr id="28" name="t">
            <a:extLst>
              <a:ext uri="{FF2B5EF4-FFF2-40B4-BE49-F238E27FC236}">
                <a16:creationId xmlns:a16="http://schemas.microsoft.com/office/drawing/2014/main" id="{55F51BD1-AF20-85AE-ADC8-7A09DA309488}"/>
              </a:ext>
            </a:extLst>
          </p:cNvPr>
          <p:cNvSpPr/>
          <p:nvPr/>
        </p:nvSpPr>
        <p:spPr>
          <a:xfrm>
            <a:off x="3733845" y="2122164"/>
            <a:ext cx="1387240" cy="477127"/>
          </a:xfrm>
          <a:prstGeom prst="rect">
            <a:avLst/>
          </a:prstGeom>
          <a:noFill/>
          <a:ln>
            <a:noFill/>
          </a:ln>
        </p:spPr>
        <p:txBody>
          <a:bodyPr wrap="square" lIns="18000" tIns="0" rIns="18000" bIns="0" anchor="t">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200" b="1" i="0"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One Source</a:t>
            </a:r>
            <a:br>
              <a:rPr kumimoji="0" lang="en-US" altLang="ko-KR" sz="1200" b="1" i="0"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br>
            <a:r>
              <a:rPr lang="en-US" altLang="ko-KR" sz="1000" b="1" dirty="0">
                <a:solidFill>
                  <a:srgbClr val="0000FF"/>
                </a:solidFill>
                <a:latin typeface="Arial Narrow" panose="020B0606020202030204" pitchFamily="34" charset="0"/>
                <a:ea typeface="LG스마트체 Regular" panose="020B0600000101010101" pitchFamily="50" charset="-127"/>
              </a:rPr>
              <a:t>(DB)</a:t>
            </a:r>
            <a:endParaRPr lang="ko-KR" altLang="en-US" sz="1000" b="1" dirty="0">
              <a:solidFill>
                <a:srgbClr val="0000FF"/>
              </a:solidFill>
              <a:latin typeface="Arial Narrow" panose="020B0606020202030204" pitchFamily="34" charset="0"/>
              <a:ea typeface="LG스마트체 Regular" panose="020B0600000101010101" pitchFamily="50" charset="-127"/>
            </a:endParaRPr>
          </a:p>
        </p:txBody>
      </p:sp>
      <p:sp>
        <p:nvSpPr>
          <p:cNvPr id="29" name="dbin">
            <a:extLst>
              <a:ext uri="{FF2B5EF4-FFF2-40B4-BE49-F238E27FC236}">
                <a16:creationId xmlns:a16="http://schemas.microsoft.com/office/drawing/2014/main" id="{F5293A9A-9B42-7334-E631-63E00A544E4B}"/>
              </a:ext>
            </a:extLst>
          </p:cNvPr>
          <p:cNvSpPr/>
          <p:nvPr/>
        </p:nvSpPr>
        <p:spPr>
          <a:xfrm>
            <a:off x="3852461" y="4572685"/>
            <a:ext cx="1268216" cy="1154539"/>
          </a:xfrm>
          <a:prstGeom prst="roundRect">
            <a:avLst>
              <a:gd name="adj" fmla="val 6000"/>
            </a:avLst>
          </a:prstGeom>
          <a:noFill/>
          <a:ln>
            <a:noFill/>
          </a:ln>
        </p:spPr>
        <p:txBody>
          <a:bodyPr wrap="square" lIns="18000" tIns="0" rIns="18000" bIns="0" anchor="t">
            <a:normAutofit/>
          </a:bodyPr>
          <a:lstStyle/>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dirty="0">
                <a:ln>
                  <a:noFill/>
                </a:ln>
                <a:solidFill>
                  <a:srgbClr val="333333"/>
                </a:solidFill>
                <a:effectLst/>
                <a:uLnTx/>
                <a:uFillTx/>
                <a:latin typeface="Arial Narrow" panose="020B0606020202030204" pitchFamily="34" charset="0"/>
                <a:ea typeface="LG스마트체 Regular" panose="020B0600000101010101" pitchFamily="50" charset="-127"/>
                <a:cs typeface="+mn-cs"/>
              </a:rPr>
              <a:t>업무일지 저장</a:t>
            </a:r>
          </a:p>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dirty="0">
                <a:ln>
                  <a:noFill/>
                </a:ln>
                <a:solidFill>
                  <a:srgbClr val="333333"/>
                </a:solidFill>
                <a:effectLst/>
                <a:uLnTx/>
                <a:uFillTx/>
                <a:latin typeface="Arial Narrow" panose="020B0606020202030204" pitchFamily="34" charset="0"/>
                <a:ea typeface="LG스마트체 Regular" panose="020B0600000101010101" pitchFamily="50" charset="-127"/>
                <a:cs typeface="+mn-cs"/>
              </a:rPr>
              <a:t>프로젝트 정보 저장</a:t>
            </a:r>
          </a:p>
        </p:txBody>
      </p:sp>
      <p:sp>
        <p:nvSpPr>
          <p:cNvPr id="30" name="agent">
            <a:extLst>
              <a:ext uri="{FF2B5EF4-FFF2-40B4-BE49-F238E27FC236}">
                <a16:creationId xmlns:a16="http://schemas.microsoft.com/office/drawing/2014/main" id="{73086DF1-F4FF-03BF-C01F-323736620B3F}"/>
              </a:ext>
            </a:extLst>
          </p:cNvPr>
          <p:cNvSpPr/>
          <p:nvPr/>
        </p:nvSpPr>
        <p:spPr>
          <a:xfrm>
            <a:off x="5562582" y="2034345"/>
            <a:ext cx="1755736" cy="3890235"/>
          </a:xfrm>
          <a:prstGeom prst="roundRect">
            <a:avLst>
              <a:gd name="adj" fmla="val 8000"/>
            </a:avLst>
          </a:prstGeom>
          <a:solidFill>
            <a:srgbClr val="FBECDB"/>
          </a:solidFill>
          <a:ln w="12700">
            <a:solidFill>
              <a:srgbClr val="E8730C"/>
            </a:solidFill>
          </a:ln>
        </p:spPr>
        <p:txBody>
          <a:bodyPr wrap="square" lIns="91440" tIns="45720" rIns="91440" bIns="45720" anchor="t">
            <a:normAutofit/>
          </a:bodyPr>
          <a:lstStyle/>
          <a:p>
            <a:endParaRPr lang="ko-KR" altLang="en-US">
              <a:solidFill>
                <a:prstClr val="black"/>
              </a:solidFill>
              <a:latin typeface="Arial Narrow" panose="020B0606020202030204" pitchFamily="34" charset="0"/>
              <a:ea typeface="LG스마트체 Regular" panose="020B0600000101010101" pitchFamily="50" charset="-127"/>
            </a:endParaRPr>
          </a:p>
        </p:txBody>
      </p:sp>
      <p:sp>
        <p:nvSpPr>
          <p:cNvPr id="31" name="t">
            <a:extLst>
              <a:ext uri="{FF2B5EF4-FFF2-40B4-BE49-F238E27FC236}">
                <a16:creationId xmlns:a16="http://schemas.microsoft.com/office/drawing/2014/main" id="{00DEE7A9-8A49-905E-FB44-C7E9988D6730}"/>
              </a:ext>
            </a:extLst>
          </p:cNvPr>
          <p:cNvSpPr/>
          <p:nvPr/>
        </p:nvSpPr>
        <p:spPr>
          <a:xfrm>
            <a:off x="5835034" y="2137407"/>
            <a:ext cx="1210834" cy="503406"/>
          </a:xfrm>
          <a:prstGeom prst="rect">
            <a:avLst/>
          </a:prstGeom>
          <a:noFill/>
          <a:ln>
            <a:noFill/>
          </a:ln>
        </p:spPr>
        <p:txBody>
          <a:bodyPr wrap="square" lIns="18000" tIns="0" rIns="18000" bIns="0" anchor="t">
            <a:noAutofit/>
          </a:bodyPr>
          <a:lstStyle/>
          <a:p>
            <a:pPr algn="ctr">
              <a:defRPr/>
            </a:pPr>
            <a:r>
              <a:rPr lang="ko-KR" altLang="en-US" sz="1200" b="1" dirty="0">
                <a:latin typeface="Arial Narrow" panose="020B0606020202030204" pitchFamily="34" charset="0"/>
                <a:ea typeface="LG스마트체 Regular" panose="020B0600000101010101" pitchFamily="50" charset="-127"/>
              </a:rPr>
              <a:t>보고서</a:t>
            </a:r>
            <a:r>
              <a:rPr kumimoji="0" lang="ko-KR" altLang="en-US" sz="1200" b="1" i="0"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0" lang="ko-KR" altLang="en-US" sz="1200" b="1" i="0" strike="noStrike" kern="1200" cap="none" spc="0" normalizeH="0" baseline="0" noProof="0" dirty="0" err="1">
                <a:ln>
                  <a:noFill/>
                </a:ln>
                <a:effectLst/>
                <a:uLnTx/>
                <a:uFillTx/>
                <a:latin typeface="Arial Narrow" panose="020B0606020202030204" pitchFamily="34" charset="0"/>
                <a:ea typeface="LG스마트체 Regular" panose="020B0600000101010101" pitchFamily="50" charset="-127"/>
                <a:cs typeface="+mn-cs"/>
              </a:rPr>
              <a:t>Agent</a:t>
            </a:r>
            <a:br>
              <a:rPr kumimoji="0" lang="en-US" altLang="ko-KR" sz="1200" b="1" i="0"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br>
            <a:r>
              <a:rPr kumimoji="0" lang="en-US" altLang="ko-KR" sz="1000" b="1" i="0"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a:t>
            </a:r>
            <a:r>
              <a:rPr kumimoji="0" lang="ko-KR" altLang="en-US"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EXAONE API</a:t>
            </a:r>
            <a:r>
              <a:rPr kumimoji="0" lang="en-US" altLang="ko-KR"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2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200" b="1" i="0"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_</a:t>
            </a:r>
            <a:endParaRPr kumimoji="0" lang="ko-KR" altLang="en-US" sz="1200" b="1" i="0"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endParaRPr>
          </a:p>
        </p:txBody>
      </p:sp>
      <p:sp>
        <p:nvSpPr>
          <p:cNvPr id="32" name="t">
            <a:extLst>
              <a:ext uri="{FF2B5EF4-FFF2-40B4-BE49-F238E27FC236}">
                <a16:creationId xmlns:a16="http://schemas.microsoft.com/office/drawing/2014/main" id="{C5A813A3-3330-721A-0B21-E32BDE051430}"/>
              </a:ext>
            </a:extLst>
          </p:cNvPr>
          <p:cNvSpPr/>
          <p:nvPr/>
        </p:nvSpPr>
        <p:spPr>
          <a:xfrm>
            <a:off x="5603410" y="4572684"/>
            <a:ext cx="1640269" cy="1154539"/>
          </a:xfrm>
          <a:prstGeom prst="rect">
            <a:avLst/>
          </a:prstGeom>
          <a:noFill/>
          <a:ln>
            <a:noFill/>
          </a:ln>
        </p:spPr>
        <p:txBody>
          <a:bodyPr wrap="square" lIns="18000" tIns="0" rIns="18000" bIns="0" anchor="t">
            <a:noAutofit/>
          </a:bodyPr>
          <a:lstStyle/>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en-US" altLang="ko-KR" sz="1000" i="0" u="none" strike="noStrike" kern="1200" cap="none" spc="0" normalizeH="0" baseline="0" noProof="0" err="1">
                <a:ln>
                  <a:noFill/>
                </a:ln>
                <a:solidFill>
                  <a:srgbClr val="333333"/>
                </a:solidFill>
                <a:effectLst/>
                <a:uLnTx/>
                <a:uFillTx/>
                <a:latin typeface="Arial Narrow" panose="020B0606020202030204" pitchFamily="34" charset="0"/>
                <a:ea typeface="LG스마트체 Regular" panose="020B0600000101010101" pitchFamily="50" charset="-127"/>
                <a:cs typeface="+mn-cs"/>
              </a:rPr>
              <a:t>WorkLog</a:t>
            </a: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 분석 및 요약</a:t>
            </a:r>
            <a:endParaRPr kumimoji="0" lang="en-US" altLang="ko-KR"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endParaRPr>
          </a:p>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프로젝트 데이터 가공</a:t>
            </a:r>
            <a:endParaRPr kumimoji="0" lang="en-US" altLang="ko-KR"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endParaRPr>
          </a:p>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AI 작업 요청 및 결과 처리</a:t>
            </a:r>
            <a:endParaRPr kumimoji="0" lang="en-US" altLang="ko-KR"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endParaRPr>
          </a:p>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요약 데이터 기반 PPT 생성</a:t>
            </a:r>
            <a:endParaRPr kumimoji="0" lang="en-US" altLang="ko-KR"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endParaRPr>
          </a:p>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템플릿 기반 자동 보고서 제작</a:t>
            </a:r>
            <a:endParaRPr kumimoji="0" lang="en-US" altLang="ko-KR"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endParaRPr>
          </a:p>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생성된 PPT 파일 저장</a:t>
            </a:r>
          </a:p>
          <a:p>
            <a:pPr marL="130000" marR="0" lvl="0" indent="-130000" algn="l" defTabSz="457200" rtl="0" eaLnBrk="1" fontAlgn="auto" latinLnBrk="0" hangingPunct="1">
              <a:lnSpc>
                <a:spcPct val="100000"/>
              </a:lnSpc>
              <a:spcBef>
                <a:spcPts val="200"/>
              </a:spcBef>
              <a:spcAft>
                <a:spcPts val="0"/>
              </a:spcAft>
              <a:buClrTx/>
              <a:buSzTx/>
              <a:buFont typeface="Arial"/>
              <a:buChar char="•"/>
              <a:tabLst/>
              <a:defRPr/>
            </a:pPr>
            <a:endPar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endParaRPr>
          </a:p>
        </p:txBody>
      </p:sp>
      <p:cxnSp>
        <p:nvCxnSpPr>
          <p:cNvPr id="52" name="a65">
            <a:extLst>
              <a:ext uri="{FF2B5EF4-FFF2-40B4-BE49-F238E27FC236}">
                <a16:creationId xmlns:a16="http://schemas.microsoft.com/office/drawing/2014/main" id="{C4AE0A09-2359-9061-DD5F-5F30CDA61C86}"/>
              </a:ext>
            </a:extLst>
          </p:cNvPr>
          <p:cNvCxnSpPr>
            <a:cxnSpLocks/>
          </p:cNvCxnSpPr>
          <p:nvPr/>
        </p:nvCxnSpPr>
        <p:spPr>
          <a:xfrm>
            <a:off x="3259060" y="4066933"/>
            <a:ext cx="538703" cy="0"/>
          </a:xfrm>
          <a:prstGeom prst="line">
            <a:avLst/>
          </a:prstGeom>
          <a:ln w="28575">
            <a:solidFill>
              <a:srgbClr val="2E75D4"/>
            </a:solidFill>
            <a:tailEnd type="triangle" w="med" len="med"/>
          </a:ln>
        </p:spPr>
      </p:cxnSp>
      <p:sp>
        <p:nvSpPr>
          <p:cNvPr id="56" name="t">
            <a:extLst>
              <a:ext uri="{FF2B5EF4-FFF2-40B4-BE49-F238E27FC236}">
                <a16:creationId xmlns:a16="http://schemas.microsoft.com/office/drawing/2014/main" id="{A4E4C1F8-59F0-08CB-EAB7-F9811CDD8AB6}"/>
              </a:ext>
            </a:extLst>
          </p:cNvPr>
          <p:cNvSpPr/>
          <p:nvPr/>
        </p:nvSpPr>
        <p:spPr>
          <a:xfrm>
            <a:off x="3259060" y="3230879"/>
            <a:ext cx="552143" cy="658748"/>
          </a:xfrm>
          <a:prstGeom prst="rect">
            <a:avLst/>
          </a:prstGeom>
          <a:noFill/>
          <a:ln>
            <a:noFill/>
          </a:ln>
        </p:spPr>
        <p:txBody>
          <a:bodyPr wrap="square" lIns="18000" tIns="0" rIns="18000" bIns="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000" i="0" u="none" strike="noStrike" kern="1200" cap="none" spc="0" normalizeH="0" baseline="0" noProof="0" err="1">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WorkLog</a:t>
            </a:r>
            <a:endParaRPr kumimoji="0" lang="en-US" altLang="ko-KR"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프로젝트</a:t>
            </a:r>
            <a:endParaRPr kumimoji="0" lang="en-US" altLang="ko-KR"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정보 적재</a:t>
            </a:r>
            <a:endParaRPr kumimoji="0" lang="en-US" altLang="ko-KR"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endParaRPr>
          </a:p>
        </p:txBody>
      </p:sp>
      <p:cxnSp>
        <p:nvCxnSpPr>
          <p:cNvPr id="59" name="a73">
            <a:extLst>
              <a:ext uri="{FF2B5EF4-FFF2-40B4-BE49-F238E27FC236}">
                <a16:creationId xmlns:a16="http://schemas.microsoft.com/office/drawing/2014/main" id="{588699C0-20FC-3D4B-48EA-4F2DDA14E76F}"/>
              </a:ext>
            </a:extLst>
          </p:cNvPr>
          <p:cNvCxnSpPr>
            <a:cxnSpLocks/>
          </p:cNvCxnSpPr>
          <p:nvPr/>
        </p:nvCxnSpPr>
        <p:spPr>
          <a:xfrm>
            <a:off x="5030397" y="4066933"/>
            <a:ext cx="519948" cy="0"/>
          </a:xfrm>
          <a:prstGeom prst="line">
            <a:avLst/>
          </a:prstGeom>
          <a:ln w="28575">
            <a:solidFill>
              <a:srgbClr val="2E75D4"/>
            </a:solidFill>
            <a:tailEnd type="triangle" w="med" len="med"/>
          </a:ln>
        </p:spPr>
      </p:cxnSp>
      <p:sp>
        <p:nvSpPr>
          <p:cNvPr id="79" name="t">
            <a:extLst>
              <a:ext uri="{FF2B5EF4-FFF2-40B4-BE49-F238E27FC236}">
                <a16:creationId xmlns:a16="http://schemas.microsoft.com/office/drawing/2014/main" id="{DCFA008F-47EB-0D80-1499-7ECD607A200F}"/>
              </a:ext>
            </a:extLst>
          </p:cNvPr>
          <p:cNvSpPr/>
          <p:nvPr/>
        </p:nvSpPr>
        <p:spPr>
          <a:xfrm>
            <a:off x="5008165" y="3230879"/>
            <a:ext cx="552143" cy="658748"/>
          </a:xfrm>
          <a:prstGeom prst="rect">
            <a:avLst/>
          </a:prstGeom>
          <a:noFill/>
          <a:ln>
            <a:noFill/>
          </a:ln>
        </p:spPr>
        <p:txBody>
          <a:bodyPr wrap="square" lIns="18000" tIns="0" rIns="18000" bIns="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WorkLog</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프로젝트</a:t>
            </a:r>
            <a:endParaRPr kumimoji="0" lang="en-US" altLang="ko-KR"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데이터 </a:t>
            </a:r>
            <a:r>
              <a:rPr kumimoji="0" lang="en-US" altLang="ko-KR"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I/F</a:t>
            </a:r>
          </a:p>
        </p:txBody>
      </p:sp>
      <p:sp>
        <p:nvSpPr>
          <p:cNvPr id="4" name="t">
            <a:extLst>
              <a:ext uri="{FF2B5EF4-FFF2-40B4-BE49-F238E27FC236}">
                <a16:creationId xmlns:a16="http://schemas.microsoft.com/office/drawing/2014/main" id="{73BE9D0D-A2E7-5178-04EF-8C73C925DB0E}"/>
              </a:ext>
            </a:extLst>
          </p:cNvPr>
          <p:cNvSpPr/>
          <p:nvPr/>
        </p:nvSpPr>
        <p:spPr>
          <a:xfrm>
            <a:off x="2081570" y="3639658"/>
            <a:ext cx="1115024" cy="378217"/>
          </a:xfrm>
          <a:prstGeom prst="rect">
            <a:avLst/>
          </a:prstGeom>
          <a:noFill/>
          <a:ln>
            <a:noFill/>
          </a:ln>
        </p:spPr>
        <p:txBody>
          <a:bodyPr wrap="square" lIns="18000" tIns="0" rIns="18000" bIns="0" anchor="t">
            <a:normAutofit fontScale="92500" lnSpcReduction="1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표준 </a:t>
            </a:r>
            <a:r>
              <a:rPr kumimoji="0" lang="en-US" altLang="ko-KR"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Format </a:t>
            </a:r>
            <a:r>
              <a:rPr kumimoji="0" lang="ko-KR" altLang="en-US"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작성</a:t>
            </a:r>
          </a:p>
        </p:txBody>
      </p:sp>
      <p:sp>
        <p:nvSpPr>
          <p:cNvPr id="7" name="t">
            <a:extLst>
              <a:ext uri="{FF2B5EF4-FFF2-40B4-BE49-F238E27FC236}">
                <a16:creationId xmlns:a16="http://schemas.microsoft.com/office/drawing/2014/main" id="{D19C86CB-5C42-5FBD-0654-1DF0E70F6034}"/>
              </a:ext>
            </a:extLst>
          </p:cNvPr>
          <p:cNvSpPr/>
          <p:nvPr/>
        </p:nvSpPr>
        <p:spPr>
          <a:xfrm>
            <a:off x="3869305" y="3598936"/>
            <a:ext cx="1115024" cy="503406"/>
          </a:xfrm>
          <a:prstGeom prst="rect">
            <a:avLst/>
          </a:prstGeom>
          <a:noFill/>
          <a:ln>
            <a:noFill/>
          </a:ln>
        </p:spPr>
        <p:txBody>
          <a:bodyPr wrap="square" lIns="18000" tIns="0" rIns="18000" bIns="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AI Readable</a:t>
            </a:r>
            <a:br>
              <a:rPr kumimoji="0" lang="en-US" altLang="ko-KR"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br>
            <a:r>
              <a:rPr kumimoji="0" lang="ko-KR" altLang="en-US"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업무이력 저장</a:t>
            </a:r>
          </a:p>
        </p:txBody>
      </p:sp>
      <p:sp>
        <p:nvSpPr>
          <p:cNvPr id="3" name="t">
            <a:extLst>
              <a:ext uri="{FF2B5EF4-FFF2-40B4-BE49-F238E27FC236}">
                <a16:creationId xmlns:a16="http://schemas.microsoft.com/office/drawing/2014/main" id="{ACAAC029-5A6A-90F3-DD4D-07D97C70FD8D}"/>
              </a:ext>
            </a:extLst>
          </p:cNvPr>
          <p:cNvSpPr/>
          <p:nvPr/>
        </p:nvSpPr>
        <p:spPr>
          <a:xfrm>
            <a:off x="5737439" y="3598936"/>
            <a:ext cx="1344076" cy="503406"/>
          </a:xfrm>
          <a:prstGeom prst="rect">
            <a:avLst/>
          </a:prstGeom>
          <a:noFill/>
          <a:ln>
            <a:noFill/>
          </a:ln>
        </p:spPr>
        <p:txBody>
          <a:bodyPr wrap="square" lIns="18000" tIns="0" rIns="18000" bIns="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AI Agent </a:t>
            </a:r>
            <a:r>
              <a:rPr kumimoji="0" lang="ko-KR" altLang="en-US"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기반</a:t>
            </a:r>
            <a:br>
              <a:rPr kumimoji="0" lang="en-US" altLang="ko-KR"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br>
            <a:r>
              <a:rPr kumimoji="0" lang="ko-KR" altLang="en-US"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보고자료 자동생성</a:t>
            </a:r>
          </a:p>
        </p:txBody>
      </p:sp>
      <p:sp>
        <p:nvSpPr>
          <p:cNvPr id="107" name="직사각형 106">
            <a:extLst>
              <a:ext uri="{FF2B5EF4-FFF2-40B4-BE49-F238E27FC236}">
                <a16:creationId xmlns:a16="http://schemas.microsoft.com/office/drawing/2014/main" id="{EB9920F2-F1BD-30C4-5739-D561432D2FD0}"/>
              </a:ext>
            </a:extLst>
          </p:cNvPr>
          <p:cNvSpPr/>
          <p:nvPr/>
        </p:nvSpPr>
        <p:spPr>
          <a:xfrm>
            <a:off x="1889926" y="1468582"/>
            <a:ext cx="5629439" cy="250982"/>
          </a:xfrm>
          <a:prstGeom prst="rect">
            <a:avLst/>
          </a:prstGeom>
          <a:solidFill>
            <a:schemeClr val="bg1">
              <a:lumMod val="85000"/>
            </a:schemeClr>
          </a:solidFill>
          <a:ln w="6350" cap="flat" cmpd="sng" algn="ctr">
            <a:noFill/>
            <a:prstDash val="solid"/>
          </a:ln>
          <a:effectLst/>
        </p:spPr>
        <p:txBody>
          <a:bodyPr lIns="72000" tIns="0" rIns="0" bIns="0" rtlCol="0" anchor="ctr"/>
          <a:lstStyle/>
          <a:p>
            <a:pPr algn="ctr"/>
            <a:r>
              <a:rPr lang="en-US" altLang="ko-KR" sz="1200" b="1">
                <a:latin typeface="Arial Narrow" panose="020B0606020202030204" pitchFamily="34" charset="0"/>
                <a:ea typeface="LG스마트체 Regular" panose="020B0600000101010101" pitchFamily="50" charset="-127"/>
              </a:rPr>
              <a:t>SERVER</a:t>
            </a:r>
            <a:endParaRPr lang="ko-KR" altLang="en-US" sz="1200" b="1">
              <a:latin typeface="Arial Narrow" panose="020B0606020202030204" pitchFamily="34" charset="0"/>
              <a:ea typeface="LG스마트체 Regular" panose="020B0600000101010101" pitchFamily="50" charset="-127"/>
            </a:endParaRPr>
          </a:p>
        </p:txBody>
      </p:sp>
      <p:pic>
        <p:nvPicPr>
          <p:cNvPr id="74" name="그림 73">
            <a:extLst>
              <a:ext uri="{FF2B5EF4-FFF2-40B4-BE49-F238E27FC236}">
                <a16:creationId xmlns:a16="http://schemas.microsoft.com/office/drawing/2014/main" id="{A21A4C90-5654-B28F-B66E-F4AE32F9F068}"/>
              </a:ext>
            </a:extLst>
          </p:cNvPr>
          <p:cNvPicPr>
            <a:picLocks noChangeAspect="1"/>
          </p:cNvPicPr>
          <p:nvPr/>
        </p:nvPicPr>
        <p:blipFill>
          <a:blip r:embed="rId3"/>
          <a:stretch>
            <a:fillRect/>
          </a:stretch>
        </p:blipFill>
        <p:spPr>
          <a:xfrm>
            <a:off x="4136568" y="2526137"/>
            <a:ext cx="574079" cy="591742"/>
          </a:xfrm>
          <a:prstGeom prst="rect">
            <a:avLst/>
          </a:prstGeom>
        </p:spPr>
      </p:pic>
      <p:pic>
        <p:nvPicPr>
          <p:cNvPr id="75" name="그림 74">
            <a:extLst>
              <a:ext uri="{FF2B5EF4-FFF2-40B4-BE49-F238E27FC236}">
                <a16:creationId xmlns:a16="http://schemas.microsoft.com/office/drawing/2014/main" id="{650F93FF-E132-F692-B664-1079CA92A933}"/>
              </a:ext>
            </a:extLst>
          </p:cNvPr>
          <p:cNvPicPr>
            <a:picLocks noChangeAspect="1"/>
          </p:cNvPicPr>
          <p:nvPr/>
        </p:nvPicPr>
        <p:blipFill>
          <a:blip r:embed="rId4"/>
          <a:stretch>
            <a:fillRect/>
          </a:stretch>
        </p:blipFill>
        <p:spPr>
          <a:xfrm>
            <a:off x="2393691" y="2571235"/>
            <a:ext cx="504611" cy="463418"/>
          </a:xfrm>
          <a:prstGeom prst="rect">
            <a:avLst/>
          </a:prstGeom>
        </p:spPr>
      </p:pic>
      <p:sp>
        <p:nvSpPr>
          <p:cNvPr id="78" name="t">
            <a:extLst>
              <a:ext uri="{FF2B5EF4-FFF2-40B4-BE49-F238E27FC236}">
                <a16:creationId xmlns:a16="http://schemas.microsoft.com/office/drawing/2014/main" id="{9461FFA8-EF73-7D12-3A12-2DFD533C624F}"/>
              </a:ext>
            </a:extLst>
          </p:cNvPr>
          <p:cNvSpPr/>
          <p:nvPr/>
        </p:nvSpPr>
        <p:spPr>
          <a:xfrm>
            <a:off x="5185536" y="3742254"/>
            <a:ext cx="226800" cy="226800"/>
          </a:xfrm>
          <a:prstGeom prst="rect">
            <a:avLst/>
          </a:prstGeom>
          <a:noFill/>
          <a:ln>
            <a:noFill/>
          </a:ln>
        </p:spPr>
        <p:txBody>
          <a:bodyPr wrap="square" lIns="18000" tIns="0" rIns="18000" bIns="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200"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rPr>
              <a:t>3</a:t>
            </a:r>
            <a:endParaRPr kumimoji="0" lang="ko-KR" altLang="en-US" sz="1200"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endParaRPr>
          </a:p>
        </p:txBody>
      </p:sp>
      <p:pic>
        <p:nvPicPr>
          <p:cNvPr id="10" name="그림 9">
            <a:extLst>
              <a:ext uri="{FF2B5EF4-FFF2-40B4-BE49-F238E27FC236}">
                <a16:creationId xmlns:a16="http://schemas.microsoft.com/office/drawing/2014/main" id="{A2FDD58F-9021-371B-F904-A56EBFA9FAA7}"/>
              </a:ext>
            </a:extLst>
          </p:cNvPr>
          <p:cNvPicPr>
            <a:picLocks noChangeAspect="1"/>
          </p:cNvPicPr>
          <p:nvPr/>
        </p:nvPicPr>
        <p:blipFill>
          <a:blip r:embed="rId5"/>
          <a:stretch>
            <a:fillRect/>
          </a:stretch>
        </p:blipFill>
        <p:spPr>
          <a:xfrm>
            <a:off x="6071611" y="2572644"/>
            <a:ext cx="728316" cy="554907"/>
          </a:xfrm>
          <a:prstGeom prst="rect">
            <a:avLst/>
          </a:prstGeom>
        </p:spPr>
      </p:pic>
      <p:grpSp>
        <p:nvGrpSpPr>
          <p:cNvPr id="9" name="그룹 8">
            <a:extLst>
              <a:ext uri="{FF2B5EF4-FFF2-40B4-BE49-F238E27FC236}">
                <a16:creationId xmlns:a16="http://schemas.microsoft.com/office/drawing/2014/main" id="{F216AA79-479B-2905-2746-8FCF62EAE81C}"/>
              </a:ext>
            </a:extLst>
          </p:cNvPr>
          <p:cNvGrpSpPr/>
          <p:nvPr/>
        </p:nvGrpSpPr>
        <p:grpSpPr>
          <a:xfrm>
            <a:off x="7750629" y="3742254"/>
            <a:ext cx="213455" cy="235289"/>
            <a:chOff x="3104704" y="2290253"/>
            <a:chExt cx="191221" cy="208288"/>
          </a:xfrm>
        </p:grpSpPr>
        <p:sp>
          <p:nvSpPr>
            <p:cNvPr id="14" name="b">
              <a:extLst>
                <a:ext uri="{FF2B5EF4-FFF2-40B4-BE49-F238E27FC236}">
                  <a16:creationId xmlns:a16="http://schemas.microsoft.com/office/drawing/2014/main" id="{A0FB2D72-EFD4-7455-C4D7-770EC250E5A2}"/>
                </a:ext>
              </a:extLst>
            </p:cNvPr>
            <p:cNvSpPr/>
            <p:nvPr/>
          </p:nvSpPr>
          <p:spPr>
            <a:xfrm>
              <a:off x="3104704" y="2298584"/>
              <a:ext cx="191221" cy="191625"/>
            </a:xfrm>
            <a:prstGeom prst="ellipse">
              <a:avLst/>
            </a:prstGeom>
            <a:solidFill>
              <a:srgbClr val="2E75D4"/>
            </a:solidFill>
            <a:ln>
              <a:noFill/>
            </a:ln>
          </p:spPr>
          <p:txBody>
            <a:bodyPr wrap="square" lIns="91440" tIns="45720" rIns="91440" bIns="4572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7" name="t">
              <a:extLst>
                <a:ext uri="{FF2B5EF4-FFF2-40B4-BE49-F238E27FC236}">
                  <a16:creationId xmlns:a16="http://schemas.microsoft.com/office/drawing/2014/main" id="{461B97B9-55EB-009E-3889-8399EC7A031E}"/>
                </a:ext>
              </a:extLst>
            </p:cNvPr>
            <p:cNvSpPr/>
            <p:nvPr/>
          </p:nvSpPr>
          <p:spPr>
            <a:xfrm>
              <a:off x="3104704" y="2290253"/>
              <a:ext cx="191221" cy="208288"/>
            </a:xfrm>
            <a:prstGeom prst="rect">
              <a:avLst/>
            </a:prstGeom>
            <a:noFill/>
            <a:ln>
              <a:noFill/>
            </a:ln>
          </p:spPr>
          <p:txBody>
            <a:bodyPr wrap="square" lIns="18000" tIns="0" rIns="18000" bIns="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200" b="1">
                  <a:solidFill>
                    <a:srgbClr val="FFFFFF"/>
                  </a:solidFill>
                  <a:latin typeface="Arial Narrow" panose="020B0606020202030204" pitchFamily="34" charset="0"/>
                  <a:ea typeface="LG스마트체 Regular" panose="020B0600000101010101" pitchFamily="50" charset="-127"/>
                </a:rPr>
                <a:t>4</a:t>
              </a:r>
              <a:endParaRPr kumimoji="0" lang="ko-KR" altLang="en-US" sz="1200" b="1"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endParaRPr>
            </a:p>
          </p:txBody>
        </p:sp>
      </p:grpSp>
      <p:grpSp>
        <p:nvGrpSpPr>
          <p:cNvPr id="20" name="그룹 19">
            <a:extLst>
              <a:ext uri="{FF2B5EF4-FFF2-40B4-BE49-F238E27FC236}">
                <a16:creationId xmlns:a16="http://schemas.microsoft.com/office/drawing/2014/main" id="{48DDBDB1-C5E4-4F61-3400-5F1160345C07}"/>
              </a:ext>
            </a:extLst>
          </p:cNvPr>
          <p:cNvGrpSpPr/>
          <p:nvPr/>
        </p:nvGrpSpPr>
        <p:grpSpPr>
          <a:xfrm>
            <a:off x="3416142" y="3742254"/>
            <a:ext cx="226800" cy="226800"/>
            <a:chOff x="1152816" y="2290253"/>
            <a:chExt cx="191221" cy="208288"/>
          </a:xfrm>
        </p:grpSpPr>
        <p:sp>
          <p:nvSpPr>
            <p:cNvPr id="21" name="b">
              <a:extLst>
                <a:ext uri="{FF2B5EF4-FFF2-40B4-BE49-F238E27FC236}">
                  <a16:creationId xmlns:a16="http://schemas.microsoft.com/office/drawing/2014/main" id="{748142D9-54D1-84BC-BDA6-B1F7F18D74A1}"/>
                </a:ext>
              </a:extLst>
            </p:cNvPr>
            <p:cNvSpPr/>
            <p:nvPr/>
          </p:nvSpPr>
          <p:spPr>
            <a:xfrm>
              <a:off x="1152816" y="2298584"/>
              <a:ext cx="191221" cy="191625"/>
            </a:xfrm>
            <a:prstGeom prst="ellipse">
              <a:avLst/>
            </a:prstGeom>
            <a:solidFill>
              <a:srgbClr val="2E75D4"/>
            </a:solidFill>
            <a:ln>
              <a:noFill/>
            </a:ln>
          </p:spPr>
          <p:txBody>
            <a:bodyPr wrap="square" lIns="91440" tIns="45720" rIns="91440" bIns="45720" anchor="ctr">
              <a:normAutofit fontScale="250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2" name="t">
              <a:extLst>
                <a:ext uri="{FF2B5EF4-FFF2-40B4-BE49-F238E27FC236}">
                  <a16:creationId xmlns:a16="http://schemas.microsoft.com/office/drawing/2014/main" id="{F24A2030-A9AC-66D1-8259-2B282C1275F8}"/>
                </a:ext>
              </a:extLst>
            </p:cNvPr>
            <p:cNvSpPr/>
            <p:nvPr/>
          </p:nvSpPr>
          <p:spPr>
            <a:xfrm>
              <a:off x="1152816" y="2290253"/>
              <a:ext cx="191221" cy="208288"/>
            </a:xfrm>
            <a:prstGeom prst="rect">
              <a:avLst/>
            </a:prstGeom>
            <a:noFill/>
            <a:ln>
              <a:noFill/>
            </a:ln>
          </p:spPr>
          <p:txBody>
            <a:bodyPr wrap="square" lIns="18000" tIns="0" rIns="18000" bIns="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200" b="1">
                  <a:solidFill>
                    <a:srgbClr val="FFFFFF"/>
                  </a:solidFill>
                  <a:latin typeface="Arial Narrow" panose="020B0606020202030204" pitchFamily="34" charset="0"/>
                  <a:ea typeface="LG스마트체 Regular" panose="020B0600000101010101" pitchFamily="50" charset="-127"/>
                </a:rPr>
                <a:t>2</a:t>
              </a:r>
              <a:endParaRPr kumimoji="0" lang="ko-KR" altLang="en-US" sz="1200" b="1"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endParaRPr>
            </a:p>
          </p:txBody>
        </p:sp>
      </p:grpSp>
      <p:grpSp>
        <p:nvGrpSpPr>
          <p:cNvPr id="23" name="그룹 22">
            <a:extLst>
              <a:ext uri="{FF2B5EF4-FFF2-40B4-BE49-F238E27FC236}">
                <a16:creationId xmlns:a16="http://schemas.microsoft.com/office/drawing/2014/main" id="{AE730FFC-6D57-5993-5CB8-4582F6973222}"/>
              </a:ext>
            </a:extLst>
          </p:cNvPr>
          <p:cNvGrpSpPr/>
          <p:nvPr/>
        </p:nvGrpSpPr>
        <p:grpSpPr>
          <a:xfrm>
            <a:off x="5149252" y="3742254"/>
            <a:ext cx="226800" cy="226800"/>
            <a:chOff x="1152816" y="2290253"/>
            <a:chExt cx="191221" cy="208288"/>
          </a:xfrm>
        </p:grpSpPr>
        <p:sp>
          <p:nvSpPr>
            <p:cNvPr id="24" name="b">
              <a:extLst>
                <a:ext uri="{FF2B5EF4-FFF2-40B4-BE49-F238E27FC236}">
                  <a16:creationId xmlns:a16="http://schemas.microsoft.com/office/drawing/2014/main" id="{DE9EC22B-24F2-E697-B741-0A2B08369F1C}"/>
                </a:ext>
              </a:extLst>
            </p:cNvPr>
            <p:cNvSpPr/>
            <p:nvPr/>
          </p:nvSpPr>
          <p:spPr>
            <a:xfrm>
              <a:off x="1152816" y="2298584"/>
              <a:ext cx="191221" cy="191625"/>
            </a:xfrm>
            <a:prstGeom prst="ellipse">
              <a:avLst/>
            </a:prstGeom>
            <a:solidFill>
              <a:srgbClr val="2E75D4"/>
            </a:solidFill>
            <a:ln>
              <a:noFill/>
            </a:ln>
          </p:spPr>
          <p:txBody>
            <a:bodyPr wrap="square" lIns="91440" tIns="45720" rIns="91440" bIns="45720" anchor="ctr">
              <a:normAutofit fontScale="250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5" name="t">
              <a:extLst>
                <a:ext uri="{FF2B5EF4-FFF2-40B4-BE49-F238E27FC236}">
                  <a16:creationId xmlns:a16="http://schemas.microsoft.com/office/drawing/2014/main" id="{12C10DE6-DE70-49CB-92B1-EB00BB5ACABC}"/>
                </a:ext>
              </a:extLst>
            </p:cNvPr>
            <p:cNvSpPr/>
            <p:nvPr/>
          </p:nvSpPr>
          <p:spPr>
            <a:xfrm>
              <a:off x="1152816" y="2290253"/>
              <a:ext cx="191221" cy="208288"/>
            </a:xfrm>
            <a:prstGeom prst="rect">
              <a:avLst/>
            </a:prstGeom>
            <a:noFill/>
            <a:ln>
              <a:noFill/>
            </a:ln>
          </p:spPr>
          <p:txBody>
            <a:bodyPr wrap="square" lIns="18000" tIns="0" rIns="18000" bIns="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rPr>
                <a:t>3</a:t>
              </a:r>
              <a:endParaRPr kumimoji="0" lang="ko-KR" altLang="en-US" sz="1200" b="1"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endParaRPr>
            </a:p>
          </p:txBody>
        </p:sp>
      </p:grpSp>
      <p:pic>
        <p:nvPicPr>
          <p:cNvPr id="60" name="그림 59">
            <a:extLst>
              <a:ext uri="{FF2B5EF4-FFF2-40B4-BE49-F238E27FC236}">
                <a16:creationId xmlns:a16="http://schemas.microsoft.com/office/drawing/2014/main" id="{44D036D0-4AB5-2900-B424-16D021A3AA1D}"/>
              </a:ext>
            </a:extLst>
          </p:cNvPr>
          <p:cNvPicPr>
            <a:picLocks noChangeAspect="1"/>
          </p:cNvPicPr>
          <p:nvPr/>
        </p:nvPicPr>
        <p:blipFill>
          <a:blip r:embed="rId6"/>
          <a:stretch>
            <a:fillRect/>
          </a:stretch>
        </p:blipFill>
        <p:spPr>
          <a:xfrm>
            <a:off x="8466831" y="2146932"/>
            <a:ext cx="969028" cy="1146244"/>
          </a:xfrm>
          <a:prstGeom prst="rect">
            <a:avLst/>
          </a:prstGeom>
        </p:spPr>
      </p:pic>
      <p:pic>
        <p:nvPicPr>
          <p:cNvPr id="19" name="그림 18">
            <a:extLst>
              <a:ext uri="{FF2B5EF4-FFF2-40B4-BE49-F238E27FC236}">
                <a16:creationId xmlns:a16="http://schemas.microsoft.com/office/drawing/2014/main" id="{F9A1A74B-1923-88DB-7383-DB9470CF22FC}"/>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20000" contrast="-20000"/>
                    </a14:imgEffect>
                  </a14:imgLayer>
                </a14:imgProps>
              </a:ext>
            </a:extLst>
          </a:blip>
          <a:srcRect l="1992" t="120" r="55313" b="7006"/>
          <a:stretch/>
        </p:blipFill>
        <p:spPr>
          <a:xfrm>
            <a:off x="8471878" y="3432115"/>
            <a:ext cx="1009257" cy="1134895"/>
          </a:xfrm>
          <a:prstGeom prst="rect">
            <a:avLst/>
          </a:prstGeom>
        </p:spPr>
      </p:pic>
      <p:pic>
        <p:nvPicPr>
          <p:cNvPr id="35" name="그림 34">
            <a:extLst>
              <a:ext uri="{FF2B5EF4-FFF2-40B4-BE49-F238E27FC236}">
                <a16:creationId xmlns:a16="http://schemas.microsoft.com/office/drawing/2014/main" id="{4F112BA3-4EB8-E032-CBD6-78C69F735F46}"/>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20000" contrast="-20000"/>
                    </a14:imgEffect>
                  </a14:imgLayer>
                </a14:imgProps>
              </a:ext>
            </a:extLst>
          </a:blip>
          <a:srcRect l="50419" t="2189" r="7707" b="8813"/>
          <a:stretch/>
        </p:blipFill>
        <p:spPr>
          <a:xfrm>
            <a:off x="8466831" y="4705949"/>
            <a:ext cx="969028" cy="1114940"/>
          </a:xfrm>
          <a:prstGeom prst="rect">
            <a:avLst/>
          </a:prstGeom>
        </p:spPr>
      </p:pic>
      <p:sp>
        <p:nvSpPr>
          <p:cNvPr id="36" name="TextBox 35">
            <a:extLst>
              <a:ext uri="{FF2B5EF4-FFF2-40B4-BE49-F238E27FC236}">
                <a16:creationId xmlns:a16="http://schemas.microsoft.com/office/drawing/2014/main" id="{A9421D5D-AF33-67E9-9379-DC93DCEA9DC2}"/>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dirty="0">
                <a:solidFill>
                  <a:prstClr val="black"/>
                </a:solidFill>
                <a:latin typeface="Arial Narrow" panose="020B0606020202030204" pitchFamily="34" charset="0"/>
                <a:ea typeface="LG스마트체 Regular" panose="020B0600000101010101" pitchFamily="50" charset="-127"/>
              </a:rPr>
              <a:t>3/4</a:t>
            </a:r>
            <a:endParaRPr kumimoji="0" lang="ko-KR" altLang="en-US" sz="11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40" name="TextBox 39">
            <a:extLst>
              <a:ext uri="{FF2B5EF4-FFF2-40B4-BE49-F238E27FC236}">
                <a16:creationId xmlns:a16="http://schemas.microsoft.com/office/drawing/2014/main" id="{D7D01F44-1F3E-9FAB-58E8-FF3864E4B527}"/>
              </a:ext>
            </a:extLst>
          </p:cNvPr>
          <p:cNvSpPr txBox="1"/>
          <p:nvPr/>
        </p:nvSpPr>
        <p:spPr>
          <a:xfrm>
            <a:off x="347692" y="6421499"/>
            <a:ext cx="3787896" cy="153888"/>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b="1" i="0" u="none" strike="noStrike"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cs typeface="+mj-cs"/>
              </a:defRPr>
            </a:lvl1pPr>
          </a:lstStyle>
          <a:p>
            <a:r>
              <a:rPr lang="en-US" altLang="ko-KR" sz="1000" b="0" baseline="30000" dirty="0">
                <a:solidFill>
                  <a:srgbClr val="006600"/>
                </a:solidFill>
              </a:rPr>
              <a:t>1)</a:t>
            </a:r>
            <a:r>
              <a:rPr lang="en-US" altLang="ko-KR" sz="1000" b="0" dirty="0">
                <a:solidFill>
                  <a:srgbClr val="006600"/>
                </a:solidFill>
              </a:rPr>
              <a:t> Work Log</a:t>
            </a:r>
            <a:r>
              <a:rPr lang="ko-KR" altLang="en-US" sz="1000" b="0" dirty="0">
                <a:solidFill>
                  <a:srgbClr val="006600"/>
                </a:solidFill>
              </a:rPr>
              <a:t> </a:t>
            </a:r>
            <a:r>
              <a:rPr lang="en-US" altLang="ko-KR" sz="1000" b="0" dirty="0">
                <a:solidFill>
                  <a:srgbClr val="006600"/>
                </a:solidFill>
              </a:rPr>
              <a:t>: </a:t>
            </a:r>
            <a:r>
              <a:rPr lang="ko-KR" altLang="en-US" sz="1000" b="0" dirty="0">
                <a:solidFill>
                  <a:srgbClr val="006600"/>
                </a:solidFill>
              </a:rPr>
              <a:t>프로젝트</a:t>
            </a:r>
            <a:r>
              <a:rPr lang="en-US" altLang="ko-KR" sz="1000" b="0" dirty="0">
                <a:solidFill>
                  <a:srgbClr val="006600"/>
                </a:solidFill>
              </a:rPr>
              <a:t>, </a:t>
            </a:r>
            <a:r>
              <a:rPr lang="ko-KR" altLang="en-US" sz="1000" b="0" dirty="0">
                <a:solidFill>
                  <a:srgbClr val="006600"/>
                </a:solidFill>
              </a:rPr>
              <a:t>일상 업무 등에 대한 진행현황</a:t>
            </a:r>
            <a:r>
              <a:rPr lang="en-US" altLang="ko-KR" sz="1000" b="0" dirty="0">
                <a:solidFill>
                  <a:srgbClr val="006600"/>
                </a:solidFill>
              </a:rPr>
              <a:t>, </a:t>
            </a:r>
            <a:r>
              <a:rPr lang="ko-KR" altLang="en-US" sz="1000" b="0" dirty="0">
                <a:solidFill>
                  <a:srgbClr val="006600"/>
                </a:solidFill>
              </a:rPr>
              <a:t>향후계획</a:t>
            </a:r>
            <a:r>
              <a:rPr lang="en-US" altLang="ko-KR" sz="1000" b="0" dirty="0">
                <a:solidFill>
                  <a:srgbClr val="006600"/>
                </a:solidFill>
              </a:rPr>
              <a:t>, </a:t>
            </a:r>
            <a:r>
              <a:rPr lang="ko-KR" altLang="en-US" sz="1000" b="0" dirty="0">
                <a:solidFill>
                  <a:srgbClr val="006600"/>
                </a:solidFill>
              </a:rPr>
              <a:t>이슈를 기록 </a:t>
            </a:r>
            <a:endParaRPr lang="en-US" altLang="ko-KR" sz="1000" b="0" dirty="0">
              <a:solidFill>
                <a:srgbClr val="006600"/>
              </a:solidFill>
            </a:endParaRPr>
          </a:p>
        </p:txBody>
      </p:sp>
      <p:sp>
        <p:nvSpPr>
          <p:cNvPr id="33" name="TextBox 32">
            <a:extLst>
              <a:ext uri="{FF2B5EF4-FFF2-40B4-BE49-F238E27FC236}">
                <a16:creationId xmlns:a16="http://schemas.microsoft.com/office/drawing/2014/main" id="{242FF467-BC53-9F61-F958-E03647EE3235}"/>
              </a:ext>
            </a:extLst>
          </p:cNvPr>
          <p:cNvSpPr txBox="1"/>
          <p:nvPr/>
        </p:nvSpPr>
        <p:spPr>
          <a:xfrm>
            <a:off x="9193618" y="1962732"/>
            <a:ext cx="364690" cy="369332"/>
          </a:xfrm>
          <a:prstGeom prst="rect">
            <a:avLst/>
          </a:prstGeom>
          <a:noFill/>
        </p:spPr>
        <p:txBody>
          <a:bodyPr wrap="square">
            <a:spAutoFit/>
          </a:bodyPr>
          <a:lstStyle/>
          <a:p>
            <a:pPr algn="ctr"/>
            <a:r>
              <a:rPr kumimoji="0" lang="en-US" altLang="ko-KR" sz="1800" b="1" i="0" u="none" strike="noStrike" kern="1200" cap="none" spc="0" normalizeH="0" baseline="0" noProof="0" dirty="0">
                <a:ln>
                  <a:noFill/>
                </a:ln>
                <a:solidFill>
                  <a:srgbClr val="C00000"/>
                </a:solidFill>
                <a:effectLst/>
                <a:uLnTx/>
                <a:uFillTx/>
                <a:latin typeface="Arial Narrow" panose="020B0606020202030204" pitchFamily="34" charset="0"/>
                <a:ea typeface="LG스마트체 Regular" panose="020B0600000101010101" pitchFamily="50" charset="-127"/>
                <a:cs typeface="+mn-cs"/>
                <a:sym typeface="Wingdings 2" panose="05020102010507070707" pitchFamily="18" charset="2"/>
              </a:rPr>
              <a:t></a:t>
            </a:r>
            <a:endParaRPr lang="ko-KR" altLang="en-US" dirty="0">
              <a:solidFill>
                <a:srgbClr val="C00000"/>
              </a:solidFill>
            </a:endParaRPr>
          </a:p>
        </p:txBody>
      </p:sp>
      <p:sp>
        <p:nvSpPr>
          <p:cNvPr id="38" name="TextBox 37">
            <a:extLst>
              <a:ext uri="{FF2B5EF4-FFF2-40B4-BE49-F238E27FC236}">
                <a16:creationId xmlns:a16="http://schemas.microsoft.com/office/drawing/2014/main" id="{E64DFB7F-A71B-C510-50C0-80464AB04F4A}"/>
              </a:ext>
            </a:extLst>
          </p:cNvPr>
          <p:cNvSpPr txBox="1"/>
          <p:nvPr/>
        </p:nvSpPr>
        <p:spPr>
          <a:xfrm>
            <a:off x="8553690" y="5805930"/>
            <a:ext cx="795310" cy="261610"/>
          </a:xfrm>
          <a:prstGeom prst="rect">
            <a:avLst/>
          </a:prstGeom>
          <a:noFill/>
        </p:spPr>
        <p:txBody>
          <a:bodyPr wrap="square">
            <a:spAutoFit/>
          </a:bodyPr>
          <a:lstStyle/>
          <a:p>
            <a:pPr algn="ctr"/>
            <a:r>
              <a:rPr lang="ko-KR" altLang="en-US" sz="1100" dirty="0">
                <a:latin typeface="Arial Narrow" panose="020B0606020202030204" pitchFamily="34" charset="0"/>
                <a:ea typeface="LG스마트체 Regular" panose="020B0600000101010101" pitchFamily="50" charset="-127"/>
              </a:rPr>
              <a:t>추후 구현 </a:t>
            </a:r>
          </a:p>
        </p:txBody>
      </p:sp>
    </p:spTree>
    <p:extLst>
      <p:ext uri="{BB962C8B-B14F-4D97-AF65-F5344CB8AC3E}">
        <p14:creationId xmlns:p14="http://schemas.microsoft.com/office/powerpoint/2010/main" val="3317206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A1869-8ED1-C8F2-A328-E07A935A3589}"/>
            </a:ext>
          </a:extLst>
        </p:cNvPr>
        <p:cNvGrpSpPr/>
        <p:nvPr/>
      </p:nvGrpSpPr>
      <p:grpSpPr>
        <a:xfrm>
          <a:off x="0" y="0"/>
          <a:ext cx="0" cy="0"/>
          <a:chOff x="0" y="0"/>
          <a:chExt cx="0" cy="0"/>
        </a:xfrm>
      </p:grpSpPr>
      <p:sp>
        <p:nvSpPr>
          <p:cNvPr id="37" name="직사각형 36">
            <a:extLst>
              <a:ext uri="{FF2B5EF4-FFF2-40B4-BE49-F238E27FC236}">
                <a16:creationId xmlns:a16="http://schemas.microsoft.com/office/drawing/2014/main" id="{8205D06E-5E03-7D23-4F87-3711FBE80ADF}"/>
              </a:ext>
            </a:extLst>
          </p:cNvPr>
          <p:cNvSpPr/>
          <p:nvPr/>
        </p:nvSpPr>
        <p:spPr>
          <a:xfrm>
            <a:off x="320222" y="4303207"/>
            <a:ext cx="4470854" cy="2083934"/>
          </a:xfrm>
          <a:prstGeom prst="rect">
            <a:avLst/>
          </a:prstGeom>
          <a:solidFill>
            <a:schemeClr val="accent1">
              <a:alpha val="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sp>
        <p:nvSpPr>
          <p:cNvPr id="1040" name="직사각형 1039">
            <a:extLst>
              <a:ext uri="{FF2B5EF4-FFF2-40B4-BE49-F238E27FC236}">
                <a16:creationId xmlns:a16="http://schemas.microsoft.com/office/drawing/2014/main" id="{EA5B31CE-9B96-34C4-00E5-C8AA03E03790}"/>
              </a:ext>
            </a:extLst>
          </p:cNvPr>
          <p:cNvSpPr/>
          <p:nvPr/>
        </p:nvSpPr>
        <p:spPr>
          <a:xfrm>
            <a:off x="216227" y="1159046"/>
            <a:ext cx="4684777" cy="5337004"/>
          </a:xfrm>
          <a:prstGeom prst="rect">
            <a:avLst/>
          </a:prstGeom>
          <a:solidFill>
            <a:schemeClr val="accent1">
              <a:alpha val="0"/>
            </a:schemeClr>
          </a:solidFill>
          <a:ln w="9525">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Narrow" panose="020B0606020202030204" pitchFamily="34" charset="0"/>
              <a:ea typeface="LG스마트체 Regular" panose="020B0600000101010101" pitchFamily="50" charset="-127"/>
            </a:endParaRPr>
          </a:p>
        </p:txBody>
      </p:sp>
      <p:sp>
        <p:nvSpPr>
          <p:cNvPr id="31" name="TextBox 30">
            <a:extLst>
              <a:ext uri="{FF2B5EF4-FFF2-40B4-BE49-F238E27FC236}">
                <a16:creationId xmlns:a16="http://schemas.microsoft.com/office/drawing/2014/main" id="{38B39876-BA8F-38C0-608E-0165082F689C}"/>
              </a:ext>
            </a:extLst>
          </p:cNvPr>
          <p:cNvSpPr txBox="1"/>
          <p:nvPr/>
        </p:nvSpPr>
        <p:spPr>
          <a:xfrm>
            <a:off x="5078889" y="1863486"/>
            <a:ext cx="4561410" cy="1908215"/>
          </a:xfrm>
          <a:prstGeom prst="rect">
            <a:avLst/>
          </a:prstGeom>
          <a:solidFill>
            <a:schemeClr val="bg1"/>
          </a:solidFill>
        </p:spPr>
        <p:txBody>
          <a:bodyPr wrap="square">
            <a:spAutoFit/>
          </a:bodyPr>
          <a:lstStyle/>
          <a:p>
            <a:r>
              <a:rPr lang="en-US" altLang="ko-KR" sz="1000" b="1" dirty="0">
                <a:latin typeface="Arial Narrow" panose="020B0606020202030204" pitchFamily="34" charset="0"/>
                <a:ea typeface="LG스마트체 Regular" panose="020B0600000101010101" pitchFamily="50" charset="-127"/>
              </a:rPr>
              <a:t># </a:t>
            </a:r>
            <a:r>
              <a:rPr lang="ko-KR" altLang="ko-KR" sz="1000" b="1" dirty="0">
                <a:latin typeface="Arial Narrow" panose="020B0606020202030204" pitchFamily="34" charset="0"/>
                <a:ea typeface="LG스마트체 Regular" panose="020B0600000101010101" pitchFamily="50" charset="-127"/>
              </a:rPr>
              <a:t>진행 업무</a:t>
            </a:r>
          </a:p>
          <a:p>
            <a:r>
              <a:rPr lang="en-US" altLang="ko-KR" sz="1000" dirty="0">
                <a:latin typeface="Arial Narrow" panose="020B0606020202030204" pitchFamily="34" charset="0"/>
                <a:ea typeface="LG스마트체 Regular" panose="020B0600000101010101" pitchFamily="50" charset="-127"/>
              </a:rPr>
              <a:t>## </a:t>
            </a:r>
            <a:r>
              <a:rPr lang="ko-KR" altLang="ko-KR" sz="1000" dirty="0">
                <a:latin typeface="Arial Narrow" panose="020B0606020202030204" pitchFamily="34" charset="0"/>
                <a:ea typeface="LG스마트체 Regular" panose="020B0600000101010101" pitchFamily="50" charset="-127"/>
              </a:rPr>
              <a:t>수위 데이터 기반 위상 분석 모듈 : 탱크별 공급주기, 공급/정지 SV, </a:t>
            </a:r>
            <a:r>
              <a:rPr lang="ko-KR" altLang="ko-KR" sz="1000" dirty="0" err="1">
                <a:latin typeface="Arial Narrow" panose="020B0606020202030204" pitchFamily="34" charset="0"/>
                <a:ea typeface="LG스마트체 Regular" panose="020B0600000101010101" pitchFamily="50" charset="-127"/>
              </a:rPr>
              <a:t>Top,Back</a:t>
            </a:r>
            <a:r>
              <a:rPr lang="ko-KR" altLang="ko-KR" sz="1000" dirty="0">
                <a:latin typeface="Arial Narrow" panose="020B0606020202030204" pitchFamily="34" charset="0"/>
                <a:ea typeface="LG스마트체 Regular" panose="020B0600000101010101" pitchFamily="50" charset="-127"/>
              </a:rPr>
              <a:t> 코팅 </a:t>
            </a:r>
            <a:br>
              <a:rPr lang="en-US" altLang="ko-KR" sz="1000" dirty="0">
                <a:latin typeface="Arial Narrow" panose="020B0606020202030204" pitchFamily="34" charset="0"/>
                <a:ea typeface="LG스마트체 Regular" panose="020B0600000101010101" pitchFamily="50" charset="-127"/>
              </a:rPr>
            </a:br>
            <a:r>
              <a:rPr lang="en-US" altLang="ko-KR" sz="1000" dirty="0">
                <a:latin typeface="Arial Narrow" panose="020B0606020202030204" pitchFamily="34" charset="0"/>
                <a:ea typeface="LG스마트체 Regular" panose="020B0600000101010101" pitchFamily="50" charset="-127"/>
              </a:rPr>
              <a:t>     </a:t>
            </a:r>
            <a:r>
              <a:rPr lang="ko-KR" altLang="ko-KR" sz="1000" dirty="0">
                <a:latin typeface="Arial Narrow" panose="020B0606020202030204" pitchFamily="34" charset="0"/>
                <a:ea typeface="LG스마트체 Regular" panose="020B0600000101010101" pitchFamily="50" charset="-127"/>
              </a:rPr>
              <a:t>소모속도 추정 (완, 10/7</a:t>
            </a:r>
            <a:r>
              <a:rPr lang="ko-KR" altLang="ko-KR" sz="800" dirty="0">
                <a:latin typeface="Arial Narrow" panose="020B0606020202030204" pitchFamily="34" charset="0"/>
                <a:ea typeface="LG스마트체 Regular" panose="020B0600000101010101" pitchFamily="50" charset="-127"/>
              </a:rPr>
              <a:t>)</a:t>
            </a:r>
            <a:endParaRPr lang="en-US" altLang="ko-KR" sz="800" dirty="0">
              <a:latin typeface="Arial Narrow" panose="020B0606020202030204" pitchFamily="34" charset="0"/>
              <a:ea typeface="LG스마트체 Regular" panose="020B0600000101010101" pitchFamily="50" charset="-127"/>
            </a:endParaRPr>
          </a:p>
          <a:p>
            <a:endParaRPr lang="ko-KR" altLang="ko-KR" sz="800" dirty="0">
              <a:latin typeface="Arial Narrow" panose="020B0606020202030204" pitchFamily="34" charset="0"/>
              <a:ea typeface="LG스마트체 Regular" panose="020B0600000101010101" pitchFamily="50" charset="-127"/>
            </a:endParaRPr>
          </a:p>
          <a:p>
            <a:r>
              <a:rPr lang="en-US" altLang="ko-KR" sz="1000" b="1" dirty="0">
                <a:latin typeface="Arial Narrow" panose="020B0606020202030204" pitchFamily="34" charset="0"/>
                <a:ea typeface="LG스마트체 Regular" panose="020B0600000101010101" pitchFamily="50" charset="-127"/>
              </a:rPr>
              <a:t># </a:t>
            </a:r>
            <a:r>
              <a:rPr lang="ko-KR" altLang="ko-KR" sz="1000" b="1" dirty="0">
                <a:latin typeface="Arial Narrow" panose="020B0606020202030204" pitchFamily="34" charset="0"/>
                <a:ea typeface="LG스마트체 Regular" panose="020B0600000101010101" pitchFamily="50" charset="-127"/>
              </a:rPr>
              <a:t>향후 계획</a:t>
            </a:r>
          </a:p>
          <a:p>
            <a:r>
              <a:rPr lang="en-US" altLang="ko-KR" sz="1000" dirty="0">
                <a:latin typeface="Arial Narrow" panose="020B0606020202030204" pitchFamily="34" charset="0"/>
                <a:ea typeface="LG스마트체 Regular" panose="020B0600000101010101" pitchFamily="50" charset="-127"/>
              </a:rPr>
              <a:t>## </a:t>
            </a:r>
            <a:r>
              <a:rPr lang="ko-KR" altLang="ko-KR" sz="1000" dirty="0">
                <a:latin typeface="Arial Narrow" panose="020B0606020202030204" pitchFamily="34" charset="0"/>
                <a:ea typeface="LG스마트체 Regular" panose="020B0600000101010101" pitchFamily="50" charset="-127"/>
              </a:rPr>
              <a:t>배관용량차이 계산 함수 개발 (~10/8)</a:t>
            </a:r>
            <a:br>
              <a:rPr lang="ko-KR" altLang="ko-KR" sz="1000" dirty="0">
                <a:latin typeface="Arial Narrow" panose="020B0606020202030204" pitchFamily="34" charset="0"/>
                <a:ea typeface="LG스마트체 Regular" panose="020B0600000101010101" pitchFamily="50" charset="-127"/>
              </a:rPr>
            </a:br>
            <a:r>
              <a:rPr lang="en-US" altLang="ko-KR" sz="1000" dirty="0">
                <a:latin typeface="Arial Narrow" panose="020B0606020202030204" pitchFamily="34" charset="0"/>
                <a:ea typeface="LG스마트체 Regular" panose="020B0600000101010101" pitchFamily="50" charset="-127"/>
              </a:rPr>
              <a:t>     </a:t>
            </a:r>
            <a:r>
              <a:rPr lang="ko-KR" altLang="ko-KR" sz="1000" dirty="0" err="1">
                <a:latin typeface="Arial Narrow" panose="020B0606020202030204" pitchFamily="34" charset="0"/>
                <a:ea typeface="LG스마트체 Regular" panose="020B0600000101010101" pitchFamily="50" charset="-127"/>
              </a:rPr>
              <a:t>Top,Back</a:t>
            </a:r>
            <a:r>
              <a:rPr lang="ko-KR" altLang="ko-KR" sz="1000" dirty="0">
                <a:latin typeface="Arial Narrow" panose="020B0606020202030204" pitchFamily="34" charset="0"/>
                <a:ea typeface="LG스마트체 Regular" panose="020B0600000101010101" pitchFamily="50" charset="-127"/>
              </a:rPr>
              <a:t> 배관 용적 만큼 </a:t>
            </a:r>
            <a:r>
              <a:rPr lang="ko-KR" altLang="ko-KR" sz="1000" dirty="0" err="1">
                <a:latin typeface="Arial Narrow" panose="020B0606020202030204" pitchFamily="34" charset="0"/>
                <a:ea typeface="LG스마트체 Regular" panose="020B0600000101010101" pitchFamily="50" charset="-127"/>
              </a:rPr>
              <a:t>SV를</a:t>
            </a:r>
            <a:r>
              <a:rPr lang="ko-KR" altLang="ko-KR" sz="1000" dirty="0">
                <a:latin typeface="Arial Narrow" panose="020B0606020202030204" pitchFamily="34" charset="0"/>
                <a:ea typeface="LG스마트체 Regular" panose="020B0600000101010101" pitchFamily="50" charset="-127"/>
              </a:rPr>
              <a:t> 보상하는 보정 개발</a:t>
            </a:r>
            <a:r>
              <a:rPr lang="en-US" altLang="ko-KR" sz="1000" dirty="0">
                <a:latin typeface="Arial Narrow" panose="020B0606020202030204" pitchFamily="34" charset="0"/>
                <a:ea typeface="LG스마트체 Regular" panose="020B0600000101010101" pitchFamily="50" charset="-127"/>
              </a:rPr>
              <a:t> </a:t>
            </a:r>
            <a:endParaRPr lang="ko-KR" altLang="ko-KR" sz="1000" dirty="0">
              <a:latin typeface="Arial Narrow" panose="020B0606020202030204" pitchFamily="34" charset="0"/>
              <a:ea typeface="LG스마트체 Regular" panose="020B0600000101010101" pitchFamily="50" charset="-127"/>
            </a:endParaRPr>
          </a:p>
          <a:p>
            <a:r>
              <a:rPr lang="en-US" altLang="ko-KR" sz="1000" dirty="0">
                <a:latin typeface="Arial Narrow" panose="020B0606020202030204" pitchFamily="34" charset="0"/>
                <a:ea typeface="LG스마트체 Regular" panose="020B0600000101010101" pitchFamily="50" charset="-127"/>
              </a:rPr>
              <a:t>##  </a:t>
            </a:r>
            <a:r>
              <a:rPr lang="ko-KR" altLang="ko-KR" sz="1000" dirty="0">
                <a:latin typeface="Arial Narrow" panose="020B0606020202030204" pitchFamily="34" charset="0"/>
                <a:ea typeface="LG스마트체 Regular" panose="020B0600000101010101" pitchFamily="50" charset="-127"/>
              </a:rPr>
              <a:t>코팅 속도 차이 계산 함수 개발 (~10/8)</a:t>
            </a:r>
            <a:br>
              <a:rPr lang="ko-KR" altLang="ko-KR" sz="1000" dirty="0">
                <a:latin typeface="Arial Narrow" panose="020B0606020202030204" pitchFamily="34" charset="0"/>
                <a:ea typeface="LG스마트체 Regular" panose="020B0600000101010101" pitchFamily="50" charset="-127"/>
              </a:rPr>
            </a:br>
            <a:r>
              <a:rPr lang="en-US" altLang="ko-KR" sz="1000" dirty="0">
                <a:latin typeface="Arial Narrow" panose="020B0606020202030204" pitchFamily="34" charset="0"/>
                <a:ea typeface="LG스마트체 Regular" panose="020B0600000101010101" pitchFamily="50" charset="-127"/>
              </a:rPr>
              <a:t>      </a:t>
            </a:r>
            <a:r>
              <a:rPr lang="ko-KR" altLang="ko-KR" sz="1000" dirty="0">
                <a:latin typeface="Arial Narrow" panose="020B0606020202030204" pitchFamily="34" charset="0"/>
                <a:ea typeface="LG스마트체 Regular" panose="020B0600000101010101" pitchFamily="50" charset="-127"/>
              </a:rPr>
              <a:t>저장 탱크 고갈시점에 </a:t>
            </a:r>
            <a:r>
              <a:rPr lang="ko-KR" altLang="ko-KR" sz="1000" dirty="0" err="1">
                <a:latin typeface="Arial Narrow" panose="020B0606020202030204" pitchFamily="34" charset="0"/>
                <a:ea typeface="LG스마트체 Regular" panose="020B0600000101010101" pitchFamily="50" charset="-127"/>
              </a:rPr>
              <a:t>Top,Back</a:t>
            </a:r>
            <a:r>
              <a:rPr lang="ko-KR" altLang="ko-KR" sz="1000" dirty="0">
                <a:latin typeface="Arial Narrow" panose="020B0606020202030204" pitchFamily="34" charset="0"/>
                <a:ea typeface="LG스마트체 Regular" panose="020B0600000101010101" pitchFamily="50" charset="-127"/>
              </a:rPr>
              <a:t> </a:t>
            </a:r>
            <a:r>
              <a:rPr lang="ko-KR" altLang="ko-KR" sz="1000" dirty="0" err="1">
                <a:latin typeface="Arial Narrow" panose="020B0606020202030204" pitchFamily="34" charset="0"/>
                <a:ea typeface="LG스마트체 Regular" panose="020B0600000101010101" pitchFamily="50" charset="-127"/>
              </a:rPr>
              <a:t>슬러리</a:t>
            </a:r>
            <a:r>
              <a:rPr lang="ko-KR" altLang="ko-KR" sz="1000" dirty="0">
                <a:latin typeface="Arial Narrow" panose="020B0606020202030204" pitchFamily="34" charset="0"/>
                <a:ea typeface="LG스마트체 Regular" panose="020B0600000101010101" pitchFamily="50" charset="-127"/>
              </a:rPr>
              <a:t> 잔량을 소모 속도비에 비례하도록 보정 개발</a:t>
            </a:r>
          </a:p>
          <a:p>
            <a:endParaRPr lang="ko-KR" altLang="ko-KR" sz="1000" dirty="0">
              <a:latin typeface="Arial Narrow" panose="020B0606020202030204" pitchFamily="34" charset="0"/>
              <a:ea typeface="LG스마트체 Regular" panose="020B0600000101010101" pitchFamily="50" charset="-127"/>
            </a:endParaRPr>
          </a:p>
          <a:p>
            <a:r>
              <a:rPr lang="en-US" altLang="ko-KR" sz="1000" b="1" dirty="0">
                <a:latin typeface="Arial Narrow" panose="020B0606020202030204" pitchFamily="34" charset="0"/>
                <a:ea typeface="LG스마트체 Regular" panose="020B0600000101010101" pitchFamily="50" charset="-127"/>
              </a:rPr>
              <a:t># </a:t>
            </a:r>
            <a:r>
              <a:rPr lang="ko-KR" altLang="ko-KR" sz="1000" b="1" dirty="0">
                <a:latin typeface="Arial Narrow" panose="020B0606020202030204" pitchFamily="34" charset="0"/>
                <a:ea typeface="LG스마트체 Regular" panose="020B0600000101010101" pitchFamily="50" charset="-127"/>
              </a:rPr>
              <a:t>이슈</a:t>
            </a:r>
          </a:p>
          <a:p>
            <a:r>
              <a:rPr lang="en-US" altLang="ko-KR" sz="1000" dirty="0">
                <a:latin typeface="Arial Narrow" panose="020B0606020202030204" pitchFamily="34" charset="0"/>
                <a:ea typeface="LG스마트체 Regular" panose="020B0600000101010101" pitchFamily="50" charset="-127"/>
              </a:rPr>
              <a:t>## </a:t>
            </a:r>
            <a:r>
              <a:rPr lang="ko-KR" altLang="ko-KR" sz="1000" dirty="0">
                <a:latin typeface="Arial Narrow" panose="020B0606020202030204" pitchFamily="34" charset="0"/>
                <a:ea typeface="LG스마트체 Regular" panose="020B0600000101010101" pitchFamily="50" charset="-127"/>
              </a:rPr>
              <a:t>PLC 현장 검증 완료 뒤 검증 서버에서 APC 기반 적용 </a:t>
            </a:r>
            <a:r>
              <a:rPr lang="ko-KR" altLang="ko-KR" sz="1000" dirty="0" err="1">
                <a:latin typeface="Arial Narrow" panose="020B0606020202030204" pitchFamily="34" charset="0"/>
                <a:ea typeface="LG스마트체 Regular" panose="020B0600000101010101" pitchFamily="50" charset="-127"/>
              </a:rPr>
              <a:t>Test</a:t>
            </a:r>
            <a:r>
              <a:rPr lang="ko-KR" altLang="ko-KR" sz="1000" dirty="0">
                <a:latin typeface="Arial Narrow" panose="020B0606020202030204" pitchFamily="34" charset="0"/>
                <a:ea typeface="LG스마트체 Regular" panose="020B0600000101010101" pitchFamily="50" charset="-127"/>
              </a:rPr>
              <a:t> (10/20~) </a:t>
            </a:r>
          </a:p>
        </p:txBody>
      </p:sp>
      <p:pic>
        <p:nvPicPr>
          <p:cNvPr id="11" name="그림 10">
            <a:extLst>
              <a:ext uri="{FF2B5EF4-FFF2-40B4-BE49-F238E27FC236}">
                <a16:creationId xmlns:a16="http://schemas.microsoft.com/office/drawing/2014/main" id="{C24E04F7-69F7-C25A-7E19-24471CC0FEA6}"/>
              </a:ext>
            </a:extLst>
          </p:cNvPr>
          <p:cNvPicPr>
            <a:picLocks noChangeAspect="1"/>
          </p:cNvPicPr>
          <p:nvPr/>
        </p:nvPicPr>
        <p:blipFill>
          <a:blip r:embed="rId3"/>
          <a:stretch>
            <a:fillRect/>
          </a:stretch>
        </p:blipFill>
        <p:spPr>
          <a:xfrm>
            <a:off x="339989" y="1733465"/>
            <a:ext cx="4379615" cy="2155592"/>
          </a:xfrm>
          <a:prstGeom prst="rect">
            <a:avLst/>
          </a:prstGeom>
        </p:spPr>
      </p:pic>
      <p:sp>
        <p:nvSpPr>
          <p:cNvPr id="47" name="직사각형 46">
            <a:extLst>
              <a:ext uri="{FF2B5EF4-FFF2-40B4-BE49-F238E27FC236}">
                <a16:creationId xmlns:a16="http://schemas.microsoft.com/office/drawing/2014/main" id="{94B7EC40-8739-4E66-4CC3-5C80CCE6F72C}"/>
              </a:ext>
            </a:extLst>
          </p:cNvPr>
          <p:cNvSpPr/>
          <p:nvPr/>
        </p:nvSpPr>
        <p:spPr>
          <a:xfrm>
            <a:off x="320222" y="1863486"/>
            <a:ext cx="4470854" cy="2060094"/>
          </a:xfrm>
          <a:prstGeom prst="rect">
            <a:avLst/>
          </a:prstGeom>
          <a:solidFill>
            <a:schemeClr val="accent1">
              <a:alpha val="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sp>
        <p:nvSpPr>
          <p:cNvPr id="10" name="직사각형 9">
            <a:extLst>
              <a:ext uri="{FF2B5EF4-FFF2-40B4-BE49-F238E27FC236}">
                <a16:creationId xmlns:a16="http://schemas.microsoft.com/office/drawing/2014/main" id="{A0F8D4EB-B845-ABA7-4467-14BCAAF9186A}"/>
              </a:ext>
            </a:extLst>
          </p:cNvPr>
          <p:cNvSpPr/>
          <p:nvPr/>
        </p:nvSpPr>
        <p:spPr>
          <a:xfrm>
            <a:off x="5129796" y="1863486"/>
            <a:ext cx="4470854" cy="2060094"/>
          </a:xfrm>
          <a:prstGeom prst="rect">
            <a:avLst/>
          </a:prstGeom>
          <a:solidFill>
            <a:schemeClr val="accent1">
              <a:alpha val="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sp>
        <p:nvSpPr>
          <p:cNvPr id="7" name="제목 4">
            <a:extLst>
              <a:ext uri="{FF2B5EF4-FFF2-40B4-BE49-F238E27FC236}">
                <a16:creationId xmlns:a16="http://schemas.microsoft.com/office/drawing/2014/main" id="{723CB93B-1EE9-6AA9-0093-77F2D437E507}"/>
              </a:ext>
            </a:extLst>
          </p:cNvPr>
          <p:cNvSpPr>
            <a:spLocks noGrp="1"/>
          </p:cNvSpPr>
          <p:nvPr>
            <p:ph type="title"/>
          </p:nvPr>
        </p:nvSpPr>
        <p:spPr>
          <a:xfrm>
            <a:off x="189765" y="170929"/>
            <a:ext cx="9516209" cy="369332"/>
          </a:xfrm>
        </p:spPr>
        <p:txBody>
          <a:bodyPr/>
          <a:lstStyle/>
          <a:p>
            <a:r>
              <a:rPr lang="en-US" altLang="ko-KR" dirty="0">
                <a:solidFill>
                  <a:prstClr val="black"/>
                </a:solidFill>
                <a:latin typeface="Arial Narrow" panose="020B0606020202030204" pitchFamily="34" charset="0"/>
                <a:ea typeface="LG스마트체 Regular" panose="020B0600000101010101" pitchFamily="50" charset="-127"/>
              </a:rPr>
              <a:t>4. Worklog </a:t>
            </a:r>
            <a:r>
              <a:rPr lang="ko-KR" altLang="en-US" dirty="0">
                <a:solidFill>
                  <a:prstClr val="black"/>
                </a:solidFill>
                <a:latin typeface="Arial Narrow" panose="020B0606020202030204" pitchFamily="34" charset="0"/>
                <a:ea typeface="LG스마트체 Regular" panose="020B0600000101010101" pitchFamily="50" charset="-127"/>
              </a:rPr>
              <a:t>사용방법</a:t>
            </a:r>
          </a:p>
        </p:txBody>
      </p:sp>
      <p:sp>
        <p:nvSpPr>
          <p:cNvPr id="22" name="TextBox 21">
            <a:extLst>
              <a:ext uri="{FF2B5EF4-FFF2-40B4-BE49-F238E27FC236}">
                <a16:creationId xmlns:a16="http://schemas.microsoft.com/office/drawing/2014/main" id="{661A3FA3-AC35-9579-75FE-671ED68A9C53}"/>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a:solidFill>
                  <a:prstClr val="black"/>
                </a:solidFill>
                <a:latin typeface="Arial Narrow" panose="020B0606020202030204" pitchFamily="34" charset="0"/>
                <a:ea typeface="LG스마트체 Regular" panose="020B0600000101010101" pitchFamily="50" charset="-127"/>
              </a:rPr>
              <a:t>제조</a:t>
            </a:r>
            <a:r>
              <a:rPr kumimoji="1" lang="en-US" altLang="ko-KR" sz="1100" b="1">
                <a:solidFill>
                  <a:prstClr val="black"/>
                </a:solidFill>
                <a:latin typeface="Arial Narrow" panose="020B0606020202030204" pitchFamily="34" charset="0"/>
                <a:ea typeface="LG스마트체 Regular" panose="020B0600000101010101" pitchFamily="50" charset="-127"/>
              </a:rPr>
              <a:t>DX</a:t>
            </a:r>
            <a:r>
              <a:rPr kumimoji="1" lang="ko-KR" altLang="en-US" sz="1100" b="1">
                <a:solidFill>
                  <a:prstClr val="black"/>
                </a:solidFill>
                <a:latin typeface="Arial Narrow" panose="020B0606020202030204" pitchFamily="34" charset="0"/>
                <a:ea typeface="LG스마트체 Regular" panose="020B0600000101010101" pitchFamily="50" charset="-127"/>
              </a:rPr>
              <a:t>그룹</a:t>
            </a:r>
            <a:endParaRPr kumimoji="1" lang="en-US" altLang="ko-KR" sz="1100" b="1" i="0" u="none" strike="noStrike" kern="1200" cap="none" spc="0" normalizeH="0" noProof="0">
              <a:ln>
                <a:noFill/>
              </a:ln>
              <a:solidFill>
                <a:prstClr val="black"/>
              </a:solidFill>
              <a:effectLst/>
              <a:uLnTx/>
              <a:uFillTx/>
              <a:latin typeface="Arial Narrow" panose="020B0606020202030204" pitchFamily="34" charset="0"/>
              <a:ea typeface="LG스마트체 Regular" panose="020B0600000101010101" pitchFamily="50" charset="-127"/>
            </a:endParaRPr>
          </a:p>
        </p:txBody>
      </p:sp>
      <p:pic>
        <p:nvPicPr>
          <p:cNvPr id="18" name="그림 17">
            <a:extLst>
              <a:ext uri="{FF2B5EF4-FFF2-40B4-BE49-F238E27FC236}">
                <a16:creationId xmlns:a16="http://schemas.microsoft.com/office/drawing/2014/main" id="{2BC731DD-45CD-02C0-F761-E4FC4EF6EF00}"/>
              </a:ext>
            </a:extLst>
          </p:cNvPr>
          <p:cNvPicPr>
            <a:picLocks noChangeAspect="1"/>
          </p:cNvPicPr>
          <p:nvPr/>
        </p:nvPicPr>
        <p:blipFill>
          <a:blip r:embed="rId4"/>
          <a:srcRect b="12292"/>
          <a:stretch>
            <a:fillRect/>
          </a:stretch>
        </p:blipFill>
        <p:spPr>
          <a:xfrm>
            <a:off x="371311" y="4403975"/>
            <a:ext cx="3095625" cy="1914415"/>
          </a:xfrm>
          <a:prstGeom prst="rect">
            <a:avLst/>
          </a:prstGeom>
        </p:spPr>
      </p:pic>
      <p:sp>
        <p:nvSpPr>
          <p:cNvPr id="20" name="직사각형 19">
            <a:extLst>
              <a:ext uri="{FF2B5EF4-FFF2-40B4-BE49-F238E27FC236}">
                <a16:creationId xmlns:a16="http://schemas.microsoft.com/office/drawing/2014/main" id="{C7E4FAA0-A9F2-FE5E-3143-3B93C11779AB}"/>
              </a:ext>
            </a:extLst>
          </p:cNvPr>
          <p:cNvSpPr/>
          <p:nvPr/>
        </p:nvSpPr>
        <p:spPr>
          <a:xfrm>
            <a:off x="5032242" y="1162814"/>
            <a:ext cx="4684777" cy="5337004"/>
          </a:xfrm>
          <a:prstGeom prst="rect">
            <a:avLst/>
          </a:prstGeom>
          <a:solidFill>
            <a:schemeClr val="accent1">
              <a:alpha val="0"/>
            </a:schemeClr>
          </a:solidFill>
          <a:ln w="9525">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sp>
        <p:nvSpPr>
          <p:cNvPr id="24" name="직사각형 23">
            <a:extLst>
              <a:ext uri="{FF2B5EF4-FFF2-40B4-BE49-F238E27FC236}">
                <a16:creationId xmlns:a16="http://schemas.microsoft.com/office/drawing/2014/main" id="{F8941201-98D0-4714-412E-C1B3AD75D17E}"/>
              </a:ext>
            </a:extLst>
          </p:cNvPr>
          <p:cNvSpPr/>
          <p:nvPr/>
        </p:nvSpPr>
        <p:spPr>
          <a:xfrm>
            <a:off x="1745840" y="981571"/>
            <a:ext cx="1625550" cy="347486"/>
          </a:xfrm>
          <a:prstGeom prst="rect">
            <a:avLst/>
          </a:prstGeom>
          <a:solidFill>
            <a:schemeClr val="bg1">
              <a:lumMod val="9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400">
                <a:solidFill>
                  <a:schemeClr val="tx1"/>
                </a:solidFill>
                <a:latin typeface="Arial Narrow" panose="020B0606020202030204" pitchFamily="34" charset="0"/>
                <a:ea typeface="LG스마트체 Regular" panose="020B0600000101010101" pitchFamily="50" charset="-127"/>
              </a:rPr>
              <a:t>프로젝트 정보</a:t>
            </a:r>
          </a:p>
        </p:txBody>
      </p:sp>
      <p:sp>
        <p:nvSpPr>
          <p:cNvPr id="25" name="직사각형 24">
            <a:extLst>
              <a:ext uri="{FF2B5EF4-FFF2-40B4-BE49-F238E27FC236}">
                <a16:creationId xmlns:a16="http://schemas.microsoft.com/office/drawing/2014/main" id="{2B5CFD60-32C7-DD4C-5E9E-4FD0209139DB}"/>
              </a:ext>
            </a:extLst>
          </p:cNvPr>
          <p:cNvSpPr/>
          <p:nvPr/>
        </p:nvSpPr>
        <p:spPr>
          <a:xfrm>
            <a:off x="6574624" y="981571"/>
            <a:ext cx="1625550" cy="347486"/>
          </a:xfrm>
          <a:prstGeom prst="rect">
            <a:avLst/>
          </a:prstGeom>
          <a:solidFill>
            <a:schemeClr val="bg1">
              <a:lumMod val="9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latin typeface="Arial Narrow" panose="020B0606020202030204" pitchFamily="34" charset="0"/>
                <a:ea typeface="LG스마트체 Regular" panose="020B0600000101010101" pitchFamily="50" charset="-127"/>
              </a:rPr>
              <a:t>업무 이력</a:t>
            </a:r>
          </a:p>
        </p:txBody>
      </p:sp>
      <p:sp>
        <p:nvSpPr>
          <p:cNvPr id="27" name="TextBox 26">
            <a:extLst>
              <a:ext uri="{FF2B5EF4-FFF2-40B4-BE49-F238E27FC236}">
                <a16:creationId xmlns:a16="http://schemas.microsoft.com/office/drawing/2014/main" id="{9341EFDD-7497-6FA3-00F7-966DC51FEAB1}"/>
              </a:ext>
            </a:extLst>
          </p:cNvPr>
          <p:cNvSpPr txBox="1"/>
          <p:nvPr/>
        </p:nvSpPr>
        <p:spPr>
          <a:xfrm>
            <a:off x="371311" y="2308691"/>
            <a:ext cx="4316969" cy="587574"/>
          </a:xfrm>
          <a:prstGeom prst="rect">
            <a:avLst/>
          </a:prstGeom>
          <a:solidFill>
            <a:schemeClr val="bg1"/>
          </a:solidFill>
        </p:spPr>
        <p:txBody>
          <a:bodyPr wrap="square">
            <a:spAutoFit/>
          </a:bodyPr>
          <a:lstStyle/>
          <a:p>
            <a:pPr>
              <a:buNone/>
            </a:pPr>
            <a:r>
              <a:rPr lang="ko-KR" altLang="ko-KR" sz="1200" dirty="0">
                <a:latin typeface="Arial Narrow" panose="020B0606020202030204" pitchFamily="34" charset="0"/>
                <a:ea typeface="LG스마트체 Regular" panose="020B0600000101010101" pitchFamily="50" charset="-127"/>
              </a:rPr>
              <a:t>본 과제는 원통형전극.46전극생산팀의 요청으로 NFF </a:t>
            </a:r>
            <a:r>
              <a:rPr lang="ko-KR" altLang="ko-KR" sz="1200" dirty="0" err="1">
                <a:latin typeface="Arial Narrow" panose="020B0606020202030204" pitchFamily="34" charset="0"/>
                <a:ea typeface="LG스마트체 Regular" panose="020B0600000101010101" pitchFamily="50" charset="-127"/>
              </a:rPr>
              <a:t>코터</a:t>
            </a:r>
            <a:r>
              <a:rPr lang="ko-KR" altLang="ko-KR" sz="1200" dirty="0">
                <a:latin typeface="Arial Narrow" panose="020B0606020202030204" pitchFamily="34" charset="0"/>
                <a:ea typeface="LG스마트체 Regular" panose="020B0600000101010101" pitchFamily="50" charset="-127"/>
              </a:rPr>
              <a:t> 1Line의 양극 및 음극 </a:t>
            </a:r>
            <a:r>
              <a:rPr lang="ko-KR" altLang="ko-KR" sz="1200" dirty="0" err="1">
                <a:latin typeface="Arial Narrow" panose="020B0606020202030204" pitchFamily="34" charset="0"/>
                <a:ea typeface="LG스마트체 Regular" panose="020B0600000101010101" pitchFamily="50" charset="-127"/>
              </a:rPr>
              <a:t>슬러리</a:t>
            </a:r>
            <a:r>
              <a:rPr lang="ko-KR" altLang="ko-KR" sz="1200" dirty="0">
                <a:latin typeface="Arial Narrow" panose="020B0606020202030204" pitchFamily="34" charset="0"/>
                <a:ea typeface="LG스마트체 Regular" panose="020B0600000101010101" pitchFamily="50" charset="-127"/>
              </a:rPr>
              <a:t> 폐기량을 최소화하여 재료비를 절감하고자 추진하게 되었습니다.</a:t>
            </a:r>
          </a:p>
        </p:txBody>
      </p:sp>
      <p:sp>
        <p:nvSpPr>
          <p:cNvPr id="28" name="TextBox 27">
            <a:extLst>
              <a:ext uri="{FF2B5EF4-FFF2-40B4-BE49-F238E27FC236}">
                <a16:creationId xmlns:a16="http://schemas.microsoft.com/office/drawing/2014/main" id="{3572288B-BD60-8A38-BA0D-769DCF894A4F}"/>
              </a:ext>
            </a:extLst>
          </p:cNvPr>
          <p:cNvSpPr txBox="1"/>
          <p:nvPr/>
        </p:nvSpPr>
        <p:spPr>
          <a:xfrm>
            <a:off x="371311" y="3257545"/>
            <a:ext cx="4316969" cy="646331"/>
          </a:xfrm>
          <a:prstGeom prst="rect">
            <a:avLst/>
          </a:prstGeom>
          <a:solidFill>
            <a:schemeClr val="bg1"/>
          </a:solidFill>
        </p:spPr>
        <p:txBody>
          <a:bodyPr wrap="square">
            <a:spAutoFit/>
          </a:bodyPr>
          <a:lstStyle/>
          <a:p>
            <a:r>
              <a:rPr lang="ko-KR" altLang="ko-KR" sz="1200" dirty="0" err="1">
                <a:latin typeface="Arial Narrow" panose="020B0606020202030204" pitchFamily="34" charset="0"/>
                <a:ea typeface="LG스마트체 Regular" panose="020B0600000101010101" pitchFamily="50" charset="-127"/>
              </a:rPr>
              <a:t>코터</a:t>
            </a:r>
            <a:r>
              <a:rPr lang="ko-KR" altLang="ko-KR" sz="1200" dirty="0">
                <a:latin typeface="Arial Narrow" panose="020B0606020202030204" pitchFamily="34" charset="0"/>
                <a:ea typeface="LG스마트체 Regular" panose="020B0600000101010101" pitchFamily="50" charset="-127"/>
              </a:rPr>
              <a:t> 공정의 생산 후 부동을 계획하는 상황에서 </a:t>
            </a:r>
            <a:r>
              <a:rPr lang="ko-KR" altLang="ko-KR" sz="1200" dirty="0" err="1">
                <a:latin typeface="Arial Narrow" panose="020B0606020202030204" pitchFamily="34" charset="0"/>
                <a:ea typeface="LG스마트체 Regular" panose="020B0600000101010101" pitchFamily="50" charset="-127"/>
              </a:rPr>
              <a:t>더블레이어의</a:t>
            </a:r>
            <a:r>
              <a:rPr lang="ko-KR" altLang="ko-KR" sz="1200" dirty="0">
                <a:latin typeface="Arial Narrow" panose="020B0606020202030204" pitchFamily="34" charset="0"/>
                <a:ea typeface="LG스마트체 Regular" panose="020B0600000101010101" pitchFamily="50" charset="-127"/>
              </a:rPr>
              <a:t> 상층/하층 </a:t>
            </a:r>
            <a:r>
              <a:rPr lang="ko-KR" altLang="ko-KR" sz="1200" dirty="0" err="1">
                <a:latin typeface="Arial Narrow" panose="020B0606020202030204" pitchFamily="34" charset="0"/>
                <a:ea typeface="LG스마트체 Regular" panose="020B0600000101010101" pitchFamily="50" charset="-127"/>
              </a:rPr>
              <a:t>슬러리</a:t>
            </a:r>
            <a:r>
              <a:rPr lang="ko-KR" altLang="ko-KR" sz="1200" dirty="0">
                <a:latin typeface="Arial Narrow" panose="020B0606020202030204" pitchFamily="34" charset="0"/>
                <a:ea typeface="LG스마트체 Regular" panose="020B0600000101010101" pitchFamily="50" charset="-127"/>
              </a:rPr>
              <a:t> 소모량 차이로 인해 폐기하는 </a:t>
            </a:r>
            <a:r>
              <a:rPr lang="ko-KR" altLang="ko-KR" sz="1200" dirty="0" err="1">
                <a:latin typeface="Arial Narrow" panose="020B0606020202030204" pitchFamily="34" charset="0"/>
                <a:ea typeface="LG스마트체 Regular" panose="020B0600000101010101" pitchFamily="50" charset="-127"/>
              </a:rPr>
              <a:t>슬러리를</a:t>
            </a:r>
            <a:r>
              <a:rPr lang="ko-KR" altLang="ko-KR" sz="1200" dirty="0">
                <a:latin typeface="Arial Narrow" panose="020B0606020202030204" pitchFamily="34" charset="0"/>
                <a:ea typeface="LG스마트체 Regular" panose="020B0600000101010101" pitchFamily="50" charset="-127"/>
              </a:rPr>
              <a:t> 최소화</a:t>
            </a:r>
            <a:br>
              <a:rPr lang="en-US" altLang="ko-KR" sz="1200" dirty="0">
                <a:latin typeface="Arial Narrow" panose="020B0606020202030204" pitchFamily="34" charset="0"/>
                <a:ea typeface="LG스마트체 Regular" panose="020B0600000101010101" pitchFamily="50" charset="-127"/>
              </a:rPr>
            </a:br>
            <a:r>
              <a:rPr lang="ko-KR" altLang="ko-KR" sz="1200" dirty="0">
                <a:latin typeface="Arial Narrow" panose="020B0606020202030204" pitchFamily="34" charset="0"/>
                <a:ea typeface="LG스마트체 Regular" panose="020B0600000101010101" pitchFamily="50" charset="-127"/>
              </a:rPr>
              <a:t>하기 위한 목적입니다. </a:t>
            </a:r>
          </a:p>
        </p:txBody>
      </p:sp>
      <p:sp>
        <p:nvSpPr>
          <p:cNvPr id="19" name="TextBox 18">
            <a:extLst>
              <a:ext uri="{FF2B5EF4-FFF2-40B4-BE49-F238E27FC236}">
                <a16:creationId xmlns:a16="http://schemas.microsoft.com/office/drawing/2014/main" id="{C37EA0FD-A7EA-288D-C609-89DF632450B4}"/>
              </a:ext>
            </a:extLst>
          </p:cNvPr>
          <p:cNvSpPr txBox="1"/>
          <p:nvPr/>
        </p:nvSpPr>
        <p:spPr>
          <a:xfrm>
            <a:off x="175719" y="580555"/>
            <a:ext cx="9660788" cy="330732"/>
          </a:xfrm>
          <a:prstGeom prst="rect">
            <a:avLst/>
          </a:prstGeom>
          <a:noFill/>
        </p:spPr>
        <p:txBody>
          <a:bodyPr wrap="square" rtlCol="0">
            <a:spAutoFit/>
          </a:bodyPr>
          <a:lstStyle/>
          <a:p>
            <a:pPr lvl="0">
              <a:lnSpc>
                <a:spcPct val="120000"/>
              </a:lnSpc>
              <a:defRPr/>
            </a:pPr>
            <a:r>
              <a:rPr lang="ko-KR" altLang="en-US" sz="1400" dirty="0">
                <a:solidFill>
                  <a:sysClr val="windowText" lastClr="000000"/>
                </a:solidFill>
                <a:latin typeface="Arial Narrow" panose="020B0606020202030204" pitchFamily="34" charset="0"/>
                <a:ea typeface="LG스마트체 Regular" panose="020B0600000101010101" pitchFamily="50" charset="-127"/>
              </a:rPr>
              <a:t>                환경에서 표준화된 양식으로 프로젝트 착수 정보</a:t>
            </a:r>
            <a:r>
              <a:rPr lang="en-US" altLang="ko-KR" sz="1400" dirty="0">
                <a:solidFill>
                  <a:sysClr val="windowText" lastClr="000000"/>
                </a:solidFill>
                <a:latin typeface="Arial Narrow" panose="020B0606020202030204" pitchFamily="34" charset="0"/>
                <a:ea typeface="LG스마트체 Regular" panose="020B0600000101010101" pitchFamily="50" charset="-127"/>
              </a:rPr>
              <a:t>(</a:t>
            </a:r>
            <a:r>
              <a:rPr lang="ko-KR" altLang="en-US" sz="1400" dirty="0">
                <a:solidFill>
                  <a:sysClr val="windowText" lastClr="000000"/>
                </a:solidFill>
                <a:latin typeface="Arial Narrow" panose="020B0606020202030204" pitchFamily="34" charset="0"/>
                <a:ea typeface="LG스마트체 Regular" panose="020B0600000101010101" pitchFamily="50" charset="-127"/>
              </a:rPr>
              <a:t>배경</a:t>
            </a:r>
            <a:r>
              <a:rPr lang="en-US" altLang="ko-KR" sz="1400" dirty="0">
                <a:solidFill>
                  <a:sysClr val="windowText" lastClr="000000"/>
                </a:solidFill>
                <a:latin typeface="Arial Narrow" panose="020B0606020202030204" pitchFamily="34" charset="0"/>
                <a:ea typeface="LG스마트체 Regular" panose="020B0600000101010101" pitchFamily="50" charset="-127"/>
              </a:rPr>
              <a:t>·</a:t>
            </a:r>
            <a:r>
              <a:rPr lang="ko-KR" altLang="en-US" sz="1400" dirty="0">
                <a:solidFill>
                  <a:sysClr val="windowText" lastClr="000000"/>
                </a:solidFill>
                <a:latin typeface="Arial Narrow" panose="020B0606020202030204" pitchFamily="34" charset="0"/>
                <a:ea typeface="LG스마트체 Regular" panose="020B0600000101010101" pitchFamily="50" charset="-127"/>
              </a:rPr>
              <a:t>목적</a:t>
            </a:r>
            <a:r>
              <a:rPr lang="en-US" altLang="ko-KR" sz="1400" dirty="0">
                <a:solidFill>
                  <a:sysClr val="windowText" lastClr="000000"/>
                </a:solidFill>
                <a:latin typeface="Arial Narrow" panose="020B0606020202030204" pitchFamily="34" charset="0"/>
                <a:ea typeface="LG스마트체 Regular" panose="020B0600000101010101" pitchFamily="50" charset="-127"/>
              </a:rPr>
              <a:t>·</a:t>
            </a:r>
            <a:r>
              <a:rPr lang="ko-KR" altLang="en-US" sz="1400" dirty="0">
                <a:solidFill>
                  <a:sysClr val="windowText" lastClr="000000"/>
                </a:solidFill>
                <a:latin typeface="Arial Narrow" panose="020B0606020202030204" pitchFamily="34" charset="0"/>
                <a:ea typeface="LG스마트체 Regular" panose="020B0600000101010101" pitchFamily="50" charset="-127"/>
              </a:rPr>
              <a:t>일정</a:t>
            </a:r>
            <a:r>
              <a:rPr lang="en-US" altLang="ko-KR" sz="1400" dirty="0">
                <a:solidFill>
                  <a:sysClr val="windowText" lastClr="000000"/>
                </a:solidFill>
                <a:latin typeface="Arial Narrow" panose="020B0606020202030204" pitchFamily="34" charset="0"/>
                <a:ea typeface="LG스마트체 Regular" panose="020B0600000101010101" pitchFamily="50" charset="-127"/>
              </a:rPr>
              <a:t>)</a:t>
            </a:r>
            <a:r>
              <a:rPr lang="ko-KR" altLang="en-US" sz="1400" dirty="0">
                <a:solidFill>
                  <a:sysClr val="windowText" lastClr="000000"/>
                </a:solidFill>
                <a:latin typeface="Arial Narrow" panose="020B0606020202030204" pitchFamily="34" charset="0"/>
                <a:ea typeface="LG스마트체 Regular" panose="020B0600000101010101" pitchFamily="50" charset="-127"/>
              </a:rPr>
              <a:t>를 입력하고</a:t>
            </a:r>
            <a:r>
              <a:rPr lang="en-US" altLang="ko-KR" sz="1400" dirty="0">
                <a:latin typeface="Arial Narrow" panose="020B0606020202030204" pitchFamily="34" charset="0"/>
                <a:ea typeface="LG스마트체 Regular" panose="020B0600000101010101" pitchFamily="50" charset="-127"/>
              </a:rPr>
              <a:t>, </a:t>
            </a:r>
            <a:r>
              <a:rPr lang="ko-KR" altLang="en-US" sz="1400" dirty="0">
                <a:latin typeface="Arial Narrow" panose="020B0606020202030204" pitchFamily="34" charset="0"/>
                <a:ea typeface="LG스마트체 Regular" panose="020B0600000101010101" pitchFamily="50" charset="-127"/>
              </a:rPr>
              <a:t>구성원은 진행한 업무 내용을 기록합니다</a:t>
            </a:r>
            <a:r>
              <a:rPr lang="en-US" altLang="ko-KR" sz="1400" dirty="0">
                <a:latin typeface="Arial Narrow" panose="020B0606020202030204" pitchFamily="34" charset="0"/>
                <a:ea typeface="LG스마트체 Regular" panose="020B0600000101010101" pitchFamily="50" charset="-127"/>
              </a:rPr>
              <a:t>.</a:t>
            </a:r>
          </a:p>
        </p:txBody>
      </p:sp>
      <p:sp>
        <p:nvSpPr>
          <p:cNvPr id="39" name="직사각형 38">
            <a:extLst>
              <a:ext uri="{FF2B5EF4-FFF2-40B4-BE49-F238E27FC236}">
                <a16:creationId xmlns:a16="http://schemas.microsoft.com/office/drawing/2014/main" id="{796D4B54-5565-DCDD-AE1A-28C1FAB8386F}"/>
              </a:ext>
            </a:extLst>
          </p:cNvPr>
          <p:cNvSpPr/>
          <p:nvPr/>
        </p:nvSpPr>
        <p:spPr>
          <a:xfrm>
            <a:off x="189765" y="642660"/>
            <a:ext cx="806603" cy="2238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err="1">
                <a:latin typeface="Arial Narrow" panose="020B0606020202030204" pitchFamily="34" charset="0"/>
                <a:ea typeface="LG스마트체 Regular" panose="020B0600000101010101" pitchFamily="50" charset="-127"/>
                <a:hlinkClick r:id="rId5" tooltip="http://10.76.93.61:8100/"/>
              </a:rPr>
              <a:t>WorkLog</a:t>
            </a:r>
            <a:endParaRPr lang="ko-KR" altLang="en-US" sz="1400" dirty="0">
              <a:latin typeface="Arial Narrow" panose="020B0606020202030204" pitchFamily="34" charset="0"/>
              <a:ea typeface="LG스마트체 Regular" panose="020B0600000101010101" pitchFamily="50" charset="-127"/>
            </a:endParaRPr>
          </a:p>
        </p:txBody>
      </p:sp>
      <p:sp>
        <p:nvSpPr>
          <p:cNvPr id="41" name="TextBox 40">
            <a:extLst>
              <a:ext uri="{FF2B5EF4-FFF2-40B4-BE49-F238E27FC236}">
                <a16:creationId xmlns:a16="http://schemas.microsoft.com/office/drawing/2014/main" id="{7722345A-75A7-17DB-07D9-F9268ABD38CE}"/>
              </a:ext>
            </a:extLst>
          </p:cNvPr>
          <p:cNvSpPr txBox="1"/>
          <p:nvPr/>
        </p:nvSpPr>
        <p:spPr>
          <a:xfrm>
            <a:off x="241763" y="1373445"/>
            <a:ext cx="4659241" cy="296620"/>
          </a:xfrm>
          <a:prstGeom prst="rect">
            <a:avLst/>
          </a:prstGeom>
          <a:noFill/>
        </p:spPr>
        <p:txBody>
          <a:bodyPr wrap="square">
            <a:spAutoFit/>
          </a:bodyPr>
          <a:lstStyle/>
          <a:p>
            <a:pPr marR="0" fontAlgn="auto">
              <a:lnSpc>
                <a:spcPct val="120000"/>
              </a:lnSpc>
              <a:spcBef>
                <a:spcPts val="0"/>
              </a:spcBef>
              <a:spcAft>
                <a:spcPts val="0"/>
              </a:spcAft>
              <a:buClrTx/>
              <a:buSzTx/>
              <a:defRPr/>
            </a:pPr>
            <a:r>
              <a:rPr lang="ko-KR" altLang="en-US" sz="1200" b="1" u="sng" dirty="0">
                <a:solidFill>
                  <a:sysClr val="windowText" lastClr="000000"/>
                </a:solidFill>
                <a:latin typeface="Arial Narrow" panose="020B0606020202030204" pitchFamily="34" charset="0"/>
                <a:ea typeface="LG스마트체 Regular" panose="020B0600000101010101" pitchFamily="50" charset="-127"/>
              </a:rPr>
              <a:t>프로젝트 착수 시 배경</a:t>
            </a:r>
            <a:r>
              <a:rPr lang="en-US" altLang="ko-KR" sz="1200" b="1" u="sng" dirty="0">
                <a:solidFill>
                  <a:sysClr val="windowText" lastClr="000000"/>
                </a:solidFill>
                <a:latin typeface="Arial Narrow" panose="020B0606020202030204" pitchFamily="34" charset="0"/>
                <a:ea typeface="LG스마트체 Regular" panose="020B0600000101010101" pitchFamily="50" charset="-127"/>
              </a:rPr>
              <a:t>·</a:t>
            </a:r>
            <a:r>
              <a:rPr lang="ko-KR" altLang="en-US" sz="1200" b="1" u="sng" dirty="0">
                <a:solidFill>
                  <a:sysClr val="windowText" lastClr="000000"/>
                </a:solidFill>
                <a:latin typeface="Arial Narrow" panose="020B0606020202030204" pitchFamily="34" charset="0"/>
                <a:ea typeface="LG스마트체 Regular" panose="020B0600000101010101" pitchFamily="50" charset="-127"/>
              </a:rPr>
              <a:t>목적과 추진 일정을 명확히 설정 및 관리</a:t>
            </a:r>
          </a:p>
        </p:txBody>
      </p:sp>
      <p:sp>
        <p:nvSpPr>
          <p:cNvPr id="42" name="TextBox 41">
            <a:extLst>
              <a:ext uri="{FF2B5EF4-FFF2-40B4-BE49-F238E27FC236}">
                <a16:creationId xmlns:a16="http://schemas.microsoft.com/office/drawing/2014/main" id="{35505643-3698-F613-DEBA-DE00C76D33DB}"/>
              </a:ext>
            </a:extLst>
          </p:cNvPr>
          <p:cNvSpPr txBox="1"/>
          <p:nvPr/>
        </p:nvSpPr>
        <p:spPr>
          <a:xfrm>
            <a:off x="5057778" y="1373445"/>
            <a:ext cx="4369561" cy="296620"/>
          </a:xfrm>
          <a:prstGeom prst="rect">
            <a:avLst/>
          </a:prstGeom>
          <a:noFill/>
        </p:spPr>
        <p:txBody>
          <a:bodyPr wrap="square">
            <a:spAutoFit/>
          </a:bodyPr>
          <a:lstStyle/>
          <a:p>
            <a:pPr marR="0" fontAlgn="auto">
              <a:lnSpc>
                <a:spcPct val="120000"/>
              </a:lnSpc>
              <a:spcBef>
                <a:spcPts val="0"/>
              </a:spcBef>
              <a:spcAft>
                <a:spcPts val="0"/>
              </a:spcAft>
              <a:buClrTx/>
              <a:buSzTx/>
              <a:defRPr/>
            </a:pPr>
            <a:r>
              <a:rPr lang="ko-KR" altLang="en-US" sz="1200" b="1" u="sng" dirty="0">
                <a:solidFill>
                  <a:sysClr val="windowText" lastClr="000000"/>
                </a:solidFill>
                <a:latin typeface="Arial Narrow" panose="020B0606020202030204" pitchFamily="34" charset="0"/>
                <a:ea typeface="LG스마트체 Regular" panose="020B0600000101010101" pitchFamily="50" charset="-127"/>
              </a:rPr>
              <a:t>개인별로 프로젝트 진행하며 업무 내용을 자유롭게 작성 및 이력관리</a:t>
            </a:r>
          </a:p>
        </p:txBody>
      </p:sp>
      <p:sp>
        <p:nvSpPr>
          <p:cNvPr id="45" name="TextBox 44">
            <a:extLst>
              <a:ext uri="{FF2B5EF4-FFF2-40B4-BE49-F238E27FC236}">
                <a16:creationId xmlns:a16="http://schemas.microsoft.com/office/drawing/2014/main" id="{F40013CD-39A1-65D1-24FF-2DBBB2599C73}"/>
              </a:ext>
            </a:extLst>
          </p:cNvPr>
          <p:cNvSpPr txBox="1"/>
          <p:nvPr/>
        </p:nvSpPr>
        <p:spPr>
          <a:xfrm>
            <a:off x="331902" y="1994337"/>
            <a:ext cx="420573" cy="230832"/>
          </a:xfrm>
          <a:prstGeom prst="rect">
            <a:avLst/>
          </a:prstGeom>
          <a:solidFill>
            <a:schemeClr val="bg1"/>
          </a:solidFill>
        </p:spPr>
        <p:txBody>
          <a:bodyPr wrap="square">
            <a:spAutoFit/>
          </a:bodyPr>
          <a:lstStyle/>
          <a:p>
            <a:pPr>
              <a:buNone/>
            </a:pPr>
            <a:r>
              <a:rPr lang="ko-KR" altLang="en-US" sz="900" b="1" dirty="0">
                <a:latin typeface="Arial Narrow" panose="020B0606020202030204" pitchFamily="34" charset="0"/>
                <a:ea typeface="LG스마트체 Regular" panose="020B0600000101010101" pitchFamily="50" charset="-127"/>
              </a:rPr>
              <a:t>배경</a:t>
            </a:r>
            <a:endParaRPr lang="ko-KR" altLang="ko-KR" sz="900" b="1" dirty="0">
              <a:latin typeface="Arial Narrow" panose="020B0606020202030204" pitchFamily="34" charset="0"/>
              <a:ea typeface="LG스마트체 Regular" panose="020B0600000101010101" pitchFamily="50" charset="-127"/>
            </a:endParaRPr>
          </a:p>
        </p:txBody>
      </p:sp>
      <p:sp>
        <p:nvSpPr>
          <p:cNvPr id="46" name="TextBox 45">
            <a:extLst>
              <a:ext uri="{FF2B5EF4-FFF2-40B4-BE49-F238E27FC236}">
                <a16:creationId xmlns:a16="http://schemas.microsoft.com/office/drawing/2014/main" id="{EDE45FDE-F733-1628-2FB1-58E519414025}"/>
              </a:ext>
            </a:extLst>
          </p:cNvPr>
          <p:cNvSpPr txBox="1"/>
          <p:nvPr/>
        </p:nvSpPr>
        <p:spPr>
          <a:xfrm>
            <a:off x="331902" y="3033588"/>
            <a:ext cx="420573" cy="230832"/>
          </a:xfrm>
          <a:prstGeom prst="rect">
            <a:avLst/>
          </a:prstGeom>
          <a:solidFill>
            <a:schemeClr val="bg1"/>
          </a:solidFill>
        </p:spPr>
        <p:txBody>
          <a:bodyPr wrap="square">
            <a:spAutoFit/>
          </a:bodyPr>
          <a:lstStyle/>
          <a:p>
            <a:pPr>
              <a:buNone/>
            </a:pPr>
            <a:r>
              <a:rPr lang="ko-KR" altLang="en-US" sz="900" b="1" dirty="0">
                <a:latin typeface="Arial Narrow" panose="020B0606020202030204" pitchFamily="34" charset="0"/>
                <a:ea typeface="LG스마트체 Regular" panose="020B0600000101010101" pitchFamily="50" charset="-127"/>
              </a:rPr>
              <a:t>목적</a:t>
            </a:r>
            <a:endParaRPr lang="ko-KR" altLang="ko-KR" sz="900" b="1" dirty="0">
              <a:latin typeface="Arial Narrow" panose="020B0606020202030204" pitchFamily="34" charset="0"/>
              <a:ea typeface="LG스마트체 Regular" panose="020B0600000101010101" pitchFamily="50" charset="-127"/>
            </a:endParaRPr>
          </a:p>
        </p:txBody>
      </p:sp>
      <p:sp>
        <p:nvSpPr>
          <p:cNvPr id="51" name="직사각형 50">
            <a:extLst>
              <a:ext uri="{FF2B5EF4-FFF2-40B4-BE49-F238E27FC236}">
                <a16:creationId xmlns:a16="http://schemas.microsoft.com/office/drawing/2014/main" id="{3989C759-AF2A-5E29-287A-2981F449CAC8}"/>
              </a:ext>
            </a:extLst>
          </p:cNvPr>
          <p:cNvSpPr/>
          <p:nvPr/>
        </p:nvSpPr>
        <p:spPr>
          <a:xfrm>
            <a:off x="5129796" y="4303207"/>
            <a:ext cx="4470854" cy="2083934"/>
          </a:xfrm>
          <a:prstGeom prst="rect">
            <a:avLst/>
          </a:prstGeom>
          <a:solidFill>
            <a:schemeClr val="accent1">
              <a:alpha val="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grpSp>
        <p:nvGrpSpPr>
          <p:cNvPr id="32" name="그룹 31">
            <a:extLst>
              <a:ext uri="{FF2B5EF4-FFF2-40B4-BE49-F238E27FC236}">
                <a16:creationId xmlns:a16="http://schemas.microsoft.com/office/drawing/2014/main" id="{6750273E-5441-25F8-E891-F43716B27C48}"/>
              </a:ext>
            </a:extLst>
          </p:cNvPr>
          <p:cNvGrpSpPr/>
          <p:nvPr/>
        </p:nvGrpSpPr>
        <p:grpSpPr>
          <a:xfrm>
            <a:off x="5071848" y="4455086"/>
            <a:ext cx="4222213" cy="1947738"/>
            <a:chOff x="4937168" y="4332042"/>
            <a:chExt cx="4644431" cy="1947738"/>
          </a:xfrm>
        </p:grpSpPr>
        <p:pic>
          <p:nvPicPr>
            <p:cNvPr id="5" name="그림 4">
              <a:extLst>
                <a:ext uri="{FF2B5EF4-FFF2-40B4-BE49-F238E27FC236}">
                  <a16:creationId xmlns:a16="http://schemas.microsoft.com/office/drawing/2014/main" id="{2F81F59F-B1B4-CF40-6134-ED908EFD3A77}"/>
                </a:ext>
              </a:extLst>
            </p:cNvPr>
            <p:cNvPicPr>
              <a:picLocks noChangeAspect="1"/>
            </p:cNvPicPr>
            <p:nvPr/>
          </p:nvPicPr>
          <p:blipFill>
            <a:blip r:embed="rId6"/>
            <a:stretch>
              <a:fillRect/>
            </a:stretch>
          </p:blipFill>
          <p:spPr>
            <a:xfrm>
              <a:off x="5989898" y="4332042"/>
              <a:ext cx="3591701" cy="1947738"/>
            </a:xfrm>
            <a:prstGeom prst="rect">
              <a:avLst/>
            </a:prstGeom>
          </p:spPr>
        </p:pic>
        <p:sp>
          <p:nvSpPr>
            <p:cNvPr id="13" name="직사각형 12">
              <a:extLst>
                <a:ext uri="{FF2B5EF4-FFF2-40B4-BE49-F238E27FC236}">
                  <a16:creationId xmlns:a16="http://schemas.microsoft.com/office/drawing/2014/main" id="{A8FE715B-35FC-4A88-7654-7BB634EBA808}"/>
                </a:ext>
              </a:extLst>
            </p:cNvPr>
            <p:cNvSpPr/>
            <p:nvPr/>
          </p:nvSpPr>
          <p:spPr>
            <a:xfrm>
              <a:off x="5989898" y="4332042"/>
              <a:ext cx="769963" cy="21533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a:solidFill>
                    <a:schemeClr val="tx1"/>
                  </a:solidFill>
                  <a:latin typeface="Arial Narrow" panose="020B0606020202030204" pitchFamily="34" charset="0"/>
                  <a:ea typeface="LG스마트체 Regular" panose="020B0600000101010101" pitchFamily="50" charset="-127"/>
                </a:rPr>
                <a:t>2026-10-07 (</a:t>
              </a:r>
              <a:r>
                <a:rPr lang="ko-KR" altLang="en-US" sz="800" b="1">
                  <a:solidFill>
                    <a:schemeClr val="tx1"/>
                  </a:solidFill>
                  <a:latin typeface="Arial Narrow" panose="020B0606020202030204" pitchFamily="34" charset="0"/>
                  <a:ea typeface="LG스마트체 Regular" panose="020B0600000101010101" pitchFamily="50" charset="-127"/>
                </a:rPr>
                <a:t>수</a:t>
              </a:r>
              <a:r>
                <a:rPr lang="en-US" altLang="ko-KR" sz="800" b="1">
                  <a:solidFill>
                    <a:schemeClr val="tx1"/>
                  </a:solidFill>
                  <a:latin typeface="Arial Narrow" panose="020B0606020202030204" pitchFamily="34" charset="0"/>
                  <a:ea typeface="LG스마트체 Regular" panose="020B0600000101010101" pitchFamily="50" charset="-127"/>
                </a:rPr>
                <a:t>)</a:t>
              </a:r>
              <a:endParaRPr lang="ko-KR" altLang="en-US" sz="800" b="1">
                <a:solidFill>
                  <a:schemeClr val="tx1"/>
                </a:solidFill>
                <a:latin typeface="Arial Narrow" panose="020B0606020202030204" pitchFamily="34" charset="0"/>
                <a:ea typeface="LG스마트체 Regular" panose="020B0600000101010101" pitchFamily="50" charset="-127"/>
              </a:endParaRPr>
            </a:p>
          </p:txBody>
        </p:sp>
        <p:sp>
          <p:nvSpPr>
            <p:cNvPr id="33" name="직사각형 32">
              <a:extLst>
                <a:ext uri="{FF2B5EF4-FFF2-40B4-BE49-F238E27FC236}">
                  <a16:creationId xmlns:a16="http://schemas.microsoft.com/office/drawing/2014/main" id="{FD52F071-CB7E-33A4-F63F-E735047256D3}"/>
                </a:ext>
              </a:extLst>
            </p:cNvPr>
            <p:cNvSpPr/>
            <p:nvPr/>
          </p:nvSpPr>
          <p:spPr>
            <a:xfrm>
              <a:off x="5989898" y="5000647"/>
              <a:ext cx="769963" cy="21533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a:solidFill>
                    <a:schemeClr val="tx1"/>
                  </a:solidFill>
                  <a:latin typeface="Arial Narrow" panose="020B0606020202030204" pitchFamily="34" charset="0"/>
                  <a:ea typeface="LG스마트체 Regular" panose="020B0600000101010101" pitchFamily="50" charset="-127"/>
                </a:rPr>
                <a:t>2026-10-06 (</a:t>
              </a:r>
              <a:r>
                <a:rPr lang="ko-KR" altLang="en-US" sz="800" b="1">
                  <a:solidFill>
                    <a:schemeClr val="tx1"/>
                  </a:solidFill>
                  <a:latin typeface="Arial Narrow" panose="020B0606020202030204" pitchFamily="34" charset="0"/>
                  <a:ea typeface="LG스마트체 Regular" panose="020B0600000101010101" pitchFamily="50" charset="-127"/>
                </a:rPr>
                <a:t>화</a:t>
              </a:r>
              <a:r>
                <a:rPr lang="en-US" altLang="ko-KR" sz="800" b="1">
                  <a:solidFill>
                    <a:schemeClr val="tx1"/>
                  </a:solidFill>
                  <a:latin typeface="Arial Narrow" panose="020B0606020202030204" pitchFamily="34" charset="0"/>
                  <a:ea typeface="LG스마트체 Regular" panose="020B0600000101010101" pitchFamily="50" charset="-127"/>
                </a:rPr>
                <a:t>)</a:t>
              </a:r>
              <a:endParaRPr lang="ko-KR" altLang="en-US" sz="800" b="1">
                <a:solidFill>
                  <a:schemeClr val="tx1"/>
                </a:solidFill>
                <a:latin typeface="Arial Narrow" panose="020B0606020202030204" pitchFamily="34" charset="0"/>
                <a:ea typeface="LG스마트체 Regular" panose="020B0600000101010101" pitchFamily="50" charset="-127"/>
              </a:endParaRPr>
            </a:p>
          </p:txBody>
        </p:sp>
        <p:sp>
          <p:nvSpPr>
            <p:cNvPr id="34" name="직사각형 33">
              <a:extLst>
                <a:ext uri="{FF2B5EF4-FFF2-40B4-BE49-F238E27FC236}">
                  <a16:creationId xmlns:a16="http://schemas.microsoft.com/office/drawing/2014/main" id="{CEE68322-B172-1F10-2665-824AA4C2092C}"/>
                </a:ext>
              </a:extLst>
            </p:cNvPr>
            <p:cNvSpPr/>
            <p:nvPr/>
          </p:nvSpPr>
          <p:spPr>
            <a:xfrm>
              <a:off x="5989898" y="5669253"/>
              <a:ext cx="769963" cy="21533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a:solidFill>
                    <a:schemeClr val="tx1"/>
                  </a:solidFill>
                  <a:latin typeface="Arial Narrow" panose="020B0606020202030204" pitchFamily="34" charset="0"/>
                  <a:ea typeface="LG스마트체 Regular" panose="020B0600000101010101" pitchFamily="50" charset="-127"/>
                </a:rPr>
                <a:t>2026-10-02 (</a:t>
              </a:r>
              <a:r>
                <a:rPr lang="ko-KR" altLang="en-US" sz="800" b="1">
                  <a:solidFill>
                    <a:schemeClr val="tx1"/>
                  </a:solidFill>
                  <a:latin typeface="Arial Narrow" panose="020B0606020202030204" pitchFamily="34" charset="0"/>
                  <a:ea typeface="LG스마트체 Regular" panose="020B0600000101010101" pitchFamily="50" charset="-127"/>
                </a:rPr>
                <a:t>금</a:t>
              </a:r>
              <a:r>
                <a:rPr lang="en-US" altLang="ko-KR" sz="800" b="1">
                  <a:solidFill>
                    <a:schemeClr val="tx1"/>
                  </a:solidFill>
                  <a:latin typeface="Arial Narrow" panose="020B0606020202030204" pitchFamily="34" charset="0"/>
                  <a:ea typeface="LG스마트체 Regular" panose="020B0600000101010101" pitchFamily="50" charset="-127"/>
                </a:rPr>
                <a:t>)</a:t>
              </a:r>
              <a:endParaRPr lang="ko-KR" altLang="en-US" sz="800" b="1">
                <a:solidFill>
                  <a:schemeClr val="tx1"/>
                </a:solidFill>
                <a:latin typeface="Arial Narrow" panose="020B0606020202030204" pitchFamily="34" charset="0"/>
                <a:ea typeface="LG스마트체 Regular" panose="020B0600000101010101" pitchFamily="50" charset="-127"/>
              </a:endParaRPr>
            </a:p>
          </p:txBody>
        </p:sp>
        <p:sp>
          <p:nvSpPr>
            <p:cNvPr id="54" name="화살표: 아래쪽 53">
              <a:extLst>
                <a:ext uri="{FF2B5EF4-FFF2-40B4-BE49-F238E27FC236}">
                  <a16:creationId xmlns:a16="http://schemas.microsoft.com/office/drawing/2014/main" id="{224EE9CF-04CF-E70C-DF18-006D2CB0B48F}"/>
                </a:ext>
              </a:extLst>
            </p:cNvPr>
            <p:cNvSpPr/>
            <p:nvPr/>
          </p:nvSpPr>
          <p:spPr>
            <a:xfrm rot="10800000">
              <a:off x="5264760" y="4403006"/>
              <a:ext cx="554157" cy="1775348"/>
            </a:xfrm>
            <a:prstGeom prst="downArrow">
              <a:avLst>
                <a:gd name="adj1" fmla="val 50000"/>
                <a:gd name="adj2"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sp>
          <p:nvSpPr>
            <p:cNvPr id="55" name="제목 4">
              <a:extLst>
                <a:ext uri="{FF2B5EF4-FFF2-40B4-BE49-F238E27FC236}">
                  <a16:creationId xmlns:a16="http://schemas.microsoft.com/office/drawing/2014/main" id="{CEDE0380-F7A8-871B-9DA9-8A94255AF28A}"/>
                </a:ext>
              </a:extLst>
            </p:cNvPr>
            <p:cNvSpPr txBox="1">
              <a:spLocks/>
            </p:cNvSpPr>
            <p:nvPr/>
          </p:nvSpPr>
          <p:spPr>
            <a:xfrm>
              <a:off x="4937168" y="5025629"/>
              <a:ext cx="1210786" cy="979289"/>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gn="ctr"/>
              <a:r>
                <a:rPr lang="ko-KR" altLang="en-US" sz="1600" b="0" dirty="0">
                  <a:solidFill>
                    <a:srgbClr val="0000FF"/>
                  </a:solidFill>
                  <a:latin typeface="Arial Narrow" panose="020B0606020202030204" pitchFamily="34" charset="0"/>
                  <a:ea typeface="LG스마트체 Regular" panose="020B0600000101010101" pitchFamily="50" charset="-127"/>
                </a:rPr>
                <a:t>일자별 </a:t>
              </a:r>
              <a:endParaRPr lang="en-US" altLang="ko-KR" sz="1600" b="0" dirty="0">
                <a:solidFill>
                  <a:srgbClr val="0000FF"/>
                </a:solidFill>
                <a:latin typeface="Arial Narrow" panose="020B0606020202030204" pitchFamily="34" charset="0"/>
                <a:ea typeface="LG스마트체 Regular" panose="020B0600000101010101" pitchFamily="50" charset="-127"/>
              </a:endParaRPr>
            </a:p>
            <a:p>
              <a:pPr algn="ctr"/>
              <a:r>
                <a:rPr lang="ko-KR" altLang="en-US" sz="1600" b="0" dirty="0">
                  <a:solidFill>
                    <a:srgbClr val="0000FF"/>
                  </a:solidFill>
                  <a:latin typeface="Arial Narrow" panose="020B0606020202030204" pitchFamily="34" charset="0"/>
                  <a:ea typeface="LG스마트체 Regular" panose="020B0600000101010101" pitchFamily="50" charset="-127"/>
                </a:rPr>
                <a:t>이력 적재</a:t>
              </a:r>
            </a:p>
          </p:txBody>
        </p:sp>
      </p:grpSp>
      <p:sp>
        <p:nvSpPr>
          <p:cNvPr id="6" name="TextBox 5">
            <a:extLst>
              <a:ext uri="{FF2B5EF4-FFF2-40B4-BE49-F238E27FC236}">
                <a16:creationId xmlns:a16="http://schemas.microsoft.com/office/drawing/2014/main" id="{0961AA95-B89C-DFA8-056C-054E5938FF15}"/>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dirty="0">
                <a:solidFill>
                  <a:prstClr val="black"/>
                </a:solidFill>
                <a:latin typeface="Arial Narrow" panose="020B0606020202030204" pitchFamily="34" charset="0"/>
                <a:ea typeface="LG스마트체 Regular" panose="020B0600000101010101" pitchFamily="50" charset="-127"/>
              </a:rPr>
              <a:t>4/4</a:t>
            </a:r>
            <a:endParaRPr kumimoji="0" lang="ko-KR" altLang="en-US" sz="1100" i="0" u="none" strike="noStrike" kern="1200" cap="none" spc="0" normalizeH="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9" name="사각형 설명선 24">
            <a:extLst>
              <a:ext uri="{FF2B5EF4-FFF2-40B4-BE49-F238E27FC236}">
                <a16:creationId xmlns:a16="http://schemas.microsoft.com/office/drawing/2014/main" id="{432E5ADC-E855-7B42-D5F5-E7D6B2941F3B}"/>
              </a:ext>
            </a:extLst>
          </p:cNvPr>
          <p:cNvSpPr/>
          <p:nvPr/>
        </p:nvSpPr>
        <p:spPr bwMode="auto">
          <a:xfrm>
            <a:off x="336276" y="1650115"/>
            <a:ext cx="885816" cy="213432"/>
          </a:xfrm>
          <a:prstGeom prst="wedgeRectCallout">
            <a:avLst>
              <a:gd name="adj1" fmla="val -49909"/>
              <a:gd name="adj2" fmla="val -26418"/>
            </a:avLst>
          </a:prstGeom>
          <a:solidFill>
            <a:schemeClr val="bg1"/>
          </a:solidFill>
          <a:ln w="6350" algn="ctr">
            <a:noFill/>
            <a:miter lim="800000"/>
            <a:headEnd/>
            <a:tailEnd/>
          </a:ln>
          <a:effectLst/>
        </p:spPr>
        <p:txBody>
          <a:bodyPr lIns="0" tIns="0" rIns="0" bIns="0" anchor="ctr"/>
          <a:lstStyle/>
          <a:p>
            <a:pPr marL="0" lvl="1" defTabSz="1042298" fontAlgn="base">
              <a:lnSpc>
                <a:spcPct val="120000"/>
              </a:lnSpc>
              <a:spcBef>
                <a:spcPts val="400"/>
              </a:spcBef>
              <a:spcAft>
                <a:spcPct val="0"/>
              </a:spcAft>
              <a:defRPr/>
            </a:pP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배경</a:t>
            </a:r>
            <a:r>
              <a:rPr kumimoji="1" lang="en-US" altLang="ko-KR"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a:t>
            </a: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목적</a:t>
            </a:r>
            <a:endPar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17" name="사각형 설명선 24">
            <a:extLst>
              <a:ext uri="{FF2B5EF4-FFF2-40B4-BE49-F238E27FC236}">
                <a16:creationId xmlns:a16="http://schemas.microsoft.com/office/drawing/2014/main" id="{44BE1377-264F-4D2A-387C-7755F4238FCE}"/>
              </a:ext>
            </a:extLst>
          </p:cNvPr>
          <p:cNvSpPr/>
          <p:nvPr/>
        </p:nvSpPr>
        <p:spPr bwMode="auto">
          <a:xfrm>
            <a:off x="5139321" y="1650115"/>
            <a:ext cx="732079" cy="213432"/>
          </a:xfrm>
          <a:prstGeom prst="wedgeRectCallout">
            <a:avLst>
              <a:gd name="adj1" fmla="val -49909"/>
              <a:gd name="adj2" fmla="val -26418"/>
            </a:avLst>
          </a:prstGeom>
          <a:solidFill>
            <a:schemeClr val="bg1"/>
          </a:solidFill>
          <a:ln w="6350" algn="ctr">
            <a:noFill/>
            <a:miter lim="800000"/>
            <a:headEnd/>
            <a:tailEnd/>
          </a:ln>
          <a:effectLst/>
        </p:spPr>
        <p:txBody>
          <a:bodyPr lIns="0" tIns="0" rIns="0" bIns="0" anchor="ctr"/>
          <a:lstStyle/>
          <a:p>
            <a:pPr marL="0" lvl="1" defTabSz="1042298" fontAlgn="base">
              <a:lnSpc>
                <a:spcPct val="120000"/>
              </a:lnSpc>
              <a:spcBef>
                <a:spcPts val="400"/>
              </a:spcBef>
              <a:spcAft>
                <a:spcPct val="0"/>
              </a:spcAft>
              <a:defRPr/>
            </a:pP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업무내용</a:t>
            </a:r>
            <a:endPar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26" name="사각형 설명선 24">
            <a:extLst>
              <a:ext uri="{FF2B5EF4-FFF2-40B4-BE49-F238E27FC236}">
                <a16:creationId xmlns:a16="http://schemas.microsoft.com/office/drawing/2014/main" id="{CA00C00D-364F-20F7-F1B2-10ABA6ECFF8E}"/>
              </a:ext>
            </a:extLst>
          </p:cNvPr>
          <p:cNvSpPr/>
          <p:nvPr/>
        </p:nvSpPr>
        <p:spPr bwMode="auto">
          <a:xfrm>
            <a:off x="336276" y="4059313"/>
            <a:ext cx="885816" cy="213432"/>
          </a:xfrm>
          <a:prstGeom prst="wedgeRectCallout">
            <a:avLst>
              <a:gd name="adj1" fmla="val -49909"/>
              <a:gd name="adj2" fmla="val -26418"/>
            </a:avLst>
          </a:prstGeom>
          <a:solidFill>
            <a:schemeClr val="bg1"/>
          </a:solidFill>
          <a:ln w="6350" algn="ctr">
            <a:noFill/>
            <a:miter lim="800000"/>
            <a:headEnd/>
            <a:tailEnd/>
          </a:ln>
          <a:effectLst/>
        </p:spPr>
        <p:txBody>
          <a:bodyPr lIns="0" tIns="0" rIns="0" bIns="0" anchor="ctr"/>
          <a:lstStyle/>
          <a:p>
            <a:pPr marL="0" lvl="1" defTabSz="1042298" fontAlgn="base">
              <a:lnSpc>
                <a:spcPct val="120000"/>
              </a:lnSpc>
              <a:spcBef>
                <a:spcPts val="400"/>
              </a:spcBef>
              <a:spcAft>
                <a:spcPct val="0"/>
              </a:spcAft>
              <a:defRPr/>
            </a:pP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추진일정</a:t>
            </a:r>
            <a:endPar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35" name="사각형 설명선 24">
            <a:extLst>
              <a:ext uri="{FF2B5EF4-FFF2-40B4-BE49-F238E27FC236}">
                <a16:creationId xmlns:a16="http://schemas.microsoft.com/office/drawing/2014/main" id="{C36FEFC8-00D8-73E5-7401-F9E50C0DCEDE}"/>
              </a:ext>
            </a:extLst>
          </p:cNvPr>
          <p:cNvSpPr/>
          <p:nvPr/>
        </p:nvSpPr>
        <p:spPr bwMode="auto">
          <a:xfrm>
            <a:off x="5139321" y="4059313"/>
            <a:ext cx="885816" cy="213432"/>
          </a:xfrm>
          <a:prstGeom prst="wedgeRectCallout">
            <a:avLst>
              <a:gd name="adj1" fmla="val -49909"/>
              <a:gd name="adj2" fmla="val -26418"/>
            </a:avLst>
          </a:prstGeom>
          <a:solidFill>
            <a:schemeClr val="bg1"/>
          </a:solidFill>
          <a:ln w="6350" algn="ctr">
            <a:noFill/>
            <a:miter lim="800000"/>
            <a:headEnd/>
            <a:tailEnd/>
          </a:ln>
          <a:effectLst/>
        </p:spPr>
        <p:txBody>
          <a:bodyPr lIns="0" tIns="0" rIns="0" bIns="0" anchor="ctr"/>
          <a:lstStyle/>
          <a:p>
            <a:pPr marL="0" lvl="1" defTabSz="1042298" fontAlgn="base">
              <a:lnSpc>
                <a:spcPct val="120000"/>
              </a:lnSpc>
              <a:spcBef>
                <a:spcPts val="400"/>
              </a:spcBef>
              <a:spcAft>
                <a:spcPct val="0"/>
              </a:spcAft>
              <a:defRPr/>
            </a:pP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이력관리</a:t>
            </a:r>
            <a:endPar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3" name="TextBox 2">
            <a:extLst>
              <a:ext uri="{FF2B5EF4-FFF2-40B4-BE49-F238E27FC236}">
                <a16:creationId xmlns:a16="http://schemas.microsoft.com/office/drawing/2014/main" id="{DF101946-A843-E09E-AD49-091C2E9242F5}"/>
              </a:ext>
            </a:extLst>
          </p:cNvPr>
          <p:cNvSpPr txBox="1"/>
          <p:nvPr/>
        </p:nvSpPr>
        <p:spPr>
          <a:xfrm>
            <a:off x="290542" y="6507224"/>
            <a:ext cx="3787896" cy="153888"/>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b="1" i="0" u="none" strike="noStrike"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cs typeface="+mj-cs"/>
              </a:defRPr>
            </a:lvl1pPr>
          </a:lstStyle>
          <a:p>
            <a:r>
              <a:rPr lang="en-US" altLang="ko-KR" sz="1000" b="0" baseline="30000" dirty="0">
                <a:solidFill>
                  <a:srgbClr val="006600"/>
                </a:solidFill>
              </a:rPr>
              <a:t>1)</a:t>
            </a:r>
            <a:r>
              <a:rPr lang="en-US" altLang="ko-KR" sz="1000" b="0" dirty="0">
                <a:solidFill>
                  <a:srgbClr val="006600"/>
                </a:solidFill>
              </a:rPr>
              <a:t> Work Log</a:t>
            </a:r>
            <a:r>
              <a:rPr lang="ko-KR" altLang="en-US" sz="1000" b="0" dirty="0">
                <a:solidFill>
                  <a:srgbClr val="006600"/>
                </a:solidFill>
              </a:rPr>
              <a:t> </a:t>
            </a:r>
            <a:r>
              <a:rPr lang="en-US" altLang="ko-KR" sz="1000" b="0" dirty="0">
                <a:solidFill>
                  <a:srgbClr val="006600"/>
                </a:solidFill>
              </a:rPr>
              <a:t>: </a:t>
            </a:r>
            <a:r>
              <a:rPr lang="ko-KR" altLang="en-US" sz="1000" b="0" dirty="0">
                <a:solidFill>
                  <a:srgbClr val="006600"/>
                </a:solidFill>
              </a:rPr>
              <a:t>프로젝트</a:t>
            </a:r>
            <a:r>
              <a:rPr lang="en-US" altLang="ko-KR" sz="1000" b="0" dirty="0">
                <a:solidFill>
                  <a:srgbClr val="006600"/>
                </a:solidFill>
              </a:rPr>
              <a:t>, </a:t>
            </a:r>
            <a:r>
              <a:rPr lang="ko-KR" altLang="en-US" sz="1000" b="0" dirty="0">
                <a:solidFill>
                  <a:srgbClr val="006600"/>
                </a:solidFill>
              </a:rPr>
              <a:t>일상 업무 등에 대한 진행현황</a:t>
            </a:r>
            <a:r>
              <a:rPr lang="en-US" altLang="ko-KR" sz="1000" b="0" dirty="0">
                <a:solidFill>
                  <a:srgbClr val="006600"/>
                </a:solidFill>
              </a:rPr>
              <a:t>, </a:t>
            </a:r>
            <a:r>
              <a:rPr lang="ko-KR" altLang="en-US" sz="1000" b="0" dirty="0">
                <a:solidFill>
                  <a:srgbClr val="006600"/>
                </a:solidFill>
              </a:rPr>
              <a:t>향후계획</a:t>
            </a:r>
            <a:r>
              <a:rPr lang="en-US" altLang="ko-KR" sz="1000" b="0" dirty="0">
                <a:solidFill>
                  <a:srgbClr val="006600"/>
                </a:solidFill>
              </a:rPr>
              <a:t>, </a:t>
            </a:r>
            <a:r>
              <a:rPr lang="ko-KR" altLang="en-US" sz="1000" b="0" dirty="0">
                <a:solidFill>
                  <a:srgbClr val="006600"/>
                </a:solidFill>
              </a:rPr>
              <a:t>이슈를 기록 </a:t>
            </a:r>
            <a:endParaRPr lang="en-US" altLang="ko-KR" sz="1000" b="0" dirty="0">
              <a:solidFill>
                <a:srgbClr val="006600"/>
              </a:solidFill>
            </a:endParaRPr>
          </a:p>
        </p:txBody>
      </p:sp>
      <p:graphicFrame>
        <p:nvGraphicFramePr>
          <p:cNvPr id="2" name="개체 1">
            <a:hlinkClick r:id="" action="ppaction://ole?verb=0"/>
            <a:extLst>
              <a:ext uri="{FF2B5EF4-FFF2-40B4-BE49-F238E27FC236}">
                <a16:creationId xmlns:a16="http://schemas.microsoft.com/office/drawing/2014/main" id="{938E59E4-2EBF-BD52-C129-4BAE1D6B18FA}"/>
              </a:ext>
            </a:extLst>
          </p:cNvPr>
          <p:cNvGraphicFramePr>
            <a:graphicFrameLocks noChangeAspect="1"/>
          </p:cNvGraphicFramePr>
          <p:nvPr>
            <p:extLst>
              <p:ext uri="{D42A27DB-BD31-4B8C-83A1-F6EECF244321}">
                <p14:modId xmlns:p14="http://schemas.microsoft.com/office/powerpoint/2010/main" val="1904176667"/>
              </p:ext>
            </p:extLst>
          </p:nvPr>
        </p:nvGraphicFramePr>
        <p:xfrm>
          <a:off x="8991600" y="609488"/>
          <a:ext cx="914400" cy="771525"/>
        </p:xfrm>
        <a:graphic>
          <a:graphicData uri="http://schemas.openxmlformats.org/presentationml/2006/ole">
            <mc:AlternateContent xmlns:mc="http://schemas.openxmlformats.org/markup-compatibility/2006">
              <mc:Choice xmlns:v="urn:schemas-microsoft-com:vml" Requires="v">
                <p:oleObj name="Presentation" showAsIcon="1" r:id="rId7" imgW="914400" imgH="771525" progId="PowerPoint.Show.12">
                  <p:embed/>
                </p:oleObj>
              </mc:Choice>
              <mc:Fallback>
                <p:oleObj name="Presentation" showAsIcon="1" r:id="rId7" imgW="914400" imgH="771525" progId="PowerPoint.Show.12">
                  <p:embed/>
                  <p:pic>
                    <p:nvPicPr>
                      <p:cNvPr id="0" name=""/>
                      <p:cNvPicPr/>
                      <p:nvPr/>
                    </p:nvPicPr>
                    <p:blipFill>
                      <a:blip r:embed="rId8"/>
                      <a:stretch>
                        <a:fillRect/>
                      </a:stretch>
                    </p:blipFill>
                    <p:spPr>
                      <a:xfrm>
                        <a:off x="8991600" y="609488"/>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28958333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3612"/>
</p:tagLst>
</file>

<file path=ppt/tags/tag2.xml><?xml version="1.0" encoding="utf-8"?>
<p:tagLst xmlns:a="http://schemas.openxmlformats.org/drawingml/2006/main" xmlns:r="http://schemas.openxmlformats.org/officeDocument/2006/relationships" xmlns:p="http://schemas.openxmlformats.org/presentationml/2006/main">
  <p:tag name="AS_UNIQUEID" val="3613"/>
</p:tagLst>
</file>

<file path=ppt/tags/tag3.xml><?xml version="1.0" encoding="utf-8"?>
<p:tagLst xmlns:a="http://schemas.openxmlformats.org/drawingml/2006/main" xmlns:r="http://schemas.openxmlformats.org/officeDocument/2006/relationships" xmlns:p="http://schemas.openxmlformats.org/presentationml/2006/main">
  <p:tag name="AS_UNIQUEID" val="3614"/>
</p:tagLst>
</file>

<file path=ppt/tags/tag4.xml><?xml version="1.0" encoding="utf-8"?>
<p:tagLst xmlns:a="http://schemas.openxmlformats.org/drawingml/2006/main" xmlns:r="http://schemas.openxmlformats.org/officeDocument/2006/relationships" xmlns:p="http://schemas.openxmlformats.org/presentationml/2006/main">
  <p:tag name="AS_UNIQUEID" val="3615"/>
</p:tagLst>
</file>

<file path=ppt/tags/tag5.xml><?xml version="1.0" encoding="utf-8"?>
<p:tagLst xmlns:a="http://schemas.openxmlformats.org/drawingml/2006/main" xmlns:r="http://schemas.openxmlformats.org/officeDocument/2006/relationships" xmlns:p="http://schemas.openxmlformats.org/presentationml/2006/main">
  <p:tag name="AS_UNIQUEID" val="3616"/>
</p:tagLst>
</file>

<file path=ppt/tags/tag6.xml><?xml version="1.0" encoding="utf-8"?>
<p:tagLst xmlns:a="http://schemas.openxmlformats.org/drawingml/2006/main" xmlns:r="http://schemas.openxmlformats.org/officeDocument/2006/relationships" xmlns:p="http://schemas.openxmlformats.org/presentationml/2006/main">
  <p:tag name="AS_UNIQUEID" val="3620"/>
</p:tagLst>
</file>

<file path=ppt/tags/tag7.xml><?xml version="1.0" encoding="utf-8"?>
<p:tagLst xmlns:a="http://schemas.openxmlformats.org/drawingml/2006/main" xmlns:r="http://schemas.openxmlformats.org/officeDocument/2006/relationships" xmlns:p="http://schemas.openxmlformats.org/presentationml/2006/main">
  <p:tag name="AS_UNIQUEID" val="3617"/>
</p:tagLst>
</file>

<file path=ppt/tags/tag8.xml><?xml version="1.0" encoding="utf-8"?>
<p:tagLst xmlns:a="http://schemas.openxmlformats.org/drawingml/2006/main" xmlns:r="http://schemas.openxmlformats.org/officeDocument/2006/relationships" xmlns:p="http://schemas.openxmlformats.org/presentationml/2006/main">
  <p:tag name="AS_UNIQUEID" val="3618"/>
</p:tagLst>
</file>

<file path=ppt/tags/tag9.xml><?xml version="1.0" encoding="utf-8"?>
<p:tagLst xmlns:a="http://schemas.openxmlformats.org/drawingml/2006/main" xmlns:r="http://schemas.openxmlformats.org/officeDocument/2006/relationships" xmlns:p="http://schemas.openxmlformats.org/presentationml/2006/main">
  <p:tag name="AS_UNIQUEID" val="3619"/>
</p:tagLst>
</file>

<file path=ppt/tags/tag10.xml><?xml version="1.0" encoding="utf-8"?>
<p:tagLst xmlns:a="http://schemas.openxmlformats.org/drawingml/2006/main" xmlns:r="http://schemas.openxmlformats.org/officeDocument/2006/relationships" xmlns:p="http://schemas.openxmlformats.org/presentationml/2006/main">
  <p:tag name="AS_UNIQUEID" val="3130"/>
</p:tagLst>
</file>

<file path=ppt/tags/tag11.xml><?xml version="1.0" encoding="utf-8"?>
<p:tagLst xmlns:a="http://schemas.openxmlformats.org/drawingml/2006/main" xmlns:r="http://schemas.openxmlformats.org/officeDocument/2006/relationships" xmlns:p="http://schemas.openxmlformats.org/presentationml/2006/main">
  <p:tag name="AS_UNIQUEID" val="3131"/>
</p:tagLst>
</file>

<file path=ppt/tags/tag12.xml><?xml version="1.0" encoding="utf-8"?>
<p:tagLst xmlns:a="http://schemas.openxmlformats.org/drawingml/2006/main" xmlns:r="http://schemas.openxmlformats.org/officeDocument/2006/relationships" xmlns:p="http://schemas.openxmlformats.org/presentationml/2006/main">
  <p:tag name="AS_UNIQUEID" val="3134"/>
</p:tagLst>
</file>

<file path=ppt/tags/tag13.xml><?xml version="1.0" encoding="utf-8"?>
<p:tagLst xmlns:a="http://schemas.openxmlformats.org/drawingml/2006/main" xmlns:r="http://schemas.openxmlformats.org/officeDocument/2006/relationships" xmlns:p="http://schemas.openxmlformats.org/presentationml/2006/main">
  <p:tag name="AS_UNIQUEID" val="5669"/>
</p:tagLst>
</file>

<file path=ppt/tags/tag14.xml><?xml version="1.0" encoding="utf-8"?>
<p:tagLst xmlns:a="http://schemas.openxmlformats.org/drawingml/2006/main" xmlns:r="http://schemas.openxmlformats.org/officeDocument/2006/relationships" xmlns:p="http://schemas.openxmlformats.org/presentationml/2006/main">
  <p:tag name="AS_UNIQUEID" val="5670"/>
</p:tagLst>
</file>

<file path=ppt/tags/tag15.xml><?xml version="1.0" encoding="utf-8"?>
<p:tagLst xmlns:a="http://schemas.openxmlformats.org/drawingml/2006/main" xmlns:r="http://schemas.openxmlformats.org/officeDocument/2006/relationships" xmlns:p="http://schemas.openxmlformats.org/presentationml/2006/main">
  <p:tag name="AS_UNIQUEID" val="3130"/>
</p:tagLst>
</file>

<file path=ppt/tags/tag16.xml><?xml version="1.0" encoding="utf-8"?>
<p:tagLst xmlns:a="http://schemas.openxmlformats.org/drawingml/2006/main" xmlns:r="http://schemas.openxmlformats.org/officeDocument/2006/relationships" xmlns:p="http://schemas.openxmlformats.org/presentationml/2006/main">
  <p:tag name="AS_UNIQUEID" val="3131"/>
</p:tagLst>
</file>

<file path=ppt/tags/tag17.xml><?xml version="1.0" encoding="utf-8"?>
<p:tagLst xmlns:a="http://schemas.openxmlformats.org/drawingml/2006/main" xmlns:r="http://schemas.openxmlformats.org/officeDocument/2006/relationships" xmlns:p="http://schemas.openxmlformats.org/presentationml/2006/main">
  <p:tag name="AS_UNIQUEID" val="3134"/>
</p:tagLst>
</file>

<file path=ppt/tags/tag18.xml><?xml version="1.0" encoding="utf-8"?>
<p:tagLst xmlns:a="http://schemas.openxmlformats.org/drawingml/2006/main" xmlns:r="http://schemas.openxmlformats.org/officeDocument/2006/relationships" xmlns:p="http://schemas.openxmlformats.org/presentationml/2006/main">
  <p:tag name="AS_UNIQUEID" val="5669"/>
</p:tagLst>
</file>

<file path=ppt/tags/tag19.xml><?xml version="1.0" encoding="utf-8"?>
<p:tagLst xmlns:a="http://schemas.openxmlformats.org/drawingml/2006/main" xmlns:r="http://schemas.openxmlformats.org/officeDocument/2006/relationships" xmlns:p="http://schemas.openxmlformats.org/presentationml/2006/main">
  <p:tag name="AS_UNIQUEID" val="5670"/>
</p:tagLst>
</file>

<file path=ppt/theme/theme1.xml><?xml version="1.0" encoding="utf-8"?>
<a:theme xmlns:a="http://schemas.openxmlformats.org/drawingml/2006/main" name="Default Theme">
  <a:themeElements>
    <a:clrScheme name="회색조">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LG스마트체">
      <a:majorFont>
        <a:latin typeface="LG스마트체 Bold"/>
        <a:ea typeface="LG스마트체 Bold"/>
        <a:cs typeface=""/>
      </a:majorFont>
      <a:minorFont>
        <a:latin typeface="LG스마트체 Regular"/>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w="3175">
          <a:solidFill>
            <a:schemeClr val="bg1">
              <a:lumMod val="50000"/>
            </a:schemeClr>
          </a:solidFill>
        </a:ln>
      </a:spPr>
      <a:bodyPr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400" dirty="0" smtClean="0">
            <a:latin typeface="LG스마트체2.0 Regular" panose="020B0600000101010101" pitchFamily="50" charset="-127"/>
            <a:ea typeface="LG스마트체2.0 Regular" panose="020B0600000101010101" pitchFamily="50" charset="-127"/>
            <a:cs typeface="Arial" pitchFamily="34" charset="0"/>
          </a:defRPr>
        </a:defPPr>
      </a:lstStyle>
    </a:txDef>
  </a:objectDefaults>
  <a:extraClrSchemeLst/>
</a:theme>
</file>

<file path=ppt/theme/theme2.xml><?xml version="1.0" encoding="utf-8"?>
<a:theme xmlns:a="http://schemas.openxmlformats.org/drawingml/2006/main" name="1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3_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G스마트체">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w="6350">
          <a:solidFill>
            <a:schemeClr val="bg1">
              <a:lumMod val="50000"/>
            </a:schemeClr>
          </a:solid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marL="0" marR="0" indent="0" algn="ctr" defTabSz="914400" rtl="0" eaLnBrk="1" fontAlgn="auto" latinLnBrk="1" hangingPunct="1">
          <a:lnSpc>
            <a:spcPct val="100000"/>
          </a:lnSpc>
          <a:spcBef>
            <a:spcPts val="0"/>
          </a:spcBef>
          <a:spcAft>
            <a:spcPts val="0"/>
          </a:spcAft>
          <a:buClrTx/>
          <a:buSzTx/>
          <a:buFontTx/>
          <a:buNone/>
          <a:tabLst/>
          <a:defRPr kumimoji="0" sz="1800" b="0" i="0" u="none" strike="noStrike" kern="1200" cap="none" spc="0" normalizeH="0" baseline="0" noProof="0">
            <a:ln>
              <a:noFill/>
            </a:ln>
            <a:solidFill>
              <a:prstClr val="white"/>
            </a:solidFill>
            <a:effectLst/>
            <a:uLnTx/>
            <a:uFillTx/>
            <a:latin typeface="Arial Narrow"/>
            <a:ea typeface="LG스마트체 Regular"/>
            <a:cs typeface="+mn-cs"/>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2_Office 테마">
  <a:themeElements>
    <a:clrScheme name="Office 테마">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테마">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A6C175E1B1E4DA499D09C0E9E6E7D980" ma:contentTypeVersion="13" ma:contentTypeDescription="새 문서를 만듭니다." ma:contentTypeScope="" ma:versionID="d75f87ea54011f65773ea07bd0d492c8">
  <xsd:schema xmlns:xsd="http://www.w3.org/2001/XMLSchema" xmlns:xs="http://www.w3.org/2001/XMLSchema" xmlns:p="http://schemas.microsoft.com/office/2006/metadata/properties" xmlns:ns2="7f50bc5e-450a-452d-8e0f-e1a5c0e2899a" xmlns:ns3="b9dbd815-4805-4d0b-97ac-b25becf8023f" targetNamespace="http://schemas.microsoft.com/office/2006/metadata/properties" ma:root="true" ma:fieldsID="4d5f165718a937e13a9ce6db98e61aeb" ns2:_="" ns3:_="">
    <xsd:import namespace="7f50bc5e-450a-452d-8e0f-e1a5c0e2899a"/>
    <xsd:import namespace="b9dbd815-4805-4d0b-97ac-b25becf802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50bc5e-450a-452d-8e0f-e1a5c0e289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이미지 태그" ma:readOnly="false" ma:fieldId="{5cf76f15-5ced-4ddc-b409-7134ff3c332f}" ma:taxonomyMulti="true" ma:sspId="86b6c907-f9fa-4eeb-aa90-8a0f9d8669b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9dbd815-4805-4d0b-97ac-b25becf802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ef1e237d-3ae0-4a2f-a7df-2dd06877e0a2}" ma:internalName="TaxCatchAll" ma:showField="CatchAllData" ma:web="b9dbd815-4805-4d0b-97ac-b25becf8023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f50bc5e-450a-452d-8e0f-e1a5c0e2899a">
      <Terms xmlns="http://schemas.microsoft.com/office/infopath/2007/PartnerControls"/>
    </lcf76f155ced4ddcb4097134ff3c332f>
    <TaxCatchAll xmlns="b9dbd815-4805-4d0b-97ac-b25becf8023f" xsi:nil="true"/>
  </documentManagement>
</p:properties>
</file>

<file path=customXml/itemProps1.xml><?xml version="1.0" encoding="utf-8"?>
<ds:datastoreItem xmlns:ds="http://schemas.openxmlformats.org/officeDocument/2006/customXml" ds:itemID="{E714F2B2-A13D-4A3E-9738-48CCBD95B002}">
  <ds:schemaRefs>
    <ds:schemaRef ds:uri="http://schemas.microsoft.com/sharepoint/v3/contenttype/forms"/>
  </ds:schemaRefs>
</ds:datastoreItem>
</file>

<file path=customXml/itemProps2.xml><?xml version="1.0" encoding="utf-8"?>
<ds:datastoreItem xmlns:ds="http://schemas.openxmlformats.org/officeDocument/2006/customXml" ds:itemID="{A0598D5B-BEA9-4170-A6BA-A0087D813C94}">
  <ds:schemaRefs>
    <ds:schemaRef ds:uri="7f50bc5e-450a-452d-8e0f-e1a5c0e2899a"/>
    <ds:schemaRef ds:uri="b9dbd815-4805-4d0b-97ac-b25becf8023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BB8B978-3DEB-46A7-99FF-FEBC1A4C9132}">
  <ds:schemaRefs>
    <ds:schemaRef ds:uri="http://purl.org/dc/dcmitype/"/>
    <ds:schemaRef ds:uri="http://schemas.openxmlformats.org/package/2006/metadata/core-properties"/>
    <ds:schemaRef ds:uri="http://www.w3.org/XML/1998/namespace"/>
    <ds:schemaRef ds:uri="http://schemas.microsoft.com/office/2006/documentManagement/types"/>
    <ds:schemaRef ds:uri="b9dbd815-4805-4d0b-97ac-b25becf8023f"/>
    <ds:schemaRef ds:uri="http://schemas.microsoft.com/office/infopath/2007/PartnerControls"/>
    <ds:schemaRef ds:uri="http://purl.org/dc/terms/"/>
    <ds:schemaRef ds:uri="http://schemas.microsoft.com/office/2006/metadata/properties"/>
    <ds:schemaRef ds:uri="7f50bc5e-450a-452d-8e0f-e1a5c0e2899a"/>
    <ds:schemaRef ds:uri="http://purl.org/dc/elements/1.1/"/>
  </ds:schemaRefs>
</ds:datastoreItem>
</file>

<file path=docMetadata/LabelInfo.xml><?xml version="1.0" encoding="utf-8"?>
<clbl:labelList xmlns:clbl="http://schemas.microsoft.com/office/2020/mipLabelMetadata">
  <clbl:label id="{1fefcbb5-b9fb-4d9d-a4eb-a69982cdd6fe}" enabled="0" method="" siteId="{1fefcbb5-b9fb-4d9d-a4eb-a69982cdd6fe}" removed="1"/>
</clbl:labelList>
</file>

<file path=docProps/app.xml><?xml version="1.0" encoding="utf-8"?>
<Properties xmlns="http://schemas.openxmlformats.org/officeDocument/2006/extended-properties" xmlns:vt="http://schemas.openxmlformats.org/officeDocument/2006/docPropsVTypes">
  <Template>Office Theme</Template>
  <TotalTime>6045</TotalTime>
  <Words>2177</Words>
  <Application>Microsoft Office PowerPoint</Application>
  <PresentationFormat>A4 용지(210x297mm)</PresentationFormat>
  <Paragraphs>330</Paragraphs>
  <Slides>9</Slides>
  <Notes>9</Notes>
  <HiddenSlides>0</HiddenSlides>
  <MMClips>0</MMClips>
  <ScaleCrop>false</ScaleCrop>
  <HeadingPairs>
    <vt:vector size="8" baseType="variant">
      <vt:variant>
        <vt:lpstr>사용한 글꼴</vt:lpstr>
      </vt:variant>
      <vt:variant>
        <vt:i4>13</vt:i4>
      </vt:variant>
      <vt:variant>
        <vt:lpstr>테마</vt:lpstr>
      </vt:variant>
      <vt:variant>
        <vt:i4>4</vt:i4>
      </vt:variant>
      <vt:variant>
        <vt:lpstr>포함된 OLE 서버</vt:lpstr>
      </vt:variant>
      <vt:variant>
        <vt:i4>1</vt:i4>
      </vt:variant>
      <vt:variant>
        <vt:lpstr>슬라이드 제목</vt:lpstr>
      </vt:variant>
      <vt:variant>
        <vt:i4>9</vt:i4>
      </vt:variant>
    </vt:vector>
  </HeadingPairs>
  <TitlesOfParts>
    <vt:vector size="27" baseType="lpstr">
      <vt:lpstr>LG스마트체 Bold</vt:lpstr>
      <vt:lpstr>LG스마트체 Light</vt:lpstr>
      <vt:lpstr>LG스마트체 Regular</vt:lpstr>
      <vt:lpstr>LG스마트체2.0 Bold</vt:lpstr>
      <vt:lpstr>LG스마트체2.0 Light</vt:lpstr>
      <vt:lpstr>LG스마트체2.0 Regular</vt:lpstr>
      <vt:lpstr>LG스마트체2.0 SemiBold</vt:lpstr>
      <vt:lpstr>맑은 고딕</vt:lpstr>
      <vt:lpstr>Aptos</vt:lpstr>
      <vt:lpstr>Aptos Display</vt:lpstr>
      <vt:lpstr>Arial</vt:lpstr>
      <vt:lpstr>Arial Narrow</vt:lpstr>
      <vt:lpstr>Wingdings</vt:lpstr>
      <vt:lpstr>Default Theme</vt:lpstr>
      <vt:lpstr>1_Office 테마</vt:lpstr>
      <vt:lpstr>23_디자인 사용자 지정</vt:lpstr>
      <vt:lpstr>2_Office 테마</vt:lpstr>
      <vt:lpstr>Presentation</vt:lpstr>
      <vt:lpstr>PowerPoint 프레젠테이션</vt:lpstr>
      <vt:lpstr>진행 현황 및 향후 계획</vt:lpstr>
      <vt:lpstr>보조. VoE List</vt:lpstr>
      <vt:lpstr>보조. 시스템 구성 및 운영</vt:lpstr>
      <vt:lpstr>PowerPoint 프레젠테이션</vt:lpstr>
      <vt:lpstr>1. 보고 Summary</vt:lpstr>
      <vt:lpstr>2. AI Readable 현상 파악</vt:lpstr>
      <vt:lpstr>3. 구현 방안</vt:lpstr>
      <vt:lpstr>4. Worklog 사용방법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윤동희(YOON CAROLINE)[caroline]/책임/브랜드팀</dc:creator>
  <cp:lastModifiedBy>이재후(JAEHU LEE)[jaehu]/사원/제조DX.기획팀</cp:lastModifiedBy>
  <cp:revision>43</cp:revision>
  <dcterms:created xsi:type="dcterms:W3CDTF">2022-07-11T00:07:02Z</dcterms:created>
  <dcterms:modified xsi:type="dcterms:W3CDTF">2026-10-26T07:56:29Z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0x010100A6C175E1B1E4DA499D09C0E9E6E7D980</vt:lpwstr>
  </property>
  <property fmtid="{D5CDD505-2E9C-101B-9397-08002B2CF9AE}" pid="3" name="MediaServiceImageTags">
    <vt:lpwstr/>
  </property>
</Properties>
</file>