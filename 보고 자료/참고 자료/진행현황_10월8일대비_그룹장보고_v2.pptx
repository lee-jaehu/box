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2" r:id="rId4"/>
    <p:sldMasterId id="2147483750" r:id="rId5"/>
    <p:sldMasterId id="2147483801" r:id="rId6"/>
    <p:sldMasterId id="2147483816" r:id="rId7"/>
  </p:sldMasterIdLst>
  <p:notesMasterIdLst>
    <p:notesMasterId r:id="rId9"/>
  </p:notesMasterIdLst>
  <p:handoutMasterIdLst>
    <p:handoutMasterId r:id="rId10"/>
  </p:handoutMasterIdLst>
  <p:sldIdLst>
    <p:sldId id="2147483646" r:id="rId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8E98E05-D9BA-4219-A162-FB96285AA324}">
          <p14:sldIdLst>
            <p14:sldId id="21474836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330" userDrawn="1">
          <p15:clr>
            <a:srgbClr val="A4A3A4"/>
          </p15:clr>
        </p15:guide>
        <p15:guide id="3" pos="19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FFCC"/>
    <a:srgbClr val="FFEBF1"/>
    <a:srgbClr val="FFE5ED"/>
    <a:srgbClr val="A50034"/>
    <a:srgbClr val="008000"/>
    <a:srgbClr val="FFF2CC"/>
    <a:srgbClr val="336600"/>
    <a:srgbClr val="00D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743AEC-C045-4BBB-94D6-2552AE06F3BD}" v="3" dt="2026-10-26T04:45:08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95220" autoAdjust="0"/>
  </p:normalViewPr>
  <p:slideViewPr>
    <p:cSldViewPr snapToGrid="0">
      <p:cViewPr varScale="1">
        <p:scale>
          <a:sx n="102" d="100"/>
          <a:sy n="102" d="100"/>
        </p:scale>
        <p:origin x="1854" y="96"/>
      </p:cViewPr>
      <p:guideLst>
        <p:guide orient="horz" pos="414"/>
        <p:guide pos="330"/>
        <p:guide pos="19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재후(JAEHU LEE)[jaehu]/사원/제조DX.기획팀" userId="ba3706c8-877b-448c-835e-ccf5ef4fa863" providerId="ADAL" clId="{EB0AC694-04CC-4715-A9D6-D6F8023D52E7}"/>
    <pc:docChg chg="undo custSel modSld">
      <pc:chgData name="이재후(JAEHU LEE)[jaehu]/사원/제조DX.기획팀" userId="ba3706c8-877b-448c-835e-ccf5ef4fa863" providerId="ADAL" clId="{EB0AC694-04CC-4715-A9D6-D6F8023D52E7}" dt="2026-10-08T01:04:15.134" v="738" actId="20577"/>
      <pc:docMkLst>
        <pc:docMk/>
      </pc:docMkLst>
      <pc:sldChg chg="delSp modSp mod">
        <pc:chgData name="이재후(JAEHU LEE)[jaehu]/사원/제조DX.기획팀" userId="ba3706c8-877b-448c-835e-ccf5ef4fa863" providerId="ADAL" clId="{EB0AC694-04CC-4715-A9D6-D6F8023D52E7}" dt="2026-10-08T00:45:41.936" v="476" actId="1037"/>
        <pc:sldMkLst>
          <pc:docMk/>
          <pc:sldMk cId="2895833311" sldId="258"/>
        </pc:sldMkLst>
        <pc:spChg chg="mod">
          <ac:chgData name="이재후(JAEHU LEE)[jaehu]/사원/제조DX.기획팀" userId="ba3706c8-877b-448c-835e-ccf5ef4fa863" providerId="ADAL" clId="{EB0AC694-04CC-4715-A9D6-D6F8023D52E7}" dt="2026-10-08T00:37:20.615" v="123" actId="207"/>
          <ac:spMkLst>
            <pc:docMk/>
            <pc:sldMk cId="2895833311" sldId="258"/>
            <ac:spMk id="3" creationId="{DF101946-A843-E09E-AD49-091C2E9242F5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9" creationId="{432E5ADC-E855-7B42-D5F5-E7D6B2941F3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10" creationId="{A0F8D4EB-B845-ABA7-4467-14BCAAF9186A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17" creationId="{44BE1377-264F-4D2A-387C-7755F4238FCE}"/>
          </ac:spMkLst>
        </pc:spChg>
        <pc:spChg chg="mod topLvl">
          <ac:chgData name="이재후(JAEHU LEE)[jaehu]/사원/제조DX.기획팀" userId="ba3706c8-877b-448c-835e-ccf5ef4fa863" providerId="ADAL" clId="{EB0AC694-04CC-4715-A9D6-D6F8023D52E7}" dt="2026-10-08T00:45:29.787" v="459" actId="20577"/>
          <ac:spMkLst>
            <pc:docMk/>
            <pc:sldMk cId="2895833311" sldId="258"/>
            <ac:spMk id="19" creationId="{C37EA0FD-A7EA-288D-C609-89DF632450B4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20" creationId="{C7E4FAA0-A9F2-FE5E-3143-3B93C11779A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9:07.666" v="137"/>
          <ac:spMkLst>
            <pc:docMk/>
            <pc:sldMk cId="2895833311" sldId="258"/>
            <ac:spMk id="25" creationId="{2B5CFD60-32C7-DD4C-5E9E-4FD0209139D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26" creationId="{CA00C00D-364F-20F7-F1B2-10ABA6ECFF8E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35" creationId="{C36FEFC8-00D8-73E5-7401-F9E50C0DCEDE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37" creationId="{8205D06E-5E03-7D23-4F87-3711FBE80ADF}"/>
          </ac:spMkLst>
        </pc:spChg>
        <pc:spChg chg="mod topLvl">
          <ac:chgData name="이재후(JAEHU LEE)[jaehu]/사원/제조DX.기획팀" userId="ba3706c8-877b-448c-835e-ccf5ef4fa863" providerId="ADAL" clId="{EB0AC694-04CC-4715-A9D6-D6F8023D52E7}" dt="2026-10-08T00:43:40.018" v="429" actId="1076"/>
          <ac:spMkLst>
            <pc:docMk/>
            <pc:sldMk cId="2895833311" sldId="258"/>
            <ac:spMk id="39" creationId="{796D4B54-5565-DCDD-AE1A-28C1FAB8386F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47" creationId="{94B7EC40-8739-4E66-4CC3-5C80CCE6F72C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51" creationId="{3989C759-AF2A-5E29-287A-2981F449CAC8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5:11.784" v="452" actId="14100"/>
          <ac:spMkLst>
            <pc:docMk/>
            <pc:sldMk cId="2895833311" sldId="258"/>
            <ac:spMk id="1040" creationId="{EA5B31CE-9B96-34C4-00E5-C8AA03E03790}"/>
          </ac:spMkLst>
        </pc:spChg>
      </pc:sldChg>
      <pc:sldChg chg="modSp mod">
        <pc:chgData name="이재후(JAEHU LEE)[jaehu]/사원/제조DX.기획팀" userId="ba3706c8-877b-448c-835e-ccf5ef4fa863" providerId="ADAL" clId="{EB0AC694-04CC-4715-A9D6-D6F8023D52E7}" dt="2026-10-08T00:58:06.718" v="697" actId="20577"/>
        <pc:sldMkLst>
          <pc:docMk/>
          <pc:sldMk cId="55638452" sldId="2147483398"/>
        </pc:sldMkLst>
        <pc:spChg chg="mod">
          <ac:chgData name="이재후(JAEHU LEE)[jaehu]/사원/제조DX.기획팀" userId="ba3706c8-877b-448c-835e-ccf5ef4fa863" providerId="ADAL" clId="{EB0AC694-04CC-4715-A9D6-D6F8023D52E7}" dt="2026-10-08T00:58:06.718" v="697" actId="20577"/>
          <ac:spMkLst>
            <pc:docMk/>
            <pc:sldMk cId="55638452" sldId="2147483398"/>
            <ac:spMk id="5" creationId="{4722EFD3-4DD4-B898-90AF-8C881647D3A4}"/>
          </ac:spMkLst>
        </pc:spChg>
      </pc:sldChg>
      <pc:sldChg chg="addSp delSp modSp mod">
        <pc:chgData name="이재후(JAEHU LEE)[jaehu]/사원/제조DX.기획팀" userId="ba3706c8-877b-448c-835e-ccf5ef4fa863" providerId="ADAL" clId="{EB0AC694-04CC-4715-A9D6-D6F8023D52E7}" dt="2026-10-08T00:34:25.909" v="63"/>
        <pc:sldMkLst>
          <pc:docMk/>
          <pc:sldMk cId="957553680" sldId="2147483642"/>
        </pc:sldMkLst>
        <pc:spChg chg="mod">
          <ac:chgData name="이재후(JAEHU LEE)[jaehu]/사원/제조DX.기획팀" userId="ba3706c8-877b-448c-835e-ccf5ef4fa863" providerId="ADAL" clId="{EB0AC694-04CC-4715-A9D6-D6F8023D52E7}" dt="2026-10-08T00:34:25.909" v="63"/>
          <ac:spMkLst>
            <pc:docMk/>
            <pc:sldMk cId="957553680" sldId="2147483642"/>
            <ac:spMk id="3" creationId="{8BDEB447-6F86-E577-85AA-C75CCDB14A1C}"/>
          </ac:spMkLst>
        </pc:spChg>
      </pc:sldChg>
      <pc:sldChg chg="addSp delSp modSp mod">
        <pc:chgData name="이재후(JAEHU LEE)[jaehu]/사원/제조DX.기획팀" userId="ba3706c8-877b-448c-835e-ccf5ef4fa863" providerId="ADAL" clId="{EB0AC694-04CC-4715-A9D6-D6F8023D52E7}" dt="2026-10-08T00:58:42.484" v="724" actId="20577"/>
        <pc:sldMkLst>
          <pc:docMk/>
          <pc:sldMk cId="938288430" sldId="2147483645"/>
        </pc:sldMkLst>
        <pc:spChg chg="mod">
          <ac:chgData name="이재후(JAEHU LEE)[jaehu]/사원/제조DX.기획팀" userId="ba3706c8-877b-448c-835e-ccf5ef4fa863" providerId="ADAL" clId="{EB0AC694-04CC-4715-A9D6-D6F8023D52E7}" dt="2026-10-08T00:54:58.885" v="695" actId="20577"/>
          <ac:spMkLst>
            <pc:docMk/>
            <pc:sldMk cId="938288430" sldId="2147483645"/>
            <ac:spMk id="5" creationId="{99D6EFEB-27F4-B1D8-C658-DBAD55D399C4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47:58.953" v="479"/>
          <ac:spMkLst>
            <pc:docMk/>
            <pc:sldMk cId="938288430" sldId="2147483645"/>
            <ac:spMk id="81" creationId="{04B2EA46-57FB-AEA6-894E-6A90B5186BB3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58:42.484" v="724" actId="20577"/>
          <ac:spMkLst>
            <pc:docMk/>
            <pc:sldMk cId="938288430" sldId="2147483645"/>
            <ac:spMk id="89" creationId="{B564B28B-F453-7C3E-8EC3-F474F468058B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5:51.701" v="98" actId="207"/>
          <ac:spMkLst>
            <pc:docMk/>
            <pc:sldMk cId="938288430" sldId="2147483645"/>
            <ac:spMk id="101" creationId="{DFAE9C43-D00F-16A2-5C36-E263024D0B97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0:35:51.701" v="98" actId="207"/>
          <ac:spMkLst>
            <pc:docMk/>
            <pc:sldMk cId="938288430" sldId="2147483645"/>
            <ac:spMk id="103" creationId="{F26EE14F-E023-7386-D812-FA20B814C0E9}"/>
          </ac:spMkLst>
        </pc:spChg>
        <pc:cxnChg chg="mod">
          <ac:chgData name="이재후(JAEHU LEE)[jaehu]/사원/제조DX.기획팀" userId="ba3706c8-877b-448c-835e-ccf5ef4fa863" providerId="ADAL" clId="{EB0AC694-04CC-4715-A9D6-D6F8023D52E7}" dt="2026-10-08T00:49:40.383" v="480" actId="14100"/>
          <ac:cxnSpMkLst>
            <pc:docMk/>
            <pc:sldMk cId="938288430" sldId="2147483645"/>
            <ac:cxnSpMk id="24" creationId="{1EF63E34-58C7-8570-EA00-50107C760358}"/>
          </ac:cxnSpMkLst>
        </pc:cxnChg>
      </pc:sldChg>
      <pc:sldChg chg="modSp mod">
        <pc:chgData name="이재후(JAEHU LEE)[jaehu]/사원/제조DX.기획팀" userId="ba3706c8-877b-448c-835e-ccf5ef4fa863" providerId="ADAL" clId="{EB0AC694-04CC-4715-A9D6-D6F8023D52E7}" dt="2026-10-08T01:04:15.134" v="738" actId="20577"/>
        <pc:sldMkLst>
          <pc:docMk/>
          <pc:sldMk cId="3317206041" sldId="2147483646"/>
        </pc:sldMkLst>
        <pc:spChg chg="mod">
          <ac:chgData name="이재후(JAEHU LEE)[jaehu]/사원/제조DX.기획팀" userId="ba3706c8-877b-448c-835e-ccf5ef4fa863" providerId="ADAL" clId="{EB0AC694-04CC-4715-A9D6-D6F8023D52E7}" dt="2026-10-08T00:36:44.775" v="110" actId="20577"/>
          <ac:spMkLst>
            <pc:docMk/>
            <pc:sldMk cId="3317206041" sldId="2147483646"/>
            <ac:spMk id="5" creationId="{0C2942AF-7EDF-7ABA-D99D-C54C20DA9DF0}"/>
          </ac:spMkLst>
        </pc:spChg>
        <pc:spChg chg="mod">
          <ac:chgData name="이재후(JAEHU LEE)[jaehu]/사원/제조DX.기획팀" userId="ba3706c8-877b-448c-835e-ccf5ef4fa863" providerId="ADAL" clId="{EB0AC694-04CC-4715-A9D6-D6F8023D52E7}" dt="2026-10-08T01:04:15.134" v="738" actId="20577"/>
          <ac:spMkLst>
            <pc:docMk/>
            <pc:sldMk cId="3317206041" sldId="2147483646"/>
            <ac:spMk id="89" creationId="{B23408D3-1844-806D-837F-5BC907726D42}"/>
          </ac:spMkLst>
        </pc:spChg>
      </pc:sldChg>
    </pc:docChg>
  </pc:docChgLst>
  <pc:docChgLst>
    <pc:chgData clId="Web-{ED743AEC-C045-4BBB-94D6-2552AE06F3BD}"/>
    <pc:docChg chg="delSld modSld modSection">
      <pc:chgData name="" userId="" providerId="" clId="Web-{ED743AEC-C045-4BBB-94D6-2552AE06F3BD}" dt="2026-10-26T04:45:08.183" v="5" actId="34807"/>
      <pc:docMkLst>
        <pc:docMk/>
      </pc:docMkLst>
      <pc:sldChg chg="del">
        <pc:chgData name="" userId="" providerId="" clId="Web-{ED743AEC-C045-4BBB-94D6-2552AE06F3BD}" dt="2026-10-26T04:43:24.680" v="1" actId="34807"/>
        <pc:sldMkLst>
          <pc:docMk/>
          <pc:sldMk cId="2895833311" sldId="258"/>
        </pc:sldMkLst>
      </pc:sldChg>
      <pc:sldChg chg="del">
        <pc:chgData name="" userId="" providerId="" clId="Web-{ED743AEC-C045-4BBB-94D6-2552AE06F3BD}" dt="2026-10-26T04:43:24.680" v="1" actId="34807"/>
        <pc:sldMkLst>
          <pc:docMk/>
          <pc:sldMk cId="55638452" sldId="2147483398"/>
        </pc:sldMkLst>
      </pc:sldChg>
      <pc:sldChg chg="del">
        <pc:chgData name="" userId="" providerId="" clId="Web-{ED743AEC-C045-4BBB-94D6-2552AE06F3BD}" dt="2026-10-26T04:43:24.680" v="1" actId="34807"/>
        <pc:sldMkLst>
          <pc:docMk/>
          <pc:sldMk cId="957553680" sldId="2147483642"/>
        </pc:sldMkLst>
      </pc:sldChg>
      <pc:sldChg chg="del">
        <pc:chgData name="" userId="" providerId="" clId="Web-{ED743AEC-C045-4BBB-94D6-2552AE06F3BD}" dt="2026-10-26T04:43:24.680" v="1" actId="34807"/>
        <pc:sldMkLst>
          <pc:docMk/>
          <pc:sldMk cId="938288430" sldId="2147483645"/>
        </pc:sldMkLst>
      </pc:sldChg>
      <pc:sldChg chg="addSp delSp modSp modNotesTx">
        <pc:chgData name="" userId="" providerId="" clId="Web-{ED743AEC-C045-4BBB-94D6-2552AE06F3BD}" dt="2026-10-26T04:45:08.183" v="5" actId="34807"/>
        <pc:sldMkLst>
          <pc:docMk/>
          <pc:sldMk cId="3317206041" sldId="2147483646"/>
        </pc:sldMkLst>
        <pc:spChg chg="mod">
          <ac:chgData name="" userId="" providerId="" clId="Web-{ED743AEC-C045-4BBB-94D6-2552AE06F3BD}" dt="2026-10-26T04:43:37.462" v="2" actId="34807"/>
          <ac:spMkLst>
            <pc:docMk/>
            <pc:sldMk cId="3317206041" sldId="2147483646"/>
            <ac:spMk id="5" creationId="{0C2942AF-7EDF-7ABA-D99D-C54C20DA9DF0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11" creationId="{FC5D7B84-B305-B9F5-D46F-3545920CC93A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30" creationId="{73086DF1-F4FF-03BF-C01F-323736620B3F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31" creationId="{00DEE7A9-8A49-905E-FB44-C7E9988D6730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32" creationId="{C5A813A3-3330-721A-0B21-E32BDE051430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38" creationId="{E64DFB7F-A71B-C510-50C0-80464AB04F4A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39" creationId="{2E59DFEB-1DDE-00B4-E560-99414F23C6DD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78" creationId="{9461FFA8-EF73-7D12-3A12-2DFD533C624F}"/>
          </ac:spMkLst>
        </pc:spChg>
        <pc:spChg chg="del mod">
          <ac:chgData name="" userId="" providerId="" clId="Web-{ED743AEC-C045-4BBB-94D6-2552AE06F3BD}" dt="2026-10-26T04:45:06.386" v="4" actId="34807"/>
          <ac:spMkLst>
            <pc:docMk/>
            <pc:sldMk cId="3317206041" sldId="2147483646"/>
            <ac:spMk id="89" creationId="{B23408D3-1844-806D-837F-5BC907726D42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90" creationId="{5BEB2ADD-D4CE-138E-93AF-6E64A62407CF}"/>
          </ac:spMkLst>
        </pc:spChg>
        <pc:spChg chg="add 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92" creationId="{5BCA954E-8335-556F-8761-857F1F5FE769}"/>
          </ac:spMkLst>
        </pc:spChg>
        <pc:spChg chg="del">
          <ac:chgData name="" userId="" providerId="" clId="Web-{ED743AEC-C045-4BBB-94D6-2552AE06F3BD}" dt="2026-10-26T04:43:24.055" v="0" actId="34807"/>
          <ac:spMkLst>
            <pc:docMk/>
            <pc:sldMk cId="3317206041" sldId="2147483646"/>
            <ac:spMk id="107" creationId="{EB9920F2-F1BD-30C4-5739-D561432D2FD0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155" creationId="{BB4F774F-71D6-CAB1-6FBE-A6CCDB6C38E7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194" creationId="{4BD4BB55-A954-A2C9-D726-46040AAD8592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320" creationId="{4497FB0F-AF01-2DB8-14F7-20482206081E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414" creationId="{0E6EAB04-7723-5B3B-E754-9436699E4049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495" creationId="{3E598C24-831A-518E-E368-32EAF4DCB5EE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554" creationId="{246BC814-A665-23C4-DB9D-B01C1BAC90B0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792" creationId="{53F9D7F3-D72D-7F7E-B109-3B4A2B929F99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950" creationId="{D5C19F6B-1D61-655F-54AA-88DEA8D441E4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1035" creationId="{C45FEF5B-2FAB-686B-51C8-4686B10A076C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1217" creationId="{A1665308-1D3F-48EB-6302-5505CB1F06E6}"/>
          </ac:spMkLst>
        </pc:spChg>
        <pc:spChg chg="add mod">
          <ac:chgData name="" userId="" providerId="" clId="Web-{ED743AEC-C045-4BBB-94D6-2552AE06F3BD}" dt="2026-10-26T04:45:04.058" v="3" actId="34807"/>
          <ac:spMkLst>
            <pc:docMk/>
            <pc:sldMk cId="3317206041" sldId="2147483646"/>
            <ac:spMk id="1265" creationId="{DABCE9AE-D7F8-87F4-2F56-73D0EBDF55EC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1364" creationId="{017BD16B-16A1-5C1A-753B-534FBDAB5488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1415" creationId="{CB0A8346-1320-7464-1E76-000A41E2CBCA}"/>
          </ac:spMkLst>
        </pc:spChg>
        <pc:spChg chg="add 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1467" creationId="{84336583-CB7A-8ABF-6DAE-A187A8BAF5F7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1520" creationId="{B1E0A040-BF13-1462-1D3B-D54DF0B0B9CE}"/>
          </ac:spMkLst>
        </pc:spChg>
        <pc:spChg chg="mod">
          <ac:chgData name="" userId="" providerId="" clId="Web-{ED743AEC-C045-4BBB-94D6-2552AE06F3BD}" dt="2026-10-26T04:45:08.183" v="5" actId="34807"/>
          <ac:spMkLst>
            <pc:docMk/>
            <pc:sldMk cId="3317206041" sldId="2147483646"/>
            <ac:spMk id="1629" creationId="{D3732E07-FBDF-76A1-16DC-108DD2DC3F21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7947D6C-E730-4DCE-9BA2-6911D36B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976F7F-AB9B-473C-8D1C-0F5C0AB6A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4491C-D25C-44EA-895B-6873C2D79C61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CA95FF-0203-467F-8B6F-BB06FA4046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A3EB66-47F0-41FE-AFAB-9571FD7058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D7264-A99F-45E6-B047-FB899C323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195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27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[30초] "10/8에는 '웹에 쓰면 주간보고 PPT가 나오는 구조'를 보고드렸습니다. 그 뒤 2주 동안 세 가지가 바뀌었습니다. 첫째, 날짜별 일지를 과제별로 이어 쓰는 기록으로 바꿨고, 할 일·이슈를 끝까지 추적합니다. 둘째, 주간보고 외에 완료·분석·성과·투자제안 보고서까지 만들 수 있게 했습니다. 다만 이 보고서들은 가상 데이터로만 확인했습니다. 셋째, 10/15부터 4개 팀 17명이 PoC로 쓰고 있고 의견 17건을 받아 반영했습니다. 최종 목표는 10/8에 말씀드린 그대로, 업무 정보를 한 구조로 쌓아 여러 보고서에 재사용하는 것입니다. 남은 것은 실제 업무 효과 확인과 회사 서버 운영입니다."
[칸별 근거] 10/8: 첨부 '…효율화_r1.0' 3. 구현 방안(주간업무·CDO·완료보고 중 주간만 구현, 나머지 '추후 구현'), 4. Worklog 사용방법(진행업무·향후계획·이슈, 배경·목적·추진일정). 현재(저장소 20cf073, 결정 원장 docs/08): 기록 개편 I45·I60(10-19), 할 일·이슈 추적 I64·I65·I67, 표 기록 I46, 교훈·투자제안서 입력·문서로 과제 등록 docs/26, KPI I49, 담당별 보고 I56(10-20)·분석 보고서 I76(10-22)·완료 보고 I50, 투자제안서 docs/26·27·I78, 검토 흐름 I52(만들기 전 점검·확인할 것·원본 변경·검토 메모), 사내 AI 상시 점검 I77(10-23). PoC: Teams【AI 활용 보고서 작성 PoC】 10-15 개설, 참여 19명 중 개발 2명 제외 17명. 의견 17건·재확인 전 12건: VoE 등록부. 운영 인력: 이정원 팀장 통화(10-20, 구두). 회사 서버: DAVINCI 메일(10-19~21), 미구축.
[상태 구분] 'PoC 사용 중' = 10-15 이후 운영 서버에서 참여자가 사용(주간보고·기록). '구현' = 저장소 코드·자동 테스트·가상 데이터로 확인, 실데이터·사용자 사용 미확인. 실데이터 보고 품질과 업무 시간 효과는 측정 자료 없음.
[예상 질문] Q 언제 끝나나? → 최종 일정 근거 없음. 11월 이후 진행은 팀장님과 협의 중. Q 효과가 있나? → 측정 전. 실제 주간보고 1사이클로 작성자·검토자 시간과 품질을 확인할 계획. Q 둘이서 운영 가능한가? → 다빈치는 서버 자원만 지원. 운영 부담은 회사 서버 이전 후 다시 판단.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414478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slideMaster" Target="../slideMasters/slideMaster4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표지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2504660" y="5517290"/>
            <a:ext cx="5087031" cy="64809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0" baseline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22" name="텍스트 개체 틀 13"/>
          <p:cNvSpPr>
            <a:spLocks noGrp="1"/>
          </p:cNvSpPr>
          <p:nvPr>
            <p:ph type="body" sz="quarter" idx="15"/>
          </p:nvPr>
        </p:nvSpPr>
        <p:spPr>
          <a:xfrm>
            <a:off x="2777100" y="2492870"/>
            <a:ext cx="4381830" cy="2880400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342900" indent="-342900" algn="ctr">
              <a:lnSpc>
                <a:spcPct val="150000"/>
              </a:lnSpc>
              <a:buFont typeface="+mj-lt"/>
              <a:buAutoNum type="arabicPeriod"/>
              <a:defRPr kumimoji="1" lang="ko-KR" altLang="en-US" sz="2000" b="1" smtClean="0">
                <a:latin typeface="LG스마트체2.0 Light" panose="020B0600000101010101" pitchFamily="50" charset="-127"/>
                <a:ea typeface="LG스마트체2.0 Light" panose="020B0600000101010101" pitchFamily="50" charset="-127"/>
                <a:cs typeface="Arial" pitchFamily="34" charset="0"/>
              </a:defRPr>
            </a:lvl1pPr>
            <a:lvl2pPr marL="355600" indent="-177800" algn="ctr">
              <a:defRPr lang="ko-KR" altLang="en-US" sz="1400" smtClean="0">
                <a:latin typeface="LG스마트체2.0 Light" panose="020B0600000101010101" pitchFamily="50" charset="-127"/>
                <a:ea typeface="LG스마트체2.0 Light" panose="020B0600000101010101" pitchFamily="50" charset="-127"/>
              </a:defRPr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3" name="제목 1"/>
          <p:cNvSpPr>
            <a:spLocks noGrp="1"/>
          </p:cNvSpPr>
          <p:nvPr>
            <p:ph type="ctrTitle"/>
          </p:nvPr>
        </p:nvSpPr>
        <p:spPr>
          <a:xfrm>
            <a:off x="1439525" y="1174425"/>
            <a:ext cx="7056980" cy="8143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ctr">
              <a:defRPr kumimoji="1" lang="ko-KR" altLang="en-US" sz="4000" baseline="0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1784560" y="2132820"/>
            <a:ext cx="635814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09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44488" y="836712"/>
            <a:ext cx="9217024" cy="720080"/>
          </a:xfrm>
          <a:prstGeom prst="rect">
            <a:avLst/>
          </a:prstGeom>
        </p:spPr>
        <p:txBody>
          <a:bodyPr>
            <a:normAutofit/>
          </a:bodyPr>
          <a:lstStyle>
            <a:lvl1pPr marL="174625" indent="-174625">
              <a:buNone/>
              <a:defRPr lang="ko-KR" altLang="en-US" sz="1800" b="0" baseline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lvl="0" indent="0" defTabSz="180000">
              <a:tabLst>
                <a:tab pos="90000" algn="l"/>
              </a:tabLst>
            </a:pPr>
            <a:r>
              <a:rPr lang="en-US" altLang="ko-KR"/>
              <a:t>Header Message </a:t>
            </a:r>
            <a:r>
              <a:rPr lang="ko-KR" altLang="en-US"/>
              <a:t>입력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7150" y="95252"/>
            <a:ext cx="7348538" cy="431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슬라이드 주제</a:t>
            </a:r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6" hasCustomPrompt="1"/>
          </p:nvPr>
        </p:nvSpPr>
        <p:spPr>
          <a:xfrm>
            <a:off x="344488" y="1844675"/>
            <a:ext cx="9217025" cy="15843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  <a:lvl2pPr marL="363538" indent="-192088">
              <a:buFont typeface="맑은 고딕" panose="020B0503020000020004" pitchFamily="50" charset="-127"/>
              <a:buChar char="－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 marL="631825" indent="-185738">
              <a:buFont typeface="맑은 고딕" panose="020B0503020000020004" pitchFamily="50" charset="-127"/>
              <a:buChar char=".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 marL="714375" indent="-173038">
              <a:buFontTx/>
              <a:buNone/>
              <a:tabLst>
                <a:tab pos="266700" algn="l"/>
              </a:tabLst>
              <a:defRPr/>
            </a:lvl4pPr>
            <a:lvl5pPr marL="896938" indent="-174625">
              <a:defRPr/>
            </a:lvl5pPr>
          </a:lstStyle>
          <a:p>
            <a:pPr lvl="0"/>
            <a:r>
              <a:rPr lang="ko-KR" altLang="en-US"/>
              <a:t>첫째 수준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ko-KR" altLang="en-US"/>
          </a:p>
        </p:txBody>
      </p:sp>
      <p:sp>
        <p:nvSpPr>
          <p:cNvPr id="8" name="Rectangle 504"/>
          <p:cNvSpPr>
            <a:spLocks noChangeArrowheads="1"/>
          </p:cNvSpPr>
          <p:nvPr/>
        </p:nvSpPr>
        <p:spPr bwMode="auto">
          <a:xfrm>
            <a:off x="4583113" y="6628130"/>
            <a:ext cx="730250" cy="204641"/>
          </a:xfrm>
          <a:prstGeom prst="rect">
            <a:avLst/>
          </a:prstGeom>
          <a:noFill/>
          <a:ln>
            <a:noFill/>
          </a:ln>
        </p:spPr>
        <p:txBody>
          <a:bodyPr lIns="59131" tIns="25131" rIns="59131" bIns="25131" anchor="b">
            <a:spAutoFit/>
          </a:bodyPr>
          <a:lstStyle/>
          <a:p>
            <a:pPr marL="0" marR="0" lvl="0" indent="0" algn="ctr" defTabSz="860425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B0C5C4-9219-4906-8237-00BF209BDA3C}" type="slidenum">
              <a:rPr kumimoji="0" lang="en-GB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rPr>
              <a:pPr marL="0" marR="0" lvl="0" indent="0" algn="ctr" defTabSz="860425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GB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rPr>
              <a:t>/11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0610"/>
            <a:ext cx="990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2427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첨부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2"/>
          <p:cNvSpPr>
            <a:spLocks noGrp="1"/>
          </p:cNvSpPr>
          <p:nvPr>
            <p:ph type="subTitle" idx="1"/>
          </p:nvPr>
        </p:nvSpPr>
        <p:spPr>
          <a:xfrm>
            <a:off x="344488" y="836712"/>
            <a:ext cx="9217024" cy="72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ko-KR" altLang="en-US" sz="1800" b="0" baseline="0"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lvl="0" indent="0" defTabSz="180000">
              <a:buNone/>
              <a:tabLst>
                <a:tab pos="90000" algn="l"/>
              </a:tabLst>
            </a:pPr>
            <a:endParaRPr lang="ko-KR" altLang="en-US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16" hasCustomPrompt="1"/>
          </p:nvPr>
        </p:nvSpPr>
        <p:spPr>
          <a:xfrm>
            <a:off x="344488" y="1844675"/>
            <a:ext cx="9217025" cy="1584325"/>
          </a:xfrm>
          <a:prstGeom prst="rect">
            <a:avLst/>
          </a:prstGeom>
        </p:spPr>
        <p:txBody>
          <a:bodyPr/>
          <a:lstStyle>
            <a:lvl1pPr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  <a:lvl2pPr marL="363538" indent="-192088">
              <a:buFont typeface="맑은 고딕" panose="020B0503020000020004" pitchFamily="50" charset="-127"/>
              <a:buChar char="－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2pPr>
            <a:lvl3pPr marL="631825" indent="-185738">
              <a:buFont typeface="맑은 고딕" panose="020B0503020000020004" pitchFamily="50" charset="-127"/>
              <a:buChar char="."/>
              <a:defRPr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3pPr>
            <a:lvl4pPr marL="714375" indent="-173038">
              <a:buFontTx/>
              <a:buNone/>
              <a:tabLst>
                <a:tab pos="266700" algn="l"/>
              </a:tabLst>
              <a:defRPr/>
            </a:lvl4pPr>
            <a:lvl5pPr marL="896938" indent="-174625">
              <a:defRPr/>
            </a:lvl5pPr>
          </a:lstStyle>
          <a:p>
            <a:pPr lvl="0"/>
            <a:r>
              <a:rPr lang="ko-KR" altLang="en-US"/>
              <a:t>첫째 수준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ko-KR" altLang="en-US"/>
          </a:p>
        </p:txBody>
      </p:sp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57150" y="95252"/>
            <a:ext cx="7348538" cy="431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슬라이드 주제</a:t>
            </a:r>
          </a:p>
        </p:txBody>
      </p:sp>
    </p:spTree>
    <p:extLst>
      <p:ext uri="{BB962C8B-B14F-4D97-AF65-F5344CB8AC3E}">
        <p14:creationId xmlns:p14="http://schemas.microsoft.com/office/powerpoint/2010/main" val="4121569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50751" y="1863715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</p:nvPr>
        </p:nvSpPr>
        <p:spPr>
          <a:xfrm>
            <a:off x="1208088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</p:nvPr>
        </p:nvSpPr>
        <p:spPr>
          <a:xfrm>
            <a:off x="1208088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200" indent="0">
              <a:buNone/>
              <a:defRPr lang="ko-KR" altLang="en-US" dirty="0" smtClean="0"/>
            </a:lvl2pPr>
            <a:lvl3pPr marL="914400" indent="0">
              <a:buNone/>
              <a:defRPr lang="ko-KR" altLang="en-US" dirty="0" smtClean="0"/>
            </a:lvl3pPr>
            <a:lvl4pPr marL="1371600" indent="0">
              <a:buNone/>
              <a:defRPr lang="ko-KR" altLang="en-US" dirty="0" smtClean="0"/>
            </a:lvl4pPr>
            <a:lvl5pPr marL="1828800" indent="0">
              <a:buNone/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12" name="그룹 11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6531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간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65213" y="1917166"/>
            <a:ext cx="7848227" cy="523220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pPr lvl="0" algn="l"/>
            <a:r>
              <a:rPr lang="ko-KR" altLang="en-US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1208088" y="2564904"/>
            <a:ext cx="7705725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42168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  <p:sp>
        <p:nvSpPr>
          <p:cNvPr id="9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chemeClr val="tx1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chemeClr val="tx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chemeClr val="tx1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5" name="직사각형 14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8574" b="66425"/>
            <a:stretch/>
          </p:blipFill>
          <p:spPr bwMode="auto">
            <a:xfrm>
              <a:off x="200025" y="188913"/>
              <a:ext cx="735032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82" t="77634"/>
            <a:stretch/>
          </p:blipFill>
          <p:spPr bwMode="auto">
            <a:xfrm>
              <a:off x="8294844" y="5229088"/>
              <a:ext cx="1411131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9384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9765" y="170929"/>
            <a:ext cx="9516209" cy="3693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800" b="1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pPr lvl="0" algn="l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0026" y="620713"/>
            <a:ext cx="9303872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dirty="0" smtClean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  <p:sp>
        <p:nvSpPr>
          <p:cNvPr id="12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595959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595959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595959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595959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200025" y="544512"/>
            <a:ext cx="950595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200026" y="6654879"/>
            <a:ext cx="950594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81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82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운영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98445" y="126934"/>
            <a:ext cx="3922267" cy="276999"/>
          </a:xfrm>
        </p:spPr>
        <p:txBody>
          <a:bodyPr/>
          <a:lstStyle>
            <a:lvl1pPr>
              <a:defRPr kumimoji="1" lang="ko-KR" altLang="en-US" b="1" baseline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defTabSz="957223" rtl="0" eaLnBrk="0" fontAlgn="base" latinLnBrk="1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556956" y="6547624"/>
            <a:ext cx="1103611" cy="301756"/>
          </a:xfrm>
          <a:prstGeom prst="rect">
            <a:avLst/>
          </a:prstGeom>
        </p:spPr>
        <p:txBody>
          <a:bodyPr anchor="ctr"/>
          <a:lstStyle>
            <a:lvl1pPr algn="ctr">
              <a:defRPr sz="105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362048-7B1C-4B55-8A37-79D9EC7A1060}" type="slidenum">
              <a:rPr kumimoji="0" lang="ko-KR" altLang="en-US" sz="105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66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0000" y="134866"/>
            <a:ext cx="2513830" cy="346377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algn="l">
              <a:defRPr sz="1834" b="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637313" y="6620032"/>
            <a:ext cx="554960" cy="23346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sz="917"/>
            </a:lvl1pPr>
          </a:lstStyle>
          <a:p>
            <a:fld id="{ACAB217B-35B1-4471-9515-6F5B701085CD}" type="slidenum">
              <a:rPr lang="ko-KR" altLang="en-US" b="1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10</a:t>
            </a:r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12701" y="581025"/>
            <a:ext cx="9864725" cy="57150"/>
          </a:xfrm>
          <a:prstGeom prst="rect">
            <a:avLst/>
          </a:prstGeom>
          <a:gradFill rotWithShape="1">
            <a:gsLst>
              <a:gs pos="0">
                <a:srgbClr val="CC0066"/>
              </a:gs>
              <a:gs pos="100000">
                <a:srgbClr val="FF9933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Tx/>
              <a:buChar char="•"/>
              <a:defRPr/>
            </a:pPr>
            <a:endParaRPr lang="ko-KR" altLang="en-US" sz="1468">
              <a:solidFill>
                <a:srgbClr val="000000"/>
              </a:solidFill>
              <a:latin typeface="LG스마트체 Light" pitchFamily="50" charset="-127"/>
              <a:ea typeface="LG스마트체 Light" pitchFamily="50" charset="-127"/>
            </a:endParaRPr>
          </a:p>
        </p:txBody>
      </p:sp>
      <p:sp>
        <p:nvSpPr>
          <p:cNvPr id="8" name="Line 3"/>
          <p:cNvSpPr>
            <a:spLocks noChangeShapeType="1"/>
          </p:cNvSpPr>
          <p:nvPr userDrawn="1"/>
        </p:nvSpPr>
        <p:spPr bwMode="auto">
          <a:xfrm>
            <a:off x="1136579" y="6616168"/>
            <a:ext cx="8569325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buFontTx/>
              <a:buChar char="•"/>
              <a:defRPr/>
            </a:pPr>
            <a:endParaRPr lang="ko-KR" altLang="en-US" sz="1468">
              <a:solidFill>
                <a:srgbClr val="000000"/>
              </a:solidFill>
              <a:latin typeface="LG스마트체 Light" pitchFamily="50" charset="-127"/>
              <a:ea typeface="LG스마트체 Light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1" y="6472168"/>
            <a:ext cx="1494373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0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레이아웃-넓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C5BCFE-DAD4-4E0D-9DDF-89EFA9796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30871" y="6527741"/>
            <a:ext cx="436907" cy="295352"/>
          </a:xfrm>
          <a:prstGeom prst="rect">
            <a:avLst/>
          </a:prstGeom>
        </p:spPr>
        <p:txBody>
          <a:bodyPr/>
          <a:lstStyle>
            <a:lvl1pPr>
              <a:defRPr sz="96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D381A16-2548-442C-AEBC-79FF11B79076}" type="slidenum">
              <a:rPr lang="ko-KR" altLang="en-US" smtClean="0"/>
              <a:pPr/>
              <a:t>‹#›</a:t>
            </a:fld>
            <a:r>
              <a:rPr lang="en-US" altLang="ko-KR"/>
              <a:t>/3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71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72848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8F9AC-8204-46FA-B808-449C59A80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91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743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35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22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070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303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219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091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441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219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370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26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7"/>
            <a:ext cx="7189342" cy="535531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5" y="6660776"/>
            <a:ext cx="1015013" cy="2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799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799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799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799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91" y="2565402"/>
            <a:ext cx="6961187" cy="2862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79" indent="0">
              <a:buNone/>
              <a:defRPr lang="ko-KR" altLang="en-US" smtClean="0"/>
            </a:lvl2pPr>
            <a:lvl3pPr marL="914356" indent="0">
              <a:buNone/>
              <a:defRPr lang="ko-KR" altLang="en-US" smtClean="0"/>
            </a:lvl3pPr>
            <a:lvl4pPr marL="1371535" indent="0">
              <a:buNone/>
              <a:defRPr lang="ko-KR" altLang="en-US" smtClean="0"/>
            </a:lvl4pPr>
            <a:lvl5pPr marL="1828713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90" y="5176205"/>
            <a:ext cx="6960333" cy="2862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79" indent="0">
              <a:buNone/>
              <a:defRPr lang="ko-KR" altLang="en-US" smtClean="0"/>
            </a:lvl2pPr>
            <a:lvl3pPr marL="914356" indent="0">
              <a:buNone/>
              <a:defRPr lang="ko-KR" altLang="en-US" smtClean="0"/>
            </a:lvl3pPr>
            <a:lvl4pPr marL="1371535" indent="0">
              <a:buNone/>
              <a:defRPr lang="ko-KR" altLang="en-US" smtClean="0"/>
            </a:lvl4pPr>
            <a:lvl5pPr marL="1828713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6" y="188916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2" y="6677893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95224831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291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4406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5301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650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721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575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067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93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356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454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7362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83013" y="6356352"/>
            <a:ext cx="2228850" cy="365125"/>
          </a:xfrm>
        </p:spPr>
        <p:txBody>
          <a:bodyPr/>
          <a:lstStyle>
            <a:lvl1pPr algn="ctr">
              <a:defRPr/>
            </a:lvl1pPr>
          </a:lstStyle>
          <a:p>
            <a:fld id="{CCA55350-D3D9-4460-888F-3541010D2F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3339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0941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5571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013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839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5901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3977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8030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726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0734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5865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2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386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2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5748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60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</p:sldLayoutIdLst>
  <p:hf sldNum="0"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lang="ko-KR" altLang="en-US" sz="2000" b="1" kern="1200" baseline="0">
          <a:solidFill>
            <a:schemeClr val="bg1"/>
          </a:solidFill>
          <a:latin typeface="Arial" pitchFamily="34" charset="0"/>
          <a:ea typeface="돋움" pitchFamily="50" charset="-127"/>
          <a:cs typeface="Arial" pitchFamily="34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9pPr>
    </p:titleStyle>
    <p:bodyStyle>
      <a:lvl1pPr marL="174625" indent="-174625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ko-KR" alt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192088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AutoNum type="arabicPeriod"/>
        <a:tabLst>
          <a:tab pos="93663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3538" indent="-188913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tabLst>
          <a:tab pos="174625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444500" indent="-174625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tabLst>
          <a:tab pos="268288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538163" indent="-174625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tabLst>
          <a:tab pos="363538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7135" y="6633855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2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9" r:id="rId6"/>
    <p:sldLayoutId id="2147483761" r:id="rId7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1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A2CE39-3A3D-47C9-8337-D19B89C86E93}" type="datetimeFigureOut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2026-10-25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08F9AC-8204-46FA-B808-449C59A80C80}" type="slidenum">
              <a:rPr kumimoji="1" lang="ko-KR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굴림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b="1">
              <a:solidFill>
                <a:prstClr val="black">
                  <a:tint val="75000"/>
                </a:prstClr>
              </a:solidFill>
              <a:latin typeface="Arial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42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</p:sldLayoutIdLst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8" algn="l" defTabSz="914395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FAC7D-4F72-4E9B-8650-020751DE0B7B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9BC21-DC1F-4550-9657-99D30F68D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46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82EE-741C-3ADC-F299-8D53C4ED7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C2942AF-7EDF-7ABA-D99D-C54C20DA9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5" y="170929"/>
            <a:ext cx="6473081" cy="369332"/>
          </a:xfrm>
        </p:spPr>
        <p:txBody>
          <a:bodyPr/>
          <a:lstStyle/>
          <a:p>
            <a:r>
              <a:rPr lang="ko-KR" altLang="ko-KR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 진행 현황 (10/8 보고 대비)</a:t>
            </a:r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7AD72-5ADF-BBD9-76AE-297B5292F0DC}"/>
              </a:ext>
            </a:extLst>
          </p:cNvPr>
          <p:cNvSpPr txBox="1"/>
          <p:nvPr/>
        </p:nvSpPr>
        <p:spPr>
          <a:xfrm>
            <a:off x="7905328" y="228806"/>
            <a:ext cx="1827110" cy="2796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1" lang="ko-KR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</a:t>
            </a:r>
            <a:endParaRPr kumimoji="1" lang="en-US" altLang="ko-K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421D5D-AF33-67E9-9379-DC93DCEA9DC2}"/>
              </a:ext>
            </a:extLst>
          </p:cNvPr>
          <p:cNvSpPr txBox="1"/>
          <p:nvPr/>
        </p:nvSpPr>
        <p:spPr>
          <a:xfrm>
            <a:off x="9427339" y="6707797"/>
            <a:ext cx="419432" cy="11094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1/1</a:t>
            </a:r>
            <a:endParaRPr kumimoji="0" lang="ko-KR" alt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BEB2ADD-D4CE-138E-93AF-6E64A62407CF}"/>
              </a:ext>
            </a:extLst>
          </p:cNvPr>
          <p:cNvSpPr/>
          <p:nvPr/>
        </p:nvSpPr>
        <p:spPr>
          <a:xfrm>
            <a:off x="175719" y="580555"/>
            <a:ext cx="9610172" cy="5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1400">
                <a:solidFill>
                  <a:srgbClr val="000000"/>
                </a:solidFill>
                <a:effectLst/>
              </a:rPr>
              <a:t>10/8 '주간보고 자동 작성' 구상 → 현재 기록 방식 개편과 보고서 종류 확대, PoC 4개 팀 사용 중</a:t>
            </a:r>
          </a:p>
          <a:p>
            <a:pPr algn="l">
              <a:buNone/>
            </a:pPr>
            <a:r>
              <a:rPr lang="ko-KR" sz="1400">
                <a:solidFill>
                  <a:srgbClr val="000000"/>
                </a:solidFill>
                <a:effectLst/>
              </a:rPr>
              <a:t>남은 것은 실제 업무 효과 확인과 사내 서버 운영</a:t>
            </a:r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BCA954E-8335-556F-8761-857F1F5FE769}"/>
              </a:ext>
            </a:extLst>
          </p:cNvPr>
          <p:cNvSpPr/>
          <p:nvPr/>
        </p:nvSpPr>
        <p:spPr>
          <a:xfrm>
            <a:off x="175719" y="1165000"/>
            <a:ext cx="9610172" cy="355000"/>
          </a:xfrm>
          <a:prstGeom prst="rect">
            <a:avLst/>
          </a:prstGeom>
          <a:solidFill>
            <a:srgbClr val="E6ECF5"/>
          </a:solidFill>
          <a:ln w="9525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1F3864"/>
                </a:solidFill>
                <a:effectLst/>
              </a:rPr>
              <a:t>최종 목표: 업무 정보를 일관된 구조로 쌓고, 다양한 보고자료에 재사용한다 (10/8 보고 핵심)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6F84E6-FABF-2803-7A47-DB204D11AF82}"/>
              </a:ext>
            </a:extLst>
          </p:cNvPr>
          <p:cNvSpPr/>
          <p:nvPr/>
        </p:nvSpPr>
        <p:spPr>
          <a:xfrm>
            <a:off x="175719" y="1520000"/>
            <a:ext cx="88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1100" b="1">
                <a:solidFill>
                  <a:srgbClr val="1F3864"/>
                </a:solidFill>
                <a:effectLst/>
              </a:rPr>
              <a:t>업무 흐름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99" name="Arrow: Pentagon 98">
            <a:extLst>
              <a:ext uri="{FF2B5EF4-FFF2-40B4-BE49-F238E27FC236}">
                <a16:creationId xmlns:a16="http://schemas.microsoft.com/office/drawing/2014/main" id="{8F531443-2762-6CBC-DB03-ACF7C15C3D13}"/>
              </a:ext>
            </a:extLst>
          </p:cNvPr>
          <p:cNvSpPr/>
          <p:nvPr/>
        </p:nvSpPr>
        <p:spPr>
          <a:xfrm>
            <a:off x="1115719" y="1520000"/>
            <a:ext cx="1726034" cy="330000"/>
          </a:xfrm>
          <a:prstGeom prst="homePlate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① 기획(투자제안)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04" name="Arrow: Chevron 103">
            <a:extLst>
              <a:ext uri="{FF2B5EF4-FFF2-40B4-BE49-F238E27FC236}">
                <a16:creationId xmlns:a16="http://schemas.microsoft.com/office/drawing/2014/main" id="{0C199AB4-66D9-24FF-804F-9368640D5E27}"/>
              </a:ext>
            </a:extLst>
          </p:cNvPr>
          <p:cNvSpPr/>
          <p:nvPr/>
        </p:nvSpPr>
        <p:spPr>
          <a:xfrm>
            <a:off x="2821753" y="1520000"/>
            <a:ext cx="1766034" cy="330000"/>
          </a:xfrm>
          <a:prstGeom prst="chevron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② 과제 등록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Arrow: Chevron 109">
            <a:extLst>
              <a:ext uri="{FF2B5EF4-FFF2-40B4-BE49-F238E27FC236}">
                <a16:creationId xmlns:a16="http://schemas.microsoft.com/office/drawing/2014/main" id="{4DFE4A3E-3956-F064-78D0-21C9F9501C61}"/>
              </a:ext>
            </a:extLst>
          </p:cNvPr>
          <p:cNvSpPr/>
          <p:nvPr/>
        </p:nvSpPr>
        <p:spPr>
          <a:xfrm>
            <a:off x="4567787" y="1520000"/>
            <a:ext cx="1766034" cy="330000"/>
          </a:xfrm>
          <a:prstGeom prst="chevron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③ 업무 기록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7" name="Arrow: Chevron 116">
            <a:extLst>
              <a:ext uri="{FF2B5EF4-FFF2-40B4-BE49-F238E27FC236}">
                <a16:creationId xmlns:a16="http://schemas.microsoft.com/office/drawing/2014/main" id="{48F31796-D0D5-1482-D107-BC9A73BBD083}"/>
              </a:ext>
            </a:extLst>
          </p:cNvPr>
          <p:cNvSpPr/>
          <p:nvPr/>
        </p:nvSpPr>
        <p:spPr>
          <a:xfrm>
            <a:off x="6313822" y="1520000"/>
            <a:ext cx="1766034" cy="330000"/>
          </a:xfrm>
          <a:prstGeom prst="chevron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④ 보고서 생성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5" name="Arrow: Chevron 124">
            <a:extLst>
              <a:ext uri="{FF2B5EF4-FFF2-40B4-BE49-F238E27FC236}">
                <a16:creationId xmlns:a16="http://schemas.microsoft.com/office/drawing/2014/main" id="{267F1003-EE78-8A3D-1BF4-EB3821BBB7FE}"/>
              </a:ext>
            </a:extLst>
          </p:cNvPr>
          <p:cNvSpPr/>
          <p:nvPr/>
        </p:nvSpPr>
        <p:spPr>
          <a:xfrm>
            <a:off x="8059856" y="1520000"/>
            <a:ext cx="1726034" cy="330000"/>
          </a:xfrm>
          <a:prstGeom prst="chevron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⑤ 검토·확정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5F2FBAC-54B9-A5CE-D60A-7883E9B76BA3}"/>
              </a:ext>
            </a:extLst>
          </p:cNvPr>
          <p:cNvSpPr/>
          <p:nvPr/>
        </p:nvSpPr>
        <p:spPr>
          <a:xfrm>
            <a:off x="175719" y="1920000"/>
            <a:ext cx="880000" cy="425760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595959"/>
                </a:solidFill>
                <a:effectLst/>
              </a:rPr>
              <a:t>10/8 보고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759EAE6-401A-B51E-9E48-FBD719E5CC81}"/>
              </a:ext>
            </a:extLst>
          </p:cNvPr>
          <p:cNvSpPr/>
          <p:nvPr/>
        </p:nvSpPr>
        <p:spPr>
          <a:xfrm>
            <a:off x="175719" y="2395760"/>
            <a:ext cx="880000" cy="133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현재</a:t>
            </a:r>
          </a:p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(10/26)</a:t>
            </a:r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B4F774F-71D6-CAB1-6FBE-A6CCDB6C38E7}"/>
              </a:ext>
            </a:extLst>
          </p:cNvPr>
          <p:cNvSpPr/>
          <p:nvPr/>
        </p:nvSpPr>
        <p:spPr>
          <a:xfrm>
            <a:off x="175719" y="3784480"/>
            <a:ext cx="880000" cy="42576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1F3864"/>
                </a:solidFill>
                <a:effectLst/>
              </a:rPr>
              <a:t>최종 모습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B3DECCC-000F-4DF3-2300-C1CA7EEA3569}"/>
              </a:ext>
            </a:extLst>
          </p:cNvPr>
          <p:cNvSpPr/>
          <p:nvPr/>
        </p:nvSpPr>
        <p:spPr>
          <a:xfrm>
            <a:off x="1115719" y="1920000"/>
            <a:ext cx="1686034" cy="4257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범위 밖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BE62B1C-DCB8-1F11-0E9E-60D0FAA40016}"/>
              </a:ext>
            </a:extLst>
          </p:cNvPr>
          <p:cNvSpPr/>
          <p:nvPr/>
        </p:nvSpPr>
        <p:spPr>
          <a:xfrm>
            <a:off x="2861753" y="1920000"/>
            <a:ext cx="1686034" cy="4257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배경·목적·추진일정 입력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BD4BB55-A954-A2C9-D726-46040AAD8592}"/>
              </a:ext>
            </a:extLst>
          </p:cNvPr>
          <p:cNvSpPr/>
          <p:nvPr/>
        </p:nvSpPr>
        <p:spPr>
          <a:xfrm>
            <a:off x="4607787" y="1920000"/>
            <a:ext cx="1686034" cy="4257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날짜별 업무일지 (진행·계획·이슈 3칸)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5FEE788-0F7D-73B6-54A9-4E6C2D6375C7}"/>
              </a:ext>
            </a:extLst>
          </p:cNvPr>
          <p:cNvSpPr/>
          <p:nvPr/>
        </p:nvSpPr>
        <p:spPr>
          <a:xfrm>
            <a:off x="6353822" y="1920000"/>
            <a:ext cx="1686034" cy="4257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주간업무 PPT 1종 (다른 보고서는 '추후 구현')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2BFBACE-8C15-6258-C903-B0FAF98A350C}"/>
              </a:ext>
            </a:extLst>
          </p:cNvPr>
          <p:cNvSpPr/>
          <p:nvPr/>
        </p:nvSpPr>
        <p:spPr>
          <a:xfrm>
            <a:off x="8099856" y="1920000"/>
            <a:ext cx="1686034" cy="4257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실무자 검토 후 확정 (구상)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A4982DD-0696-B4EB-2251-7B462C23135D}"/>
              </a:ext>
            </a:extLst>
          </p:cNvPr>
          <p:cNvSpPr/>
          <p:nvPr/>
        </p:nvSpPr>
        <p:spPr>
          <a:xfrm>
            <a:off x="1115719" y="2395760"/>
            <a:ext cx="1686034" cy="133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195FC846-6CD8-11F8-70FF-5926BA1785EC}"/>
              </a:ext>
            </a:extLst>
          </p:cNvPr>
          <p:cNvSpPr/>
          <p:nvPr/>
        </p:nvSpPr>
        <p:spPr>
          <a:xfrm>
            <a:off x="1115719" y="2699360"/>
            <a:ext cx="1686034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투자 정보 입력 → IT 투자제안서 PPT · 기획서로 과제 자동 등록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63A44CAA-4775-97F8-2CC1-C5A502711AB8}"/>
              </a:ext>
            </a:extLst>
          </p:cNvPr>
          <p:cNvSpPr/>
          <p:nvPr/>
        </p:nvSpPr>
        <p:spPr>
          <a:xfrm>
            <a:off x="1207159" y="3202280"/>
            <a:ext cx="509763" cy="246888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구현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3FD84F13-478F-59B3-18B2-FFB19DC05D52}"/>
              </a:ext>
            </a:extLst>
          </p:cNvPr>
          <p:cNvSpPr/>
          <p:nvPr/>
        </p:nvSpPr>
        <p:spPr>
          <a:xfrm>
            <a:off x="2861753" y="2395760"/>
            <a:ext cx="1686034" cy="133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4497FB0F-AF01-2DB8-14F7-20482206081E}"/>
              </a:ext>
            </a:extLst>
          </p:cNvPr>
          <p:cNvSpPr/>
          <p:nvPr/>
        </p:nvSpPr>
        <p:spPr>
          <a:xfrm>
            <a:off x="2861753" y="2767940"/>
            <a:ext cx="1686034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+ KPI(목표 지표) · 문서로 등록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78B7F659-0BA6-E4C5-63B8-E0ADC787D13D}"/>
              </a:ext>
            </a:extLst>
          </p:cNvPr>
          <p:cNvSpPr/>
          <p:nvPr/>
        </p:nvSpPr>
        <p:spPr>
          <a:xfrm>
            <a:off x="2953193" y="3133700"/>
            <a:ext cx="509763" cy="246888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구현</a:t>
            </a: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8373A80A-E701-071A-5556-3227FF7D473C}"/>
              </a:ext>
            </a:extLst>
          </p:cNvPr>
          <p:cNvSpPr/>
          <p:nvPr/>
        </p:nvSpPr>
        <p:spPr>
          <a:xfrm>
            <a:off x="4607787" y="2395760"/>
            <a:ext cx="1686034" cy="133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9FAEC89-8B07-573E-CF04-5ADCF97F760E}"/>
              </a:ext>
            </a:extLst>
          </p:cNvPr>
          <p:cNvSpPr/>
          <p:nvPr/>
        </p:nvSpPr>
        <p:spPr>
          <a:xfrm>
            <a:off x="4607787" y="2630780"/>
            <a:ext cx="1686034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과제별로 이어 쓰는 기록 · 할 일·이슈·성과·분석·표·교훈 구분 · 할 일·이슈 끝까지 추적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414" name="Rectangle: Rounded Corners 413">
            <a:extLst>
              <a:ext uri="{FF2B5EF4-FFF2-40B4-BE49-F238E27FC236}">
                <a16:creationId xmlns:a16="http://schemas.microsoft.com/office/drawing/2014/main" id="{0E6EAB04-7723-5B3B-E754-9436699E4049}"/>
              </a:ext>
            </a:extLst>
          </p:cNvPr>
          <p:cNvSpPr/>
          <p:nvPr/>
        </p:nvSpPr>
        <p:spPr>
          <a:xfrm>
            <a:off x="4699227" y="3270860"/>
            <a:ext cx="892668" cy="24688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PoC 사용 중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FC49EB57-EB96-9F61-B8D3-D728DDF4F154}"/>
              </a:ext>
            </a:extLst>
          </p:cNvPr>
          <p:cNvSpPr/>
          <p:nvPr/>
        </p:nvSpPr>
        <p:spPr>
          <a:xfrm>
            <a:off x="6353822" y="2395760"/>
            <a:ext cx="1686034" cy="133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3CC2E441-AA2E-A93A-F8AE-E16A2CBE9323}"/>
              </a:ext>
            </a:extLst>
          </p:cNvPr>
          <p:cNvSpPr/>
          <p:nvPr/>
        </p:nvSpPr>
        <p:spPr>
          <a:xfrm>
            <a:off x="6353822" y="2455760"/>
            <a:ext cx="1686034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주간·월간·팀장 요약·경영진 1장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495" name="Rectangle: Rounded Corners 494">
            <a:extLst>
              <a:ext uri="{FF2B5EF4-FFF2-40B4-BE49-F238E27FC236}">
                <a16:creationId xmlns:a16="http://schemas.microsoft.com/office/drawing/2014/main" id="{3E598C24-831A-518E-E368-32EAF4DCB5EE}"/>
              </a:ext>
            </a:extLst>
          </p:cNvPr>
          <p:cNvSpPr/>
          <p:nvPr/>
        </p:nvSpPr>
        <p:spPr>
          <a:xfrm>
            <a:off x="6445262" y="2821520"/>
            <a:ext cx="892668" cy="24688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PoC 사용 중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842C252F-F00B-985A-7656-F7B00FA05851}"/>
              </a:ext>
            </a:extLst>
          </p:cNvPr>
          <p:cNvSpPr/>
          <p:nvPr/>
        </p:nvSpPr>
        <p:spPr>
          <a:xfrm>
            <a:off x="6353822" y="3080120"/>
            <a:ext cx="1686034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+ 완료·분석·성과·투자제안 보고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554" name="Rectangle: Rounded Corners 553">
            <a:extLst>
              <a:ext uri="{FF2B5EF4-FFF2-40B4-BE49-F238E27FC236}">
                <a16:creationId xmlns:a16="http://schemas.microsoft.com/office/drawing/2014/main" id="{246BC814-A665-23C4-DB9D-B01C1BAC90B0}"/>
              </a:ext>
            </a:extLst>
          </p:cNvPr>
          <p:cNvSpPr/>
          <p:nvPr/>
        </p:nvSpPr>
        <p:spPr>
          <a:xfrm>
            <a:off x="6445262" y="3438144"/>
            <a:ext cx="509763" cy="246888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구현</a:t>
            </a: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9707DC78-41D9-0C96-5772-23C7490AFFB9}"/>
              </a:ext>
            </a:extLst>
          </p:cNvPr>
          <p:cNvSpPr/>
          <p:nvPr/>
        </p:nvSpPr>
        <p:spPr>
          <a:xfrm>
            <a:off x="8099856" y="2395760"/>
            <a:ext cx="1686034" cy="133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C5A2C8CA-5A2A-2B92-023A-8898B65E4477}"/>
              </a:ext>
            </a:extLst>
          </p:cNvPr>
          <p:cNvSpPr/>
          <p:nvPr/>
        </p:nvSpPr>
        <p:spPr>
          <a:xfrm>
            <a:off x="8099856" y="2630780"/>
            <a:ext cx="1686034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만들기 전 점검(미작성자·누락) · 확인할 것 목록 · 원본 변경 경고 · 검토 메모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650" name="Rectangle: Rounded Corners 649">
            <a:extLst>
              <a:ext uri="{FF2B5EF4-FFF2-40B4-BE49-F238E27FC236}">
                <a16:creationId xmlns:a16="http://schemas.microsoft.com/office/drawing/2014/main" id="{931974EC-811C-F865-EF6F-5D65B5589614}"/>
              </a:ext>
            </a:extLst>
          </p:cNvPr>
          <p:cNvSpPr/>
          <p:nvPr/>
        </p:nvSpPr>
        <p:spPr>
          <a:xfrm>
            <a:off x="8191296" y="3270860"/>
            <a:ext cx="509763" cy="246888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구현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00DFAE05-24D6-9463-92D1-F0E4F4529831}"/>
              </a:ext>
            </a:extLst>
          </p:cNvPr>
          <p:cNvSpPr/>
          <p:nvPr/>
        </p:nvSpPr>
        <p:spPr>
          <a:xfrm>
            <a:off x="1115719" y="3784480"/>
            <a:ext cx="1686034" cy="42576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투자 심의 자료가 과제의 출발점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A9518AB9-7363-6DEE-1746-EF7EDE0B2AFA}"/>
              </a:ext>
            </a:extLst>
          </p:cNvPr>
          <p:cNvSpPr/>
          <p:nvPr/>
        </p:nvSpPr>
        <p:spPr>
          <a:xfrm>
            <a:off x="2861753" y="3784480"/>
            <a:ext cx="1686034" cy="42576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한 번 입력하면 모든 보고서에 재사용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F872950E-71FF-5AED-F795-AE5FB78C4FB0}"/>
              </a:ext>
            </a:extLst>
          </p:cNvPr>
          <p:cNvSpPr/>
          <p:nvPr/>
        </p:nvSpPr>
        <p:spPr>
          <a:xfrm>
            <a:off x="4607787" y="3784480"/>
            <a:ext cx="1686034" cy="42576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기록 하나하나가 팀의 지식 자산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53F9D7F3-D72D-7F7E-B109-3B4A2B929F99}"/>
              </a:ext>
            </a:extLst>
          </p:cNvPr>
          <p:cNvSpPr/>
          <p:nvPr/>
        </p:nvSpPr>
        <p:spPr>
          <a:xfrm>
            <a:off x="6353822" y="3784480"/>
            <a:ext cx="1686034" cy="42576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목적에 맞는 보고서를 같은 기록에서 바로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404C9864-CAA3-1380-003D-AE6ED4EF82D0}"/>
              </a:ext>
            </a:extLst>
          </p:cNvPr>
          <p:cNvSpPr/>
          <p:nvPr/>
        </p:nvSpPr>
        <p:spPr>
          <a:xfrm>
            <a:off x="8099856" y="3784480"/>
            <a:ext cx="1686034" cy="42576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사람은 확인과 판단만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16855B5D-AFF0-4B31-CBA9-EF9F7B5DAAFC}"/>
              </a:ext>
            </a:extLst>
          </p:cNvPr>
          <p:cNvSpPr/>
          <p:nvPr/>
        </p:nvSpPr>
        <p:spPr>
          <a:xfrm>
            <a:off x="175719" y="4320240"/>
            <a:ext cx="880000" cy="8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1F3864"/>
                </a:solidFill>
                <a:effectLst/>
              </a:rPr>
              <a:t>운영 기반</a:t>
            </a:r>
          </a:p>
          <a:p>
            <a:pPr algn="ctr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4DCD0BDA-23BD-B1F4-3E55-680922E74867}"/>
              </a:ext>
            </a:extLst>
          </p:cNvPr>
          <p:cNvSpPr/>
          <p:nvPr/>
        </p:nvSpPr>
        <p:spPr>
          <a:xfrm>
            <a:off x="1115719" y="4320240"/>
            <a:ext cx="2559051" cy="83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 b="1">
                <a:solidFill>
                  <a:srgbClr val="595959"/>
                </a:solidFill>
                <a:effectLst/>
              </a:rPr>
              <a:t>10/8 보고</a:t>
            </a:r>
          </a:p>
          <a:p>
            <a:pPr algn="l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개인 PC · 사내 AI(EXAONE) 연계 · 개발 2인</a:t>
            </a:r>
            <a:endParaRPr lang="en-US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5C19F6B-1D61-655F-54AA-88DEA8D441E4}"/>
              </a:ext>
            </a:extLst>
          </p:cNvPr>
          <p:cNvSpPr/>
          <p:nvPr/>
        </p:nvSpPr>
        <p:spPr>
          <a:xfrm>
            <a:off x="3734770" y="4320240"/>
            <a:ext cx="3432068" cy="83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CF9B68A3-DABB-B4CC-8DF6-9CB0D7338864}"/>
              </a:ext>
            </a:extLst>
          </p:cNvPr>
          <p:cNvSpPr/>
          <p:nvPr/>
        </p:nvSpPr>
        <p:spPr>
          <a:xfrm>
            <a:off x="3734770" y="4350240"/>
            <a:ext cx="2623186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현재</a:t>
            </a:r>
          </a:p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개인 서버(운영·개발 2대) · 사내 AI 연결 정상·상시 점검 · PoC 4개 팀 17명(10/15~) · 회사 서버(Sandbox) 준비 중 · 개발·운영 2인(다빈치 운영 인력 지원 불가, 구두)</a:t>
            </a:r>
            <a:endParaRPr lang="en-US"/>
          </a:p>
        </p:txBody>
      </p:sp>
      <p:sp>
        <p:nvSpPr>
          <p:cNvPr id="1035" name="Rectangle: Rounded Corners 1034">
            <a:extLst>
              <a:ext uri="{FF2B5EF4-FFF2-40B4-BE49-F238E27FC236}">
                <a16:creationId xmlns:a16="http://schemas.microsoft.com/office/drawing/2014/main" id="{C45FEF5B-2FAB-686B-51C8-4686B10A076C}"/>
              </a:ext>
            </a:extLst>
          </p:cNvPr>
          <p:cNvSpPr/>
          <p:nvPr/>
        </p:nvSpPr>
        <p:spPr>
          <a:xfrm>
            <a:off x="6357957" y="4624560"/>
            <a:ext cx="748882" cy="246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  <a:prstDash val="dash"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C55A11"/>
                </a:solidFill>
                <a:effectLst/>
              </a:rPr>
              <a:t>준비·계획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019640B3-2DA6-3370-F84A-05F65F0DD0BD}"/>
              </a:ext>
            </a:extLst>
          </p:cNvPr>
          <p:cNvSpPr/>
          <p:nvPr/>
        </p:nvSpPr>
        <p:spPr>
          <a:xfrm>
            <a:off x="7226839" y="4320240"/>
            <a:ext cx="2559051" cy="837240"/>
          </a:xfrm>
          <a:prstGeom prst="rect">
            <a:avLst/>
          </a:prstGeom>
          <a:solidFill>
            <a:srgbClr val="E6ECF5"/>
          </a:solidFill>
          <a:ln>
            <a:solidFill>
              <a:srgbClr val="E6ECF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최종</a:t>
            </a:r>
          </a:p>
          <a:p>
            <a:pPr algn="l">
              <a:buNone/>
            </a:pPr>
            <a:r>
              <a:rPr lang="ko-KR" sz="900" b="1">
                <a:solidFill>
                  <a:srgbClr val="1F3864"/>
                </a:solidFill>
                <a:effectLst/>
              </a:rPr>
              <a:t>회사 서버(DAVINCI Sandbox)에서 운영 · 그룹 확대</a:t>
            </a:r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C3BFCDE-8C9E-A7DF-6748-AAE697131D15}"/>
              </a:ext>
            </a:extLst>
          </p:cNvPr>
          <p:cNvSpPr/>
          <p:nvPr/>
        </p:nvSpPr>
        <p:spPr>
          <a:xfrm>
            <a:off x="175719" y="5287480"/>
            <a:ext cx="880000" cy="6543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그룹장님</a:t>
            </a:r>
          </a:p>
          <a:p>
            <a:pPr algn="ctr">
              <a:buNone/>
            </a:pPr>
            <a:r>
              <a:rPr lang="ko-KR" sz="1100" b="1">
                <a:solidFill>
                  <a:srgbClr val="FFFFFF"/>
                </a:solidFill>
                <a:effectLst/>
              </a:rPr>
              <a:t>확인 포인트</a:t>
            </a:r>
            <a:endParaRPr lang="en-US"/>
          </a:p>
        </p:txBody>
      </p: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FE5C063F-0ED0-7FDA-514D-6EBA56C4A824}"/>
              </a:ext>
            </a:extLst>
          </p:cNvPr>
          <p:cNvSpPr/>
          <p:nvPr/>
        </p:nvSpPr>
        <p:spPr>
          <a:xfrm>
            <a:off x="1115719" y="5287480"/>
            <a:ext cx="2122543" cy="6543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1000" b="1">
                <a:solidFill>
                  <a:srgbClr val="1F3864"/>
                </a:solidFill>
                <a:effectLst/>
              </a:rPr>
              <a:t>무엇이 달라졌나</a:t>
            </a:r>
          </a:p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기록 방식 개편, 보고서 종류 확대, 사용자 의견 반영</a:t>
            </a:r>
            <a:endParaRPr lang="en-US"/>
          </a:p>
        </p:txBody>
      </p:sp>
      <p:sp>
        <p:nvSpPr>
          <p:cNvPr id="1217" name="Rectangle 1216">
            <a:extLst>
              <a:ext uri="{FF2B5EF4-FFF2-40B4-BE49-F238E27FC236}">
                <a16:creationId xmlns:a16="http://schemas.microsoft.com/office/drawing/2014/main" id="{A1665308-1D3F-48EB-6302-5505CB1F06E6}"/>
              </a:ext>
            </a:extLst>
          </p:cNvPr>
          <p:cNvSpPr/>
          <p:nvPr/>
        </p:nvSpPr>
        <p:spPr>
          <a:xfrm>
            <a:off x="3298262" y="5287480"/>
            <a:ext cx="2122543" cy="6543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1000" b="1">
                <a:solidFill>
                  <a:srgbClr val="1F3864"/>
                </a:solidFill>
                <a:effectLst/>
              </a:rPr>
              <a:t>실제로 쓰나</a:t>
            </a:r>
          </a:p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PoC 4개 팀 17명, 의견 17건 접수, 수정 반영 후 재확인 전 12건</a:t>
            </a:r>
            <a:endParaRPr lang="en-US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DABCE9AE-D7F8-87F4-2F56-73D0EBDF55EC}"/>
              </a:ext>
            </a:extLst>
          </p:cNvPr>
          <p:cNvSpPr/>
          <p:nvPr/>
        </p:nvSpPr>
        <p:spPr>
          <a:xfrm>
            <a:off x="5480805" y="5287480"/>
            <a:ext cx="2122543" cy="6543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1000" b="1">
                <a:solidFill>
                  <a:srgbClr val="1F3864"/>
                </a:solidFill>
                <a:effectLst/>
              </a:rPr>
              <a:t>무엇이 막혔나</a:t>
            </a:r>
          </a:p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운영 인력 2인, 회사 서버 준비 중, 실데이터 보고 품질 미확인</a:t>
            </a:r>
            <a:endParaRPr lang="en-US"/>
          </a:p>
        </p:txBody>
      </p:sp>
      <p:sp>
        <p:nvSpPr>
          <p:cNvPr id="1314" name="Rectangle 1313">
            <a:extLst>
              <a:ext uri="{FF2B5EF4-FFF2-40B4-BE49-F238E27FC236}">
                <a16:creationId xmlns:a16="http://schemas.microsoft.com/office/drawing/2014/main" id="{88C81F37-CEF4-C096-7F8D-EFD746F1EB19}"/>
              </a:ext>
            </a:extLst>
          </p:cNvPr>
          <p:cNvSpPr/>
          <p:nvPr/>
        </p:nvSpPr>
        <p:spPr>
          <a:xfrm>
            <a:off x="7663348" y="5287480"/>
            <a:ext cx="2122543" cy="6543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1000" b="1">
                <a:solidFill>
                  <a:srgbClr val="1F3864"/>
                </a:solidFill>
                <a:effectLst/>
              </a:rPr>
              <a:t>다음 단계</a:t>
            </a:r>
          </a:p>
          <a:p>
            <a:pPr algn="l">
              <a:buNone/>
            </a:pPr>
            <a:r>
              <a:rPr lang="ko-KR" sz="900">
                <a:solidFill>
                  <a:srgbClr val="262626"/>
                </a:solidFill>
                <a:effectLst/>
              </a:rPr>
              <a:t>실제 주간보고 작성·검토 1사이클로 효과 확인</a:t>
            </a:r>
            <a:endParaRPr lang="en-US"/>
          </a:p>
        </p:txBody>
      </p:sp>
      <p:sp>
        <p:nvSpPr>
          <p:cNvPr id="1364" name="Rectangle: Rounded Corners 1363">
            <a:extLst>
              <a:ext uri="{FF2B5EF4-FFF2-40B4-BE49-F238E27FC236}">
                <a16:creationId xmlns:a16="http://schemas.microsoft.com/office/drawing/2014/main" id="{017BD16B-16A1-5C1A-753B-534FBDAB5488}"/>
              </a:ext>
            </a:extLst>
          </p:cNvPr>
          <p:cNvSpPr/>
          <p:nvPr/>
        </p:nvSpPr>
        <p:spPr>
          <a:xfrm>
            <a:off x="1115568" y="6082248"/>
            <a:ext cx="892668" cy="24688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PoC 사용 중</a:t>
            </a:r>
          </a:p>
        </p:txBody>
      </p:sp>
      <p:sp>
        <p:nvSpPr>
          <p:cNvPr id="1415" name="Rectangle 1414">
            <a:extLst>
              <a:ext uri="{FF2B5EF4-FFF2-40B4-BE49-F238E27FC236}">
                <a16:creationId xmlns:a16="http://schemas.microsoft.com/office/drawing/2014/main" id="{CB0A8346-1320-7464-1E76-000A41E2CBCA}"/>
              </a:ext>
            </a:extLst>
          </p:cNvPr>
          <p:cNvSpPr/>
          <p:nvPr/>
        </p:nvSpPr>
        <p:spPr>
          <a:xfrm>
            <a:off x="2048256" y="6011840"/>
            <a:ext cx="155448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>
            <a:noAutofit/>
          </a:bodyPr>
          <a:lstStyle/>
          <a:p>
            <a:pPr algn="l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PoC 참여자가 실제 사용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467" name="Rectangle: Rounded Corners 1466">
            <a:extLst>
              <a:ext uri="{FF2B5EF4-FFF2-40B4-BE49-F238E27FC236}">
                <a16:creationId xmlns:a16="http://schemas.microsoft.com/office/drawing/2014/main" id="{84336583-CB7A-8ABF-6DAE-A187A8BAF5F7}"/>
              </a:ext>
            </a:extLst>
          </p:cNvPr>
          <p:cNvSpPr/>
          <p:nvPr/>
        </p:nvSpPr>
        <p:spPr>
          <a:xfrm>
            <a:off x="3657600" y="6082248"/>
            <a:ext cx="509763" cy="246888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FFFFFF"/>
                </a:solidFill>
                <a:effectLst/>
              </a:rPr>
              <a:t>구현</a:t>
            </a:r>
          </a:p>
        </p:txBody>
      </p:sp>
      <p:sp>
        <p:nvSpPr>
          <p:cNvPr id="1520" name="Rectangle 1519">
            <a:extLst>
              <a:ext uri="{FF2B5EF4-FFF2-40B4-BE49-F238E27FC236}">
                <a16:creationId xmlns:a16="http://schemas.microsoft.com/office/drawing/2014/main" id="{B1E0A040-BF13-1462-1D3B-D54DF0B0B9CE}"/>
              </a:ext>
            </a:extLst>
          </p:cNvPr>
          <p:cNvSpPr/>
          <p:nvPr/>
        </p:nvSpPr>
        <p:spPr>
          <a:xfrm>
            <a:off x="4206240" y="6011840"/>
            <a:ext cx="169164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구현(가상 데이터로 검증)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  <p:sp>
        <p:nvSpPr>
          <p:cNvPr id="1574" name="Rectangle: Rounded Corners 1573">
            <a:extLst>
              <a:ext uri="{FF2B5EF4-FFF2-40B4-BE49-F238E27FC236}">
                <a16:creationId xmlns:a16="http://schemas.microsoft.com/office/drawing/2014/main" id="{578F3810-6D46-7DB5-0CCC-91F5B3B0A6A1}"/>
              </a:ext>
            </a:extLst>
          </p:cNvPr>
          <p:cNvSpPr/>
          <p:nvPr/>
        </p:nvSpPr>
        <p:spPr>
          <a:xfrm>
            <a:off x="5989320" y="6082248"/>
            <a:ext cx="748882" cy="2468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  <a:prstDash val="dash"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>
            <a:noAutofit/>
          </a:bodyPr>
          <a:lstStyle/>
          <a:p>
            <a:pPr algn="ctr">
              <a:buNone/>
            </a:pPr>
            <a:r>
              <a:rPr lang="ko-KR" sz="900" b="1">
                <a:solidFill>
                  <a:srgbClr val="C55A11"/>
                </a:solidFill>
                <a:effectLst/>
              </a:rPr>
              <a:t>준비·계획</a:t>
            </a:r>
          </a:p>
        </p:txBody>
      </p:sp>
      <p:sp>
        <p:nvSpPr>
          <p:cNvPr id="1629" name="Rectangle 1628">
            <a:extLst>
              <a:ext uri="{FF2B5EF4-FFF2-40B4-BE49-F238E27FC236}">
                <a16:creationId xmlns:a16="http://schemas.microsoft.com/office/drawing/2014/main" id="{D3732E07-FBDF-76A1-16DC-108DD2DC3F21}"/>
              </a:ext>
            </a:extLst>
          </p:cNvPr>
          <p:cNvSpPr/>
          <p:nvPr/>
        </p:nvSpPr>
        <p:spPr>
          <a:xfrm>
            <a:off x="6784848" y="6011840"/>
            <a:ext cx="1463040" cy="387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  <a:prstDash val="dash"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>
            <a:noAutofit/>
          </a:bodyPr>
          <a:lstStyle/>
          <a:p>
            <a:pPr algn="l">
              <a:buNone/>
            </a:pPr>
            <a:r>
              <a:rPr lang="ko-KR" sz="900">
                <a:solidFill>
                  <a:srgbClr val="595959"/>
                </a:solidFill>
                <a:effectLst/>
              </a:rPr>
              <a:t>아직 준비·계획 단계</a:t>
            </a:r>
          </a:p>
          <a:p>
            <a:pPr algn="l">
              <a:buNone/>
            </a:pPr>
            <a:r>
              <a:rPr lang="ko-KR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060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heme/theme1.xml><?xml version="1.0" encoding="utf-8"?>
<a:theme xmlns:a="http://schemas.openxmlformats.org/drawingml/2006/main" name="Default Theme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G스마트체">
      <a:majorFont>
        <a:latin typeface="LG스마트체 Bold"/>
        <a:ea typeface="LG스마트체 Bold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400" dirty="0" smtClean="0">
            <a:latin typeface="LG스마트체2.0 Regular" panose="020B0600000101010101" pitchFamily="50" charset="-127"/>
            <a:ea typeface="LG스마트체2.0 Regular" panose="020B0600000101010101" pitchFamily="50" charset="-127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1">
              <a:lumMod val="50000"/>
            </a:schemeClr>
          </a:solidFill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auto" latinLnBrk="1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Arial Narrow"/>
            <a:ea typeface="LG스마트체 Regular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C175E1B1E4DA499D09C0E9E6E7D980" ma:contentTypeVersion="13" ma:contentTypeDescription="새 문서를 만듭니다." ma:contentTypeScope="" ma:versionID="d75f87ea54011f65773ea07bd0d492c8">
  <xsd:schema xmlns:xsd="http://www.w3.org/2001/XMLSchema" xmlns:xs="http://www.w3.org/2001/XMLSchema" xmlns:p="http://schemas.microsoft.com/office/2006/metadata/properties" xmlns:ns2="7f50bc5e-450a-452d-8e0f-e1a5c0e2899a" xmlns:ns3="b9dbd815-4805-4d0b-97ac-b25becf8023f" targetNamespace="http://schemas.microsoft.com/office/2006/metadata/properties" ma:root="true" ma:fieldsID="4d5f165718a937e13a9ce6db98e61aeb" ns2:_="" ns3:_="">
    <xsd:import namespace="7f50bc5e-450a-452d-8e0f-e1a5c0e2899a"/>
    <xsd:import namespace="b9dbd815-4805-4d0b-97ac-b25becf80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0bc5e-450a-452d-8e0f-e1a5c0e289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bd815-4805-4d0b-97ac-b25becf8023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f1e237d-3ae0-4a2f-a7df-2dd06877e0a2}" ma:internalName="TaxCatchAll" ma:showField="CatchAllData" ma:web="b9dbd815-4805-4d0b-97ac-b25becf80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50bc5e-450a-452d-8e0f-e1a5c0e2899a">
      <Terms xmlns="http://schemas.microsoft.com/office/infopath/2007/PartnerControls"/>
    </lcf76f155ced4ddcb4097134ff3c332f>
    <TaxCatchAll xmlns="b9dbd815-4805-4d0b-97ac-b25becf802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598D5B-BEA9-4170-A6BA-A0087D813C94}">
  <ds:schemaRefs>
    <ds:schemaRef ds:uri="7f50bc5e-450a-452d-8e0f-e1a5c0e2899a"/>
    <ds:schemaRef ds:uri="b9dbd815-4805-4d0b-97ac-b25becf8023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B8B978-3DEB-46A7-99FF-FEBC1A4C9132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b9dbd815-4805-4d0b-97ac-b25becf8023f"/>
    <ds:schemaRef ds:uri="http://schemas.microsoft.com/office/infopath/2007/PartnerControls"/>
    <ds:schemaRef ds:uri="http://purl.org/dc/terms/"/>
    <ds:schemaRef ds:uri="http://schemas.microsoft.com/office/2006/metadata/properties"/>
    <ds:schemaRef ds:uri="7f50bc5e-450a-452d-8e0f-e1a5c0e2899a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714F2B2-A13D-4A3E-9738-48CCBD95B00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1101</Words>
  <Application>Microsoft Office PowerPoint</Application>
  <PresentationFormat>A4 Paper (210x297 mm)</PresentationFormat>
  <Paragraphs>140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Default Theme</vt:lpstr>
      <vt:lpstr>1_Office 테마</vt:lpstr>
      <vt:lpstr>23_디자인 사용자 지정</vt:lpstr>
      <vt:lpstr>2_Office 테마</vt:lpstr>
      <vt:lpstr>5. 진행 현황 (10/8 보고 대비)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윤동희(YOON CAROLINE)[caroline]/책임/브랜드팀</dc:creator>
  <cp:lastModifiedBy>이재후(JAEHU LEE)[jaehu]/사원/제조DX.기획팀</cp:lastModifiedBy>
  <cp:revision>33</cp:revision>
  <dcterms:created xsi:type="dcterms:W3CDTF">2022-07-11T00:07:02Z</dcterms:created>
  <dcterms:modified xsi:type="dcterms:W3CDTF">2026-10-26T04:45:15Z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0x010100A6C175E1B1E4DA499D09C0E9E6E7D980</vt:lpwstr>
  </property>
  <property fmtid="{D5CDD505-2E9C-101B-9397-08002B2CF9AE}" pid="3" name="MediaServiceImageTags">
    <vt:lpwstr/>
  </property>
</Properties>
</file>