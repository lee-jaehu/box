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4"/>
    <p:sldMasterId id="2147483786" r:id="rId5"/>
    <p:sldMasterId id="2147483896" r:id="rId6"/>
    <p:sldMasterId id="2147483922" r:id="rId7"/>
  </p:sldMasterIdLst>
  <p:notesMasterIdLst>
    <p:notesMasterId r:id="rId34"/>
  </p:notesMasterIdLst>
  <p:handoutMasterIdLst>
    <p:handoutMasterId r:id="rId35"/>
  </p:handoutMasterIdLst>
  <p:sldIdLst>
    <p:sldId id="2147483397" r:id="rId8"/>
    <p:sldId id="258" r:id="rId9"/>
    <p:sldId id="2147483647" r:id="rId10"/>
    <p:sldId id="257" r:id="rId11"/>
    <p:sldId id="284" r:id="rId12"/>
    <p:sldId id="263" r:id="rId13"/>
    <p:sldId id="266" r:id="rId14"/>
    <p:sldId id="262" r:id="rId15"/>
    <p:sldId id="259" r:id="rId16"/>
    <p:sldId id="261" r:id="rId17"/>
    <p:sldId id="265" r:id="rId18"/>
    <p:sldId id="264" r:id="rId19"/>
    <p:sldId id="277" r:id="rId20"/>
    <p:sldId id="2147475699" r:id="rId21"/>
    <p:sldId id="274" r:id="rId22"/>
    <p:sldId id="268" r:id="rId23"/>
    <p:sldId id="2147483410" r:id="rId24"/>
    <p:sldId id="269" r:id="rId25"/>
    <p:sldId id="272" r:id="rId26"/>
    <p:sldId id="270" r:id="rId27"/>
    <p:sldId id="267" r:id="rId28"/>
    <p:sldId id="256" r:id="rId29"/>
    <p:sldId id="281" r:id="rId30"/>
    <p:sldId id="271" r:id="rId31"/>
    <p:sldId id="275" r:id="rId32"/>
    <p:sldId id="276" r:id="rId33"/>
  </p:sldIdLst>
  <p:sldSz cx="9906000" cy="6858000" type="A4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85DEC3-A0A4-4C6B-9000-9B9306ECF9CF}">
          <p14:sldIdLst>
            <p14:sldId id="2147483397"/>
          </p14:sldIdLst>
        </p14:section>
        <p14:section name="9월 업무보고" id="{BC34A8F7-2741-4EC4-9E0A-6B173B21BC60}">
          <p14:sldIdLst>
            <p14:sldId id="258"/>
            <p14:sldId id="2147483647"/>
            <p14:sldId id="257"/>
          </p14:sldIdLst>
        </p14:section>
        <p14:section name="9월 KPI유첨" id="{3DEB4C29-9638-429C-8EAA-95EDA71E0AE2}">
          <p14:sldIdLst>
            <p14:sldId id="284"/>
            <p14:sldId id="263"/>
            <p14:sldId id="266"/>
            <p14:sldId id="262"/>
            <p14:sldId id="259"/>
            <p14:sldId id="261"/>
            <p14:sldId id="265"/>
            <p14:sldId id="264"/>
            <p14:sldId id="277"/>
            <p14:sldId id="2147475699"/>
            <p14:sldId id="274"/>
            <p14:sldId id="268"/>
            <p14:sldId id="2147483410"/>
          </p14:sldIdLst>
        </p14:section>
        <p14:section name="월별특이사항" id="{BAA6A1F5-4954-4E7B-9481-F908A558CCC8}">
          <p14:sldIdLst>
            <p14:sldId id="269"/>
            <p14:sldId id="272"/>
            <p14:sldId id="270"/>
            <p14:sldId id="267"/>
            <p14:sldId id="256"/>
            <p14:sldId id="281"/>
            <p14:sldId id="271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988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414FE"/>
    <a:srgbClr val="006600"/>
    <a:srgbClr val="008000"/>
    <a:srgbClr val="DDFDDB"/>
    <a:srgbClr val="F5F5F5"/>
    <a:srgbClr val="A6A6A6"/>
    <a:srgbClr val="F2F2F2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B481C-FECD-463D-BBB3-D3EA361E5E60}" v="1796" dt="2026-09-06T23:58:08.779"/>
    <p1510:client id="{91A65BDB-468C-4A62-B60A-F120FCE4704A}" v="81" dt="2026-09-07T01:43:41.468"/>
    <p1510:client id="{95FEBEA1-C472-B675-C98F-5BB529AE8F0C}" v="42" dt="2026-09-07T02:23:24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16" y="102"/>
      </p:cViewPr>
      <p:guideLst>
        <p:guide orient="horz" pos="482"/>
        <p:guide pos="988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9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상준(SANGJUN CHOI)[sangjun.choi]/책임/제조DX.품질DX.품질DX팀" userId="f27f6263-8294-47ad-af8d-7a32cdf167a1" providerId="ADAL" clId="{9911BDA4-E815-416C-852F-74019AF507EE}"/>
    <pc:docChg chg="undo custSel delSld modSld modSection">
      <pc:chgData name="최상준(SANGJUN CHOI)[sangjun.choi]/책임/제조DX.품질DX.품질DX팀" userId="f27f6263-8294-47ad-af8d-7a32cdf167a1" providerId="ADAL" clId="{9911BDA4-E815-416C-852F-74019AF507EE}" dt="2026-09-01T06:39:10.966" v="660" actId="47"/>
      <pc:docMkLst>
        <pc:docMk/>
      </pc:docMkLst>
      <pc:sldChg chg="modSp del mod">
        <pc:chgData name="최상준(SANGJUN CHOI)[sangjun.choi]/책임/제조DX.품질DX.품질DX팀" userId="f27f6263-8294-47ad-af8d-7a32cdf167a1" providerId="ADAL" clId="{9911BDA4-E815-416C-852F-74019AF507EE}" dt="2026-09-01T06:39:10.966" v="660" actId="47"/>
        <pc:sldMkLst>
          <pc:docMk/>
          <pc:sldMk cId="853675878" sldId="268"/>
        </pc:sldMkLst>
        <pc:spChg chg="mod">
          <ac:chgData name="최상준(SANGJUN CHOI)[sangjun.choi]/책임/제조DX.품질DX.품질DX팀" userId="f27f6263-8294-47ad-af8d-7a32cdf167a1" providerId="ADAL" clId="{9911BDA4-E815-416C-852F-74019AF507EE}" dt="2026-09-01T06:37:46.610" v="646" actId="20577"/>
          <ac:spMkLst>
            <pc:docMk/>
            <pc:sldMk cId="853675878" sldId="268"/>
            <ac:spMk id="3" creationId="{41204495-1AFF-74B5-7D9A-CCF53741351D}"/>
          </ac:spMkLst>
        </pc:spChg>
      </pc:sldChg>
      <pc:sldChg chg="modSp mod">
        <pc:chgData name="최상준(SANGJUN CHOI)[sangjun.choi]/책임/제조DX.품질DX.품질DX팀" userId="f27f6263-8294-47ad-af8d-7a32cdf167a1" providerId="ADAL" clId="{9911BDA4-E815-416C-852F-74019AF507EE}" dt="2026-09-01T06:38:47.715" v="659" actId="14100"/>
        <pc:sldMkLst>
          <pc:docMk/>
          <pc:sldMk cId="289354170" sldId="284"/>
        </pc:sldMkLst>
        <pc:spChg chg="mod">
          <ac:chgData name="최상준(SANGJUN CHOI)[sangjun.choi]/책임/제조DX.품질DX.품질DX팀" userId="f27f6263-8294-47ad-af8d-7a32cdf167a1" providerId="ADAL" clId="{9911BDA4-E815-416C-852F-74019AF507EE}" dt="2026-09-01T06:38:47.715" v="659" actId="14100"/>
          <ac:spMkLst>
            <pc:docMk/>
            <pc:sldMk cId="289354170" sldId="284"/>
            <ac:spMk id="3" creationId="{41204495-1AFF-74B5-7D9A-CCF53741351D}"/>
          </ac:spMkLst>
        </pc:spChg>
      </pc:sldChg>
    </pc:docChg>
  </pc:docChgLst>
  <pc:docChgLst>
    <pc:chgData name="이가은(GAEUN LEE)[gaeunlee]/선임/제조DX.품질DX.품질DX팀" userId="b4233e8e-6bee-4797-9390-cc3fc28cac15" providerId="ADAL" clId="{D6725D9F-A8BB-4C4E-AD15-E88EEC991C8D}"/>
    <pc:docChg chg="undo custSel modSld">
      <pc:chgData name="이가은(GAEUN LEE)[gaeunlee]/선임/제조DX.품질DX.품질DX팀" userId="b4233e8e-6bee-4797-9390-cc3fc28cac15" providerId="ADAL" clId="{D6725D9F-A8BB-4C4E-AD15-E88EEC991C8D}" dt="2026-09-02T08:27:08.176" v="138" actId="1076"/>
      <pc:docMkLst>
        <pc:docMk/>
      </pc:docMkLst>
      <pc:sldChg chg="addSp delSp modSp mod">
        <pc:chgData name="이가은(GAEUN LEE)[gaeunlee]/선임/제조DX.품질DX.품질DX팀" userId="b4233e8e-6bee-4797-9390-cc3fc28cac15" providerId="ADAL" clId="{D6725D9F-A8BB-4C4E-AD15-E88EEC991C8D}" dt="2026-09-02T08:27:08.176" v="138" actId="1076"/>
        <pc:sldMkLst>
          <pc:docMk/>
          <pc:sldMk cId="139871137" sldId="257"/>
        </pc:sldMkLst>
        <pc:spChg chg="add mod">
          <ac:chgData name="이가은(GAEUN LEE)[gaeunlee]/선임/제조DX.품질DX.품질DX팀" userId="b4233e8e-6bee-4797-9390-cc3fc28cac15" providerId="ADAL" clId="{D6725D9F-A8BB-4C4E-AD15-E88EEC991C8D}" dt="2026-09-02T07:25:10.177" v="85" actId="1076"/>
          <ac:spMkLst>
            <pc:docMk/>
            <pc:sldMk cId="139871137" sldId="257"/>
            <ac:spMk id="9" creationId="{9320AC89-9CC5-BAB7-E33B-DEE6A91C572E}"/>
          </ac:spMkLst>
        </pc:spChg>
        <pc:spChg chg="add del mod">
          <ac:chgData name="이가은(GAEUN LEE)[gaeunlee]/선임/제조DX.품질DX.품질DX팀" userId="b4233e8e-6bee-4797-9390-cc3fc28cac15" providerId="ADAL" clId="{D6725D9F-A8BB-4C4E-AD15-E88EEC991C8D}" dt="2026-09-02T08:27:08.176" v="138" actId="1076"/>
          <ac:spMkLst>
            <pc:docMk/>
            <pc:sldMk cId="139871137" sldId="257"/>
            <ac:spMk id="24" creationId="{85D0FE1A-2131-D110-F3B1-0A05E5C6ADBE}"/>
          </ac:spMkLst>
        </pc:spChg>
        <pc:spChg chg="mod">
          <ac:chgData name="이가은(GAEUN LEE)[gaeunlee]/선임/제조DX.품질DX.품질DX팀" userId="b4233e8e-6bee-4797-9390-cc3fc28cac15" providerId="ADAL" clId="{D6725D9F-A8BB-4C4E-AD15-E88EEC991C8D}" dt="2026-09-02T08:26:56.009" v="137" actId="20577"/>
          <ac:spMkLst>
            <pc:docMk/>
            <pc:sldMk cId="139871137" sldId="257"/>
            <ac:spMk id="25" creationId="{9320AC89-9CC5-BAB7-E33B-DEE6A91C572E}"/>
          </ac:spMkLst>
        </pc:spChg>
      </pc:sldChg>
    </pc:docChg>
  </pc:docChgLst>
  <pc:docChgLst>
    <pc:chgData name="서경민(KYOUNGMIN SEO)[vicom2]/책임/제조DX.품질DX.품질DX팀" userId="S::vicom2@lgensol.com::86652bbb-2e85-4915-9dae-2f9c95e66a98" providerId="AD" clId="Web-{818A1352-9E84-D2CA-62AE-754C03BC59EE}"/>
    <pc:docChg chg="modSld">
      <pc:chgData name="서경민(KYOUNGMIN SEO)[vicom2]/책임/제조DX.품질DX.품질DX팀" userId="S::vicom2@lgensol.com::86652bbb-2e85-4915-9dae-2f9c95e66a98" providerId="AD" clId="Web-{818A1352-9E84-D2CA-62AE-754C03BC59EE}" dt="2026-08-06T00:53:28.414" v="49" actId="1076"/>
      <pc:docMkLst>
        <pc:docMk/>
      </pc:docMkLst>
      <pc:sldChg chg="addSp delSp modSp">
        <pc:chgData name="서경민(KYOUNGMIN SEO)[vicom2]/책임/제조DX.품질DX.품질DX팀" userId="S::vicom2@lgensol.com::86652bbb-2e85-4915-9dae-2f9c95e66a98" providerId="AD" clId="Web-{818A1352-9E84-D2CA-62AE-754C03BC59EE}" dt="2026-08-06T00:53:28.414" v="49" actId="1076"/>
        <pc:sldMkLst>
          <pc:docMk/>
          <pc:sldMk cId="139871137" sldId="257"/>
        </pc:sldMkLst>
        <pc:spChg chg="mod">
          <ac:chgData name="서경민(KYOUNGMIN SEO)[vicom2]/책임/제조DX.품질DX.품질DX팀" userId="S::vicom2@lgensol.com::86652bbb-2e85-4915-9dae-2f9c95e66a98" providerId="AD" clId="Web-{818A1352-9E84-D2CA-62AE-754C03BC59EE}" dt="2026-08-06T00:52:30.178" v="8" actId="1076"/>
          <ac:spMkLst>
            <pc:docMk/>
            <pc:sldMk cId="139871137" sldId="257"/>
            <ac:spMk id="28" creationId="{0DFEEDBA-9587-7EE6-2918-61E4D87C1336}"/>
          </ac:spMkLst>
        </pc:spChg>
      </pc:sldChg>
    </pc:docChg>
  </pc:docChgLst>
  <pc:docChgLst>
    <pc:chgData name="장주은(JOOEUN JANG)[zooeun]/선임/제조DX.품질DX.공정DX팀" userId="7379681f-3cf4-4361-aee9-8a03d664b867" providerId="ADAL" clId="{A6B5719E-EEB6-4804-B50A-D88A770E9AA1}"/>
    <pc:docChg chg="undo custSel addSld delSld modSld modSection">
      <pc:chgData name="장주은(JOOEUN JANG)[zooeun]/선임/제조DX.품질DX.공정DX팀" userId="7379681f-3cf4-4361-aee9-8a03d664b867" providerId="ADAL" clId="{A6B5719E-EEB6-4804-B50A-D88A770E9AA1}" dt="2026-09-06T23:57:57.189" v="4623" actId="207"/>
      <pc:docMkLst>
        <pc:docMk/>
      </pc:docMkLst>
      <pc:sldChg chg="addSp delSp modSp add mod">
        <pc:chgData name="장주은(JOOEUN JANG)[zooeun]/선임/제조DX.품질DX.공정DX팀" userId="7379681f-3cf4-4361-aee9-8a03d664b867" providerId="ADAL" clId="{A6B5719E-EEB6-4804-B50A-D88A770E9AA1}" dt="2026-09-06T23:57:29.658" v="4622" actId="20577"/>
        <pc:sldMkLst>
          <pc:docMk/>
          <pc:sldMk cId="1348375413" sldId="277"/>
        </pc:sldMkLst>
        <pc:spChg chg="add mod">
          <ac:chgData name="장주은(JOOEUN JANG)[zooeun]/선임/제조DX.품질DX.공정DX팀" userId="7379681f-3cf4-4361-aee9-8a03d664b867" providerId="ADAL" clId="{A6B5719E-EEB6-4804-B50A-D88A770E9AA1}" dt="2026-09-06T23:55:20.876" v="4570" actId="1076"/>
          <ac:spMkLst>
            <pc:docMk/>
            <pc:sldMk cId="1348375413" sldId="277"/>
            <ac:spMk id="5" creationId="{7AB260AA-5A2C-60FE-9D7B-EE64FE1E13B8}"/>
          </ac:spMkLst>
        </pc:spChg>
        <pc:spChg chg="add del mod">
          <ac:chgData name="장주은(JOOEUN JANG)[zooeun]/선임/제조DX.품질DX.공정DX팀" userId="7379681f-3cf4-4361-aee9-8a03d664b867" providerId="ADAL" clId="{A6B5719E-EEB6-4804-B50A-D88A770E9AA1}" dt="2026-09-06T23:55:27.041" v="4571" actId="478"/>
          <ac:spMkLst>
            <pc:docMk/>
            <pc:sldMk cId="1348375413" sldId="277"/>
            <ac:spMk id="6" creationId="{D7C16D10-0EEB-BA5E-13C1-25D41C54CE59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9-06T23:53:46.846" v="4421" actId="20577"/>
          <ac:spMkLst>
            <pc:docMk/>
            <pc:sldMk cId="1348375413" sldId="277"/>
            <ac:spMk id="106" creationId="{1741927A-822A-9D8D-191D-8A7ED616C763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9-06T23:54:34.546" v="4488" actId="1076"/>
          <ac:spMkLst>
            <pc:docMk/>
            <pc:sldMk cId="1348375413" sldId="277"/>
            <ac:spMk id="108" creationId="{68B7B89F-9F02-02CA-DAAD-7702AF5F2379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51:34.388" v="2446" actId="14100"/>
          <ac:spMkLst>
            <pc:docMk/>
            <pc:sldMk cId="1348375413" sldId="277"/>
            <ac:spMk id="131" creationId="{E511C3FD-2659-4D28-92C6-9D2551A1A003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1:13.318" v="309" actId="1076"/>
          <ac:spMkLst>
            <pc:docMk/>
            <pc:sldMk cId="1348375413" sldId="277"/>
            <ac:spMk id="222" creationId="{944021A5-755B-636B-92E0-7ACE6603CC7E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1:17.102" v="310" actId="1076"/>
          <ac:spMkLst>
            <pc:docMk/>
            <pc:sldMk cId="1348375413" sldId="277"/>
            <ac:spMk id="231" creationId="{6443F3B6-3FD8-1E9A-0134-DD39832BAD23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1:24.882" v="311" actId="1076"/>
          <ac:spMkLst>
            <pc:docMk/>
            <pc:sldMk cId="1348375413" sldId="277"/>
            <ac:spMk id="258" creationId="{20AD4683-ACBB-8FF1-0513-F8ED264F117F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3:59.695" v="430" actId="20577"/>
          <ac:spMkLst>
            <pc:docMk/>
            <pc:sldMk cId="1348375413" sldId="277"/>
            <ac:spMk id="271" creationId="{DB02D19C-EB05-86D2-E7F6-2E539FB61BD4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1:43.781" v="313" actId="1076"/>
          <ac:spMkLst>
            <pc:docMk/>
            <pc:sldMk cId="1348375413" sldId="277"/>
            <ac:spMk id="273" creationId="{4AB4ACC7-6458-DF5F-0E29-4E2290CB2F8A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2:01.640" v="318" actId="1076"/>
          <ac:spMkLst>
            <pc:docMk/>
            <pc:sldMk cId="1348375413" sldId="277"/>
            <ac:spMk id="279" creationId="{5932AA0A-CF3A-4025-A3E8-2C5BFFFD65A7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3:55.233" v="429" actId="20577"/>
          <ac:spMkLst>
            <pc:docMk/>
            <pc:sldMk cId="1348375413" sldId="277"/>
            <ac:spMk id="280" creationId="{3413E9D9-D3DF-D4B6-3007-A4AB01655082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4:05.433" v="431" actId="20577"/>
          <ac:spMkLst>
            <pc:docMk/>
            <pc:sldMk cId="1348375413" sldId="277"/>
            <ac:spMk id="282" creationId="{0B242A31-2B11-E075-D832-919B9789DE31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2:20.816" v="323" actId="1076"/>
          <ac:spMkLst>
            <pc:docMk/>
            <pc:sldMk cId="1348375413" sldId="277"/>
            <ac:spMk id="283" creationId="{660030F0-448C-2559-CCDA-C342A2CA698F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3:43.470" v="418" actId="20577"/>
          <ac:spMkLst>
            <pc:docMk/>
            <pc:sldMk cId="1348375413" sldId="277"/>
            <ac:spMk id="284" creationId="{7329EDC8-70C1-7A60-3817-3E0B8045CC95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8-09T23:23:48.928" v="428" actId="20577"/>
          <ac:spMkLst>
            <pc:docMk/>
            <pc:sldMk cId="1348375413" sldId="277"/>
            <ac:spMk id="286" creationId="{CAE9587E-F0DC-9609-97B7-B1B08921B0D4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9-06T23:57:29.658" v="4622" actId="20577"/>
          <ac:spMkLst>
            <pc:docMk/>
            <pc:sldMk cId="1348375413" sldId="277"/>
            <ac:spMk id="287" creationId="{80E0D3F5-A1EE-406A-329D-D824165066CB}"/>
          </ac:spMkLst>
        </pc:spChg>
        <pc:spChg chg="mod">
          <ac:chgData name="장주은(JOOEUN JANG)[zooeun]/선임/제조DX.품질DX.공정DX팀" userId="7379681f-3cf4-4361-aee9-8a03d664b867" providerId="ADAL" clId="{A6B5719E-EEB6-4804-B50A-D88A770E9AA1}" dt="2026-09-06T23:56:03.493" v="4604" actId="20577"/>
          <ac:spMkLst>
            <pc:docMk/>
            <pc:sldMk cId="1348375413" sldId="277"/>
            <ac:spMk id="288" creationId="{94F9F64F-DF3C-08CD-62EC-CE3B2EC74FCE}"/>
          </ac:spMkLst>
        </pc:spChg>
        <pc:spChg chg="del mod">
          <ac:chgData name="장주은(JOOEUN JANG)[zooeun]/선임/제조DX.품질DX.공정DX팀" userId="7379681f-3cf4-4361-aee9-8a03d664b867" providerId="ADAL" clId="{A6B5719E-EEB6-4804-B50A-D88A770E9AA1}" dt="2026-09-06T23:53:07.489" v="4296" actId="478"/>
          <ac:spMkLst>
            <pc:docMk/>
            <pc:sldMk cId="1348375413" sldId="277"/>
            <ac:spMk id="290" creationId="{C7918ECE-91D4-026A-965C-B3C60B8DDF1F}"/>
          </ac:spMkLst>
        </pc:spChg>
        <pc:grpChg chg="mod">
          <ac:chgData name="장주은(JOOEUN JANG)[zooeun]/선임/제조DX.품질DX.공정DX팀" userId="7379681f-3cf4-4361-aee9-8a03d664b867" providerId="ADAL" clId="{A6B5719E-EEB6-4804-B50A-D88A770E9AA1}" dt="2026-09-06T23:45:07.876" v="3152" actId="1076"/>
          <ac:grpSpMkLst>
            <pc:docMk/>
            <pc:sldMk cId="1348375413" sldId="277"/>
            <ac:grpSpMk id="80" creationId="{D4B1D6E6-DEDD-0E52-50BD-F41148DF7050}"/>
          </ac:grpSpMkLst>
        </pc:grpChg>
      </pc:sldChg>
      <pc:sldChg chg="modSp mod">
        <pc:chgData name="장주은(JOOEUN JANG)[zooeun]/선임/제조DX.품질DX.공정DX팀" userId="7379681f-3cf4-4361-aee9-8a03d664b867" providerId="ADAL" clId="{A6B5719E-EEB6-4804-B50A-D88A770E9AA1}" dt="2026-09-06T23:57:57.189" v="4623" actId="207"/>
        <pc:sldMkLst>
          <pc:docMk/>
          <pc:sldMk cId="2713508576" sldId="2147483647"/>
        </pc:sldMkLst>
        <pc:graphicFrameChg chg="mod modGraphic">
          <ac:chgData name="장주은(JOOEUN JANG)[zooeun]/선임/제조DX.품질DX.공정DX팀" userId="7379681f-3cf4-4361-aee9-8a03d664b867" providerId="ADAL" clId="{A6B5719E-EEB6-4804-B50A-D88A770E9AA1}" dt="2026-09-06T23:57:57.189" v="4623" actId="20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지용진(YONG JIN JI)[yongjin.ji]/전문위원/제조DX.품질DX.품질DX팀" userId="668a9e28-eb85-4c24-bdb6-23321b586e51" providerId="ADAL" clId="{94A45C18-B219-4E4B-9772-8E1C446AC2CB}"/>
    <pc:docChg chg="undo custSel delSld modSld delMainMaster modSection">
      <pc:chgData name="지용진(YONG JIN JI)[yongjin.ji]/전문위원/제조DX.품질DX.품질DX팀" userId="668a9e28-eb85-4c24-bdb6-23321b586e51" providerId="ADAL" clId="{94A45C18-B219-4E4B-9772-8E1C446AC2CB}" dt="2026-08-07T03:51:14.194" v="2806"/>
      <pc:docMkLst>
        <pc:docMk/>
      </pc:docMkLst>
      <pc:sldChg chg="addSp delSp modSp mod">
        <pc:chgData name="지용진(YONG JIN JI)[yongjin.ji]/전문위원/제조DX.품질DX.품질DX팀" userId="668a9e28-eb85-4c24-bdb6-23321b586e51" providerId="ADAL" clId="{94A45C18-B219-4E4B-9772-8E1C446AC2CB}" dt="2026-08-07T03:48:59.731" v="2781" actId="1076"/>
        <pc:sldMkLst>
          <pc:docMk/>
          <pc:sldMk cId="139871137" sldId="257"/>
        </pc:sldMkLst>
        <pc:spChg chg="mod">
          <ac:chgData name="지용진(YONG JIN JI)[yongjin.ji]/전문위원/제조DX.품질DX.품질DX팀" userId="668a9e28-eb85-4c24-bdb6-23321b586e51" providerId="ADAL" clId="{94A45C18-B219-4E4B-9772-8E1C446AC2CB}" dt="2026-08-07T02:48:07.158" v="2450" actId="1035"/>
          <ac:spMkLst>
            <pc:docMk/>
            <pc:sldMk cId="139871137" sldId="257"/>
            <ac:spMk id="2" creationId="{E4A48614-65B3-1B06-B516-73EF08D8DA8D}"/>
          </ac:spMkLst>
        </pc:spChg>
        <pc:spChg chg="add mod">
          <ac:chgData name="지용진(YONG JIN JI)[yongjin.ji]/전문위원/제조DX.품질DX.품질DX팀" userId="668a9e28-eb85-4c24-bdb6-23321b586e51" providerId="ADAL" clId="{94A45C18-B219-4E4B-9772-8E1C446AC2CB}" dt="2026-08-07T03:48:59.731" v="2781" actId="1076"/>
          <ac:spMkLst>
            <pc:docMk/>
            <pc:sldMk cId="139871137" sldId="257"/>
            <ac:spMk id="5" creationId="{630175CD-D1DC-2E03-5C73-42CFDE849BB4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7T02:47:56.741" v="2444" actId="1036"/>
          <ac:spMkLst>
            <pc:docMk/>
            <pc:sldMk cId="139871137" sldId="257"/>
            <ac:spMk id="11" creationId="{C8A51F24-E935-C032-8B65-B7E68636BA07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7T03:48:46.800" v="2779" actId="207"/>
          <ac:spMkLst>
            <pc:docMk/>
            <pc:sldMk cId="139871137" sldId="257"/>
            <ac:spMk id="12" creationId="{83B5E342-AB83-7C90-8B57-1DE858E92667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6T10:06:36.640" v="2173" actId="20577"/>
          <ac:spMkLst>
            <pc:docMk/>
            <pc:sldMk cId="139871137" sldId="257"/>
            <ac:spMk id="20" creationId="{5D46DCD8-4E9C-1314-A50E-EDCAD1401124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7T02:48:07.158" v="2450" actId="1035"/>
          <ac:spMkLst>
            <pc:docMk/>
            <pc:sldMk cId="139871137" sldId="257"/>
            <ac:spMk id="26" creationId="{DC51D61C-9108-C327-416F-7B2959483381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7T02:47:56.741" v="2444" actId="1036"/>
          <ac:spMkLst>
            <pc:docMk/>
            <pc:sldMk cId="139871137" sldId="257"/>
            <ac:spMk id="28" creationId="{0DFEEDBA-9587-7EE6-2918-61E4D87C1336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7T02:47:56.741" v="2444" actId="1036"/>
          <ac:spMkLst>
            <pc:docMk/>
            <pc:sldMk cId="139871137" sldId="257"/>
            <ac:spMk id="32" creationId="{6C8D7F54-E12F-4F87-5565-B14020CBE618}"/>
          </ac:spMkLst>
        </pc:spChg>
      </pc:sldChg>
      <pc:sldChg chg="modSp mod">
        <pc:chgData name="지용진(YONG JIN JI)[yongjin.ji]/전문위원/제조DX.품질DX.품질DX팀" userId="668a9e28-eb85-4c24-bdb6-23321b586e51" providerId="ADAL" clId="{94A45C18-B219-4E4B-9772-8E1C446AC2CB}" dt="2026-08-06T10:57:32.334" v="2376" actId="1076"/>
        <pc:sldMkLst>
          <pc:docMk/>
          <pc:sldMk cId="2450862783" sldId="258"/>
        </pc:sldMkLst>
        <pc:spChg chg="mod">
          <ac:chgData name="지용진(YONG JIN JI)[yongjin.ji]/전문위원/제조DX.품질DX.품질DX팀" userId="668a9e28-eb85-4c24-bdb6-23321b586e51" providerId="ADAL" clId="{94A45C18-B219-4E4B-9772-8E1C446AC2CB}" dt="2026-08-06T10:57:32.334" v="2376" actId="1076"/>
          <ac:spMkLst>
            <pc:docMk/>
            <pc:sldMk cId="2450862783" sldId="258"/>
            <ac:spMk id="12" creationId="{871DC223-7622-4068-AC51-DAF7D070251B}"/>
          </ac:spMkLst>
        </pc:spChg>
        <pc:graphicFrameChg chg="mod modGraphic">
          <ac:chgData name="지용진(YONG JIN JI)[yongjin.ji]/전문위원/제조DX.품질DX.품질DX팀" userId="668a9e28-eb85-4c24-bdb6-23321b586e51" providerId="ADAL" clId="{94A45C18-B219-4E4B-9772-8E1C446AC2CB}" dt="2026-08-06T10:57:27.154" v="2375" actId="6549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addSp delSp modSp mod">
        <pc:chgData name="지용진(YONG JIN JI)[yongjin.ji]/전문위원/제조DX.품질DX.품질DX팀" userId="668a9e28-eb85-4c24-bdb6-23321b586e51" providerId="ADAL" clId="{94A45C18-B219-4E4B-9772-8E1C446AC2CB}" dt="2026-08-07T03:51:14.194" v="2806"/>
        <pc:sldMkLst>
          <pc:docMk/>
          <pc:sldMk cId="2930813598" sldId="267"/>
        </pc:sldMkLst>
        <pc:spChg chg="mod">
          <ac:chgData name="지용진(YONG JIN JI)[yongjin.ji]/전문위원/제조DX.품질DX.품질DX팀" userId="668a9e28-eb85-4c24-bdb6-23321b586e51" providerId="ADAL" clId="{94A45C18-B219-4E4B-9772-8E1C446AC2CB}" dt="2026-08-07T03:51:03.738" v="2803"/>
          <ac:spMkLst>
            <pc:docMk/>
            <pc:sldMk cId="2930813598" sldId="267"/>
            <ac:spMk id="2" creationId="{2FB929E8-0FE4-F760-5C34-061E57FF8BDD}"/>
          </ac:spMkLst>
        </pc:spChg>
        <pc:spChg chg="add mod">
          <ac:chgData name="지용진(YONG JIN JI)[yongjin.ji]/전문위원/제조DX.품질DX.품질DX팀" userId="668a9e28-eb85-4c24-bdb6-23321b586e51" providerId="ADAL" clId="{94A45C18-B219-4E4B-9772-8E1C446AC2CB}" dt="2026-08-07T03:51:14.194" v="2806"/>
          <ac:spMkLst>
            <pc:docMk/>
            <pc:sldMk cId="2930813598" sldId="267"/>
            <ac:spMk id="5" creationId="{9FF03645-67BB-6191-63B4-D7F4624A0D61}"/>
          </ac:spMkLst>
        </pc:spChg>
      </pc:sldChg>
      <pc:sldChg chg="delSp modSp mod modNotesTx">
        <pc:chgData name="지용진(YONG JIN JI)[yongjin.ji]/전문위원/제조DX.품질DX.품질DX팀" userId="668a9e28-eb85-4c24-bdb6-23321b586e51" providerId="ADAL" clId="{94A45C18-B219-4E4B-9772-8E1C446AC2CB}" dt="2026-08-06T10:01:43.973" v="1517" actId="207"/>
        <pc:sldMkLst>
          <pc:docMk/>
          <pc:sldMk cId="289354170" sldId="284"/>
        </pc:sldMkLst>
        <pc:spChg chg="mod">
          <ac:chgData name="지용진(YONG JIN JI)[yongjin.ji]/전문위원/제조DX.품질DX.품질DX팀" userId="668a9e28-eb85-4c24-bdb6-23321b586e51" providerId="ADAL" clId="{94A45C18-B219-4E4B-9772-8E1C446AC2CB}" dt="2026-08-06T09:16:28.478" v="837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지용진(YONG JIN JI)[yongjin.ji]/전문위원/제조DX.품질DX.품질DX팀" userId="668a9e28-eb85-4c24-bdb6-23321b586e51" providerId="ADAL" clId="{94A45C18-B219-4E4B-9772-8E1C446AC2CB}" dt="2026-08-06T10:01:43.973" v="1517" actId="207"/>
          <ac:spMkLst>
            <pc:docMk/>
            <pc:sldMk cId="289354170" sldId="284"/>
            <ac:spMk id="100" creationId="{A4CDCD6B-4C99-ED1D-1384-F38279B4C799}"/>
          </ac:spMkLst>
        </pc:spChg>
        <pc:graphicFrameChg chg="mod">
          <ac:chgData name="지용진(YONG JIN JI)[yongjin.ji]/전문위원/제조DX.품질DX.품질DX팀" userId="668a9e28-eb85-4c24-bdb6-23321b586e51" providerId="ADAL" clId="{94A45C18-B219-4E4B-9772-8E1C446AC2CB}" dt="2026-08-06T09:13:58.899" v="756" actId="1076"/>
          <ac:graphicFrameMkLst>
            <pc:docMk/>
            <pc:sldMk cId="289354170" sldId="284"/>
            <ac:graphicFrameMk id="15" creationId="{2738838A-0789-3216-F166-AB60A864C249}"/>
          </ac:graphicFrameMkLst>
        </pc:graphicFrameChg>
      </pc:sldChg>
      <pc:sldChg chg="modSp mod">
        <pc:chgData name="지용진(YONG JIN JI)[yongjin.ji]/전문위원/제조DX.품질DX.품질DX팀" userId="668a9e28-eb85-4c24-bdb6-23321b586e51" providerId="ADAL" clId="{94A45C18-B219-4E4B-9772-8E1C446AC2CB}" dt="2026-08-06T08:54:42.861" v="22" actId="20577"/>
        <pc:sldMkLst>
          <pc:docMk/>
          <pc:sldMk cId="2713508576" sldId="2147483647"/>
        </pc:sldMkLst>
        <pc:graphicFrameChg chg="modGraphic">
          <ac:chgData name="지용진(YONG JIN JI)[yongjin.ji]/전문위원/제조DX.품질DX.품질DX팀" userId="668a9e28-eb85-4c24-bdb6-23321b586e51" providerId="ADAL" clId="{94A45C18-B219-4E4B-9772-8E1C446AC2CB}" dt="2026-08-06T08:54:42.861" v="22" actId="2057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이정원(JUNGWON LEE)[jwlee0401]/팀장/제조DX.품질DX.DAVINCI팀" userId="1c2f8ad7-3b6e-475e-9593-07812a6d44f9" providerId="ADAL" clId="{2A3F207E-5B67-48DE-81E6-BDB136C5BA85}"/>
    <pc:docChg chg="custSel addSld delSld modSld sldOrd delMainMaster modSection">
      <pc:chgData name="이정원(JUNGWON LEE)[jwlee0401]/팀장/제조DX.품질DX.DAVINCI팀" userId="1c2f8ad7-3b6e-475e-9593-07812a6d44f9" providerId="ADAL" clId="{2A3F207E-5B67-48DE-81E6-BDB136C5BA85}" dt="2026-08-09T23:05:37.859" v="1164" actId="20577"/>
      <pc:docMkLst>
        <pc:docMk/>
      </pc:docMkLst>
      <pc:sldChg chg="addSp delSp modSp add mod ord">
        <pc:chgData name="이정원(JUNGWON LEE)[jwlee0401]/팀장/제조DX.품질DX.DAVINCI팀" userId="1c2f8ad7-3b6e-475e-9593-07812a6d44f9" providerId="ADAL" clId="{2A3F207E-5B67-48DE-81E6-BDB136C5BA85}" dt="2026-08-09T22:46:09.073" v="1056" actId="20577"/>
        <pc:sldMkLst>
          <pc:docMk/>
          <pc:sldMk cId="2175305968" sldId="256"/>
        </pc:sldMkLst>
        <pc:spChg chg="add mod">
          <ac:chgData name="이정원(JUNGWON LEE)[jwlee0401]/팀장/제조DX.품질DX.DAVINCI팀" userId="1c2f8ad7-3b6e-475e-9593-07812a6d44f9" providerId="ADAL" clId="{2A3F207E-5B67-48DE-81E6-BDB136C5BA85}" dt="2026-08-09T22:44:54.354" v="997"/>
          <ac:spMkLst>
            <pc:docMk/>
            <pc:sldMk cId="2175305968" sldId="256"/>
            <ac:spMk id="2" creationId="{73B11333-7043-2C3E-AE79-66F4CACA1F44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45:58.343" v="1053" actId="20577"/>
          <ac:spMkLst>
            <pc:docMk/>
            <pc:sldMk cId="2175305968" sldId="256"/>
            <ac:spMk id="4" creationId="{7A027B90-FDCA-26F3-6C43-DEC1314DC611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44:54.354" v="997"/>
          <ac:spMkLst>
            <pc:docMk/>
            <pc:sldMk cId="2175305968" sldId="256"/>
            <ac:spMk id="6" creationId="{E04EABE8-39E8-D9F3-9C06-B368A9331258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46:09.073" v="1056" actId="20577"/>
          <ac:spMkLst>
            <pc:docMk/>
            <pc:sldMk cId="2175305968" sldId="256"/>
            <ac:spMk id="7" creationId="{BBE2DCE3-0267-EC8A-FF6C-1CBFD41B299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44:54.354" v="997"/>
          <ac:spMkLst>
            <pc:docMk/>
            <pc:sldMk cId="2175305968" sldId="256"/>
            <ac:spMk id="9" creationId="{93475D9F-8222-7763-AD8E-79F51D016987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45:15.674" v="1028" actId="1038"/>
          <ac:spMkLst>
            <pc:docMk/>
            <pc:sldMk cId="2175305968" sldId="256"/>
            <ac:spMk id="10" creationId="{B85F1AA1-DABA-8A00-9ECE-BB647CB80651}"/>
          </ac:spMkLst>
        </pc:spChg>
        <pc:graphicFrameChg chg="add mod">
          <ac:chgData name="이정원(JUNGWON LEE)[jwlee0401]/팀장/제조DX.품질DX.DAVINCI팀" userId="1c2f8ad7-3b6e-475e-9593-07812a6d44f9" providerId="ADAL" clId="{2A3F207E-5B67-48DE-81E6-BDB136C5BA85}" dt="2026-08-09T22:44:54.354" v="997"/>
          <ac:graphicFrameMkLst>
            <pc:docMk/>
            <pc:sldMk cId="2175305968" sldId="256"/>
            <ac:graphicFrameMk id="8" creationId="{D9FF229C-68EE-B25B-B4AD-93B5B98984E1}"/>
          </ac:graphicFrameMkLst>
        </pc:graphicFrameChg>
      </pc:sldChg>
      <pc:sldChg chg="modSp mod">
        <pc:chgData name="이정원(JUNGWON LEE)[jwlee0401]/팀장/제조DX.품질DX.DAVINCI팀" userId="1c2f8ad7-3b6e-475e-9593-07812a6d44f9" providerId="ADAL" clId="{2A3F207E-5B67-48DE-81E6-BDB136C5BA85}" dt="2026-08-09T22:18:48.634" v="652" actId="553"/>
        <pc:sldMkLst>
          <pc:docMk/>
          <pc:sldMk cId="2450862783" sldId="258"/>
        </pc:sldMkLst>
        <pc:spChg chg="mod">
          <ac:chgData name="이정원(JUNGWON LEE)[jwlee0401]/팀장/제조DX.품질DX.DAVINCI팀" userId="1c2f8ad7-3b6e-475e-9593-07812a6d44f9" providerId="ADAL" clId="{2A3F207E-5B67-48DE-81E6-BDB136C5BA85}" dt="2026-08-09T22:18:48.634" v="652" actId="553"/>
          <ac:spMkLst>
            <pc:docMk/>
            <pc:sldMk cId="2450862783" sldId="258"/>
            <ac:spMk id="6" creationId="{F925590C-3A25-3F78-71FE-5E16264766F4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48.634" v="652" actId="553"/>
          <ac:spMkLst>
            <pc:docMk/>
            <pc:sldMk cId="2450862783" sldId="258"/>
            <ac:spMk id="12" creationId="{871DC223-7622-4068-AC51-DAF7D070251B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48.634" v="652" actId="553"/>
          <ac:spMkLst>
            <pc:docMk/>
            <pc:sldMk cId="2450862783" sldId="258"/>
            <ac:spMk id="13" creationId="{5FED9164-BE1B-6601-135F-2D7033877D17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48.634" v="652" actId="553"/>
          <ac:spMkLst>
            <pc:docMk/>
            <pc:sldMk cId="2450862783" sldId="258"/>
            <ac:spMk id="28" creationId="{D4A3F313-3203-45DB-1F01-344C56D32E72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48.634" v="652" actId="553"/>
          <ac:spMkLst>
            <pc:docMk/>
            <pc:sldMk cId="2450862783" sldId="258"/>
            <ac:spMk id="29" creationId="{14889FD6-3E93-9E2B-2622-083484352BE9}"/>
          </ac:spMkLst>
        </pc:spChg>
        <pc:graphicFrameChg chg="mod modGraphic">
          <ac:chgData name="이정원(JUNGWON LEE)[jwlee0401]/팀장/제조DX.품질DX.DAVINCI팀" userId="1c2f8ad7-3b6e-475e-9593-07812a6d44f9" providerId="ADAL" clId="{2A3F207E-5B67-48DE-81E6-BDB136C5BA85}" dt="2026-08-09T22:02:36.373" v="9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addSp delSp modSp mod">
        <pc:chgData name="이정원(JUNGWON LEE)[jwlee0401]/팀장/제조DX.품질DX.DAVINCI팀" userId="1c2f8ad7-3b6e-475e-9593-07812a6d44f9" providerId="ADAL" clId="{2A3F207E-5B67-48DE-81E6-BDB136C5BA85}" dt="2026-08-09T22:44:02.888" v="991" actId="1076"/>
        <pc:sldMkLst>
          <pc:docMk/>
          <pc:sldMk cId="4276563892" sldId="262"/>
        </pc:sldMkLst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11" creationId="{FC21F6FE-3186-129A-6D9F-1C700C44D1F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13" creationId="{CE0E7130-A40C-E12B-1805-486B7E291CEF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15" creationId="{2E593A94-742F-2BBD-3B9B-97DBB966349A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18" creationId="{E8E851DF-F656-3D32-55E0-F8E71461D9CA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20" creationId="{80612765-4395-EC97-CB0E-55B06F20CEA1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24" creationId="{4C22BEF9-D3EF-0192-51A8-18A3A2E34308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27" creationId="{2A41C84B-C61D-361F-CF51-7723E3FE057E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35" creationId="{227F8F16-80DC-17EA-5FAA-951DE35EB1CA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38" creationId="{6A1E9F35-73CE-73EF-0348-33DCC37AB329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40" creationId="{0861F91B-C0D6-F61F-14D1-7FEDC099FE2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8.911" v="18" actId="207"/>
          <ac:spMkLst>
            <pc:docMk/>
            <pc:sldMk cId="4276563892" sldId="262"/>
            <ac:spMk id="41" creationId="{8E58D711-47F4-9168-1C7F-3A97F22BAFC8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8.911" v="18" actId="207"/>
          <ac:spMkLst>
            <pc:docMk/>
            <pc:sldMk cId="4276563892" sldId="262"/>
            <ac:spMk id="42" creationId="{855A8DF1-64E3-85C2-0C62-743F4EE9214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44" creationId="{E8B27A8F-9F9B-3BE8-3906-368D9CD62F2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46" creationId="{A1B357E6-853C-9C62-C530-DD6FE11AEDEA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47" creationId="{FEAA6882-E3DD-842D-BC8F-F484D090A74C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49" creationId="{02E081F7-68B8-CBA5-28DF-EA33BFF84CBC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0" creationId="{1CAB413B-C13D-4CC6-6149-E6C72AED06F4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1" creationId="{531DC691-2381-6085-5CC9-A4E43917EC4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2" creationId="{CF0D2BFD-AA57-48CF-CCB9-CDE6E79771FB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3" creationId="{22C5E37E-1396-1F4F-3C95-9F804C6920E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4" creationId="{15C729F3-4092-C3BA-4132-38E825A71B31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5" creationId="{EFC170E6-BDDB-D246-1A24-F47D5B70BC0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6" creationId="{EF583182-CE34-F5C2-7113-225D482019B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7" creationId="{B25E6564-F922-DDF5-7B97-164DDA7EDF62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58" creationId="{31E6E574-36DE-0343-56A1-AEA55F47C998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84" creationId="{9A5913D9-890C-0EEA-3AE0-7EC686806D42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spMkLst>
            <pc:docMk/>
            <pc:sldMk cId="4276563892" sldId="262"/>
            <ac:spMk id="85" creationId="{7E54373D-835C-A70D-69F9-BFFF1B6614CB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44:02.888" v="991" actId="1076"/>
          <ac:spMkLst>
            <pc:docMk/>
            <pc:sldMk cId="4276563892" sldId="262"/>
            <ac:spMk id="86" creationId="{A06FCD6D-D528-5D3F-EB17-A4295958E42D}"/>
          </ac:spMkLst>
        </pc:spChg>
        <pc:gr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grpSpMkLst>
            <pc:docMk/>
            <pc:sldMk cId="4276563892" sldId="262"/>
            <ac:grpSpMk id="14" creationId="{55F7D382-8461-2DF0-DD1E-810D74F62487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grpSpMkLst>
            <pc:docMk/>
            <pc:sldMk cId="4276563892" sldId="262"/>
            <ac:grpSpMk id="17" creationId="{54F1CC12-E9F0-F1CC-221B-807B14384608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grpSpMkLst>
            <pc:docMk/>
            <pc:sldMk cId="4276563892" sldId="262"/>
            <ac:grpSpMk id="25" creationId="{99E4DBA8-C783-6C23-8F5C-4B19343823BE}"/>
          </ac:grpSpMkLst>
        </pc:grpChg>
        <pc:grpChg chg="mod">
          <ac:chgData name="이정원(JUNGWON LEE)[jwlee0401]/팀장/제조DX.품질DX.DAVINCI팀" userId="1c2f8ad7-3b6e-475e-9593-07812a6d44f9" providerId="ADAL" clId="{2A3F207E-5B67-48DE-81E6-BDB136C5BA85}" dt="2026-08-09T22:05:31.508" v="17"/>
          <ac:grpSpMkLst>
            <pc:docMk/>
            <pc:sldMk cId="4276563892" sldId="262"/>
            <ac:grpSpMk id="26" creationId="{662077E4-DB20-E7B5-F344-A0D6B925BBBE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grpSpMkLst>
            <pc:docMk/>
            <pc:sldMk cId="4276563892" sldId="262"/>
            <ac:grpSpMk id="36" creationId="{BED76E99-7760-62D3-DE58-D54A927AE421}"/>
          </ac:grpSpMkLst>
        </pc:grpChg>
        <pc:grpChg chg="mod">
          <ac:chgData name="이정원(JUNGWON LEE)[jwlee0401]/팀장/제조DX.품질DX.DAVINCI팀" userId="1c2f8ad7-3b6e-475e-9593-07812a6d44f9" providerId="ADAL" clId="{2A3F207E-5B67-48DE-81E6-BDB136C5BA85}" dt="2026-08-09T22:05:31.508" v="17"/>
          <ac:grpSpMkLst>
            <pc:docMk/>
            <pc:sldMk cId="4276563892" sldId="262"/>
            <ac:grpSpMk id="37" creationId="{5C510344-7665-215C-C599-EC852C34B9F6}"/>
          </ac:grpSpMkLst>
        </pc:grpChg>
        <pc:graphicFrame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graphicFrameMkLst>
            <pc:docMk/>
            <pc:sldMk cId="4276563892" sldId="262"/>
            <ac:graphicFrameMk id="12" creationId="{FC6186D8-2B38-288C-0C10-4569B90A9DB8}"/>
          </ac:graphicFrameMkLst>
        </pc:graphicFrameChg>
        <pc:graphicFrame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graphicFrameMkLst>
            <pc:docMk/>
            <pc:sldMk cId="4276563892" sldId="262"/>
            <ac:graphicFrameMk id="23" creationId="{8CE1FE06-CB88-A26E-B639-CC860305CA44}"/>
          </ac:graphicFrameMkLst>
        </pc:graphicFrameChg>
        <pc:cxnChg chg="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16" creationId="{3178D757-7176-565C-F070-BDD2FB7FCFE2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19" creationId="{2575AD0A-BB0A-8639-2AD5-AA7655D39CA2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34" creationId="{2A595EDB-321E-A3BB-387F-732FBF049451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39" creationId="{4403D5B4-1F05-1E1A-367A-D47B3E6CBC15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43" creationId="{25C65449-8356-82AD-E30B-1E8B9EF64A51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45" creationId="{D8CC3F8D-0FC0-91C1-8477-B1248AA73B0F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05:31.508" v="17"/>
          <ac:cxnSpMkLst>
            <pc:docMk/>
            <pc:sldMk cId="4276563892" sldId="262"/>
            <ac:cxnSpMk id="48" creationId="{41635C8B-6E15-0BEF-A209-426448509CDD}"/>
          </ac:cxnSpMkLst>
        </pc:cxnChg>
      </pc:sldChg>
      <pc:sldChg chg="addSp delSp modSp mod">
        <pc:chgData name="이정원(JUNGWON LEE)[jwlee0401]/팀장/제조DX.품질DX.DAVINCI팀" userId="1c2f8ad7-3b6e-475e-9593-07812a6d44f9" providerId="ADAL" clId="{2A3F207E-5B67-48DE-81E6-BDB136C5BA85}" dt="2026-08-09T22:17:14.248" v="526" actId="20577"/>
        <pc:sldMkLst>
          <pc:docMk/>
          <pc:sldMk cId="1134761443" sldId="274"/>
        </pc:sldMkLst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66" creationId="{38424E5B-B745-C677-0D3C-D9516E6C1E46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68" creationId="{4A5AC113-A8CB-B9B1-3F64-5FBB0D257894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71" creationId="{91147454-E549-E91A-2B37-2CAAB288B55E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73" creationId="{C45624FF-7BC1-F0B6-02D2-9A07F90CE5FF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74" creationId="{F82FF285-7C87-4314-F07B-29D43C09223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75" creationId="{785F5525-319F-C741-9D60-1AEBFF0086A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7:14.248" v="526" actId="20577"/>
          <ac:spMkLst>
            <pc:docMk/>
            <pc:sldMk cId="1134761443" sldId="274"/>
            <ac:spMk id="76" creationId="{9005DBCB-2742-C955-2A2D-C85872AC6A6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77" creationId="{0871A395-AE1B-9BB8-7EEF-D0ACB7761188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0" creationId="{443599C6-80CA-3475-04F9-0CD9FA6437CE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1" creationId="{3D80F1BE-9198-7485-AFF5-8A0A4912119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2" creationId="{C9A6CC82-A038-A80D-A667-834BABF7C0E2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3" creationId="{E5D7CE8B-89DC-D8C7-0F14-6A7CD3DF716B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5" creationId="{428DF4C7-73FB-DF32-23DF-AD7D9429DC24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6" creationId="{24DFCC08-481D-1AF8-7165-A01BCB0AAED3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7" creationId="{6695773B-985D-BE68-F4B1-11D283C78AF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8" creationId="{AA98172E-5405-BF97-C03A-A473A9FA728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89" creationId="{A02DB061-A836-C601-51E4-726451EB990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90" creationId="{1402DBC9-B09C-AC01-5B10-0E2268F4D7C6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91" creationId="{85F12029-26B8-C063-A17B-9C6E998999A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92" creationId="{863C57EF-6E13-D748-F936-123CE6ED24DB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93" creationId="{1479CF0E-67DA-E007-EE3F-95112FE0B4FA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97" creationId="{3F26DC8B-62FE-507C-75D3-7055150BCDBB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98" creationId="{A99C7789-BBE6-675F-2EBC-8BF0E455EC07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00" creationId="{EA284914-79A7-A0F1-9BB9-8D70C86F5C6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01" creationId="{73D8AB84-506D-C2D6-E670-E05A658F31F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04" creationId="{A8A9230D-AC4A-8D29-CC85-5372B7397421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06" creationId="{2FABE408-B2D8-A1EB-BDE8-CC65066DEFC4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08" creationId="{2C668C8B-B054-CDEB-93A4-BC7515C7338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09" creationId="{DA3B16F4-A754-4A0A-62FF-CF843A1184F4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0" creationId="{6EE33A29-5C44-2BFC-F9B2-B67918B364F8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1" creationId="{D2FEB3EB-82EF-429D-6E61-12AEC7AA5577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3" creationId="{3DEEC4A1-8376-655E-E059-045534A2777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4" creationId="{99A948AD-DCDD-191D-5D4C-F930E109E7D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5" creationId="{58C5979C-0FCE-B0EF-99E9-10B57D54A1C3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6" creationId="{BB63EF2F-ECA1-459B-8BF2-973A6981CD9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7" creationId="{5546F110-1AB4-8782-1FD3-815F20D2A55E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8" creationId="{D1EF607F-0615-1BC2-FDCF-36A7D201BE57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19" creationId="{8CE18E04-6E0D-FB16-10B1-F64A3A7B8B1F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22" creationId="{66B8261B-75DB-4D19-27F3-E5FEB728D1AB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24" creationId="{98C9FBFE-A47F-B653-96AC-C04A63B57543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127" creationId="{693D86B7-34FA-2009-FB47-9C2AECB6AB7F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257" creationId="{DF37FCE0-86C3-3CC7-D592-F2EDB3266B81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258" creationId="{156A8C89-8E63-BB35-0EC9-4C0CC236DB16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260" creationId="{4E520BBD-FBFA-7F89-F6C0-1350A6F50F1C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261" creationId="{5B444965-D8BC-D62F-03FC-77B476820DFE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6:53.875" v="525" actId="20577"/>
          <ac:spMkLst>
            <pc:docMk/>
            <pc:sldMk cId="1134761443" sldId="274"/>
            <ac:spMk id="262" creationId="{76A738AC-CAC4-94A7-B350-696E8A196887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263" creationId="{B14F8E0B-32CF-45E9-5466-86165A424BCF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spMkLst>
            <pc:docMk/>
            <pc:sldMk cId="1134761443" sldId="274"/>
            <ac:spMk id="264" creationId="{5450BECF-74F2-E82D-52F4-A19AE40D3B8E}"/>
          </ac:spMkLst>
        </pc:spChg>
        <pc:gr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grpSpMkLst>
            <pc:docMk/>
            <pc:sldMk cId="1134761443" sldId="274"/>
            <ac:grpSpMk id="67" creationId="{458338B6-7FD2-9DB7-5537-D1F7ECD3AFAD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grpSpMkLst>
            <pc:docMk/>
            <pc:sldMk cId="1134761443" sldId="274"/>
            <ac:grpSpMk id="70" creationId="{B358C640-A19B-F373-0E9C-542A4C751365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grpSpMkLst>
            <pc:docMk/>
            <pc:sldMk cId="1134761443" sldId="274"/>
            <ac:grpSpMk id="120" creationId="{45881756-D8C1-946E-21A6-9F270243B831}"/>
          </ac:grpSpMkLst>
        </pc:grpChg>
        <pc:grpChg chg="mod">
          <ac:chgData name="이정원(JUNGWON LEE)[jwlee0401]/팀장/제조DX.품질DX.DAVINCI팀" userId="1c2f8ad7-3b6e-475e-9593-07812a6d44f9" providerId="ADAL" clId="{2A3F207E-5B67-48DE-81E6-BDB136C5BA85}" dt="2026-08-09T22:15:09.932" v="516"/>
          <ac:grpSpMkLst>
            <pc:docMk/>
            <pc:sldMk cId="1134761443" sldId="274"/>
            <ac:grpSpMk id="121" creationId="{913E3971-1EFF-A21F-3649-B3C3588A3286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grpSpMkLst>
            <pc:docMk/>
            <pc:sldMk cId="1134761443" sldId="274"/>
            <ac:grpSpMk id="125" creationId="{6170D518-F09A-961E-8B9A-D1A7CE252692}"/>
          </ac:grpSpMkLst>
        </pc:grpChg>
        <pc:grpChg chg="mod">
          <ac:chgData name="이정원(JUNGWON LEE)[jwlee0401]/팀장/제조DX.품질DX.DAVINCI팀" userId="1c2f8ad7-3b6e-475e-9593-07812a6d44f9" providerId="ADAL" clId="{2A3F207E-5B67-48DE-81E6-BDB136C5BA85}" dt="2026-08-09T22:15:09.932" v="516"/>
          <ac:grpSpMkLst>
            <pc:docMk/>
            <pc:sldMk cId="1134761443" sldId="274"/>
            <ac:grpSpMk id="126" creationId="{33AF03A2-2ADC-391F-8589-2BA65BEC1C17}"/>
          </ac:grpSpMkLst>
        </pc:grpChg>
        <pc:graphicFrameChg chg="add mod modGraphic">
          <ac:chgData name="이정원(JUNGWON LEE)[jwlee0401]/팀장/제조DX.품질DX.DAVINCI팀" userId="1c2f8ad7-3b6e-475e-9593-07812a6d44f9" providerId="ADAL" clId="{2A3F207E-5B67-48DE-81E6-BDB136C5BA85}" dt="2026-08-09T22:15:37.294" v="519" actId="6549"/>
          <ac:graphicFrameMkLst>
            <pc:docMk/>
            <pc:sldMk cId="1134761443" sldId="274"/>
            <ac:graphicFrameMk id="65" creationId="{14D37EA9-5303-7441-850B-3E9FFE6692BD}"/>
          </ac:graphicFrameMkLst>
        </pc:graphicFrameChg>
        <pc:graphicFrame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graphicFrameMkLst>
            <pc:docMk/>
            <pc:sldMk cId="1134761443" sldId="274"/>
            <ac:graphicFrameMk id="78" creationId="{4A249C57-F506-0F6A-D330-58B6668F949A}"/>
          </ac:graphicFrameMkLst>
        </pc:graphicFrameChg>
        <pc:cxnChg chg="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69" creationId="{3550C0BF-2A0C-418F-EE7C-961F5CACE3ED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72" creationId="{DDA274E9-F913-5B9E-504E-D8AC97D50B48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79" creationId="{5F9D2FA6-A8C8-77C8-4A72-F8C7F503006E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84" creationId="{F2E5B8C8-EF29-238C-3834-1B038BDD1F1F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103" creationId="{4E085828-86B7-EFC4-068B-6186EB8E82A7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105" creationId="{BB96E18D-AC81-7A74-A79B-32894173D10B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123" creationId="{A3A77EAF-B165-E98B-636C-BC6930AEDB15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15:09.932" v="516"/>
          <ac:cxnSpMkLst>
            <pc:docMk/>
            <pc:sldMk cId="1134761443" sldId="274"/>
            <ac:cxnSpMk id="256" creationId="{DDF15313-E43A-44F4-D445-8E4E56C04EF6}"/>
          </ac:cxnSpMkLst>
        </pc:cxnChg>
      </pc:sldChg>
      <pc:sldChg chg="addSp delSp modSp mod">
        <pc:chgData name="이정원(JUNGWON LEE)[jwlee0401]/팀장/제조DX.품질DX.DAVINCI팀" userId="1c2f8ad7-3b6e-475e-9593-07812a6d44f9" providerId="ADAL" clId="{2A3F207E-5B67-48DE-81E6-BDB136C5BA85}" dt="2026-08-09T22:03:54.267" v="12" actId="207"/>
        <pc:sldMkLst>
          <pc:docMk/>
          <pc:sldMk cId="3436971685" sldId="2147483629"/>
        </pc:sldMkLst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2" creationId="{2610F78B-5417-430A-601D-BC3CC9808665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6" creationId="{AB35C649-A636-50E2-2046-A797992CC4C8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8" creationId="{17C6432A-BE85-140F-6700-C3F850638F48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11" creationId="{039ED26B-F915-E8C4-909A-76798C9EBC8E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13" creationId="{05B2C4E1-129A-45EF-4407-B686B157824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16" creationId="{3BD47F17-6234-C580-E5F8-4312791A029D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17" creationId="{4CAF809C-8D9D-9CCB-5D9E-C2F760CD489C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18" creationId="{92157624-B0FA-C062-CBB6-7D6D618D0152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21" creationId="{035D8BCB-4AD4-FF2F-5008-D92FD72AEDEF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23" creationId="{E23A04B2-0DD8-1222-40FF-D26FE159A4DC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26" creationId="{0C08923A-A90E-74FB-8EA5-A938C684E9E9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28" creationId="{BDE9DF10-8F6F-99DD-1D01-82C85D3E9569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0" creationId="{F47C2E83-9571-C674-8B15-03FF59F60A64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1" creationId="{FBC3C09A-6003-596C-2706-5EE973A1E44E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2" creationId="{DC9E03EB-E8BA-1907-A93B-4DA3473BFED3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3" creationId="{6E1DDB9E-7502-945D-26F2-20753908A018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4" creationId="{A2FF1C1D-B4DE-BC7B-9C59-B338BB6EA211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6" creationId="{0E58C666-6E5F-8803-E219-3CBD9FA80CB6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7" creationId="{A2153905-ECBF-65E9-48EE-5AC07468315C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54.267" v="12" actId="207"/>
          <ac:spMkLst>
            <pc:docMk/>
            <pc:sldMk cId="3436971685" sldId="2147483629"/>
            <ac:spMk id="38" creationId="{A6D8862E-BEA7-B90D-CD0A-671A6E5F1F00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39" creationId="{B7FEF8DE-4AAE-9807-85A2-FC26595DCCDF}"/>
          </ac:spMkLst>
        </pc:spChg>
        <pc:s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spMkLst>
            <pc:docMk/>
            <pc:sldMk cId="3436971685" sldId="2147483629"/>
            <ac:spMk id="40" creationId="{DD8878DD-C604-3F5D-FB90-A239CF68CAD8}"/>
          </ac:spMkLst>
        </pc:spChg>
        <pc:gr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grpSpMkLst>
            <pc:docMk/>
            <pc:sldMk cId="3436971685" sldId="2147483629"/>
            <ac:grpSpMk id="7" creationId="{8D83D1D2-E0B8-F678-3BA3-8B9E08D2FEDF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grpSpMkLst>
            <pc:docMk/>
            <pc:sldMk cId="3436971685" sldId="2147483629"/>
            <ac:grpSpMk id="10" creationId="{936B5621-4B1B-79C2-58E4-64F07A82F348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grpSpMkLst>
            <pc:docMk/>
            <pc:sldMk cId="3436971685" sldId="2147483629"/>
            <ac:grpSpMk id="19" creationId="{C25A1A3C-C265-99FE-2CE2-D9975F411614}"/>
          </ac:grpSpMkLst>
        </pc:grpChg>
        <pc:grpChg chg="mod">
          <ac:chgData name="이정원(JUNGWON LEE)[jwlee0401]/팀장/제조DX.품질DX.DAVINCI팀" userId="1c2f8ad7-3b6e-475e-9593-07812a6d44f9" providerId="ADAL" clId="{2A3F207E-5B67-48DE-81E6-BDB136C5BA85}" dt="2026-08-09T22:03:41.724" v="11"/>
          <ac:grpSpMkLst>
            <pc:docMk/>
            <pc:sldMk cId="3436971685" sldId="2147483629"/>
            <ac:grpSpMk id="20" creationId="{D0CCC961-8CB0-00FB-05FB-D81454B78F2C}"/>
          </ac:grpSpMkLst>
        </pc:grpChg>
        <pc:grp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grpSpMkLst>
            <pc:docMk/>
            <pc:sldMk cId="3436971685" sldId="2147483629"/>
            <ac:grpSpMk id="24" creationId="{89A0873E-4641-CA37-6DB7-003F6EBFFCA3}"/>
          </ac:grpSpMkLst>
        </pc:grpChg>
        <pc:grpChg chg="mod">
          <ac:chgData name="이정원(JUNGWON LEE)[jwlee0401]/팀장/제조DX.품질DX.DAVINCI팀" userId="1c2f8ad7-3b6e-475e-9593-07812a6d44f9" providerId="ADAL" clId="{2A3F207E-5B67-48DE-81E6-BDB136C5BA85}" dt="2026-08-09T22:03:41.724" v="11"/>
          <ac:grpSpMkLst>
            <pc:docMk/>
            <pc:sldMk cId="3436971685" sldId="2147483629"/>
            <ac:grpSpMk id="25" creationId="{6CF40C30-443F-5368-C965-11ACFEBA4E69}"/>
          </ac:grpSpMkLst>
        </pc:grpChg>
        <pc:graphicFrame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graphicFrameMkLst>
            <pc:docMk/>
            <pc:sldMk cId="3436971685" sldId="2147483629"/>
            <ac:graphicFrameMk id="5" creationId="{FBC2B841-9B38-D3D0-6F3F-53F4908A99B7}"/>
          </ac:graphicFrameMkLst>
        </pc:graphicFrameChg>
        <pc:graphicFrame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graphicFrameMkLst>
            <pc:docMk/>
            <pc:sldMk cId="3436971685" sldId="2147483629"/>
            <ac:graphicFrameMk id="14" creationId="{1FDA54EA-39FF-F882-56F4-61CBE56B5905}"/>
          </ac:graphicFrameMkLst>
        </pc:graphicFrameChg>
        <pc:cxnChg chg="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9" creationId="{07C4ECA5-F347-C1EF-9ACC-AF466EDB6405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12" creationId="{06C11363-CD97-2909-2E81-39DC2A2DC4CE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15" creationId="{9826E47E-DF3C-9CEE-971B-26461D892FC1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22" creationId="{E328954F-9EEE-C53A-6B78-94463E23AE94}"/>
          </ac:cxnSpMkLst>
        </pc:cxnChg>
        <pc:cxnChg chg="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27" creationId="{4E5EDAC1-3E3B-B3EB-34D9-00C321F11368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29" creationId="{973DC19C-B487-4A65-B391-B660EEF6D822}"/>
          </ac:cxnSpMkLst>
        </pc:cxnChg>
        <pc:cxnChg chg="add mod">
          <ac:chgData name="이정원(JUNGWON LEE)[jwlee0401]/팀장/제조DX.품질DX.DAVINCI팀" userId="1c2f8ad7-3b6e-475e-9593-07812a6d44f9" providerId="ADAL" clId="{2A3F207E-5B67-48DE-81E6-BDB136C5BA85}" dt="2026-08-09T22:03:41.724" v="11"/>
          <ac:cxnSpMkLst>
            <pc:docMk/>
            <pc:sldMk cId="3436971685" sldId="2147483629"/>
            <ac:cxnSpMk id="35" creationId="{78A9C937-B4DE-6118-057D-5ADCD37490A0}"/>
          </ac:cxnSpMkLst>
        </pc:cxnChg>
      </pc:sldChg>
      <pc:sldChg chg="modSp mod">
        <pc:chgData name="이정원(JUNGWON LEE)[jwlee0401]/팀장/제조DX.품질DX.DAVINCI팀" userId="1c2f8ad7-3b6e-475e-9593-07812a6d44f9" providerId="ADAL" clId="{2A3F207E-5B67-48DE-81E6-BDB136C5BA85}" dt="2026-08-09T23:05:37.859" v="1164" actId="20577"/>
        <pc:sldMkLst>
          <pc:docMk/>
          <pc:sldMk cId="2713508576" sldId="2147483647"/>
        </pc:sldMkLst>
        <pc:spChg chg="mod">
          <ac:chgData name="이정원(JUNGWON LEE)[jwlee0401]/팀장/제조DX.품질DX.DAVINCI팀" userId="1c2f8ad7-3b6e-475e-9593-07812a6d44f9" providerId="ADAL" clId="{2A3F207E-5B67-48DE-81E6-BDB136C5BA85}" dt="2026-08-09T22:18:07.172" v="589" actId="1036"/>
          <ac:spMkLst>
            <pc:docMk/>
            <pc:sldMk cId="2713508576" sldId="2147483647"/>
            <ac:spMk id="6" creationId="{FC76958A-C32D-217C-B73C-83077395D278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14.889" v="612" actId="1036"/>
          <ac:spMkLst>
            <pc:docMk/>
            <pc:sldMk cId="2713508576" sldId="2147483647"/>
            <ac:spMk id="11" creationId="{891B3F26-0576-FFBC-247E-34ECDA8D62DC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21.173" v="626" actId="1035"/>
          <ac:spMkLst>
            <pc:docMk/>
            <pc:sldMk cId="2713508576" sldId="2147483647"/>
            <ac:spMk id="12" creationId="{C42E5F5B-6FAC-2FF2-B753-67BE8AA7037B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25.056" v="634" actId="1036"/>
          <ac:spMkLst>
            <pc:docMk/>
            <pc:sldMk cId="2713508576" sldId="2147483647"/>
            <ac:spMk id="13" creationId="{219DA7C3-11D3-DB98-0639-A577ACCDE9AC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19.104" v="623" actId="1035"/>
          <ac:spMkLst>
            <pc:docMk/>
            <pc:sldMk cId="2713508576" sldId="2147483647"/>
            <ac:spMk id="14" creationId="{4F5CEEDF-154B-3F9F-0114-B22E2BB18899}"/>
          </ac:spMkLst>
        </pc:spChg>
        <pc:spChg chg="mod">
          <ac:chgData name="이정원(JUNGWON LEE)[jwlee0401]/팀장/제조DX.품질DX.DAVINCI팀" userId="1c2f8ad7-3b6e-475e-9593-07812a6d44f9" providerId="ADAL" clId="{2A3F207E-5B67-48DE-81E6-BDB136C5BA85}" dt="2026-08-09T22:18:10.997" v="606" actId="1035"/>
          <ac:spMkLst>
            <pc:docMk/>
            <pc:sldMk cId="2713508576" sldId="2147483647"/>
            <ac:spMk id="17" creationId="{9E592CB5-2CBC-29F4-53CF-0B427EC0EDA1}"/>
          </ac:spMkLst>
        </pc:spChg>
        <pc:graphicFrameChg chg="mod modGraphic">
          <ac:chgData name="이정원(JUNGWON LEE)[jwlee0401]/팀장/제조DX.품질DX.DAVINCI팀" userId="1c2f8ad7-3b6e-475e-9593-07812a6d44f9" providerId="ADAL" clId="{2A3F207E-5B67-48DE-81E6-BDB136C5BA85}" dt="2026-08-09T23:05:37.859" v="1164" actId="2057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  <pc:sldMasterChg chg="delSldLayout">
        <pc:chgData name="이정원(JUNGWON LEE)[jwlee0401]/팀장/제조DX.품질DX.DAVINCI팀" userId="1c2f8ad7-3b6e-475e-9593-07812a6d44f9" providerId="ADAL" clId="{2A3F207E-5B67-48DE-81E6-BDB136C5BA85}" dt="2026-08-09T22:42:25.092" v="988" actId="47"/>
        <pc:sldMasterMkLst>
          <pc:docMk/>
          <pc:sldMasterMk cId="3752051852" sldId="2147483896"/>
        </pc:sldMasterMkLst>
      </pc:sldMasterChg>
    </pc:docChg>
  </pc:docChgLst>
  <pc:docChgLst>
    <pc:chgData name="박홍규(HONG KYU PARK)[parkhongkyu]/책임/제조DX.품질DX.공정DX팀" userId="dab3c74c-52ba-4e65-9856-c5f2e8fd5cec" providerId="ADAL" clId="{CD8F8ED6-6B39-43E0-9DB3-DF5D2A546BF8}"/>
    <pc:docChg chg="undo custSel modSld">
      <pc:chgData name="박홍규(HONG KYU PARK)[parkhongkyu]/책임/제조DX.품질DX.공정DX팀" userId="dab3c74c-52ba-4e65-9856-c5f2e8fd5cec" providerId="ADAL" clId="{CD8F8ED6-6B39-43E0-9DB3-DF5D2A546BF8}" dt="2026-09-01T09:12:22.257" v="2629" actId="20577"/>
      <pc:docMkLst>
        <pc:docMk/>
      </pc:docMkLst>
      <pc:sldChg chg="delSp modSp mod">
        <pc:chgData name="박홍규(HONG KYU PARK)[parkhongkyu]/책임/제조DX.품질DX.공정DX팀" userId="dab3c74c-52ba-4e65-9856-c5f2e8fd5cec" providerId="ADAL" clId="{CD8F8ED6-6B39-43E0-9DB3-DF5D2A546BF8}" dt="2026-09-01T09:10:47.399" v="2615" actId="207"/>
        <pc:sldMkLst>
          <pc:docMk/>
          <pc:sldMk cId="2450862783" sldId="258"/>
        </pc:sldMkLst>
        <pc:spChg chg="del mod">
          <ac:chgData name="박홍규(HONG KYU PARK)[parkhongkyu]/책임/제조DX.품질DX.공정DX팀" userId="dab3c74c-52ba-4e65-9856-c5f2e8fd5cec" providerId="ADAL" clId="{CD8F8ED6-6B39-43E0-9DB3-DF5D2A546BF8}" dt="2026-09-01T09:09:28.049" v="2541" actId="478"/>
          <ac:spMkLst>
            <pc:docMk/>
            <pc:sldMk cId="2450862783" sldId="258"/>
            <ac:spMk id="14" creationId="{253008AC-3085-D730-7208-AC294BC59759}"/>
          </ac:spMkLst>
        </pc:spChg>
        <pc:spChg chg="del">
          <ac:chgData name="박홍규(HONG KYU PARK)[parkhongkyu]/책임/제조DX.품질DX.공정DX팀" userId="dab3c74c-52ba-4e65-9856-c5f2e8fd5cec" providerId="ADAL" clId="{CD8F8ED6-6B39-43E0-9DB3-DF5D2A546BF8}" dt="2026-09-01T09:09:35.390" v="2542" actId="478"/>
          <ac:spMkLst>
            <pc:docMk/>
            <pc:sldMk cId="2450862783" sldId="258"/>
            <ac:spMk id="15" creationId="{27DA26D2-910B-9E34-12A5-024C6CB4B2F3}"/>
          </ac:spMkLst>
        </pc:spChg>
        <pc:graphicFrameChg chg="mod modGraphic">
          <ac:chgData name="박홍규(HONG KYU PARK)[parkhongkyu]/책임/제조DX.품질DX.공정DX팀" userId="dab3c74c-52ba-4e65-9856-c5f2e8fd5cec" providerId="ADAL" clId="{CD8F8ED6-6B39-43E0-9DB3-DF5D2A546BF8}" dt="2026-09-01T09:10:47.399" v="2615" actId="20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delSp modSp mod">
        <pc:chgData name="박홍규(HONG KYU PARK)[parkhongkyu]/책임/제조DX.품질DX.공정DX팀" userId="dab3c74c-52ba-4e65-9856-c5f2e8fd5cec" providerId="ADAL" clId="{CD8F8ED6-6B39-43E0-9DB3-DF5D2A546BF8}" dt="2026-09-01T09:12:22.257" v="2629" actId="20577"/>
        <pc:sldMkLst>
          <pc:docMk/>
          <pc:sldMk cId="449571963" sldId="259"/>
        </pc:sldMkLst>
        <pc:spChg chg="mod">
          <ac:chgData name="박홍규(HONG KYU PARK)[parkhongkyu]/책임/제조DX.품질DX.공정DX팀" userId="dab3c74c-52ba-4e65-9856-c5f2e8fd5cec" providerId="ADAL" clId="{CD8F8ED6-6B39-43E0-9DB3-DF5D2A546BF8}" dt="2026-08-06T05:58:52.785" v="1333" actId="20577"/>
          <ac:spMkLst>
            <pc:docMk/>
            <pc:sldMk cId="449571963" sldId="259"/>
            <ac:spMk id="4" creationId="{00000000-0000-0000-0000-000000000000}"/>
          </ac:spMkLst>
        </pc:spChg>
        <pc:spChg chg="mod">
          <ac:chgData name="박홍규(HONG KYU PARK)[parkhongkyu]/책임/제조DX.품질DX.공정DX팀" userId="dab3c74c-52ba-4e65-9856-c5f2e8fd5cec" providerId="ADAL" clId="{CD8F8ED6-6B39-43E0-9DB3-DF5D2A546BF8}" dt="2026-08-06T05:46:14.023" v="1279" actId="1076"/>
          <ac:spMkLst>
            <pc:docMk/>
            <pc:sldMk cId="449571963" sldId="259"/>
            <ac:spMk id="9" creationId="{94C663D5-983F-EEF0-8E6C-9A443DC22C0C}"/>
          </ac:spMkLst>
        </pc:spChg>
        <pc:spChg chg="mod">
          <ac:chgData name="박홍규(HONG KYU PARK)[parkhongkyu]/책임/제조DX.품질DX.공정DX팀" userId="dab3c74c-52ba-4e65-9856-c5f2e8fd5cec" providerId="ADAL" clId="{CD8F8ED6-6B39-43E0-9DB3-DF5D2A546BF8}" dt="2026-09-01T09:12:22.257" v="2629" actId="20577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박홍규(HONG KYU PARK)[parkhongkyu]/책임/제조DX.품질DX.공정DX팀" userId="dab3c74c-52ba-4e65-9856-c5f2e8fd5cec" providerId="ADAL" clId="{CD8F8ED6-6B39-43E0-9DB3-DF5D2A546BF8}" dt="2026-08-31T01:06:22.786" v="2223" actId="20577"/>
          <ac:spMkLst>
            <pc:docMk/>
            <pc:sldMk cId="449571963" sldId="259"/>
            <ac:spMk id="90" creationId="{5B1017F5-AC73-5C2E-65E3-3B07E8DA2364}"/>
          </ac:spMkLst>
        </pc:spChg>
      </pc:sldChg>
    </pc:docChg>
  </pc:docChgLst>
  <pc:docChgLst>
    <pc:chgData name="김홍진(HONGJIN KIM)[redjin]/책임/제조DX.품질DX.품질DX팀" userId="e2707288-0185-4648-a389-566fa3cfa67a" providerId="ADAL" clId="{843D8DDA-9733-4C5D-B422-7961B7535E7C}"/>
    <pc:docChg chg="custSel modSld">
      <pc:chgData name="김홍진(HONGJIN KIM)[redjin]/책임/제조DX.품질DX.품질DX팀" userId="e2707288-0185-4648-a389-566fa3cfa67a" providerId="ADAL" clId="{843D8DDA-9733-4C5D-B422-7961B7535E7C}" dt="2026-08-06T12:04:32.490" v="10" actId="207"/>
      <pc:docMkLst>
        <pc:docMk/>
      </pc:docMkLst>
      <pc:sldChg chg="modSp mod">
        <pc:chgData name="김홍진(HONGJIN KIM)[redjin]/책임/제조DX.품질DX.품질DX팀" userId="e2707288-0185-4648-a389-566fa3cfa67a" providerId="ADAL" clId="{843D8DDA-9733-4C5D-B422-7961B7535E7C}" dt="2026-08-06T11:36:17.010" v="6" actId="207"/>
        <pc:sldMkLst>
          <pc:docMk/>
          <pc:sldMk cId="139871137" sldId="257"/>
        </pc:sldMkLst>
        <pc:spChg chg="mod">
          <ac:chgData name="김홍진(HONGJIN KIM)[redjin]/책임/제조DX.품질DX.품질DX팀" userId="e2707288-0185-4648-a389-566fa3cfa67a" providerId="ADAL" clId="{843D8DDA-9733-4C5D-B422-7961B7535E7C}" dt="2026-08-06T11:36:17.010" v="6" actId="207"/>
          <ac:spMkLst>
            <pc:docMk/>
            <pc:sldMk cId="139871137" sldId="257"/>
            <ac:spMk id="20" creationId="{5D46DCD8-4E9C-1314-A50E-EDCAD1401124}"/>
          </ac:spMkLst>
        </pc:spChg>
      </pc:sldChg>
      <pc:sldChg chg="modSp mod">
        <pc:chgData name="김홍진(HONGJIN KIM)[redjin]/책임/제조DX.품질DX.품질DX팀" userId="e2707288-0185-4648-a389-566fa3cfa67a" providerId="ADAL" clId="{843D8DDA-9733-4C5D-B422-7961B7535E7C}" dt="2026-08-06T12:04:32.490" v="10" actId="207"/>
        <pc:sldMkLst>
          <pc:docMk/>
          <pc:sldMk cId="2450862783" sldId="258"/>
        </pc:sldMkLst>
        <pc:spChg chg="mod">
          <ac:chgData name="김홍진(HONGJIN KIM)[redjin]/책임/제조DX.품질DX.품질DX팀" userId="e2707288-0185-4648-a389-566fa3cfa67a" providerId="ADAL" clId="{843D8DDA-9733-4C5D-B422-7961B7535E7C}" dt="2026-08-06T11:37:33.062" v="7" actId="1076"/>
          <ac:spMkLst>
            <pc:docMk/>
            <pc:sldMk cId="2450862783" sldId="258"/>
            <ac:spMk id="12" creationId="{871DC223-7622-4068-AC51-DAF7D070251B}"/>
          </ac:spMkLst>
        </pc:spChg>
        <pc:graphicFrameChg chg="modGraphic">
          <ac:chgData name="김홍진(HONGJIN KIM)[redjin]/책임/제조DX.품질DX.품질DX팀" userId="e2707288-0185-4648-a389-566fa3cfa67a" providerId="ADAL" clId="{843D8DDA-9733-4C5D-B422-7961B7535E7C}" dt="2026-08-06T12:04:32.490" v="10" actId="20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modSp mod">
        <pc:chgData name="김홍진(HONGJIN KIM)[redjin]/책임/제조DX.품질DX.품질DX팀" userId="e2707288-0185-4648-a389-566fa3cfa67a" providerId="ADAL" clId="{843D8DDA-9733-4C5D-B422-7961B7535E7C}" dt="2026-08-06T11:37:46.544" v="8" actId="207"/>
        <pc:sldMkLst>
          <pc:docMk/>
          <pc:sldMk cId="289354170" sldId="284"/>
        </pc:sldMkLst>
        <pc:spChg chg="mod">
          <ac:chgData name="김홍진(HONGJIN KIM)[redjin]/책임/제조DX.품질DX.품질DX팀" userId="e2707288-0185-4648-a389-566fa3cfa67a" providerId="ADAL" clId="{843D8DDA-9733-4C5D-B422-7961B7535E7C}" dt="2026-08-06T11:36:08.703" v="5" actId="207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김홍진(HONGJIN KIM)[redjin]/책임/제조DX.품질DX.품질DX팀" userId="e2707288-0185-4648-a389-566fa3cfa67a" providerId="ADAL" clId="{843D8DDA-9733-4C5D-B422-7961B7535E7C}" dt="2026-08-06T11:37:46.544" v="8" actId="207"/>
          <ac:spMkLst>
            <pc:docMk/>
            <pc:sldMk cId="289354170" sldId="284"/>
            <ac:spMk id="88" creationId="{102826E2-D3CF-9EEA-7604-64A601D02987}"/>
          </ac:spMkLst>
        </pc:spChg>
        <pc:spChg chg="mod">
          <ac:chgData name="김홍진(HONGJIN KIM)[redjin]/책임/제조DX.품질DX.품질DX팀" userId="e2707288-0185-4648-a389-566fa3cfa67a" providerId="ADAL" clId="{843D8DDA-9733-4C5D-B422-7961B7535E7C}" dt="2026-08-06T11:35:50.613" v="4" actId="207"/>
          <ac:spMkLst>
            <pc:docMk/>
            <pc:sldMk cId="289354170" sldId="284"/>
            <ac:spMk id="100" creationId="{A4CDCD6B-4C99-ED1D-1384-F38279B4C799}"/>
          </ac:spMkLst>
        </pc:spChg>
        <pc:graphicFrameChg chg="mod">
          <ac:chgData name="김홍진(HONGJIN KIM)[redjin]/책임/제조DX.품질DX.품질DX팀" userId="e2707288-0185-4648-a389-566fa3cfa67a" providerId="ADAL" clId="{843D8DDA-9733-4C5D-B422-7961B7535E7C}" dt="2026-08-06T11:35:42.762" v="3" actId="1076"/>
          <ac:graphicFrameMkLst>
            <pc:docMk/>
            <pc:sldMk cId="289354170" sldId="284"/>
            <ac:graphicFrameMk id="15" creationId="{2738838A-0789-3216-F166-AB60A864C249}"/>
          </ac:graphicFrameMkLst>
        </pc:graphicFrameChg>
      </pc:sldChg>
    </pc:docChg>
  </pc:docChgLst>
  <pc:docChgLst>
    <pc:chgData name="이기랑(KIRANG LEE)[kirang825]/선임/제조DX.품질DX.품질DX팀" userId="a4f52046-b279-4eff-a122-8db687c357fc" providerId="ADAL" clId="{2A8CDAE1-70FD-4263-81D4-5AC9B437D518}"/>
    <pc:docChg chg="custSel delSld modSld modSection">
      <pc:chgData name="이기랑(KIRANG LEE)[kirang825]/선임/제조DX.품질DX.품질DX팀" userId="a4f52046-b279-4eff-a122-8db687c357fc" providerId="ADAL" clId="{2A8CDAE1-70FD-4263-81D4-5AC9B437D518}" dt="2026-09-01T00:17:36.859" v="31" actId="1035"/>
      <pc:docMkLst>
        <pc:docMk/>
      </pc:docMkLst>
      <pc:sldChg chg="delSp modSp mod">
        <pc:chgData name="이기랑(KIRANG LEE)[kirang825]/선임/제조DX.품질DX.품질DX팀" userId="a4f52046-b279-4eff-a122-8db687c357fc" providerId="ADAL" clId="{2A8CDAE1-70FD-4263-81D4-5AC9B437D518}" dt="2026-09-01T00:17:36.859" v="31" actId="1035"/>
        <pc:sldMkLst>
          <pc:docMk/>
          <pc:sldMk cId="2450862783" sldId="258"/>
        </pc:sldMkLst>
        <pc:spChg chg="del">
          <ac:chgData name="이기랑(KIRANG LEE)[kirang825]/선임/제조DX.품질DX.품질DX팀" userId="a4f52046-b279-4eff-a122-8db687c357fc" providerId="ADAL" clId="{2A8CDAE1-70FD-4263-81D4-5AC9B437D518}" dt="2026-09-01T00:11:27.077" v="8" actId="478"/>
          <ac:spMkLst>
            <pc:docMk/>
            <pc:sldMk cId="2450862783" sldId="258"/>
            <ac:spMk id="6" creationId="{F925590C-3A25-3F78-71FE-5E16264766F4}"/>
          </ac:spMkLst>
        </pc:spChg>
        <pc:spChg chg="mod">
          <ac:chgData name="이기랑(KIRANG LEE)[kirang825]/선임/제조DX.품질DX.품질DX팀" userId="a4f52046-b279-4eff-a122-8db687c357fc" providerId="ADAL" clId="{2A8CDAE1-70FD-4263-81D4-5AC9B437D518}" dt="2026-09-01T00:11:30.461" v="9" actId="1076"/>
          <ac:spMkLst>
            <pc:docMk/>
            <pc:sldMk cId="2450862783" sldId="258"/>
            <ac:spMk id="13" creationId="{5FED9164-BE1B-6601-135F-2D7033877D17}"/>
          </ac:spMkLst>
        </pc:spChg>
        <pc:spChg chg="del">
          <ac:chgData name="이기랑(KIRANG LEE)[kirang825]/선임/제조DX.품질DX.품질DX팀" userId="a4f52046-b279-4eff-a122-8db687c357fc" providerId="ADAL" clId="{2A8CDAE1-70FD-4263-81D4-5AC9B437D518}" dt="2026-09-01T00:17:22.891" v="26" actId="478"/>
          <ac:spMkLst>
            <pc:docMk/>
            <pc:sldMk cId="2450862783" sldId="258"/>
            <ac:spMk id="27" creationId="{E520C00F-CE5E-2541-1637-99DD6C868575}"/>
          </ac:spMkLst>
        </pc:spChg>
        <pc:spChg chg="mod">
          <ac:chgData name="이기랑(KIRANG LEE)[kirang825]/선임/제조DX.품질DX.품질DX팀" userId="a4f52046-b279-4eff-a122-8db687c357fc" providerId="ADAL" clId="{2A8CDAE1-70FD-4263-81D4-5AC9B437D518}" dt="2026-09-01T00:11:30.461" v="9" actId="1076"/>
          <ac:spMkLst>
            <pc:docMk/>
            <pc:sldMk cId="2450862783" sldId="258"/>
            <ac:spMk id="28" creationId="{D4A3F313-3203-45DB-1F01-344C56D32E72}"/>
          </ac:spMkLst>
        </pc:spChg>
        <pc:spChg chg="mod">
          <ac:chgData name="이기랑(KIRANG LEE)[kirang825]/선임/제조DX.품질DX.품질DX팀" userId="a4f52046-b279-4eff-a122-8db687c357fc" providerId="ADAL" clId="{2A8CDAE1-70FD-4263-81D4-5AC9B437D518}" dt="2026-09-01T00:11:30.461" v="9" actId="1076"/>
          <ac:spMkLst>
            <pc:docMk/>
            <pc:sldMk cId="2450862783" sldId="258"/>
            <ac:spMk id="29" creationId="{14889FD6-3E93-9E2B-2622-083484352BE9}"/>
          </ac:spMkLst>
        </pc:spChg>
        <pc:spChg chg="mod">
          <ac:chgData name="이기랑(KIRANG LEE)[kirang825]/선임/제조DX.품질DX.품질DX팀" userId="a4f52046-b279-4eff-a122-8db687c357fc" providerId="ADAL" clId="{2A8CDAE1-70FD-4263-81D4-5AC9B437D518}" dt="2026-09-01T00:17:28.713" v="27" actId="1076"/>
          <ac:spMkLst>
            <pc:docMk/>
            <pc:sldMk cId="2450862783" sldId="258"/>
            <ac:spMk id="30" creationId="{43C59C56-8F0C-D355-9361-6D26389EBF75}"/>
          </ac:spMkLst>
        </pc:spChg>
        <pc:spChg chg="mod">
          <ac:chgData name="이기랑(KIRANG LEE)[kirang825]/선임/제조DX.품질DX.품질DX팀" userId="a4f52046-b279-4eff-a122-8db687c357fc" providerId="ADAL" clId="{2A8CDAE1-70FD-4263-81D4-5AC9B437D518}" dt="2026-09-01T00:17:31.630" v="28" actId="1076"/>
          <ac:spMkLst>
            <pc:docMk/>
            <pc:sldMk cId="2450862783" sldId="258"/>
            <ac:spMk id="31" creationId="{1953746D-F2CB-5776-8D2C-B0FC20048B67}"/>
          </ac:spMkLst>
        </pc:spChg>
        <pc:spChg chg="mod">
          <ac:chgData name="이기랑(KIRANG LEE)[kirang825]/선임/제조DX.품질DX.품질DX팀" userId="a4f52046-b279-4eff-a122-8db687c357fc" providerId="ADAL" clId="{2A8CDAE1-70FD-4263-81D4-5AC9B437D518}" dt="2026-09-01T00:17:36.859" v="31" actId="1035"/>
          <ac:spMkLst>
            <pc:docMk/>
            <pc:sldMk cId="2450862783" sldId="258"/>
            <ac:spMk id="32" creationId="{0CB62B61-D4A9-184B-70B8-C91821A8B5DA}"/>
          </ac:spMkLst>
        </pc:spChg>
        <pc:graphicFrameChg chg="modGraphic">
          <ac:chgData name="이기랑(KIRANG LEE)[kirang825]/선임/제조DX.품질DX.품질DX팀" userId="a4f52046-b279-4eff-a122-8db687c357fc" providerId="ADAL" clId="{2A8CDAE1-70FD-4263-81D4-5AC9B437D518}" dt="2026-09-01T00:09:57.449" v="6" actId="2057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del">
        <pc:chgData name="이기랑(KIRANG LEE)[kirang825]/선임/제조DX.품질DX.품질DX팀" userId="a4f52046-b279-4eff-a122-8db687c357fc" providerId="ADAL" clId="{2A8CDAE1-70FD-4263-81D4-5AC9B437D518}" dt="2026-09-01T00:11:22.781" v="7" actId="47"/>
        <pc:sldMkLst>
          <pc:docMk/>
          <pc:sldMk cId="3436971685" sldId="2147483629"/>
        </pc:sldMkLst>
      </pc:sldChg>
      <pc:sldChg chg="modSp mod">
        <pc:chgData name="이기랑(KIRANG LEE)[kirang825]/선임/제조DX.품질DX.품질DX팀" userId="a4f52046-b279-4eff-a122-8db687c357fc" providerId="ADAL" clId="{2A8CDAE1-70FD-4263-81D4-5AC9B437D518}" dt="2026-09-01T00:17:04.311" v="24" actId="20577"/>
        <pc:sldMkLst>
          <pc:docMk/>
          <pc:sldMk cId="2713508576" sldId="2147483647"/>
        </pc:sldMkLst>
        <pc:graphicFrameChg chg="modGraphic">
          <ac:chgData name="이기랑(KIRANG LEE)[kirang825]/선임/제조DX.품질DX.품질DX팀" userId="a4f52046-b279-4eff-a122-8db687c357fc" providerId="ADAL" clId="{2A8CDAE1-70FD-4263-81D4-5AC9B437D518}" dt="2026-09-01T00:17:04.311" v="24" actId="2057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김홍진(HONGJIN KIM)[redjin]/책임/제조DX.품질DX.품질DX팀" userId="e2707288-0185-4648-a389-566fa3cfa67a" providerId="ADAL" clId="{CD9A1488-2A0B-4C8F-9C54-BAB3432F5940}"/>
    <pc:docChg chg="undo custSel addSld modSld">
      <pc:chgData name="김홍진(HONGJIN KIM)[redjin]/책임/제조DX.품질DX.품질DX팀" userId="e2707288-0185-4648-a389-566fa3cfa67a" providerId="ADAL" clId="{CD9A1488-2A0B-4C8F-9C54-BAB3432F5940}" dt="2026-09-07T01:20:19.734" v="3444"/>
      <pc:docMkLst>
        <pc:docMk/>
      </pc:docMkLst>
      <pc:sldChg chg="delSp modSp mod">
        <pc:chgData name="김홍진(HONGJIN KIM)[redjin]/책임/제조DX.품질DX.품질DX팀" userId="e2707288-0185-4648-a389-566fa3cfa67a" providerId="ADAL" clId="{CD9A1488-2A0B-4C8F-9C54-BAB3432F5940}" dt="2026-09-07T01:20:19.734" v="3444"/>
        <pc:sldMkLst>
          <pc:docMk/>
          <pc:sldMk cId="139871137" sldId="257"/>
        </pc:sldMkLst>
        <pc:spChg chg="del mod">
          <ac:chgData name="김홍진(HONGJIN KIM)[redjin]/책임/제조DX.품질DX.품질DX팀" userId="e2707288-0185-4648-a389-566fa3cfa67a" providerId="ADAL" clId="{CD9A1488-2A0B-4C8F-9C54-BAB3432F5940}" dt="2026-09-07T00:47:34.588" v="2209" actId="478"/>
          <ac:spMkLst>
            <pc:docMk/>
            <pc:sldMk cId="139871137" sldId="257"/>
            <ac:spMk id="2" creationId="{4E2A1558-69AF-0161-C467-5C114489E098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5:50.426" v="2187" actId="1036"/>
          <ac:spMkLst>
            <pc:docMk/>
            <pc:sldMk cId="139871137" sldId="257"/>
            <ac:spMk id="4" creationId="{0BF94719-FF87-0051-C761-C2B66F92965E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14.254" v="2197" actId="1076"/>
          <ac:spMkLst>
            <pc:docMk/>
            <pc:sldMk cId="139871137" sldId="257"/>
            <ac:spMk id="4" creationId="{ADB6FE2B-263A-7AA1-2547-0906589C320F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14.254" v="2197" actId="1076"/>
          <ac:spMkLst>
            <pc:docMk/>
            <pc:sldMk cId="139871137" sldId="257"/>
            <ac:spMk id="5" creationId="{91C521D9-4086-97CB-1513-25CEE584737F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5:50.426" v="2187" actId="1036"/>
          <ac:spMkLst>
            <pc:docMk/>
            <pc:sldMk cId="139871137" sldId="257"/>
            <ac:spMk id="6" creationId="{A1D77EDC-60DF-26A1-DF61-6C1C33CD25C8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5:50.426" v="2187" actId="1036"/>
          <ac:spMkLst>
            <pc:docMk/>
            <pc:sldMk cId="139871137" sldId="257"/>
            <ac:spMk id="7" creationId="{99831E3E-9721-4F97-84A1-28746471C1F2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39.999" v="2211" actId="1076"/>
          <ac:spMkLst>
            <pc:docMk/>
            <pc:sldMk cId="139871137" sldId="257"/>
            <ac:spMk id="8" creationId="{3737E1DD-C048-C4F3-9BB7-CB9A30D6A6AA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6:57.741" v="2195" actId="1076"/>
          <ac:spMkLst>
            <pc:docMk/>
            <pc:sldMk cId="139871137" sldId="257"/>
            <ac:spMk id="9" creationId="{76993315-86EE-30E0-BCDF-B436E0AFA8CD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14.254" v="2197" actId="1076"/>
          <ac:spMkLst>
            <pc:docMk/>
            <pc:sldMk cId="139871137" sldId="257"/>
            <ac:spMk id="12" creationId="{B1BC6580-9EBA-B19E-6534-5A32782A4575}"/>
          </ac:spMkLst>
        </pc:spChg>
        <pc:spChg chg="del mod">
          <ac:chgData name="김홍진(HONGJIN KIM)[redjin]/책임/제조DX.품질DX.품질DX팀" userId="e2707288-0185-4648-a389-566fa3cfa67a" providerId="ADAL" clId="{CD9A1488-2A0B-4C8F-9C54-BAB3432F5940}" dt="2026-09-07T00:47:33.352" v="2208" actId="478"/>
          <ac:spMkLst>
            <pc:docMk/>
            <pc:sldMk cId="139871137" sldId="257"/>
            <ac:spMk id="13" creationId="{0436D7D6-F44B-777F-2024-9CAD7347050A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5:50.426" v="2187" actId="1036"/>
          <ac:spMkLst>
            <pc:docMk/>
            <pc:sldMk cId="139871137" sldId="257"/>
            <ac:spMk id="13" creationId="{5D1F7B27-4ACF-0B17-A860-5DBC8148923F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38.050" v="2210" actId="1076"/>
          <ac:spMkLst>
            <pc:docMk/>
            <pc:sldMk cId="139871137" sldId="257"/>
            <ac:spMk id="19" creationId="{9B4284DD-3367-0B16-4D58-CDA77B8BA9F1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1:20:19.734" v="3444"/>
          <ac:spMkLst>
            <pc:docMk/>
            <pc:sldMk cId="139871137" sldId="257"/>
            <ac:spMk id="20" creationId="{5D46DCD8-4E9C-1314-A50E-EDCAD1401124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14.254" v="2197" actId="1076"/>
          <ac:spMkLst>
            <pc:docMk/>
            <pc:sldMk cId="139871137" sldId="257"/>
            <ac:spMk id="21" creationId="{5FF50CBF-A7F4-06FB-BCEF-57E6BC9BAA79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5:50.426" v="2187" actId="1036"/>
          <ac:spMkLst>
            <pc:docMk/>
            <pc:sldMk cId="139871137" sldId="257"/>
            <ac:spMk id="23" creationId="{A1B624F5-96CE-86F0-FA08-341CE1BCA0F2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14.254" v="2197" actId="1076"/>
          <ac:spMkLst>
            <pc:docMk/>
            <pc:sldMk cId="139871137" sldId="257"/>
            <ac:spMk id="24" creationId="{85D0FE1A-2131-D110-F3B1-0A05E5C6ADBE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14.254" v="2197" actId="1076"/>
          <ac:spMkLst>
            <pc:docMk/>
            <pc:sldMk cId="139871137" sldId="257"/>
            <ac:spMk id="25" creationId="{9320AC89-9CC5-BAB7-E33B-DEE6A91C572E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8:34.587" v="2214" actId="1076"/>
          <ac:spMkLst>
            <pc:docMk/>
            <pc:sldMk cId="139871137" sldId="257"/>
            <ac:spMk id="26" creationId="{D288B275-6AC0-980A-CD9D-61BDB7A97C7D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6:59.712" v="2196" actId="1076"/>
          <ac:spMkLst>
            <pc:docMk/>
            <pc:sldMk cId="139871137" sldId="257"/>
            <ac:spMk id="31" creationId="{5D1F7B27-4ACF-0B17-A860-5DBC8148923F}"/>
          </ac:spMkLst>
        </pc:spChg>
      </pc:sldChg>
      <pc:sldChg chg="delSp modSp mod">
        <pc:chgData name="김홍진(HONGJIN KIM)[redjin]/책임/제조DX.품질DX.품질DX팀" userId="e2707288-0185-4648-a389-566fa3cfa67a" providerId="ADAL" clId="{CD9A1488-2A0B-4C8F-9C54-BAB3432F5940}" dt="2026-09-01T05:52:36.036" v="38" actId="1037"/>
        <pc:sldMkLst>
          <pc:docMk/>
          <pc:sldMk cId="2450862783" sldId="258"/>
        </pc:sldMkLst>
        <pc:spChg chg="del mod">
          <ac:chgData name="김홍진(HONGJIN KIM)[redjin]/책임/제조DX.품질DX.품질DX팀" userId="e2707288-0185-4648-a389-566fa3cfa67a" providerId="ADAL" clId="{CD9A1488-2A0B-4C8F-9C54-BAB3432F5940}" dt="2026-09-01T01:24:20.164" v="22" actId="478"/>
          <ac:spMkLst>
            <pc:docMk/>
            <pc:sldMk cId="2450862783" sldId="258"/>
            <ac:spMk id="16" creationId="{C33ED9AC-563A-BC73-DEC9-22F2BB7F054C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1T05:52:36.036" v="38" actId="1037"/>
          <ac:spMkLst>
            <pc:docMk/>
            <pc:sldMk cId="2450862783" sldId="258"/>
            <ac:spMk id="17" creationId="{928A2186-4514-A812-1089-851D4204BCBD}"/>
          </ac:spMkLst>
        </pc:spChg>
        <pc:graphicFrameChg chg="modGraphic">
          <ac:chgData name="김홍진(HONGJIN KIM)[redjin]/책임/제조DX.품질DX.품질DX팀" userId="e2707288-0185-4648-a389-566fa3cfa67a" providerId="ADAL" clId="{CD9A1488-2A0B-4C8F-9C54-BAB3432F5940}" dt="2026-09-01T03:17:28.477" v="23" actId="2057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delSp modSp add mod">
        <pc:chgData name="김홍진(HONGJIN KIM)[redjin]/책임/제조DX.품질DX.품질DX팀" userId="e2707288-0185-4648-a389-566fa3cfa67a" providerId="ADAL" clId="{CD9A1488-2A0B-4C8F-9C54-BAB3432F5940}" dt="2026-09-07T00:47:29.532" v="2207" actId="1037"/>
        <pc:sldMkLst>
          <pc:docMk/>
          <pc:sldMk cId="593573416" sldId="260"/>
        </pc:sldMkLst>
        <pc:spChg chg="mod">
          <ac:chgData name="김홍진(HONGJIN KIM)[redjin]/책임/제조DX.품질DX.품질DX팀" userId="e2707288-0185-4648-a389-566fa3cfa67a" providerId="ADAL" clId="{CD9A1488-2A0B-4C8F-9C54-BAB3432F5940}" dt="2026-09-07T00:47:29.532" v="2207" actId="1037"/>
          <ac:spMkLst>
            <pc:docMk/>
            <pc:sldMk cId="593573416" sldId="260"/>
            <ac:spMk id="2" creationId="{4E2A1558-69AF-0161-C467-5C114489E098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6" creationId="{A1D77EDC-60DF-26A1-DF61-6C1C33CD25C8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7" creationId="{99831E3E-9721-4F97-84A1-28746471C1F2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8" creationId="{3737E1DD-C048-C4F3-9BB7-CB9A30D6A6AA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9" creationId="{76993315-86EE-30E0-BCDF-B436E0AFA8CD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7:27.021" v="2200" actId="1076"/>
          <ac:spMkLst>
            <pc:docMk/>
            <pc:sldMk cId="593573416" sldId="260"/>
            <ac:spMk id="13" creationId="{0436D7D6-F44B-777F-2024-9CAD7347050A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19" creationId="{9B4284DD-3367-0B16-4D58-CDA77B8BA9F1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20" creationId="{5D46DCD8-4E9C-1314-A50E-EDCAD1401124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23" creationId="{A1B624F5-96CE-86F0-FA08-341CE1BCA0F2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26" creationId="{D288B275-6AC0-980A-CD9D-61BDB7A97C7D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31" creationId="{5D1F7B27-4ACF-0B17-A860-5DBC8148923F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7:22.037" v="2199" actId="478"/>
          <ac:spMkLst>
            <pc:docMk/>
            <pc:sldMk cId="593573416" sldId="260"/>
            <ac:spMk id="34" creationId="{0BF94719-FF87-0051-C761-C2B66F92965E}"/>
          </ac:spMkLst>
        </pc:spChg>
      </pc:sldChg>
      <pc:sldChg chg="addSp delSp modSp add mod">
        <pc:chgData name="김홍진(HONGJIN KIM)[redjin]/책임/제조DX.품질DX.품질DX팀" userId="e2707288-0185-4648-a389-566fa3cfa67a" providerId="ADAL" clId="{CD9A1488-2A0B-4C8F-9C54-BAB3432F5940}" dt="2026-09-07T01:19:54.139" v="3436" actId="115"/>
        <pc:sldMkLst>
          <pc:docMk/>
          <pc:sldMk cId="63401758" sldId="275"/>
        </pc:sldMkLst>
        <pc:spChg chg="add mod">
          <ac:chgData name="김홍진(HONGJIN KIM)[redjin]/책임/제조DX.품질DX.품질DX팀" userId="e2707288-0185-4648-a389-566fa3cfa67a" providerId="ADAL" clId="{CD9A1488-2A0B-4C8F-9C54-BAB3432F5940}" dt="2026-09-07T01:19:54.139" v="3436" actId="115"/>
          <ac:spMkLst>
            <pc:docMk/>
            <pc:sldMk cId="63401758" sldId="275"/>
            <ac:spMk id="3" creationId="{56F10005-81FA-9B83-C756-EF37369B32FE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spMkLst>
            <pc:docMk/>
            <pc:sldMk cId="63401758" sldId="275"/>
            <ac:spMk id="12" creationId="{66AB97A8-7A6D-8B0E-2218-7218D45D3C46}"/>
          </ac:spMkLst>
        </pc:spChg>
        <pc:sp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spMkLst>
            <pc:docMk/>
            <pc:sldMk cId="63401758" sldId="275"/>
            <ac:spMk id="25" creationId="{CC370541-0314-E553-3CA3-88C260E34224}"/>
          </ac:spMkLst>
        </pc:spChg>
        <pc:spChg chg="add mod">
          <ac:chgData name="김홍진(HONGJIN KIM)[redjin]/책임/제조DX.품질DX.품질DX팀" userId="e2707288-0185-4648-a389-566fa3cfa67a" providerId="ADAL" clId="{CD9A1488-2A0B-4C8F-9C54-BAB3432F5940}" dt="2026-09-07T01:19:02.692" v="3421" actId="1038"/>
          <ac:spMkLst>
            <pc:docMk/>
            <pc:sldMk cId="63401758" sldId="275"/>
            <ac:spMk id="42" creationId="{644FCBDF-B4E5-C553-868B-26405ACC77BD}"/>
          </ac:spMkLst>
        </pc:spChg>
        <pc:spChg chg="add del mod">
          <ac:chgData name="김홍진(HONGJIN KIM)[redjin]/책임/제조DX.품질DX.품질DX팀" userId="e2707288-0185-4648-a389-566fa3cfa67a" providerId="ADAL" clId="{CD9A1488-2A0B-4C8F-9C54-BAB3432F5940}" dt="2026-09-07T01:19:03.532" v="3422" actId="478"/>
          <ac:spMkLst>
            <pc:docMk/>
            <pc:sldMk cId="63401758" sldId="275"/>
            <ac:spMk id="44" creationId="{5D8C1DC4-C6F7-016C-C002-4F23F75F5EFA}"/>
          </ac:spMkLst>
        </pc:spChg>
        <pc:spChg chg="add mod">
          <ac:chgData name="김홍진(HONGJIN KIM)[redjin]/책임/제조DX.품질DX.품질DX팀" userId="e2707288-0185-4648-a389-566fa3cfa67a" providerId="ADAL" clId="{CD9A1488-2A0B-4C8F-9C54-BAB3432F5940}" dt="2026-09-07T01:19:12.210" v="3426" actId="20577"/>
          <ac:spMkLst>
            <pc:docMk/>
            <pc:sldMk cId="63401758" sldId="275"/>
            <ac:spMk id="45" creationId="{8AFF49B3-2BE9-FE7C-B196-945E8F1C57CC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7T00:48:53.436" v="2222" actId="115"/>
          <ac:spMkLst>
            <pc:docMk/>
            <pc:sldMk cId="63401758" sldId="275"/>
            <ac:spMk id="46" creationId="{DABCA2CF-BD9B-C1BC-BF41-C600D633EECC}"/>
          </ac:spMkLst>
        </pc:spChg>
        <pc:spChg chg="del mod">
          <ac:chgData name="김홍진(HONGJIN KIM)[redjin]/책임/제조DX.품질DX.품질DX팀" userId="e2707288-0185-4648-a389-566fa3cfa67a" providerId="ADAL" clId="{CD9A1488-2A0B-4C8F-9C54-BAB3432F5940}" dt="2026-09-07T00:49:49.760" v="2229"/>
          <ac:spMkLst>
            <pc:docMk/>
            <pc:sldMk cId="63401758" sldId="275"/>
            <ac:spMk id="48" creationId="{5EEFDE21-AA7B-B163-E103-59BC4D9549A3}"/>
          </ac:spMkLst>
        </pc:spChg>
        <pc:grp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grpSpMkLst>
            <pc:docMk/>
            <pc:sldMk cId="63401758" sldId="275"/>
            <ac:grpSpMk id="9" creationId="{E980CA91-435F-E330-00D0-A9FE6EA233D3}"/>
          </ac:grpSpMkLst>
        </pc:grpChg>
        <pc:grp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grpSpMkLst>
            <pc:docMk/>
            <pc:sldMk cId="63401758" sldId="275"/>
            <ac:grpSpMk id="14" creationId="{FD5F216E-39FA-6C92-94DA-6561CB112F35}"/>
          </ac:grpSpMkLst>
        </pc:grpChg>
        <pc:grp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grpSpMkLst>
            <pc:docMk/>
            <pc:sldMk cId="63401758" sldId="275"/>
            <ac:grpSpMk id="22" creationId="{548BA3CE-943F-3E69-26AC-271992C9ADB8}"/>
          </ac:grpSpMkLst>
        </pc:grpChg>
        <pc:grp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grpSpMkLst>
            <pc:docMk/>
            <pc:sldMk cId="63401758" sldId="275"/>
            <ac:grpSpMk id="37" creationId="{F6E4E1B8-CE13-A06E-CD32-D3EB2506AF23}"/>
          </ac:grpSpMkLst>
        </pc:grpChg>
        <pc:graphicFrameChg chg="del">
          <ac:chgData name="김홍진(HONGJIN KIM)[redjin]/책임/제조DX.품질DX.품질DX팀" userId="e2707288-0185-4648-a389-566fa3cfa67a" providerId="ADAL" clId="{CD9A1488-2A0B-4C8F-9C54-BAB3432F5940}" dt="2026-09-07T00:49:32.254" v="2223" actId="478"/>
          <ac:graphicFrameMkLst>
            <pc:docMk/>
            <pc:sldMk cId="63401758" sldId="275"/>
            <ac:graphicFrameMk id="6" creationId="{B596EB98-8402-233E-F606-86ECBF351591}"/>
          </ac:graphicFrameMkLst>
        </pc:graphicFrameChg>
        <pc:graphicFrameChg chg="del">
          <ac:chgData name="김홍진(HONGJIN KIM)[redjin]/책임/제조DX.품질DX.품질DX팀" userId="e2707288-0185-4648-a389-566fa3cfa67a" providerId="ADAL" clId="{CD9A1488-2A0B-4C8F-9C54-BAB3432F5940}" dt="2026-09-07T00:49:33.294" v="2224" actId="478"/>
          <ac:graphicFrameMkLst>
            <pc:docMk/>
            <pc:sldMk cId="63401758" sldId="275"/>
            <ac:graphicFrameMk id="7" creationId="{F283D24F-9341-859F-62C5-70E2ABDCC1D8}"/>
          </ac:graphicFrameMkLst>
        </pc:graphicFrameChg>
        <pc:graphicFrameChg chg="add mod modGraphic">
          <ac:chgData name="김홍진(HONGJIN KIM)[redjin]/책임/제조DX.품질DX.품질DX팀" userId="e2707288-0185-4648-a389-566fa3cfa67a" providerId="ADAL" clId="{CD9A1488-2A0B-4C8F-9C54-BAB3432F5940}" dt="2026-09-07T01:16:16.337" v="3383" actId="1035"/>
          <ac:graphicFrameMkLst>
            <pc:docMk/>
            <pc:sldMk cId="63401758" sldId="275"/>
            <ac:graphicFrameMk id="13" creationId="{2A07F6D1-BB2E-F1F2-9A06-7C9649AD65E5}"/>
          </ac:graphicFrameMkLst>
        </pc:graphicFrameChg>
        <pc:graphicFrameChg chg="add mod modGraphic">
          <ac:chgData name="김홍진(HONGJIN KIM)[redjin]/책임/제조DX.품질DX.품질DX팀" userId="e2707288-0185-4648-a389-566fa3cfa67a" providerId="ADAL" clId="{CD9A1488-2A0B-4C8F-9C54-BAB3432F5940}" dt="2026-09-07T01:16:16.337" v="3383" actId="1035"/>
          <ac:graphicFrameMkLst>
            <pc:docMk/>
            <pc:sldMk cId="63401758" sldId="275"/>
            <ac:graphicFrameMk id="28" creationId="{5A3A459B-251D-E198-F221-43872CE7B887}"/>
          </ac:graphicFrameMkLst>
        </pc:graphicFrameChg>
        <pc:picChg chg="add del mod">
          <ac:chgData name="김홍진(HONGJIN KIM)[redjin]/책임/제조DX.품질DX.품질DX팀" userId="e2707288-0185-4648-a389-566fa3cfa67a" providerId="ADAL" clId="{CD9A1488-2A0B-4C8F-9C54-BAB3432F5940}" dt="2026-09-07T00:55:59.193" v="2974" actId="478"/>
          <ac:picMkLst>
            <pc:docMk/>
            <pc:sldMk cId="63401758" sldId="275"/>
            <ac:picMk id="5" creationId="{2C365A26-757B-6B70-30AD-3558EFE4223B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8" creationId="{AFF5DCA8-4894-4161-7F36-00763F9C1A56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17" creationId="{0AD36C21-5A3D-5ED6-E5AB-D94738EC340F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18" creationId="{3E8B9B4A-A69F-1CA9-BF3B-3B29DF1F6BED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19" creationId="{1162B8A5-0886-4CAA-FDAB-8318A04135D1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20" creationId="{50BB18B0-18DA-E2BC-20EF-AEE49539A580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21" creationId="{D402D484-3A43-5FBE-9DAD-7E11BD39C8FE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26" creationId="{ACC3B8A5-663C-3160-3648-9FC99C3DCBC0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27" creationId="{C756A836-700C-7EC4-0165-A341143C40C8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29" creationId="{20462587-FDC5-F56F-3212-86BBCB33C96E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30" creationId="{4406E30F-78FC-BBA6-FB42-C57EE6AC7971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32" creationId="{48329F8F-F2C2-9315-4886-95DB0F2CE16B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33" creationId="{97A7E858-AB1D-706B-8383-46EDC0DF19FE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34" creationId="{F4470F43-FE53-60AE-AE34-BC2EE99CCCA8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35" creationId="{ABA44D17-A10D-84CE-7DA9-542CFB75BDBD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36" creationId="{6BA73553-218A-B1EF-0F6E-A0F0FB47461B}"/>
          </ac:picMkLst>
        </pc:picChg>
        <pc:picChg chg="del">
          <ac:chgData name="김홍진(HONGJIN KIM)[redjin]/책임/제조DX.품질DX.품질DX팀" userId="e2707288-0185-4648-a389-566fa3cfa67a" providerId="ADAL" clId="{CD9A1488-2A0B-4C8F-9C54-BAB3432F5940}" dt="2026-09-07T00:49:35.970" v="2225" actId="478"/>
          <ac:picMkLst>
            <pc:docMk/>
            <pc:sldMk cId="63401758" sldId="275"/>
            <ac:picMk id="40" creationId="{41F4C8BC-1F6F-8D15-6FEC-BAE3DB19F3CB}"/>
          </ac:picMkLst>
        </pc:picChg>
        <pc:picChg chg="add del mod">
          <ac:chgData name="김홍진(HONGJIN KIM)[redjin]/책임/제조DX.품질DX.품질DX팀" userId="e2707288-0185-4648-a389-566fa3cfa67a" providerId="ADAL" clId="{CD9A1488-2A0B-4C8F-9C54-BAB3432F5940}" dt="2026-09-07T01:07:41.252" v="3084" actId="478"/>
          <ac:picMkLst>
            <pc:docMk/>
            <pc:sldMk cId="63401758" sldId="275"/>
            <ac:picMk id="41" creationId="{63009087-4B90-EC80-B622-F84FC9D5AB1F}"/>
          </ac:picMkLst>
        </pc:picChg>
      </pc:sldChg>
      <pc:sldChg chg="delSp modSp mod">
        <pc:chgData name="김홍진(HONGJIN KIM)[redjin]/책임/제조DX.품질DX.품질DX팀" userId="e2707288-0185-4648-a389-566fa3cfa67a" providerId="ADAL" clId="{CD9A1488-2A0B-4C8F-9C54-BAB3432F5940}" dt="2026-09-01T23:24:21.970" v="1650" actId="20577"/>
        <pc:sldMkLst>
          <pc:docMk/>
          <pc:sldMk cId="289354170" sldId="284"/>
        </pc:sldMkLst>
        <pc:spChg chg="mod">
          <ac:chgData name="김홍진(HONGJIN KIM)[redjin]/책임/제조DX.품질DX.품질DX팀" userId="e2707288-0185-4648-a389-566fa3cfa67a" providerId="ADAL" clId="{CD9A1488-2A0B-4C8F-9C54-BAB3432F5940}" dt="2026-09-01T23:24:21.970" v="1650" actId="20577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1T01:21:20.137" v="20" actId="14100"/>
          <ac:spMkLst>
            <pc:docMk/>
            <pc:sldMk cId="289354170" sldId="284"/>
            <ac:spMk id="50" creationId="{2024AFE3-ABD9-3507-8C40-E6ACF44A8675}"/>
          </ac:spMkLst>
        </pc:spChg>
        <pc:spChg chg="mod">
          <ac:chgData name="김홍진(HONGJIN KIM)[redjin]/책임/제조DX.품질DX.품질DX팀" userId="e2707288-0185-4648-a389-566fa3cfa67a" providerId="ADAL" clId="{CD9A1488-2A0B-4C8F-9C54-BAB3432F5940}" dt="2026-09-01T06:34:39.213" v="1533" actId="20577"/>
          <ac:spMkLst>
            <pc:docMk/>
            <pc:sldMk cId="289354170" sldId="284"/>
            <ac:spMk id="100" creationId="{A4CDCD6B-4C99-ED1D-1384-F38279B4C799}"/>
          </ac:spMkLst>
        </pc:spChg>
        <pc:grpChg chg="mod">
          <ac:chgData name="김홍진(HONGJIN KIM)[redjin]/책임/제조DX.품질DX.품질DX팀" userId="e2707288-0185-4648-a389-566fa3cfa67a" providerId="ADAL" clId="{CD9A1488-2A0B-4C8F-9C54-BAB3432F5940}" dt="2026-09-01T01:21:29.705" v="21" actId="1076"/>
          <ac:grpSpMkLst>
            <pc:docMk/>
            <pc:sldMk cId="289354170" sldId="284"/>
            <ac:grpSpMk id="34" creationId="{35082614-AEF6-A290-0185-6615ECD4604E}"/>
          </ac:grpSpMkLst>
        </pc:grpChg>
        <pc:grpChg chg="mod">
          <ac:chgData name="김홍진(HONGJIN KIM)[redjin]/책임/제조DX.품질DX.품질DX팀" userId="e2707288-0185-4648-a389-566fa3cfa67a" providerId="ADAL" clId="{CD9A1488-2A0B-4C8F-9C54-BAB3432F5940}" dt="2026-09-01T01:21:15.446" v="19" actId="1076"/>
          <ac:grpSpMkLst>
            <pc:docMk/>
            <pc:sldMk cId="289354170" sldId="284"/>
            <ac:grpSpMk id="51" creationId="{5A526414-BC35-68C6-4420-8719686A413B}"/>
          </ac:grpSpMkLst>
        </pc:grpChg>
        <pc:graphicFrameChg chg="del">
          <ac:chgData name="김홍진(HONGJIN KIM)[redjin]/책임/제조DX.품질DX.품질DX팀" userId="e2707288-0185-4648-a389-566fa3cfa67a" providerId="ADAL" clId="{CD9A1488-2A0B-4C8F-9C54-BAB3432F5940}" dt="2026-09-01T05:51:42.379" v="25" actId="478"/>
          <ac:graphicFrameMkLst>
            <pc:docMk/>
            <pc:sldMk cId="289354170" sldId="284"/>
            <ac:graphicFrameMk id="15" creationId="{2738838A-0789-3216-F166-AB60A864C249}"/>
          </ac:graphicFrameMkLst>
        </pc:graphicFrameChg>
        <pc:graphicFrameChg chg="modGraphic">
          <ac:chgData name="김홍진(HONGJIN KIM)[redjin]/책임/제조DX.품질DX.품질DX팀" userId="e2707288-0185-4648-a389-566fa3cfa67a" providerId="ADAL" clId="{CD9A1488-2A0B-4C8F-9C54-BAB3432F5940}" dt="2026-09-01T05:53:00.099" v="40" actId="20577"/>
          <ac:graphicFrameMkLst>
            <pc:docMk/>
            <pc:sldMk cId="289354170" sldId="284"/>
            <ac:graphicFrameMk id="21" creationId="{00000000-0000-0000-0000-000000000000}"/>
          </ac:graphicFrameMkLst>
        </pc:graphicFrameChg>
        <pc:cxnChg chg="mod">
          <ac:chgData name="김홍진(HONGJIN KIM)[redjin]/책임/제조DX.품질DX.품질DX팀" userId="e2707288-0185-4648-a389-566fa3cfa67a" providerId="ADAL" clId="{CD9A1488-2A0B-4C8F-9C54-BAB3432F5940}" dt="2026-09-01T23:23:55.233" v="1593" actId="1037"/>
          <ac:cxnSpMkLst>
            <pc:docMk/>
            <pc:sldMk cId="289354170" sldId="284"/>
            <ac:cxnSpMk id="57" creationId="{369F752A-6BD4-77E6-4907-94D31B012B87}"/>
          </ac:cxnSpMkLst>
        </pc:cxnChg>
      </pc:sldChg>
      <pc:sldChg chg="modSp mod">
        <pc:chgData name="김홍진(HONGJIN KIM)[redjin]/책임/제조DX.품질DX.품질DX팀" userId="e2707288-0185-4648-a389-566fa3cfa67a" providerId="ADAL" clId="{CD9A1488-2A0B-4C8F-9C54-BAB3432F5940}" dt="2026-09-01T06:18:48.424" v="577" actId="14734"/>
        <pc:sldMkLst>
          <pc:docMk/>
          <pc:sldMk cId="2713508576" sldId="2147483647"/>
        </pc:sldMkLst>
        <pc:graphicFrameChg chg="modGraphic">
          <ac:chgData name="김홍진(HONGJIN KIM)[redjin]/책임/제조DX.품질DX.품질DX팀" userId="e2707288-0185-4648-a389-566fa3cfa67a" providerId="ADAL" clId="{CD9A1488-2A0B-4C8F-9C54-BAB3432F5940}" dt="2026-09-01T06:18:48.424" v="577" actId="14734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이강국(KANG KUK LEE)[kklee81]/팀장/제조DX.품질DX.공정DX팀" userId="d2ce5178-2266-4480-858d-6442786b6081" providerId="ADAL" clId="{DF95D2EC-3EBE-4D6B-9615-22E5AC3154E9}"/>
    <pc:docChg chg="undo custSel delSld modSld modSection">
      <pc:chgData name="이강국(KANG KUK LEE)[kklee81]/팀장/제조DX.품질DX.공정DX팀" userId="d2ce5178-2266-4480-858d-6442786b6081" providerId="ADAL" clId="{DF95D2EC-3EBE-4D6B-9615-22E5AC3154E9}" dt="2026-08-10T01:36:49.081" v="1343" actId="1035"/>
      <pc:docMkLst>
        <pc:docMk/>
      </pc:docMkLst>
      <pc:sldChg chg="modSp mod">
        <pc:chgData name="이강국(KANG KUK LEE)[kklee81]/팀장/제조DX.품질DX.공정DX팀" userId="d2ce5178-2266-4480-858d-6442786b6081" providerId="ADAL" clId="{DF95D2EC-3EBE-4D6B-9615-22E5AC3154E9}" dt="2026-08-10T01:08:41.198" v="864" actId="6549"/>
        <pc:sldMkLst>
          <pc:docMk/>
          <pc:sldMk cId="139871137" sldId="257"/>
        </pc:sldMkLst>
        <pc:spChg chg="mod">
          <ac:chgData name="이강국(KANG KUK LEE)[kklee81]/팀장/제조DX.품질DX.공정DX팀" userId="d2ce5178-2266-4480-858d-6442786b6081" providerId="ADAL" clId="{DF95D2EC-3EBE-4D6B-9615-22E5AC3154E9}" dt="2026-08-10T00:24:05.141" v="842" actId="207"/>
          <ac:spMkLst>
            <pc:docMk/>
            <pc:sldMk cId="139871137" sldId="257"/>
            <ac:spMk id="7" creationId="{99831E3E-9721-4F97-84A1-28746471C1F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10T01:08:41.198" v="864" actId="6549"/>
          <ac:spMkLst>
            <pc:docMk/>
            <pc:sldMk cId="139871137" sldId="257"/>
            <ac:spMk id="21" creationId="{5FF50CBF-A7F4-06FB-BCEF-57E6BC9BAA79}"/>
          </ac:spMkLst>
        </pc:spChg>
      </pc:sldChg>
      <pc:sldChg chg="modSp mod">
        <pc:chgData name="이강국(KANG KUK LEE)[kklee81]/팀장/제조DX.품질DX.공정DX팀" userId="d2ce5178-2266-4480-858d-6442786b6081" providerId="ADAL" clId="{DF95D2EC-3EBE-4D6B-9615-22E5AC3154E9}" dt="2026-08-10T01:10:22.010" v="951" actId="6549"/>
        <pc:sldMkLst>
          <pc:docMk/>
          <pc:sldMk cId="449571963" sldId="259"/>
        </pc:sldMkLst>
        <pc:spChg chg="mod">
          <ac:chgData name="이강국(KANG KUK LEE)[kklee81]/팀장/제조DX.품질DX.공정DX팀" userId="d2ce5178-2266-4480-858d-6442786b6081" providerId="ADAL" clId="{DF95D2EC-3EBE-4D6B-9615-22E5AC3154E9}" dt="2026-08-10T01:10:22.010" v="951" actId="6549"/>
          <ac:spMkLst>
            <pc:docMk/>
            <pc:sldMk cId="449571963" sldId="259"/>
            <ac:spMk id="89" creationId="{9374C7FE-A486-5888-9345-4FC6202D4956}"/>
          </ac:spMkLst>
        </pc:spChg>
      </pc:sldChg>
      <pc:sldChg chg="addSp delSp modSp mod">
        <pc:chgData name="이강국(KANG KUK LEE)[kklee81]/팀장/제조DX.품질DX.공정DX팀" userId="d2ce5178-2266-4480-858d-6442786b6081" providerId="ADAL" clId="{DF95D2EC-3EBE-4D6B-9615-22E5AC3154E9}" dt="2026-08-08T04:56:03.759" v="40"/>
        <pc:sldMkLst>
          <pc:docMk/>
          <pc:sldMk cId="828778249" sldId="260"/>
        </pc:sldMkLst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" creationId="{62B51AF7-25C1-E4B8-AFAE-29A66F515A23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6:03.759" v="40"/>
          <ac:spMkLst>
            <pc:docMk/>
            <pc:sldMk cId="828778249" sldId="260"/>
            <ac:spMk id="4" creationId="{0708465C-5BDF-567A-7C38-9457E33DBFF2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" creationId="{FCA53AF4-43CE-37F6-4AE4-FCF093D3A5D6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" creationId="{D635046F-21B7-E378-1D37-4304904BADD3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" creationId="{3E8582E9-6207-925B-38B3-CB9BFFBF8CD1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" creationId="{753C5F6B-DCB2-3353-AA8B-44C24130B3B9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" creationId="{FF08C58C-1CB6-23AE-C146-C0E32BC869A0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" creationId="{4ACD25FD-C0CD-A2ED-A798-D7ACB384B9DB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" creationId="{D6AC2F25-68B0-EC6E-FE3E-E0237DE6C6EA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26" creationId="{F0FB738F-9295-C1D1-7AA1-7C86CC06E26E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28" creationId="{FDDCE675-01D0-766E-35D7-E4771C084FD2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1" creationId="{CB865231-9FB9-BD61-D9DD-DB9545CCD859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2" creationId="{409A3BE2-A00F-2FEE-58E7-B6E8E65AEBEB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3" creationId="{7F94D6A7-F944-B262-1A6A-DE2CE8A5E4AC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6" creationId="{B9EAE8FC-A06D-1C84-CDCE-7A3CB128DAC3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7" creationId="{D0EE8256-69B1-C2DE-2431-28650B4331FD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8" creationId="{A706D60E-4B39-C309-EF6D-8AD3B217E50B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39" creationId="{DAD39279-FD96-AC2D-78DD-C925A466AE53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0" creationId="{A5E80303-0646-32B3-5E2B-BC42E9061906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2" creationId="{06BF335D-4472-2583-ABC0-97DD0349BD78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4" creationId="{55862DAA-45A1-C136-A7D5-7CA41DFCAD67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5" creationId="{642D4C67-8223-253F-8AE5-A34ED8E81B3D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6" creationId="{7ABCC849-E126-EB24-C3B9-DE221CAE6AF4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7" creationId="{7877612E-ABAE-EF38-61AE-D9B8569DED18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48" creationId="{F19848D1-55CD-904B-8705-5CA9EEF9144F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0" creationId="{53898B3B-87B9-B689-9BC4-2560A99BBBF0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1" creationId="{61D94CB5-65FC-BD52-DAFA-31E48313838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2" creationId="{A89817E4-D20B-54E3-0F4B-71335698796A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3" creationId="{F63833F2-4E63-9583-08B9-7CB37947DAEF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4" creationId="{2E2C08C2-1B5F-DBC9-BB3B-E84A2316ACF7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6" creationId="{911E3F81-D3D5-DAF1-6D29-DED47880BB96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7" creationId="{2F320DED-7467-2537-7603-F4DC59E4D0E5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8" creationId="{212C07A6-F35D-64AB-793C-E9C92506DEBB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59" creationId="{662D732B-8669-04A8-2D7A-EE32E623B46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0" creationId="{DB880EB4-56FD-51B7-B97D-193C3C32292C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4" creationId="{F9601A6F-2250-8C1F-C9A4-20BBA34527C1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5" creationId="{524D4128-B89F-D4EF-BD41-FBEBAF9946E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6" creationId="{DBBB210D-31DE-F089-6602-7A666257ECBE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7" creationId="{7AF51DF4-0068-5981-38B0-9063659280D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8" creationId="{0C98362A-5470-8AA7-1D36-1BECE9EFD283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69" creationId="{24ADF7ED-36BD-87D3-DD10-225DB4421169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0" creationId="{B6F377F4-9550-B8F5-B900-01D9A9BE67FA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2" creationId="{63A3B27B-E354-FDD3-00C5-EE75B51E435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3" creationId="{7570936F-C864-6203-0623-529FDE7F3455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4" creationId="{EA8D8DBE-5ABD-B573-BFC4-24D792BB9CC0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5" creationId="{25DF5B0D-6F0E-DFC7-1E77-76B237ADA96A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6" creationId="{729E4CBD-0551-921B-822F-EB454FB12BC0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78" creationId="{F8851CDE-DAEF-4A07-5C84-4C6DD319173E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0" creationId="{491C7E84-E6B0-8713-BBE2-87EEEDE1F38E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1" creationId="{475DC9E3-3B1F-4016-DFB8-7984986A388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2" creationId="{6196B777-B247-840E-A01E-1C1CDF659E75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3" creationId="{54ED0E64-753F-83A1-8949-8146E2940D63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4" creationId="{AFA71620-B15F-0865-6F4B-3FAFBDAA91F4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7" creationId="{FB499E7D-B43F-6409-41A2-D9118119816E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8" creationId="{21C4C354-C0FB-E6A4-AB6F-B02B5D5CE03C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89" creationId="{168926BF-3E34-17AE-B4CE-07E47C4F468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0" creationId="{B09D7DEE-1774-3C8C-3532-C62A852C110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1" creationId="{A8AAF2ED-6D69-32D1-A64E-9E13A71D5CDC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3" creationId="{4643E93B-7C3A-1AC6-3091-AB98D8A303A4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5" creationId="{D5ED5863-C147-4713-6038-D86510748D86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6" creationId="{DCFF2706-0E11-232E-C7C0-F10CCE90C5DC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7" creationId="{0CA85C3C-AE46-1E09-F42D-850A4ACD7038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8" creationId="{82656631-CDCF-41C3-C7EA-9E9A72DF59AF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99" creationId="{8CA395AA-A034-98EA-3607-36D053F35CBC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1" creationId="{10E83149-9FFA-0CB0-36D9-D150FC6E1ED6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2" creationId="{EAB176B5-8E2D-B5CA-28BE-E0E4141BE260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3" creationId="{5FC00319-E230-8814-9A53-20D40EE3E3F7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4" creationId="{A8DF8110-EE96-E1FB-8EEE-4E5204097F66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5" creationId="{DD488EF2-870A-1B9E-DBFE-9CAD6519EA8A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7" creationId="{E84C8C75-8D4A-392B-5160-96ADC8F9A231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8" creationId="{97104D10-CA3A-C2E9-7450-8E6723BA389E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09" creationId="{ECA18238-A6E9-9D58-FEC2-34CF4866F6BD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0" creationId="{9FF80C23-CA9E-21CC-D2A1-0627876A794E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1" creationId="{59A5CE70-CA6B-A5D9-6F07-83D690A26619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3" creationId="{994D5301-4BC3-D1F2-4B7D-D20BC9F93FB3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5" creationId="{823C3E07-1E6A-59EB-5AE7-C5549FCC35BC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6" creationId="{0816E384-1E0C-5000-876D-6139150AE85B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7" creationId="{0B5A7660-1AA1-40A3-1ABB-69C426EFA35E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8" creationId="{162DBB58-C801-46AA-8C8E-C2BFE4478F34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19" creationId="{520EB96A-A793-2C17-6B0E-854338851FA0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24" creationId="{4C01CE56-90D7-8969-269B-270BCB5E09F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26" creationId="{95506883-B2C2-9A36-A610-5F97EB0461F8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27" creationId="{96906DE9-C37C-C59E-C4B6-AECA3BD20F8B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28" creationId="{A846DD4A-7DF0-2D80-CFB2-3B8A78CBC4A9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29" creationId="{04C94EC1-C3B3-C6C4-0E6F-39BF78583676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0" creationId="{6A35ACF2-5CF9-6596-F440-2C7189F4DB16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1" creationId="{B54402F7-E077-863E-0FAA-3AE314D6CC6C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2" creationId="{E760B2DC-A391-91F2-9337-0A42E9629EC0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3" creationId="{FEBE8E70-BF41-1136-CB41-0D707BEB3CD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5" creationId="{07392FD8-958D-6294-6FE9-B8B1E40B6B7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6" creationId="{20911D9B-163B-8708-2924-BDE298B01588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7" creationId="{31A07ECB-ED36-892C-87D2-6BC0FBFEC5D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8" creationId="{DFABD6AD-0508-F359-3C4B-9B01EA7C9D3A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39" creationId="{8EC4C77E-AA9A-50B2-0CD4-D3E5623F9107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0" creationId="{549DDDE4-3DFE-0A1C-C509-B3ADD8EE769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1" creationId="{AAFC2EF4-0EC1-F60B-4E4F-75903BCEEEC6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2" creationId="{FE777AD5-811A-B673-6F5B-7F1437328C07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3" creationId="{A7D545CB-6ACF-31D4-F4EB-727E48D1093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4" creationId="{33891003-77D7-F20A-7F6B-89C71D1BB367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5" creationId="{A04C832B-00DC-C23E-9282-8FB4F4F245EC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6" creationId="{02E966EC-1018-78D1-85A6-12E58F15A6D0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7" creationId="{E3327B8C-D437-9D55-F453-015FFFD56848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8" creationId="{9E89E7C6-9251-0EDC-E7F9-2C6587B0C66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49" creationId="{1CF01FEE-32B1-0E1E-A92F-E828A7655D86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50" creationId="{92D6D92C-E4F5-9E7F-9C7B-0A46567555F3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51" creationId="{2279E78C-5816-7622-3835-CC2A96F13F9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52" creationId="{B77D26A9-24E6-7D5F-41E5-68181F7F187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53" creationId="{D111652F-0C5F-217B-0282-7A8066102404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54" creationId="{EFC88D85-ED1F-B837-616C-05F9F797C77F}"/>
          </ac:spMkLst>
        </pc:spChg>
        <pc:s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spMkLst>
            <pc:docMk/>
            <pc:sldMk cId="828778249" sldId="260"/>
            <ac:spMk id="155" creationId="{6B8AE8A9-D3A4-8035-74B2-FBD1FB788054}"/>
          </ac:spMkLst>
        </pc:s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35" creationId="{F0583156-5B90-5C94-07D8-73BBD9FB083E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43" creationId="{B3D94297-ED46-87D6-8633-7812E11626FF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49" creationId="{21D5B457-A81C-57D5-B383-2DF897B9938D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55" creationId="{497847A5-6F60-4D76-BC31-C9684CFC2F55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71" creationId="{F6119225-E0A9-4AE9-FE8F-FADE214E7DD7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86" creationId="{05BA07B8-63E8-4879-2CDB-F622E2354215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94" creationId="{FF4810FE-77CD-0EC1-75CC-2CA5511FDF26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100" creationId="{BC095558-FFF2-B7BD-5196-817585ACB75B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106" creationId="{EFDBB2D3-25EF-FAA5-9244-3D4B2597F981}"/>
          </ac:grpSpMkLst>
        </pc:grpChg>
        <pc:grp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pSpMkLst>
            <pc:docMk/>
            <pc:sldMk cId="828778249" sldId="260"/>
            <ac:grpSpMk id="114" creationId="{C6591435-9412-E488-76C5-88C4538FE71D}"/>
          </ac:grpSpMkLst>
        </pc:grpChg>
        <pc:graphicFrame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aphicFrameMkLst>
            <pc:docMk/>
            <pc:sldMk cId="828778249" sldId="260"/>
            <ac:graphicFrameMk id="11" creationId="{00306196-4315-0DFB-7755-AAEADAC5D00B}"/>
          </ac:graphicFrameMkLst>
        </pc:graphicFrameChg>
        <pc:graphicFrame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aphicFrameMkLst>
            <pc:docMk/>
            <pc:sldMk cId="828778249" sldId="260"/>
            <ac:graphicFrameMk id="79" creationId="{A85C5F19-5277-FDA0-E666-0998D46DFBD4}"/>
          </ac:graphicFrameMkLst>
        </pc:graphicFrameChg>
        <pc:graphicFrame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graphicFrameMkLst>
            <pc:docMk/>
            <pc:sldMk cId="828778249" sldId="260"/>
            <ac:graphicFrameMk id="85" creationId="{A6419751-282A-7F85-909C-87461A0CD225}"/>
          </ac:graphicFrameMkLst>
        </pc:graphicFrameChg>
        <pc:pic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picMkLst>
            <pc:docMk/>
            <pc:sldMk cId="828778249" sldId="260"/>
            <ac:picMk id="12" creationId="{F0661318-F670-40BD-1E2B-0D48841CB683}"/>
          </ac:picMkLst>
        </pc:picChg>
        <pc:pic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picMkLst>
            <pc:docMk/>
            <pc:sldMk cId="828778249" sldId="260"/>
            <ac:picMk id="14" creationId="{2F7993CC-D60E-59E0-7043-1BCC2E852B09}"/>
          </ac:picMkLst>
        </pc:picChg>
        <pc:pic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picMkLst>
            <pc:docMk/>
            <pc:sldMk cId="828778249" sldId="260"/>
            <ac:picMk id="27" creationId="{CBCD67CE-ACB3-4B6F-1CB1-86D8014ED146}"/>
          </ac:picMkLst>
        </pc:picChg>
        <pc:pic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picMkLst>
            <pc:docMk/>
            <pc:sldMk cId="828778249" sldId="260"/>
            <ac:picMk id="29" creationId="{958D8780-C9E2-A0CF-49C2-59C44230DBC9}"/>
          </ac:picMkLst>
        </pc:picChg>
        <pc:pic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picMkLst>
            <pc:docMk/>
            <pc:sldMk cId="828778249" sldId="260"/>
            <ac:picMk id="30" creationId="{E76C2887-6240-3906-E305-585FAFFED15C}"/>
          </ac:picMkLst>
        </pc:pic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34" creationId="{2251E192-55DC-F61A-A69B-B56D73471FCA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41" creationId="{D941B09C-CF70-A7F4-4811-FD97996DAE17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61" creationId="{0ED1E2E3-2561-AD6E-20A9-516C23D4F0D4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62" creationId="{ACBC19E3-B95C-CA21-2434-162605D6601D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63" creationId="{4FD08EF4-C875-3D69-20DA-B33C5C2573CB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77" creationId="{26730D0A-9ABC-0084-5F3F-94173B4EFF9A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92" creationId="{98679C2F-F7F8-DCC2-B4A7-A7C1912B91B2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12" creationId="{98EB38C1-9D90-2ACC-994E-6CA0BCF9C033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20" creationId="{DCDA53C4-7317-D26E-19D6-7A5FCF083F8D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21" creationId="{858CDFFB-A400-E948-2FB3-C9775677516F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22" creationId="{8C39277A-63A5-B59A-703E-32BE3A89B0ED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23" creationId="{79F27E25-AD9F-DE85-8285-E6C508008C70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25" creationId="{C3A3D759-8EDF-3687-B60B-CEE8147F49C0}"/>
          </ac:cxnSpMkLst>
        </pc:cxnChg>
        <pc:cxnChg chg="add mod">
          <ac:chgData name="이강국(KANG KUK LEE)[kklee81]/팀장/제조DX.품질DX.공정DX팀" userId="d2ce5178-2266-4480-858d-6442786b6081" providerId="ADAL" clId="{DF95D2EC-3EBE-4D6B-9615-22E5AC3154E9}" dt="2026-08-08T04:55:32.046" v="39"/>
          <ac:cxnSpMkLst>
            <pc:docMk/>
            <pc:sldMk cId="828778249" sldId="260"/>
            <ac:cxnSpMk id="134" creationId="{0ECC0855-6089-E405-88A7-33076A2371B1}"/>
          </ac:cxnSpMkLst>
        </pc:cxnChg>
      </pc:sldChg>
      <pc:sldChg chg="modSp mod">
        <pc:chgData name="이강국(KANG KUK LEE)[kklee81]/팀장/제조DX.품질DX.공정DX팀" userId="d2ce5178-2266-4480-858d-6442786b6081" providerId="ADAL" clId="{DF95D2EC-3EBE-4D6B-9615-22E5AC3154E9}" dt="2026-08-10T01:12:17.097" v="955" actId="113"/>
        <pc:sldMkLst>
          <pc:docMk/>
          <pc:sldMk cId="1005647925" sldId="269"/>
        </pc:sldMkLst>
        <pc:graphicFrameChg chg="modGraphic">
          <ac:chgData name="이강국(KANG KUK LEE)[kklee81]/팀장/제조DX.품질DX.공정DX팀" userId="d2ce5178-2266-4480-858d-6442786b6081" providerId="ADAL" clId="{DF95D2EC-3EBE-4D6B-9615-22E5AC3154E9}" dt="2026-08-10T01:12:17.097" v="955" actId="113"/>
          <ac:graphicFrameMkLst>
            <pc:docMk/>
            <pc:sldMk cId="1005647925" sldId="269"/>
            <ac:graphicFrameMk id="15" creationId="{439B99B3-2BD7-0E78-549A-1D7CF9732F5F}"/>
          </ac:graphicFrameMkLst>
        </pc:graphicFrameChg>
      </pc:sldChg>
      <pc:sldChg chg="modSp mod">
        <pc:chgData name="이강국(KANG KUK LEE)[kklee81]/팀장/제조DX.품질DX.공정DX팀" userId="d2ce5178-2266-4480-858d-6442786b6081" providerId="ADAL" clId="{DF95D2EC-3EBE-4D6B-9615-22E5AC3154E9}" dt="2026-08-10T01:28:25.180" v="1026"/>
        <pc:sldMkLst>
          <pc:docMk/>
          <pc:sldMk cId="4230403292" sldId="270"/>
        </pc:sldMkLst>
        <pc:spChg chg="mod">
          <ac:chgData name="이강국(KANG KUK LEE)[kklee81]/팀장/제조DX.품질DX.공정DX팀" userId="d2ce5178-2266-4480-858d-6442786b6081" providerId="ADAL" clId="{DF95D2EC-3EBE-4D6B-9615-22E5AC3154E9}" dt="2026-08-10T01:28:25.180" v="1026"/>
          <ac:spMkLst>
            <pc:docMk/>
            <pc:sldMk cId="4230403292" sldId="270"/>
            <ac:spMk id="36" creationId="{2C9AABB7-DF97-9E7C-44C2-B8DDCA61CEA9}"/>
          </ac:spMkLst>
        </pc:spChg>
      </pc:sldChg>
      <pc:sldChg chg="addSp modSp mod">
        <pc:chgData name="이강국(KANG KUK LEE)[kklee81]/팀장/제조DX.품질DX.공정DX팀" userId="d2ce5178-2266-4480-858d-6442786b6081" providerId="ADAL" clId="{DF95D2EC-3EBE-4D6B-9615-22E5AC3154E9}" dt="2026-08-10T00:22:12.542" v="706" actId="20577"/>
        <pc:sldMkLst>
          <pc:docMk/>
          <pc:sldMk cId="3662621618" sldId="2147483410"/>
        </pc:sldMkLst>
        <pc:spChg chg="add mod">
          <ac:chgData name="이강국(KANG KUK LEE)[kklee81]/팀장/제조DX.품질DX.공정DX팀" userId="d2ce5178-2266-4480-858d-6442786b6081" providerId="ADAL" clId="{DF95D2EC-3EBE-4D6B-9615-22E5AC3154E9}" dt="2026-08-10T00:22:12.542" v="706" actId="20577"/>
          <ac:spMkLst>
            <pc:docMk/>
            <pc:sldMk cId="3662621618" sldId="2147483410"/>
            <ac:spMk id="12" creationId="{974D2071-E7C5-C59F-405C-70A12EC8EBB2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10T00:21:03.132" v="665" actId="552"/>
          <ac:spMkLst>
            <pc:docMk/>
            <pc:sldMk cId="3662621618" sldId="2147483410"/>
            <ac:spMk id="33" creationId="{E813559C-5E36-9EFF-AD90-30D0651006A9}"/>
          </ac:spMkLst>
        </pc:spChg>
        <pc:spChg chg="mod">
          <ac:chgData name="이강국(KANG KUK LEE)[kklee81]/팀장/제조DX.품질DX.공정DX팀" userId="d2ce5178-2266-4480-858d-6442786b6081" providerId="ADAL" clId="{DF95D2EC-3EBE-4D6B-9615-22E5AC3154E9}" dt="2026-08-10T00:21:14.875" v="670" actId="6549"/>
          <ac:spMkLst>
            <pc:docMk/>
            <pc:sldMk cId="3662621618" sldId="2147483410"/>
            <ac:spMk id="34" creationId="{2F87DC3B-6309-CEDB-0925-8B72881DA8A0}"/>
          </ac:spMkLst>
        </pc:spChg>
      </pc:sldChg>
      <pc:sldMasterChg chg="delSldLayout">
        <pc:chgData name="이강국(KANG KUK LEE)[kklee81]/팀장/제조DX.품질DX.공정DX팀" userId="d2ce5178-2266-4480-858d-6442786b6081" providerId="ADAL" clId="{DF95D2EC-3EBE-4D6B-9615-22E5AC3154E9}" dt="2026-08-08T05:27:27.166" v="42" actId="47"/>
        <pc:sldMasterMkLst>
          <pc:docMk/>
          <pc:sldMasterMk cId="90652492" sldId="2147483719"/>
        </pc:sldMasterMkLst>
      </pc:sldMasterChg>
      <pc:sldMasterChg chg="delSldLayout">
        <pc:chgData name="이강국(KANG KUK LEE)[kklee81]/팀장/제조DX.품질DX.공정DX팀" userId="d2ce5178-2266-4480-858d-6442786b6081" providerId="ADAL" clId="{DF95D2EC-3EBE-4D6B-9615-22E5AC3154E9}" dt="2026-08-08T05:27:42.747" v="46" actId="47"/>
        <pc:sldMasterMkLst>
          <pc:docMk/>
          <pc:sldMasterMk cId="3752051852" sldId="2147483896"/>
        </pc:sldMasterMkLst>
      </pc:sldMasterChg>
    </pc:docChg>
  </pc:docChgLst>
  <pc:docChgLst>
    <pc:chgData name="이성우(Sungwoo Lee)[sungwoo.lee]/책임/제조DX.품질DX.공정DX팀" userId="S::sungwoo.lee@lgensol.com::cf65ff2f-52b0-4160-9a37-95f7b52a9fb2" providerId="AD" clId="Web-{CFBECF68-21C3-DCD3-5DEF-AF861EF398F5}"/>
    <pc:docChg chg="modSld">
      <pc:chgData name="이성우(Sungwoo Lee)[sungwoo.lee]/책임/제조DX.품질DX.공정DX팀" userId="S::sungwoo.lee@lgensol.com::cf65ff2f-52b0-4160-9a37-95f7b52a9fb2" providerId="AD" clId="Web-{CFBECF68-21C3-DCD3-5DEF-AF861EF398F5}" dt="2026-08-10T00:16:03.313" v="16" actId="20577"/>
      <pc:docMkLst>
        <pc:docMk/>
      </pc:docMkLst>
      <pc:sldChg chg="modSp">
        <pc:chgData name="이성우(Sungwoo Lee)[sungwoo.lee]/책임/제조DX.품질DX.공정DX팀" userId="S::sungwoo.lee@lgensol.com::cf65ff2f-52b0-4160-9a37-95f7b52a9fb2" providerId="AD" clId="Web-{CFBECF68-21C3-DCD3-5DEF-AF861EF398F5}" dt="2026-08-10T00:16:03.313" v="16" actId="20577"/>
        <pc:sldMkLst>
          <pc:docMk/>
          <pc:sldMk cId="365755086" sldId="263"/>
        </pc:sldMkLst>
        <pc:spChg chg="mod">
          <ac:chgData name="이성우(Sungwoo Lee)[sungwoo.lee]/책임/제조DX.품질DX.공정DX팀" userId="S::sungwoo.lee@lgensol.com::cf65ff2f-52b0-4160-9a37-95f7b52a9fb2" providerId="AD" clId="Web-{CFBECF68-21C3-DCD3-5DEF-AF861EF398F5}" dt="2026-08-10T00:16:03.313" v="16" actId="20577"/>
          <ac:spMkLst>
            <pc:docMk/>
            <pc:sldMk cId="365755086" sldId="263"/>
            <ac:spMk id="8" creationId="{0A60BC44-C73D-58B1-78B4-6B8D3027D92A}"/>
          </ac:spMkLst>
        </pc:spChg>
      </pc:sldChg>
    </pc:docChg>
  </pc:docChgLst>
  <pc:docChgLst>
    <pc:chgData name="장대국(Daeguk Jang)[jdg23]/책임/제조DX.품질DX.품질DX팀" userId="94eeb2b1-c667-406d-af80-8e06d461a7e6" providerId="ADAL" clId="{C624647F-EA36-4B2D-8AB8-893D7C0F0AD3}"/>
    <pc:docChg chg="undo custSel modSld">
      <pc:chgData name="장대국(Daeguk Jang)[jdg23]/책임/제조DX.품질DX.품질DX팀" userId="94eeb2b1-c667-406d-af80-8e06d461a7e6" providerId="ADAL" clId="{C624647F-EA36-4B2D-8AB8-893D7C0F0AD3}" dt="2026-08-29T13:44:06.378" v="237" actId="1035"/>
      <pc:docMkLst>
        <pc:docMk/>
      </pc:docMkLst>
      <pc:sldChg chg="modSp mod">
        <pc:chgData name="장대국(Daeguk Jang)[jdg23]/책임/제조DX.품질DX.품질DX팀" userId="94eeb2b1-c667-406d-af80-8e06d461a7e6" providerId="ADAL" clId="{C624647F-EA36-4B2D-8AB8-893D7C0F0AD3}" dt="2026-08-29T13:44:06.378" v="237" actId="1035"/>
        <pc:sldMkLst>
          <pc:docMk/>
          <pc:sldMk cId="3662621618" sldId="2147483410"/>
        </pc:sldMkLst>
        <pc:spChg chg="mod">
          <ac:chgData name="장대국(Daeguk Jang)[jdg23]/책임/제조DX.품질DX.품질DX팀" userId="94eeb2b1-c667-406d-af80-8e06d461a7e6" providerId="ADAL" clId="{C624647F-EA36-4B2D-8AB8-893D7C0F0AD3}" dt="2026-08-29T13:44:06.378" v="237" actId="1035"/>
          <ac:spMkLst>
            <pc:docMk/>
            <pc:sldMk cId="3662621618" sldId="2147483410"/>
            <ac:spMk id="12" creationId="{974D2071-E7C5-C59F-405C-70A12EC8EBB2}"/>
          </ac:spMkLst>
        </pc:spChg>
        <pc:spChg chg="mod">
          <ac:chgData name="장대국(Daeguk Jang)[jdg23]/책임/제조DX.품질DX.품질DX팀" userId="94eeb2b1-c667-406d-af80-8e06d461a7e6" providerId="ADAL" clId="{C624647F-EA36-4B2D-8AB8-893D7C0F0AD3}" dt="2026-08-29T13:43:58.038" v="217" actId="20577"/>
          <ac:spMkLst>
            <pc:docMk/>
            <pc:sldMk cId="3662621618" sldId="2147483410"/>
            <ac:spMk id="33" creationId="{E813559C-5E36-9EFF-AD90-30D0651006A9}"/>
          </ac:spMkLst>
        </pc:spChg>
        <pc:spChg chg="mod">
          <ac:chgData name="장대국(Daeguk Jang)[jdg23]/책임/제조DX.품질DX.품질DX팀" userId="94eeb2b1-c667-406d-af80-8e06d461a7e6" providerId="ADAL" clId="{C624647F-EA36-4B2D-8AB8-893D7C0F0AD3}" dt="2026-08-29T13:31:15.775" v="58"/>
          <ac:spMkLst>
            <pc:docMk/>
            <pc:sldMk cId="3662621618" sldId="2147483410"/>
            <ac:spMk id="34" creationId="{2F87DC3B-6309-CEDB-0925-8B72881DA8A0}"/>
          </ac:spMkLst>
        </pc:spChg>
        <pc:grpChg chg="mod">
          <ac:chgData name="장대국(Daeguk Jang)[jdg23]/책임/제조DX.품질DX.품질DX팀" userId="94eeb2b1-c667-406d-af80-8e06d461a7e6" providerId="ADAL" clId="{C624647F-EA36-4B2D-8AB8-893D7C0F0AD3}" dt="2026-08-29T13:30:05.333" v="0" actId="1076"/>
          <ac:grpSpMkLst>
            <pc:docMk/>
            <pc:sldMk cId="3662621618" sldId="2147483410"/>
            <ac:grpSpMk id="48" creationId="{D5BE6FDB-22B0-C1A4-09D0-F7040F152C18}"/>
          </ac:grpSpMkLst>
        </pc:grpChg>
      </pc:sldChg>
    </pc:docChg>
  </pc:docChgLst>
  <pc:docChgLst>
    <pc:chgData name="연두희(DOO HEE YEON)[doohee.yeon]/책임/제조DX.품질DX.품질DX팀" userId="S::doohee.yeon@lgensol.com::73e89ba0-8653-4a79-be3e-63e4747a306c" providerId="AD" clId="Web-{8CA5BDC8-C935-DF2A-AD49-EDE509366F2D}"/>
    <pc:docChg chg="modSld">
      <pc:chgData name="연두희(DOO HEE YEON)[doohee.yeon]/책임/제조DX.품질DX.품질DX팀" userId="S::doohee.yeon@lgensol.com::73e89ba0-8653-4a79-be3e-63e4747a306c" providerId="AD" clId="Web-{8CA5BDC8-C935-DF2A-AD49-EDE509366F2D}" dt="2026-08-06T08:57:41.578" v="1" actId="20577"/>
      <pc:docMkLst>
        <pc:docMk/>
      </pc:docMkLst>
      <pc:sldChg chg="modSp">
        <pc:chgData name="연두희(DOO HEE YEON)[doohee.yeon]/책임/제조DX.품질DX.품질DX팀" userId="S::doohee.yeon@lgensol.com::73e89ba0-8653-4a79-be3e-63e4747a306c" providerId="AD" clId="Web-{8CA5BDC8-C935-DF2A-AD49-EDE509366F2D}" dt="2026-08-06T08:57:41.578" v="1" actId="20577"/>
        <pc:sldMkLst>
          <pc:docMk/>
          <pc:sldMk cId="449571963" sldId="259"/>
        </pc:sldMkLst>
        <pc:spChg chg="mod">
          <ac:chgData name="연두희(DOO HEE YEON)[doohee.yeon]/책임/제조DX.품질DX.품질DX팀" userId="S::doohee.yeon@lgensol.com::73e89ba0-8653-4a79-be3e-63e4747a306c" providerId="AD" clId="Web-{8CA5BDC8-C935-DF2A-AD49-EDE509366F2D}" dt="2026-08-06T08:57:41.578" v="1" actId="20577"/>
          <ac:spMkLst>
            <pc:docMk/>
            <pc:sldMk cId="449571963" sldId="259"/>
            <ac:spMk id="89" creationId="{9374C7FE-A486-5888-9345-4FC6202D4956}"/>
          </ac:spMkLst>
        </pc:spChg>
      </pc:sldChg>
    </pc:docChg>
  </pc:docChgLst>
  <pc:docChgLst>
    <pc:chgData name="임국빈(KUKBIN IM)[imkukbin]/책임/제조DX.품질DX.품질DX팀" userId="S::imkukbin@lgensol.com::b330ca5c-cccc-4067-ac9a-55e5db0729e3" providerId="AD" clId="Web-{582C14D6-80DA-C9D6-DB37-2A9B70994EE7}"/>
    <pc:docChg chg="modSld">
      <pc:chgData name="임국빈(KUKBIN IM)[imkukbin]/책임/제조DX.품질DX.품질DX팀" userId="S::imkukbin@lgensol.com::b330ca5c-cccc-4067-ac9a-55e5db0729e3" providerId="AD" clId="Web-{582C14D6-80DA-C9D6-DB37-2A9B70994EE7}" dt="2026-09-01T06:09:01.629" v="326" actId="20577"/>
      <pc:docMkLst>
        <pc:docMk/>
      </pc:docMkLst>
      <pc:sldChg chg="modSp">
        <pc:chgData name="임국빈(KUKBIN IM)[imkukbin]/책임/제조DX.품질DX.품질DX팀" userId="S::imkukbin@lgensol.com::b330ca5c-cccc-4067-ac9a-55e5db0729e3" providerId="AD" clId="Web-{582C14D6-80DA-C9D6-DB37-2A9B70994EE7}" dt="2026-09-01T06:09:01.629" v="326" actId="20577"/>
        <pc:sldMkLst>
          <pc:docMk/>
          <pc:sldMk cId="289354170" sldId="284"/>
        </pc:sldMkLst>
        <pc:spChg chg="mod">
          <ac:chgData name="임국빈(KUKBIN IM)[imkukbin]/책임/제조DX.품질DX.품질DX팀" userId="S::imkukbin@lgensol.com::b330ca5c-cccc-4067-ac9a-55e5db0729e3" providerId="AD" clId="Web-{582C14D6-80DA-C9D6-DB37-2A9B70994EE7}" dt="2026-09-01T06:04:57.809" v="180" actId="20577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임국빈(KUKBIN IM)[imkukbin]/책임/제조DX.품질DX.품질DX팀" userId="S::imkukbin@lgensol.com::b330ca5c-cccc-4067-ac9a-55e5db0729e3" providerId="AD" clId="Web-{582C14D6-80DA-C9D6-DB37-2A9B70994EE7}" dt="2026-09-01T06:09:01.629" v="326" actId="20577"/>
          <ac:spMkLst>
            <pc:docMk/>
            <pc:sldMk cId="289354170" sldId="284"/>
            <ac:spMk id="100" creationId="{A4CDCD6B-4C99-ED1D-1384-F38279B4C799}"/>
          </ac:spMkLst>
        </pc:spChg>
      </pc:sldChg>
    </pc:docChg>
  </pc:docChgLst>
  <pc:docChgLst>
    <pc:chgData name="서경민(KYOUNGMIN SEO)[vicom2]/책임/제조DX.품질DX.품질DX팀" userId="S::vicom2@lgensol.com::86652bbb-2e85-4915-9dae-2f9c95e66a98" providerId="AD" clId="Web-{95FEBEA1-C472-B675-C98F-5BB529AE8F0C}"/>
    <pc:docChg chg="modSld">
      <pc:chgData name="서경민(KYOUNGMIN SEO)[vicom2]/책임/제조DX.품질DX.품질DX팀" userId="S::vicom2@lgensol.com::86652bbb-2e85-4915-9dae-2f9c95e66a98" providerId="AD" clId="Web-{95FEBEA1-C472-B675-C98F-5BB529AE8F0C}" dt="2026-09-07T02:23:24.491" v="21" actId="20577"/>
      <pc:docMkLst>
        <pc:docMk/>
      </pc:docMkLst>
      <pc:sldChg chg="modSp">
        <pc:chgData name="서경민(KYOUNGMIN SEO)[vicom2]/책임/제조DX.품질DX.품질DX팀" userId="S::vicom2@lgensol.com::86652bbb-2e85-4915-9dae-2f9c95e66a98" providerId="AD" clId="Web-{95FEBEA1-C472-B675-C98F-5BB529AE8F0C}" dt="2026-09-07T02:23:24.491" v="21" actId="20577"/>
        <pc:sldMkLst>
          <pc:docMk/>
          <pc:sldMk cId="139871137" sldId="257"/>
        </pc:sldMkLst>
        <pc:spChg chg="mod">
          <ac:chgData name="서경민(KYOUNGMIN SEO)[vicom2]/책임/제조DX.품질DX.품질DX팀" userId="S::vicom2@lgensol.com::86652bbb-2e85-4915-9dae-2f9c95e66a98" providerId="AD" clId="Web-{95FEBEA1-C472-B675-C98F-5BB529AE8F0C}" dt="2026-09-07T02:23:24.491" v="21" actId="20577"/>
          <ac:spMkLst>
            <pc:docMk/>
            <pc:sldMk cId="139871137" sldId="257"/>
            <ac:spMk id="27" creationId="{E0010D5D-1CBF-89D7-1CBC-4C16C00D1742}"/>
          </ac:spMkLst>
        </pc:spChg>
      </pc:sldChg>
    </pc:docChg>
  </pc:docChgLst>
  <pc:docChgLst>
    <pc:chgData name="유종훈(JONGHUN YU)[hoonn98]/사원/제조DX.품질DX.품질DX팀" userId="ddd19a90-4ed2-405c-92e6-b751f4332ea6" providerId="ADAL" clId="{1185AC6F-157F-4D9F-9C69-6938AF5777A0}"/>
    <pc:docChg chg="custSel modSld">
      <pc:chgData name="유종훈(JONGHUN YU)[hoonn98]/사원/제조DX.품질DX.품질DX팀" userId="ddd19a90-4ed2-405c-92e6-b751f4332ea6" providerId="ADAL" clId="{1185AC6F-157F-4D9F-9C69-6938AF5777A0}" dt="2026-09-02T09:36:40.435" v="504"/>
      <pc:docMkLst>
        <pc:docMk/>
      </pc:docMkLst>
      <pc:sldChg chg="modSp mod">
        <pc:chgData name="유종훈(JONGHUN YU)[hoonn98]/사원/제조DX.품질DX.품질DX팀" userId="ddd19a90-4ed2-405c-92e6-b751f4332ea6" providerId="ADAL" clId="{1185AC6F-157F-4D9F-9C69-6938AF5777A0}" dt="2026-09-02T09:36:40.435" v="504"/>
        <pc:sldMkLst>
          <pc:docMk/>
          <pc:sldMk cId="449571963" sldId="259"/>
        </pc:sldMkLst>
        <pc:spChg chg="mod">
          <ac:chgData name="유종훈(JONGHUN YU)[hoonn98]/사원/제조DX.품질DX.품질DX팀" userId="ddd19a90-4ed2-405c-92e6-b751f4332ea6" providerId="ADAL" clId="{1185AC6F-157F-4D9F-9C69-6938AF5777A0}" dt="2026-09-02T09:36:40.435" v="504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유종훈(JONGHUN YU)[hoonn98]/사원/제조DX.품질DX.품질DX팀" userId="ddd19a90-4ed2-405c-92e6-b751f4332ea6" providerId="ADAL" clId="{1185AC6F-157F-4D9F-9C69-6938AF5777A0}" dt="2026-09-02T08:26:45.028" v="364" actId="2711"/>
          <ac:spMkLst>
            <pc:docMk/>
            <pc:sldMk cId="449571963" sldId="259"/>
            <ac:spMk id="90" creationId="{5B1017F5-AC73-5C2E-65E3-3B07E8DA2364}"/>
          </ac:spMkLst>
        </pc:spChg>
      </pc:sldChg>
    </pc:docChg>
  </pc:docChgLst>
  <pc:docChgLst>
    <pc:chgData name="장대국(Daeguk Jang)[jdg23]/책임/제조DX.품질DX.품질DX팀" userId="94eeb2b1-c667-406d-af80-8e06d461a7e6" providerId="ADAL" clId="{C927C780-E4DF-43A7-BC8C-088A863B47BE}"/>
    <pc:docChg chg="undo custSel delSld modSld sldOrd modSection">
      <pc:chgData name="장대국(Daeguk Jang)[jdg23]/책임/제조DX.품질DX.품질DX팀" userId="94eeb2b1-c667-406d-af80-8e06d461a7e6" providerId="ADAL" clId="{C927C780-E4DF-43A7-BC8C-088A863B47BE}" dt="2026-08-06T02:44:24.910" v="1687" actId="20577"/>
      <pc:docMkLst>
        <pc:docMk/>
      </pc:docMkLst>
      <pc:sldChg chg="modSp mod">
        <pc:chgData name="장대국(Daeguk Jang)[jdg23]/책임/제조DX.품질DX.품질DX팀" userId="94eeb2b1-c667-406d-af80-8e06d461a7e6" providerId="ADAL" clId="{C927C780-E4DF-43A7-BC8C-088A863B47BE}" dt="2026-08-06T02:21:17.352" v="26" actId="20577"/>
        <pc:sldMkLst>
          <pc:docMk/>
          <pc:sldMk cId="1883069619" sldId="2147483397"/>
        </pc:sldMkLst>
        <pc:spChg chg="mod">
          <ac:chgData name="장대국(Daeguk Jang)[jdg23]/책임/제조DX.품질DX.품질DX팀" userId="94eeb2b1-c667-406d-af80-8e06d461a7e6" providerId="ADAL" clId="{C927C780-E4DF-43A7-BC8C-088A863B47BE}" dt="2026-08-06T02:21:17.352" v="26" actId="20577"/>
          <ac:spMkLst>
            <pc:docMk/>
            <pc:sldMk cId="1883069619" sldId="2147483397"/>
            <ac:spMk id="4" creationId="{00000000-0000-0000-0000-000000000000}"/>
          </ac:spMkLst>
        </pc:spChg>
      </pc:sldChg>
      <pc:sldChg chg="addSp delSp modSp mod ord">
        <pc:chgData name="장대국(Daeguk Jang)[jdg23]/책임/제조DX.품질DX.품질DX팀" userId="94eeb2b1-c667-406d-af80-8e06d461a7e6" providerId="ADAL" clId="{C927C780-E4DF-43A7-BC8C-088A863B47BE}" dt="2026-08-06T02:44:24.910" v="1687" actId="20577"/>
        <pc:sldMkLst>
          <pc:docMk/>
          <pc:sldMk cId="3662621618" sldId="2147483410"/>
        </pc:sldMkLst>
        <pc:spChg chg="add 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21" creationId="{96D9FD19-8692-822F-28B7-07AEF6AC5130}"/>
          </ac:spMkLst>
        </pc:spChg>
        <pc:spChg chg="add 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24" creationId="{75843F4E-F231-D555-4F34-92B15A5B2437}"/>
          </ac:spMkLst>
        </pc:spChg>
        <pc:spChg chg="mod">
          <ac:chgData name="장대국(Daeguk Jang)[jdg23]/책임/제조DX.품질DX.품질DX팀" userId="94eeb2b1-c667-406d-af80-8e06d461a7e6" providerId="ADAL" clId="{C927C780-E4DF-43A7-BC8C-088A863B47BE}" dt="2026-08-06T02:43:11.682" v="1684" actId="20577"/>
          <ac:spMkLst>
            <pc:docMk/>
            <pc:sldMk cId="3662621618" sldId="2147483410"/>
            <ac:spMk id="33" creationId="{E813559C-5E36-9EFF-AD90-30D0651006A9}"/>
          </ac:spMkLst>
        </pc:spChg>
        <pc:spChg chg="mod">
          <ac:chgData name="장대국(Daeguk Jang)[jdg23]/책임/제조DX.품질DX.품질DX팀" userId="94eeb2b1-c667-406d-af80-8e06d461a7e6" providerId="ADAL" clId="{C927C780-E4DF-43A7-BC8C-088A863B47BE}" dt="2026-08-06T02:44:24.910" v="1687" actId="20577"/>
          <ac:spMkLst>
            <pc:docMk/>
            <pc:sldMk cId="3662621618" sldId="2147483410"/>
            <ac:spMk id="34" creationId="{2F87DC3B-6309-CEDB-0925-8B72881DA8A0}"/>
          </ac:spMkLst>
        </pc:spChg>
        <pc:spChg chg="add 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43" creationId="{EB388C32-A549-FAC5-96B5-F301BE9572F8}"/>
          </ac:spMkLst>
        </pc:spChg>
        <pc:spChg chg="add 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44" creationId="{46AB327C-855E-F221-4B05-A197D0A04500}"/>
          </ac:spMkLst>
        </pc:spChg>
        <pc:spChg chg="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46" creationId="{BEEABF85-4FCD-91FB-35E1-E12FD9DF27AD}"/>
          </ac:spMkLst>
        </pc:spChg>
        <pc:spChg chg="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56" creationId="{80AA46B8-D083-FA89-FCFE-B95513A57543}"/>
          </ac:spMkLst>
        </pc:spChg>
        <pc:spChg chg="add mod">
          <ac:chgData name="장대국(Daeguk Jang)[jdg23]/책임/제조DX.품질DX.품질DX팀" userId="94eeb2b1-c667-406d-af80-8e06d461a7e6" providerId="ADAL" clId="{C927C780-E4DF-43A7-BC8C-088A863B47BE}" dt="2026-08-06T00:44:14.665" v="12"/>
          <ac:spMkLst>
            <pc:docMk/>
            <pc:sldMk cId="3662621618" sldId="2147483410"/>
            <ac:spMk id="66" creationId="{BC8A379F-198D-26A9-3489-1A301339ADFA}"/>
          </ac:spMkLst>
        </pc:spChg>
        <pc:grpChg chg="add mod">
          <ac:chgData name="장대국(Daeguk Jang)[jdg23]/책임/제조DX.품질DX.품질DX팀" userId="94eeb2b1-c667-406d-af80-8e06d461a7e6" providerId="ADAL" clId="{C927C780-E4DF-43A7-BC8C-088A863B47BE}" dt="2026-08-06T00:44:14.665" v="12"/>
          <ac:grpSpMkLst>
            <pc:docMk/>
            <pc:sldMk cId="3662621618" sldId="2147483410"/>
            <ac:grpSpMk id="45" creationId="{D0CD73D6-9903-82CB-A9C1-0F4979D62FC9}"/>
          </ac:grpSpMkLst>
        </pc:grpChg>
        <pc:graphicFrameChg chg="mod modGraphic">
          <ac:chgData name="장대국(Daeguk Jang)[jdg23]/책임/제조DX.품질DX.품질DX팀" userId="94eeb2b1-c667-406d-af80-8e06d461a7e6" providerId="ADAL" clId="{C927C780-E4DF-43A7-BC8C-088A863B47BE}" dt="2026-08-06T02:42:27.244" v="1680"/>
          <ac:graphicFrameMkLst>
            <pc:docMk/>
            <pc:sldMk cId="3662621618" sldId="2147483410"/>
            <ac:graphicFrameMk id="8" creationId="{3CE6DB44-580E-4123-82CF-F607981E8F5C}"/>
          </ac:graphicFrameMkLst>
        </pc:graphicFrameChg>
        <pc:graphicFrameChg chg="modGraphic">
          <ac:chgData name="장대국(Daeguk Jang)[jdg23]/책임/제조DX.품질DX.품질DX팀" userId="94eeb2b1-c667-406d-af80-8e06d461a7e6" providerId="ADAL" clId="{C927C780-E4DF-43A7-BC8C-088A863B47BE}" dt="2026-08-06T00:44:22.808" v="13" actId="20577"/>
          <ac:graphicFrameMkLst>
            <pc:docMk/>
            <pc:sldMk cId="3662621618" sldId="2147483410"/>
            <ac:graphicFrameMk id="16" creationId="{256209CE-6298-6CD6-FECC-C2DA72A24B82}"/>
          </ac:graphicFrameMkLst>
        </pc:graphicFrameChg>
      </pc:sldChg>
      <pc:sldChg chg="modSp mod">
        <pc:chgData name="장대국(Daeguk Jang)[jdg23]/책임/제조DX.품질DX.품질DX팀" userId="94eeb2b1-c667-406d-af80-8e06d461a7e6" providerId="ADAL" clId="{C927C780-E4DF-43A7-BC8C-088A863B47BE}" dt="2026-08-06T00:45:59.388" v="25" actId="20577"/>
        <pc:sldMkLst>
          <pc:docMk/>
          <pc:sldMk cId="2713508576" sldId="2147483647"/>
        </pc:sldMkLst>
        <pc:graphicFrameChg chg="mod modGraphic">
          <ac:chgData name="장대국(Daeguk Jang)[jdg23]/책임/제조DX.품질DX.품질DX팀" userId="94eeb2b1-c667-406d-af80-8e06d461a7e6" providerId="ADAL" clId="{C927C780-E4DF-43A7-BC8C-088A863B47BE}" dt="2026-08-06T00:45:59.388" v="25" actId="2057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연두희(DOO HEE YEON)[doohee.yeon]/책임/제조DX.품질DX.품질DX팀" userId="73e89ba0-8653-4a79-be3e-63e4747a306c" providerId="ADAL" clId="{1C81491F-2B8C-4164-803B-EBDA9B0A5588}"/>
    <pc:docChg chg="undo custSel modSld">
      <pc:chgData name="연두희(DOO HEE YEON)[doohee.yeon]/책임/제조DX.품질DX.품질DX팀" userId="73e89ba0-8653-4a79-be3e-63e4747a306c" providerId="ADAL" clId="{1C81491F-2B8C-4164-803B-EBDA9B0A5588}" dt="2026-09-02T08:24:30.752" v="461" actId="1076"/>
      <pc:docMkLst>
        <pc:docMk/>
      </pc:docMkLst>
      <pc:sldChg chg="modSp mod">
        <pc:chgData name="연두희(DOO HEE YEON)[doohee.yeon]/책임/제조DX.품질DX.품질DX팀" userId="73e89ba0-8653-4a79-be3e-63e4747a306c" providerId="ADAL" clId="{1C81491F-2B8C-4164-803B-EBDA9B0A5588}" dt="2026-09-02T08:24:30.752" v="461" actId="1076"/>
        <pc:sldMkLst>
          <pc:docMk/>
          <pc:sldMk cId="139871137" sldId="257"/>
        </pc:sldMkLst>
        <pc:spChg chg="mod">
          <ac:chgData name="연두희(DOO HEE YEON)[doohee.yeon]/책임/제조DX.품질DX.품질DX팀" userId="73e89ba0-8653-4a79-be3e-63e4747a306c" providerId="ADAL" clId="{1C81491F-2B8C-4164-803B-EBDA9B0A5588}" dt="2026-09-02T08:24:30.752" v="461" actId="1076"/>
          <ac:spMkLst>
            <pc:docMk/>
            <pc:sldMk cId="139871137" sldId="257"/>
            <ac:spMk id="24" creationId="{85D0FE1A-2131-D110-F3B1-0A05E5C6ADBE}"/>
          </ac:spMkLst>
        </pc:spChg>
        <pc:spChg chg="mod">
          <ac:chgData name="연두희(DOO HEE YEON)[doohee.yeon]/책임/제조DX.품질DX.품질DX팀" userId="73e89ba0-8653-4a79-be3e-63e4747a306c" providerId="ADAL" clId="{1C81491F-2B8C-4164-803B-EBDA9B0A5588}" dt="2026-09-02T08:24:25.876" v="460"/>
          <ac:spMkLst>
            <pc:docMk/>
            <pc:sldMk cId="139871137" sldId="257"/>
            <ac:spMk id="25" creationId="{9320AC89-9CC5-BAB7-E33B-DEE6A91C572E}"/>
          </ac:spMkLst>
        </pc:spChg>
      </pc:sldChg>
      <pc:sldChg chg="modSp mod">
        <pc:chgData name="연두희(DOO HEE YEON)[doohee.yeon]/책임/제조DX.품질DX.품질DX팀" userId="73e89ba0-8653-4a79-be3e-63e4747a306c" providerId="ADAL" clId="{1C81491F-2B8C-4164-803B-EBDA9B0A5588}" dt="2026-09-02T08:16:45.729" v="149" actId="13926"/>
        <pc:sldMkLst>
          <pc:docMk/>
          <pc:sldMk cId="449571963" sldId="259"/>
        </pc:sldMkLst>
        <pc:spChg chg="mod">
          <ac:chgData name="연두희(DOO HEE YEON)[doohee.yeon]/책임/제조DX.품질DX.품질DX팀" userId="73e89ba0-8653-4a79-be3e-63e4747a306c" providerId="ADAL" clId="{1C81491F-2B8C-4164-803B-EBDA9B0A5588}" dt="2026-09-02T08:16:45.729" v="149" actId="13926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연두희(DOO HEE YEON)[doohee.yeon]/책임/제조DX.품질DX.품질DX팀" userId="73e89ba0-8653-4a79-be3e-63e4747a306c" providerId="ADAL" clId="{1C81491F-2B8C-4164-803B-EBDA9B0A5588}" dt="2026-09-02T08:16:37.099" v="146" actId="207"/>
          <ac:spMkLst>
            <pc:docMk/>
            <pc:sldMk cId="449571963" sldId="259"/>
            <ac:spMk id="90" creationId="{5B1017F5-AC73-5C2E-65E3-3B07E8DA2364}"/>
          </ac:spMkLst>
        </pc:spChg>
        <pc:grpChg chg="mod">
          <ac:chgData name="연두희(DOO HEE YEON)[doohee.yeon]/책임/제조DX.품질DX.품질DX팀" userId="73e89ba0-8653-4a79-be3e-63e4747a306c" providerId="ADAL" clId="{1C81491F-2B8C-4164-803B-EBDA9B0A5588}" dt="2026-09-02T02:33:27.046" v="142" actId="1076"/>
          <ac:grpSpMkLst>
            <pc:docMk/>
            <pc:sldMk cId="449571963" sldId="259"/>
            <ac:grpSpMk id="51" creationId="{D1077CE5-0A25-1971-00A9-F32771C803E1}"/>
          </ac:grpSpMkLst>
        </pc:grpChg>
      </pc:sldChg>
    </pc:docChg>
  </pc:docChgLst>
  <pc:docChgLst>
    <pc:chgData name="정인규(INKYU JUNG)[ikjung]/책임/제조DX.품질DX.품질DX팀" userId="93d3cf24-9454-43ad-aed3-f5dcd27dffeb" providerId="ADAL" clId="{CB79DBEC-8C3B-4623-BBD0-298F77A57FBF}"/>
    <pc:docChg chg="undo custSel modSld delMainMaster">
      <pc:chgData name="정인규(INKYU JUNG)[ikjung]/책임/제조DX.품질DX.품질DX팀" userId="93d3cf24-9454-43ad-aed3-f5dcd27dffeb" providerId="ADAL" clId="{CB79DBEC-8C3B-4623-BBD0-298F77A57FBF}" dt="2026-08-06T05:56:17.390" v="4950" actId="20577"/>
      <pc:docMkLst>
        <pc:docMk/>
      </pc:docMkLst>
      <pc:sldChg chg="addSp delSp modSp mod">
        <pc:chgData name="정인규(INKYU JUNG)[ikjung]/책임/제조DX.품질DX.품질DX팀" userId="93d3cf24-9454-43ad-aed3-f5dcd27dffeb" providerId="ADAL" clId="{CB79DBEC-8C3B-4623-BBD0-298F77A57FBF}" dt="2026-08-06T05:56:17.390" v="4950" actId="20577"/>
        <pc:sldMkLst>
          <pc:docMk/>
          <pc:sldMk cId="139871137" sldId="257"/>
        </pc:sldMkLst>
        <pc:spChg chg="add mod">
          <ac:chgData name="정인규(INKYU JUNG)[ikjung]/책임/제조DX.품질DX.품질DX팀" userId="93d3cf24-9454-43ad-aed3-f5dcd27dffeb" providerId="ADAL" clId="{CB79DBEC-8C3B-4623-BBD0-298F77A57FBF}" dt="2026-08-06T05:45:54.911" v="4811" actId="20577"/>
          <ac:spMkLst>
            <pc:docMk/>
            <pc:sldMk cId="139871137" sldId="257"/>
            <ac:spMk id="11" creationId="{C8A51F24-E935-C032-8B65-B7E68636BA07}"/>
          </ac:spMkLst>
        </pc:spChg>
        <pc:spChg chg="mod">
          <ac:chgData name="정인규(INKYU JUNG)[ikjung]/책임/제조DX.품질DX.품질DX팀" userId="93d3cf24-9454-43ad-aed3-f5dcd27dffeb" providerId="ADAL" clId="{CB79DBEC-8C3B-4623-BBD0-298F77A57FBF}" dt="2026-08-06T05:56:17.390" v="4950" actId="20577"/>
          <ac:spMkLst>
            <pc:docMk/>
            <pc:sldMk cId="139871137" sldId="257"/>
            <ac:spMk id="12" creationId="{83B5E342-AB83-7C90-8B57-1DE858E92667}"/>
          </ac:spMkLst>
        </pc:spChg>
        <pc:spChg chg="mod">
          <ac:chgData name="정인규(INKYU JUNG)[ikjung]/책임/제조DX.품질DX.품질DX팀" userId="93d3cf24-9454-43ad-aed3-f5dcd27dffeb" providerId="ADAL" clId="{CB79DBEC-8C3B-4623-BBD0-298F77A57FBF}" dt="2026-08-06T00:15:05.063" v="2413" actId="1035"/>
          <ac:spMkLst>
            <pc:docMk/>
            <pc:sldMk cId="139871137" sldId="257"/>
            <ac:spMk id="26" creationId="{DC51D61C-9108-C327-416F-7B2959483381}"/>
          </ac:spMkLst>
        </pc:spChg>
        <pc:spChg chg="add mod">
          <ac:chgData name="정인규(INKYU JUNG)[ikjung]/책임/제조DX.품질DX.품질DX팀" userId="93d3cf24-9454-43ad-aed3-f5dcd27dffeb" providerId="ADAL" clId="{CB79DBEC-8C3B-4623-BBD0-298F77A57FBF}" dt="2026-08-06T05:40:22.452" v="4208" actId="6549"/>
          <ac:spMkLst>
            <pc:docMk/>
            <pc:sldMk cId="139871137" sldId="257"/>
            <ac:spMk id="28" creationId="{0DFEEDBA-9587-7EE6-2918-61E4D87C1336}"/>
          </ac:spMkLst>
        </pc:spChg>
        <pc:spChg chg="mod">
          <ac:chgData name="정인규(INKYU JUNG)[ikjung]/책임/제조DX.품질DX.품질DX팀" userId="93d3cf24-9454-43ad-aed3-f5dcd27dffeb" providerId="ADAL" clId="{CB79DBEC-8C3B-4623-BBD0-298F77A57FBF}" dt="2026-08-06T05:46:12.582" v="4814" actId="20577"/>
          <ac:spMkLst>
            <pc:docMk/>
            <pc:sldMk cId="139871137" sldId="257"/>
            <ac:spMk id="32" creationId="{6C8D7F54-E12F-4F87-5565-B14020CBE618}"/>
          </ac:spMkLst>
        </pc:spChg>
        <pc:cxnChg chg="mod">
          <ac:chgData name="정인규(INKYU JUNG)[ikjung]/책임/제조DX.품질DX.품질DX팀" userId="93d3cf24-9454-43ad-aed3-f5dcd27dffeb" providerId="ADAL" clId="{CB79DBEC-8C3B-4623-BBD0-298F77A57FBF}" dt="2026-08-06T00:14:05.602" v="2303" actId="1076"/>
          <ac:cxnSpMkLst>
            <pc:docMk/>
            <pc:sldMk cId="139871137" sldId="257"/>
            <ac:cxnSpMk id="22" creationId="{0A821224-57DD-4691-93E6-7103E79BA313}"/>
          </ac:cxnSpMkLst>
        </pc:cxnChg>
      </pc:sldChg>
      <pc:sldChg chg="delSp modSp mod">
        <pc:chgData name="정인규(INKYU JUNG)[ikjung]/책임/제조DX.품질DX.품질DX팀" userId="93d3cf24-9454-43ad-aed3-f5dcd27dffeb" providerId="ADAL" clId="{CB79DBEC-8C3B-4623-BBD0-298F77A57FBF}" dt="2026-08-06T05:33:15.431" v="3872" actId="313"/>
        <pc:sldMkLst>
          <pc:docMk/>
          <pc:sldMk cId="449571963" sldId="259"/>
        </pc:sldMkLst>
        <pc:spChg chg="mod">
          <ac:chgData name="정인규(INKYU JUNG)[ikjung]/책임/제조DX.품질DX.품질DX팀" userId="93d3cf24-9454-43ad-aed3-f5dcd27dffeb" providerId="ADAL" clId="{CB79DBEC-8C3B-4623-BBD0-298F77A57FBF}" dt="2026-08-06T05:29:25.710" v="3657" actId="1076"/>
          <ac:spMkLst>
            <pc:docMk/>
            <pc:sldMk cId="449571963" sldId="259"/>
            <ac:spMk id="9" creationId="{94C663D5-983F-EEF0-8E6C-9A443DC22C0C}"/>
          </ac:spMkLst>
        </pc:spChg>
        <pc:spChg chg="mod">
          <ac:chgData name="정인규(INKYU JUNG)[ikjung]/책임/제조DX.품질DX.품질DX팀" userId="93d3cf24-9454-43ad-aed3-f5dcd27dffeb" providerId="ADAL" clId="{CB79DBEC-8C3B-4623-BBD0-298F77A57FBF}" dt="2026-08-06T05:31:28.049" v="3746" actId="207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정인규(INKYU JUNG)[ikjung]/책임/제조DX.품질DX.품질DX팀" userId="93d3cf24-9454-43ad-aed3-f5dcd27dffeb" providerId="ADAL" clId="{CB79DBEC-8C3B-4623-BBD0-298F77A57FBF}" dt="2026-08-06T05:33:15.431" v="3872" actId="313"/>
          <ac:spMkLst>
            <pc:docMk/>
            <pc:sldMk cId="449571963" sldId="259"/>
            <ac:spMk id="90" creationId="{5B1017F5-AC73-5C2E-65E3-3B07E8DA2364}"/>
          </ac:spMkLst>
        </pc:spChg>
      </pc:sldChg>
      <pc:sldChg chg="modSp mod">
        <pc:chgData name="정인규(INKYU JUNG)[ikjung]/책임/제조DX.품질DX.품질DX팀" userId="93d3cf24-9454-43ad-aed3-f5dcd27dffeb" providerId="ADAL" clId="{CB79DBEC-8C3B-4623-BBD0-298F77A57FBF}" dt="2026-08-06T05:35:11.390" v="3914" actId="20577"/>
        <pc:sldMkLst>
          <pc:docMk/>
          <pc:sldMk cId="3662621618" sldId="2147483410"/>
        </pc:sldMkLst>
        <pc:spChg chg="mod">
          <ac:chgData name="정인규(INKYU JUNG)[ikjung]/책임/제조DX.품질DX.품질DX팀" userId="93d3cf24-9454-43ad-aed3-f5dcd27dffeb" providerId="ADAL" clId="{CB79DBEC-8C3B-4623-BBD0-298F77A57FBF}" dt="2026-08-06T05:35:11.390" v="3914" actId="20577"/>
          <ac:spMkLst>
            <pc:docMk/>
            <pc:sldMk cId="3662621618" sldId="2147483410"/>
            <ac:spMk id="33" creationId="{E813559C-5E36-9EFF-AD90-30D0651006A9}"/>
          </ac:spMkLst>
        </pc:spChg>
      </pc:sldChg>
      <pc:sldChg chg="modSp mod">
        <pc:chgData name="정인규(INKYU JUNG)[ikjung]/책임/제조DX.품질DX.품질DX팀" userId="93d3cf24-9454-43ad-aed3-f5dcd27dffeb" providerId="ADAL" clId="{CB79DBEC-8C3B-4623-BBD0-298F77A57FBF}" dt="2026-08-06T05:34:18.476" v="3912" actId="20577"/>
        <pc:sldMkLst>
          <pc:docMk/>
          <pc:sldMk cId="2713508576" sldId="2147483647"/>
        </pc:sldMkLst>
        <pc:graphicFrameChg chg="mod modGraphic">
          <ac:chgData name="정인규(INKYU JUNG)[ikjung]/책임/제조DX.품질DX.품질DX팀" userId="93d3cf24-9454-43ad-aed3-f5dcd27dffeb" providerId="ADAL" clId="{CB79DBEC-8C3B-4623-BBD0-298F77A57FBF}" dt="2026-08-06T05:34:18.476" v="3912" actId="2057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박기욱(GIUK PARK)[giuk.park]/책임/제조DX.품질DX.품질DX팀" userId="S::giuk.park@lgensol.com::cc094c19-8bfc-450d-9d70-4de109719758" providerId="AD" clId="Web-{D02BD17E-F164-4700-B250-587F6CB90175}"/>
    <pc:docChg chg="modSld">
      <pc:chgData name="박기욱(GIUK PARK)[giuk.park]/책임/제조DX.품질DX.품질DX팀" userId="S::giuk.park@lgensol.com::cc094c19-8bfc-450d-9d70-4de109719758" providerId="AD" clId="Web-{D02BD17E-F164-4700-B250-587F6CB90175}" dt="2026-08-06T07:23:52.672" v="8" actId="1076"/>
      <pc:docMkLst>
        <pc:docMk/>
      </pc:docMkLst>
    </pc:docChg>
  </pc:docChgLst>
  <pc:docChgLst>
    <pc:chgData name="권오훈(OHHUN GWON)[ohhun_gwon]/선임/제조DX.품질DX.공정DX팀" userId="S::ohhun_gwon@lgensol.com::8a38698b-b33b-4f97-8cee-1f0a411329e0" providerId="AD" clId="Web-{F79E5BEA-87F4-48CC-B8C2-D6C496E36B6D}"/>
    <pc:docChg chg="modSld">
      <pc:chgData name="권오훈(OHHUN GWON)[ohhun_gwon]/선임/제조DX.품질DX.공정DX팀" userId="S::ohhun_gwon@lgensol.com::8a38698b-b33b-4f97-8cee-1f0a411329e0" providerId="AD" clId="Web-{F79E5BEA-87F4-48CC-B8C2-D6C496E36B6D}" dt="2026-09-02T07:13:44.307" v="8"/>
      <pc:docMkLst>
        <pc:docMk/>
      </pc:docMkLst>
      <pc:sldChg chg="modSp">
        <pc:chgData name="권오훈(OHHUN GWON)[ohhun_gwon]/선임/제조DX.품질DX.공정DX팀" userId="S::ohhun_gwon@lgensol.com::8a38698b-b33b-4f97-8cee-1f0a411329e0" providerId="AD" clId="Web-{F79E5BEA-87F4-48CC-B8C2-D6C496E36B6D}" dt="2026-09-02T07:13:44.307" v="8"/>
        <pc:sldMkLst>
          <pc:docMk/>
          <pc:sldMk cId="2713508576" sldId="2147483647"/>
        </pc:sldMkLst>
        <pc:spChg chg="mod">
          <ac:chgData name="권오훈(OHHUN GWON)[ohhun_gwon]/선임/제조DX.품질DX.공정DX팀" userId="S::ohhun_gwon@lgensol.com::8a38698b-b33b-4f97-8cee-1f0a411329e0" providerId="AD" clId="Web-{F79E5BEA-87F4-48CC-B8C2-D6C496E36B6D}" dt="2026-09-02T07:13:44.307" v="8"/>
          <ac:spMkLst>
            <pc:docMk/>
            <pc:sldMk cId="2713508576" sldId="2147483647"/>
            <ac:spMk id="12" creationId="{C42E5F5B-6FAC-2FF2-B753-67BE8AA7037B}"/>
          </ac:spMkLst>
        </pc:spChg>
      </pc:sldChg>
    </pc:docChg>
  </pc:docChgLst>
  <pc:docChgLst>
    <pc:chgData name="권오훈(OHHUN GWON)[ohhun_gwon]/선임/제조DX.품질DX.공정DX팀" userId="S::ohhun_gwon@lgensol.com::8a38698b-b33b-4f97-8cee-1f0a411329e0" providerId="AD" clId="Web-{00000000-0000-0000-0000-000000000000}"/>
    <pc:docChg chg="modSld">
      <pc:chgData name="권오훈(OHHUN GWON)[ohhun_gwon]/선임/제조DX.품질DX.공정DX팀" userId="S::ohhun_gwon@lgensol.com::8a38698b-b33b-4f97-8cee-1f0a411329e0" providerId="AD" clId="Web-{00000000-0000-0000-0000-000000000000}" dt="2026-09-02T07:32:20.901" v="22"/>
      <pc:docMkLst>
        <pc:docMk/>
      </pc:docMkLst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828778249" sldId="260"/>
        </pc:sldMkLst>
        <pc:graphicFrame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graphicFrameMkLst>
            <pc:docMk/>
            <pc:sldMk cId="828778249" sldId="260"/>
            <ac:graphicFrameMk id="11" creationId="{00306196-4315-0DFB-7755-AAEADAC5D00B}"/>
          </ac:graphicFrameMkLst>
        </pc:graphicFrameChg>
        <pc:pic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828778249" sldId="260"/>
            <ac:picMk id="29" creationId="{958D8780-C9E2-A0CF-49C2-59C44230DBC9}"/>
          </ac:picMkLst>
        </pc:picChg>
        <pc:pic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828778249" sldId="260"/>
            <ac:picMk id="30" creationId="{E76C2887-6240-3906-E305-585FAFFED15C}"/>
          </ac:picMkLst>
        </pc:pic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4276563892" sldId="262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4276563892" sldId="262"/>
            <ac:spMk id="56" creationId="{EF583182-CE34-F5C2-7113-225D482019B9}"/>
          </ac:spMkLst>
        </pc:sp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4096992879" sldId="265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4096992879" sldId="265"/>
            <ac:spMk id="11" creationId="{5C795951-37D0-B984-F78C-F14BBA5E46AA}"/>
          </ac:spMkLst>
        </pc:spChg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4096992879" sldId="265"/>
            <ac:spMk id="20" creationId="{41AC1F90-B5DD-D87A-79D3-19B2E585A8AC}"/>
          </ac:spMkLst>
        </pc:sp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3940503150" sldId="266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3940503150" sldId="266"/>
            <ac:spMk id="5" creationId="{08D386ED-2903-B03C-C153-67AE4462D788}"/>
          </ac:spMkLst>
        </pc:spChg>
        <pc:pic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3940503150" sldId="266"/>
            <ac:picMk id="2" creationId="{645155DB-7DB5-69A7-2A31-10FA8865956D}"/>
          </ac:picMkLst>
        </pc:pic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2930813598" sldId="267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2930813598" sldId="267"/>
            <ac:spMk id="2" creationId="{2FB929E8-0FE4-F760-5C34-061E57FF8BDD}"/>
          </ac:spMkLst>
        </pc:spChg>
      </pc:sldChg>
      <pc:sldChg chg="addSp delSp">
        <pc:chgData name="권오훈(OHHUN GWON)[ohhun_gwon]/선임/제조DX.품질DX.공정DX팀" userId="S::ohhun_gwon@lgensol.com::8a38698b-b33b-4f97-8cee-1f0a411329e0" providerId="AD" clId="Web-{00000000-0000-0000-0000-000000000000}" dt="2026-09-02T07:17:14.696" v="8"/>
        <pc:sldMkLst>
          <pc:docMk/>
          <pc:sldMk cId="2369738474" sldId="268"/>
        </pc:sldMkLst>
        <pc:spChg chg="del">
          <ac:chgData name="권오훈(OHHUN GWON)[ohhun_gwon]/선임/제조DX.품질DX.공정DX팀" userId="S::ohhun_gwon@lgensol.com::8a38698b-b33b-4f97-8cee-1f0a411329e0" providerId="AD" clId="Web-{00000000-0000-0000-0000-000000000000}" dt="2026-09-02T07:17:13.790" v="7"/>
          <ac:spMkLst>
            <pc:docMk/>
            <pc:sldMk cId="2369738474" sldId="268"/>
            <ac:spMk id="3" creationId="{64462985-82B4-C890-9815-023ECE913569}"/>
          </ac:spMkLst>
        </pc:spChg>
        <pc:spChg chg="add">
          <ac:chgData name="권오훈(OHHUN GWON)[ohhun_gwon]/선임/제조DX.품질DX.공정DX팀" userId="S::ohhun_gwon@lgensol.com::8a38698b-b33b-4f97-8cee-1f0a411329e0" providerId="AD" clId="Web-{00000000-0000-0000-0000-000000000000}" dt="2026-09-02T07:17:14.696" v="8"/>
          <ac:spMkLst>
            <pc:docMk/>
            <pc:sldMk cId="2369738474" sldId="268"/>
            <ac:spMk id="5" creationId="{B0D3E0A1-7EFD-8EDB-7EAD-ADBFE772F1F7}"/>
          </ac:spMkLst>
        </pc:sp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2577439668" sldId="272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2577439668" sldId="272"/>
            <ac:spMk id="4" creationId="{57B6D81F-C1EA-0C0B-575A-B75003B89FD3}"/>
          </ac:spMkLst>
        </pc:spChg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2577439668" sldId="272"/>
            <ac:spMk id="318" creationId="{EAB56D92-7ED9-1B53-C268-1FD755BBBD9E}"/>
          </ac:spMkLst>
        </pc:sp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4096280499" sldId="273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4096280499" sldId="273"/>
            <ac:spMk id="7" creationId="{CB40A0BB-6B82-C70C-14B2-36EB24F4D6EA}"/>
          </ac:spMkLst>
        </pc:spChg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4096280499" sldId="273"/>
            <ac:spMk id="8" creationId="{1A772030-A207-2D08-924A-B3515B9A26B5}"/>
          </ac:spMkLst>
        </pc:spChg>
        <pc:pic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4096280499" sldId="273"/>
            <ac:picMk id="9" creationId="{FFA62435-A19F-0949-F173-16B6457659A1}"/>
          </ac:picMkLst>
        </pc:picChg>
        <pc:pic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4096280499" sldId="273"/>
            <ac:picMk id="30" creationId="{73DA8DC5-4B52-1251-D1FB-3ACA1DC62FAE}"/>
          </ac:picMkLst>
        </pc:picChg>
        <pc:pic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4096280499" sldId="273"/>
            <ac:picMk id="32" creationId="{4E953D97-B02B-07C9-046D-9D0A7DF36C91}"/>
          </ac:picMkLst>
        </pc:picChg>
        <pc:cxn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cxnSpMkLst>
            <pc:docMk/>
            <pc:sldMk cId="4096280499" sldId="273"/>
            <ac:cxnSpMk id="34" creationId="{EC33C0AC-D628-B79C-82C2-AF7B1B192C34}"/>
          </ac:cxnSpMkLst>
        </pc:cxnChg>
      </pc:sldChg>
      <pc:sldChg chg="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377891328" sldId="2147475699"/>
        </pc:sldMkLst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377891328" sldId="2147475699"/>
            <ac:spMk id="6" creationId="{0AFD1B91-92F2-D391-1E0D-439C210637F1}"/>
          </ac:spMkLst>
        </pc:spChg>
        <pc:spChg chg="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spMkLst>
            <pc:docMk/>
            <pc:sldMk cId="377891328" sldId="2147475699"/>
            <ac:spMk id="10" creationId="{9640F33B-0927-1BA9-AA03-E6E52D764338}"/>
          </ac:spMkLst>
        </pc:spChg>
      </pc:sldChg>
      <pc:sldChg chg="addSp delSp modSp">
        <pc:chgData name="권오훈(OHHUN GWON)[ohhun_gwon]/선임/제조DX.품질DX.공정DX팀" userId="S::ohhun_gwon@lgensol.com::8a38698b-b33b-4f97-8cee-1f0a411329e0" providerId="AD" clId="Web-{00000000-0000-0000-0000-000000000000}" dt="2026-09-02T07:32:20.901" v="22"/>
        <pc:sldMkLst>
          <pc:docMk/>
          <pc:sldMk cId="2713508576" sldId="2147483647"/>
        </pc:sldMkLst>
        <pc:spChg chg="add del mod">
          <ac:chgData name="권오훈(OHHUN GWON)[ohhun_gwon]/선임/제조DX.품질DX.공정DX팀" userId="S::ohhun_gwon@lgensol.com::8a38698b-b33b-4f97-8cee-1f0a411329e0" providerId="AD" clId="Web-{00000000-0000-0000-0000-000000000000}" dt="2026-09-02T07:16:19.757" v="6"/>
          <ac:spMkLst>
            <pc:docMk/>
            <pc:sldMk cId="2713508576" sldId="2147483647"/>
            <ac:spMk id="3" creationId="{75FA3FB6-2BC8-EDE4-1100-768BAE1796C2}"/>
          </ac:spMkLst>
        </pc:spChg>
        <pc:spChg chg="add del mod">
          <ac:chgData name="권오훈(OHHUN GWON)[ohhun_gwon]/선임/제조DX.품질DX.공정DX팀" userId="S::ohhun_gwon@lgensol.com::8a38698b-b33b-4f97-8cee-1f0a411329e0" providerId="AD" clId="Web-{00000000-0000-0000-0000-000000000000}" dt="2026-09-02T07:21:30.705" v="16"/>
          <ac:spMkLst>
            <pc:docMk/>
            <pc:sldMk cId="2713508576" sldId="2147483647"/>
            <ac:spMk id="8" creationId="{EA92E07D-A63D-3C9F-75F4-7F2FEC60501B}"/>
          </ac:spMkLst>
        </pc:spChg>
        <pc:spChg chg="del">
          <ac:chgData name="권오훈(OHHUN GWON)[ohhun_gwon]/선임/제조DX.품질DX.공정DX팀" userId="S::ohhun_gwon@lgensol.com::8a38698b-b33b-4f97-8cee-1f0a411329e0" providerId="AD" clId="Web-{00000000-0000-0000-0000-000000000000}" dt="2026-09-02T07:22:06.394" v="20"/>
          <ac:spMkLst>
            <pc:docMk/>
            <pc:sldMk cId="2713508576" sldId="2147483647"/>
            <ac:spMk id="12" creationId="{C42E5F5B-6FAC-2FF2-B753-67BE8AA7037B}"/>
          </ac:spMkLst>
        </pc:spChg>
        <pc:picChg chg="add mod">
          <ac:chgData name="권오훈(OHHUN GWON)[ohhun_gwon]/선임/제조DX.품질DX.공정DX팀" userId="S::ohhun_gwon@lgensol.com::8a38698b-b33b-4f97-8cee-1f0a411329e0" providerId="AD" clId="Web-{00000000-0000-0000-0000-000000000000}" dt="2026-09-02T07:32:20.901" v="22"/>
          <ac:picMkLst>
            <pc:docMk/>
            <pc:sldMk cId="2713508576" sldId="2147483647"/>
            <ac:picMk id="9" creationId="{4CD57314-9D30-1F60-EBE0-7347CFFB2E42}"/>
          </ac:picMkLst>
        </pc:picChg>
      </pc:sldChg>
    </pc:docChg>
  </pc:docChgLst>
  <pc:docChgLst>
    <pc:chgData name="이강국(KANG KUK LEE)[kklee81]/팀장/제조DX.품질DX.공정DX팀" userId="d2ce5178-2266-4480-858d-6442786b6081" providerId="ADAL" clId="{35BF3781-3058-49DF-A56D-874B8D682D1A}"/>
    <pc:docChg chg="undo custSel addSld delSld modSld modSection">
      <pc:chgData name="이강국(KANG KUK LEE)[kklee81]/팀장/제조DX.품질DX.공정DX팀" userId="d2ce5178-2266-4480-858d-6442786b6081" providerId="ADAL" clId="{35BF3781-3058-49DF-A56D-874B8D682D1A}" dt="2026-09-07T02:23:33.402" v="1885"/>
      <pc:docMkLst>
        <pc:docMk/>
      </pc:docMkLst>
      <pc:sldChg chg="addSp delSp modSp mod">
        <pc:chgData name="이강국(KANG KUK LEE)[kklee81]/팀장/제조DX.품질DX.공정DX팀" userId="d2ce5178-2266-4480-858d-6442786b6081" providerId="ADAL" clId="{35BF3781-3058-49DF-A56D-874B8D682D1A}" dt="2026-09-05T05:52:05.769" v="1618" actId="478"/>
        <pc:sldMkLst>
          <pc:docMk/>
          <pc:sldMk cId="139871137" sldId="257"/>
        </pc:sldMkLst>
        <pc:spChg chg="mod">
          <ac:chgData name="이강국(KANG KUK LEE)[kklee81]/팀장/제조DX.품질DX.공정DX팀" userId="d2ce5178-2266-4480-858d-6442786b6081" providerId="ADAL" clId="{35BF3781-3058-49DF-A56D-874B8D682D1A}" dt="2026-09-05T05:51:54.661" v="1616" actId="1035"/>
          <ac:spMkLst>
            <pc:docMk/>
            <pc:sldMk cId="139871137" sldId="257"/>
            <ac:spMk id="2" creationId="{4E2A1558-69AF-0161-C467-5C114489E098}"/>
          </ac:spMkLst>
        </pc:spChg>
        <pc:spChg chg="del mod">
          <ac:chgData name="이강국(KANG KUK LEE)[kklee81]/팀장/제조DX.품질DX.공정DX팀" userId="d2ce5178-2266-4480-858d-6442786b6081" providerId="ADAL" clId="{35BF3781-3058-49DF-A56D-874B8D682D1A}" dt="2026-09-05T03:40:45.286" v="1004" actId="478"/>
          <ac:spMkLst>
            <pc:docMk/>
            <pc:sldMk cId="139871137" sldId="257"/>
            <ac:spMk id="4" creationId="{0BF94719-FF87-0051-C761-C2B66F92965E}"/>
          </ac:spMkLst>
        </pc:spChg>
        <pc:spChg chg="del mod">
          <ac:chgData name="이강국(KANG KUK LEE)[kklee81]/팀장/제조DX.품질DX.공정DX팀" userId="d2ce5178-2266-4480-858d-6442786b6081" providerId="ADAL" clId="{35BF3781-3058-49DF-A56D-874B8D682D1A}" dt="2026-09-05T03:40:45.286" v="1004" actId="478"/>
          <ac:spMkLst>
            <pc:docMk/>
            <pc:sldMk cId="139871137" sldId="257"/>
            <ac:spMk id="6" creationId="{A1D77EDC-60DF-26A1-DF61-6C1C33CD25C8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5:52:02.088" v="1617" actId="207"/>
          <ac:spMkLst>
            <pc:docMk/>
            <pc:sldMk cId="139871137" sldId="257"/>
            <ac:spMk id="7" creationId="{99831E3E-9721-4F97-84A1-28746471C1F2}"/>
          </ac:spMkLst>
        </pc:spChg>
        <pc:spChg chg="del mod">
          <ac:chgData name="이강국(KANG KUK LEE)[kklee81]/팀장/제조DX.품질DX.공정DX팀" userId="d2ce5178-2266-4480-858d-6442786b6081" providerId="ADAL" clId="{35BF3781-3058-49DF-A56D-874B8D682D1A}" dt="2026-09-05T03:40:05.972" v="999" actId="478"/>
          <ac:spMkLst>
            <pc:docMk/>
            <pc:sldMk cId="139871137" sldId="257"/>
            <ac:spMk id="8" creationId="{3737E1DD-C048-C4F3-9BB7-CB9A30D6A6AA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3:40:16.698" v="1001" actId="1076"/>
          <ac:spMkLst>
            <pc:docMk/>
            <pc:sldMk cId="139871137" sldId="257"/>
            <ac:spMk id="9" creationId="{76993315-86EE-30E0-BCDF-B436E0AFA8CD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1:21.434" v="991" actId="1076"/>
          <ac:spMkLst>
            <pc:docMk/>
            <pc:sldMk cId="139871137" sldId="257"/>
            <ac:spMk id="12" creationId="{B1BC6580-9EBA-B19E-6534-5A32782A4575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3:39:37.795" v="995" actId="554"/>
          <ac:spMkLst>
            <pc:docMk/>
            <pc:sldMk cId="139871137" sldId="257"/>
            <ac:spMk id="13" creationId="{0436D7D6-F44B-777F-2024-9CAD7347050A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3:40:16.698" v="1001" actId="1076"/>
          <ac:spMkLst>
            <pc:docMk/>
            <pc:sldMk cId="139871137" sldId="257"/>
            <ac:spMk id="19" creationId="{9B4284DD-3367-0B16-4D58-CDA77B8BA9F1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3:39:37.795" v="995" actId="554"/>
          <ac:spMkLst>
            <pc:docMk/>
            <pc:sldMk cId="139871137" sldId="257"/>
            <ac:spMk id="20" creationId="{5D46DCD8-4E9C-1314-A50E-EDCAD1401124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1:41:17.727" v="990"/>
          <ac:spMkLst>
            <pc:docMk/>
            <pc:sldMk cId="139871137" sldId="257"/>
            <ac:spMk id="21" creationId="{5FF50CBF-A7F4-06FB-BCEF-57E6BC9BAA79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3:40:11.781" v="1000" actId="1076"/>
          <ac:spMkLst>
            <pc:docMk/>
            <pc:sldMk cId="139871137" sldId="257"/>
            <ac:spMk id="23" creationId="{A1B624F5-96CE-86F0-FA08-341CE1BCA0F2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3:39:46.495" v="996" actId="1076"/>
          <ac:spMkLst>
            <pc:docMk/>
            <pc:sldMk cId="139871137" sldId="257"/>
            <ac:spMk id="26" creationId="{D288B275-6AC0-980A-CD9D-61BDB7A97C7D}"/>
          </ac:spMkLst>
        </pc:spChg>
        <pc:picChg chg="add del mod">
          <ac:chgData name="이강국(KANG KUK LEE)[kklee81]/팀장/제조DX.품질DX.공정DX팀" userId="d2ce5178-2266-4480-858d-6442786b6081" providerId="ADAL" clId="{35BF3781-3058-49DF-A56D-874B8D682D1A}" dt="2026-09-05T01:41:35.164" v="992" actId="478"/>
          <ac:picMkLst>
            <pc:docMk/>
            <pc:sldMk cId="139871137" sldId="257"/>
            <ac:picMk id="11" creationId="{F435A654-B29E-F2DA-1F25-1F10E9D8E9BA}"/>
          </ac:picMkLst>
        </pc:picChg>
        <pc:picChg chg="add del mod">
          <ac:chgData name="이강국(KANG KUK LEE)[kklee81]/팀장/제조DX.품질DX.공정DX팀" userId="d2ce5178-2266-4480-858d-6442786b6081" providerId="ADAL" clId="{35BF3781-3058-49DF-A56D-874B8D682D1A}" dt="2026-09-05T05:52:05.769" v="1618" actId="478"/>
          <ac:picMkLst>
            <pc:docMk/>
            <pc:sldMk cId="139871137" sldId="257"/>
            <ac:picMk id="28" creationId="{CAD704FA-6F79-D90F-320B-B232C9EC0D5B}"/>
          </ac:picMkLst>
        </pc:picChg>
      </pc:sldChg>
      <pc:sldChg chg="modSp mod">
        <pc:chgData name="이강국(KANG KUK LEE)[kklee81]/팀장/제조DX.품질DX.공정DX팀" userId="d2ce5178-2266-4480-858d-6442786b6081" providerId="ADAL" clId="{35BF3781-3058-49DF-A56D-874B8D682D1A}" dt="2026-09-07T02:23:33.402" v="1885"/>
        <pc:sldMkLst>
          <pc:docMk/>
          <pc:sldMk cId="2450862783" sldId="258"/>
        </pc:sldMkLst>
        <pc:graphicFrameChg chg="mod modGraphic">
          <ac:chgData name="이강국(KANG KUK LEE)[kklee81]/팀장/제조DX.품질DX.공정DX팀" userId="d2ce5178-2266-4480-858d-6442786b6081" providerId="ADAL" clId="{35BF3781-3058-49DF-A56D-874B8D682D1A}" dt="2026-09-07T02:23:33.402" v="1885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del">
        <pc:chgData name="이강국(KANG KUK LEE)[kklee81]/팀장/제조DX.품질DX.공정DX팀" userId="d2ce5178-2266-4480-858d-6442786b6081" providerId="ADAL" clId="{35BF3781-3058-49DF-A56D-874B8D682D1A}" dt="2026-09-05T05:53:22.613" v="1619" actId="47"/>
        <pc:sldMkLst>
          <pc:docMk/>
          <pc:sldMk cId="828778249" sldId="260"/>
        </pc:sldMkLst>
      </pc:sldChg>
      <pc:sldChg chg="delSp modSp mod">
        <pc:chgData name="이강국(KANG KUK LEE)[kklee81]/팀장/제조DX.품질DX.공정DX팀" userId="d2ce5178-2266-4480-858d-6442786b6081" providerId="ADAL" clId="{35BF3781-3058-49DF-A56D-874B8D682D1A}" dt="2026-09-07T02:21:45.987" v="1759" actId="6549"/>
        <pc:sldMkLst>
          <pc:docMk/>
          <pc:sldMk cId="365755086" sldId="263"/>
        </pc:sldMkLst>
        <pc:spChg chg="mod">
          <ac:chgData name="이강국(KANG KUK LEE)[kklee81]/팀장/제조DX.품질DX.공정DX팀" userId="d2ce5178-2266-4480-858d-6442786b6081" providerId="ADAL" clId="{35BF3781-3058-49DF-A56D-874B8D682D1A}" dt="2026-09-07T02:21:45.987" v="1759" actId="6549"/>
          <ac:spMkLst>
            <pc:docMk/>
            <pc:sldMk cId="365755086" sldId="263"/>
            <ac:spMk id="8" creationId="{0A60BC44-C73D-58B1-78B4-6B8D3027D92A}"/>
          </ac:spMkLst>
        </pc:spChg>
        <pc:spChg chg="del">
          <ac:chgData name="이강국(KANG KUK LEE)[kklee81]/팀장/제조DX.품질DX.공정DX팀" userId="d2ce5178-2266-4480-858d-6442786b6081" providerId="ADAL" clId="{35BF3781-3058-49DF-A56D-874B8D682D1A}" dt="2026-09-05T01:40:44.483" v="960" actId="478"/>
          <ac:spMkLst>
            <pc:docMk/>
            <pc:sldMk cId="365755086" sldId="263"/>
            <ac:spMk id="35" creationId="{CBE8C462-B21D-3670-B49F-177F872E8FC3}"/>
          </ac:spMkLst>
        </pc:spChg>
      </pc:sldChg>
      <pc:sldChg chg="addSp delSp modSp mod">
        <pc:chgData name="이강국(KANG KUK LEE)[kklee81]/팀장/제조DX.품질DX.공정DX팀" userId="d2ce5178-2266-4480-858d-6442786b6081" providerId="ADAL" clId="{35BF3781-3058-49DF-A56D-874B8D682D1A}" dt="2026-09-05T01:40:30.277" v="959" actId="478"/>
        <pc:sldMkLst>
          <pc:docMk/>
          <pc:sldMk cId="1005647925" sldId="269"/>
        </pc:sldMkLst>
        <pc:spChg chg="del mod">
          <ac:chgData name="이강국(KANG KUK LEE)[kklee81]/팀장/제조DX.품질DX.공정DX팀" userId="d2ce5178-2266-4480-858d-6442786b6081" providerId="ADAL" clId="{35BF3781-3058-49DF-A56D-874B8D682D1A}" dt="2026-09-05T01:37:51.313" v="850" actId="478"/>
          <ac:spMkLst>
            <pc:docMk/>
            <pc:sldMk cId="1005647925" sldId="269"/>
            <ac:spMk id="3" creationId="{B2D66AFF-EBEA-4E84-945F-5C353531F516}"/>
          </ac:spMkLst>
        </pc:spChg>
        <pc:spChg chg="mod">
          <ac:chgData name="이강국(KANG KUK LEE)[kklee81]/팀장/제조DX.품질DX.공정DX팀" userId="d2ce5178-2266-4480-858d-6442786b6081" providerId="ADAL" clId="{35BF3781-3058-49DF-A56D-874B8D682D1A}" dt="2026-09-05T01:36:37.498" v="766"/>
          <ac:spMkLst>
            <pc:docMk/>
            <pc:sldMk cId="1005647925" sldId="269"/>
            <ac:spMk id="4" creationId="{F0D8F3F8-9932-1CED-3A3D-017504676E2C}"/>
          </ac:spMkLst>
        </pc:spChg>
        <pc:spChg chg="add del mod">
          <ac:chgData name="이강국(KANG KUK LEE)[kklee81]/팀장/제조DX.품질DX.공정DX팀" userId="d2ce5178-2266-4480-858d-6442786b6081" providerId="ADAL" clId="{35BF3781-3058-49DF-A56D-874B8D682D1A}" dt="2026-09-05T01:40:30.277" v="959" actId="478"/>
          <ac:spMkLst>
            <pc:docMk/>
            <pc:sldMk cId="1005647925" sldId="269"/>
            <ac:spMk id="5" creationId="{A41FFA0D-BAA8-1080-3A97-D7E9A455D79D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6" creationId="{627076B7-4DDF-AF23-5735-4DD3326E964C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7" creationId="{70E730AB-EF8D-2A65-FA1A-082BC43AFD38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8" creationId="{6B9FAA2C-159D-04D8-2929-45DF50DD0713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9" creationId="{39C19DAF-0983-8796-5A63-8B1FF2314396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12" creationId="{98E8D1D3-AE5B-DFC9-1EAC-3312840420BD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13" creationId="{15FA2EF5-1446-3374-0B98-24D197F403FF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14" creationId="{E196F3EF-A893-8EB3-421D-FA6A5DA03DD6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16" creationId="{9AC658B5-A153-86DE-A8B4-390A5234FD07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17" creationId="{54ED28E4-A809-CD44-5A00-6F2FACC7E021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18" creationId="{BF8C03FD-DFBE-992E-96B2-09A4C852A3AC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24" creationId="{B0089E16-804E-9B82-BC18-B77FB910DA89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25" creationId="{9510E073-8F15-3684-C67E-F43906162E65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26" creationId="{44DBFE39-2771-A49C-C095-FB6C84A8EA3E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27" creationId="{D857D325-CDFB-4913-59EE-586C91FC72C4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28" creationId="{9A2E1CA3-CBE0-3140-4A11-67B78E6D3769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29" creationId="{5AE9567C-0016-D874-1292-44B1893B3D2E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31" creationId="{5BD7EC52-FCF3-8018-4274-134C3F3A8466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33" creationId="{8F30B03D-C443-55A6-8E6D-D487AA995682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37" creationId="{1A298333-B4E1-C355-EFD8-5243CF44DB00}"/>
          </ac:spMkLst>
        </pc:spChg>
        <pc:spChg chg="add mod">
          <ac:chgData name="이강국(KANG KUK LEE)[kklee81]/팀장/제조DX.품질DX.공정DX팀" userId="d2ce5178-2266-4480-858d-6442786b6081" providerId="ADAL" clId="{35BF3781-3058-49DF-A56D-874B8D682D1A}" dt="2026-09-05T01:40:25.404" v="958" actId="2711"/>
          <ac:spMkLst>
            <pc:docMk/>
            <pc:sldMk cId="1005647925" sldId="269"/>
            <ac:spMk id="38" creationId="{F70C7428-485A-1F25-944C-A5FFBD8120C2}"/>
          </ac:spMkLst>
        </pc:spChg>
        <pc:graphicFrameChg chg="del">
          <ac:chgData name="이강국(KANG KUK LEE)[kklee81]/팀장/제조DX.품질DX.공정DX팀" userId="d2ce5178-2266-4480-858d-6442786b6081" providerId="ADAL" clId="{35BF3781-3058-49DF-A56D-874B8D682D1A}" dt="2026-09-05T01:35:21.407" v="699" actId="478"/>
          <ac:graphicFrameMkLst>
            <pc:docMk/>
            <pc:sldMk cId="1005647925" sldId="269"/>
            <ac:graphicFrameMk id="15" creationId="{439B99B3-2BD7-0E78-549A-1D7CF9732F5F}"/>
          </ac:graphicFrameMkLst>
        </pc:graphicFrame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10" creationId="{491B1BF8-04C8-CD07-0EC2-035426B8CF16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11" creationId="{CAE5194D-57AF-0004-530D-EDD97839E419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19" creationId="{66942BB7-6B8C-496E-14F5-113015E4B2FD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20" creationId="{C37DF560-168D-9041-A455-37A8EC530810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21" creationId="{41DB7EC0-8875-F004-EE8F-F094FF81DDBE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22" creationId="{0D0AAED7-F5BD-9C3C-3F91-58BEB6B236F5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23" creationId="{AA280E30-5FCA-2A37-AADA-784280850A47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4.925" v="941" actId="1035"/>
          <ac:picMkLst>
            <pc:docMk/>
            <pc:sldMk cId="1005647925" sldId="269"/>
            <ac:picMk id="30" creationId="{74F42800-78DA-FDB6-EAD9-F1F78B6CD7C9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9.612" v="951" actId="1036"/>
          <ac:picMkLst>
            <pc:docMk/>
            <pc:sldMk cId="1005647925" sldId="269"/>
            <ac:picMk id="32" creationId="{E5FEAAC8-BD0E-8837-8050-E4E8868AA04D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9.612" v="951" actId="1036"/>
          <ac:picMkLst>
            <pc:docMk/>
            <pc:sldMk cId="1005647925" sldId="269"/>
            <ac:picMk id="34" creationId="{AE831664-74A0-C2E6-8AD1-45AD2573B7D2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9.612" v="951" actId="1036"/>
          <ac:picMkLst>
            <pc:docMk/>
            <pc:sldMk cId="1005647925" sldId="269"/>
            <ac:picMk id="35" creationId="{242E73A0-7936-151F-94F1-1D3F322261BF}"/>
          </ac:picMkLst>
        </pc:picChg>
        <pc:picChg chg="add mod">
          <ac:chgData name="이강국(KANG KUK LEE)[kklee81]/팀장/제조DX.품질DX.공정DX팀" userId="d2ce5178-2266-4480-858d-6442786b6081" providerId="ADAL" clId="{35BF3781-3058-49DF-A56D-874B8D682D1A}" dt="2026-09-05T01:39:39.612" v="951" actId="1036"/>
          <ac:picMkLst>
            <pc:docMk/>
            <pc:sldMk cId="1005647925" sldId="269"/>
            <ac:picMk id="36" creationId="{E0E4696F-F45E-7BE8-535C-1E2366ECF92D}"/>
          </ac:picMkLst>
        </pc:picChg>
      </pc:sldChg>
      <pc:sldChg chg="addSp delSp mod">
        <pc:chgData name="이강국(KANG KUK LEE)[kklee81]/팀장/제조DX.품질DX.공정DX팀" userId="d2ce5178-2266-4480-858d-6442786b6081" providerId="ADAL" clId="{35BF3781-3058-49DF-A56D-874B8D682D1A}" dt="2026-09-07T01:10:58.591" v="1621" actId="478"/>
        <pc:sldMkLst>
          <pc:docMk/>
          <pc:sldMk cId="63401758" sldId="275"/>
        </pc:sldMkLst>
        <pc:picChg chg="add del">
          <ac:chgData name="이강국(KANG KUK LEE)[kklee81]/팀장/제조DX.품질DX.공정DX팀" userId="d2ce5178-2266-4480-858d-6442786b6081" providerId="ADAL" clId="{35BF3781-3058-49DF-A56D-874B8D682D1A}" dt="2026-09-07T01:10:58.591" v="1621" actId="478"/>
          <ac:picMkLst>
            <pc:docMk/>
            <pc:sldMk cId="63401758" sldId="275"/>
            <ac:picMk id="4" creationId="{B807BD8A-D133-C9F6-CF84-0F4D953DF391}"/>
          </ac:picMkLst>
        </pc:picChg>
      </pc:sldChg>
      <pc:sldChg chg="addSp delSp modSp add mod">
        <pc:chgData name="이강국(KANG KUK LEE)[kklee81]/팀장/제조DX.품질DX.공정DX팀" userId="d2ce5178-2266-4480-858d-6442786b6081" providerId="ADAL" clId="{35BF3781-3058-49DF-A56D-874B8D682D1A}" dt="2026-09-07T01:41:55.246" v="1642" actId="2085"/>
        <pc:sldMkLst>
          <pc:docMk/>
          <pc:sldMk cId="3425008677" sldId="276"/>
        </pc:sldMkLst>
        <pc:spChg chg="mod">
          <ac:chgData name="이강국(KANG KUK LEE)[kklee81]/팀장/제조DX.품질DX.공정DX팀" userId="d2ce5178-2266-4480-858d-6442786b6081" providerId="ADAL" clId="{35BF3781-3058-49DF-A56D-874B8D682D1A}" dt="2026-09-07T01:41:55.246" v="1642" actId="2085"/>
          <ac:spMkLst>
            <pc:docMk/>
            <pc:sldMk cId="3425008677" sldId="276"/>
            <ac:spMk id="4" creationId="{F0D8F3F8-9932-1CED-3A3D-017504676E2C}"/>
          </ac:spMkLst>
        </pc:spChg>
        <pc:picChg chg="add mod">
          <ac:chgData name="이강국(KANG KUK LEE)[kklee81]/팀장/제조DX.품질DX.공정DX팀" userId="d2ce5178-2266-4480-858d-6442786b6081" providerId="ADAL" clId="{35BF3781-3058-49DF-A56D-874B8D682D1A}" dt="2026-09-07T01:41:24.143" v="1638" actId="14100"/>
          <ac:picMkLst>
            <pc:docMk/>
            <pc:sldMk cId="3425008677" sldId="276"/>
            <ac:picMk id="5" creationId="{1739EBF2-2F97-BE74-A1A8-C9F5CF793D76}"/>
          </ac:picMkLst>
        </pc:picChg>
        <pc:picChg chg="mod">
          <ac:chgData name="이강국(KANG KUK LEE)[kklee81]/팀장/제조DX.품질DX.공정DX팀" userId="d2ce5178-2266-4480-858d-6442786b6081" providerId="ADAL" clId="{35BF3781-3058-49DF-A56D-874B8D682D1A}" dt="2026-09-07T01:41:15.675" v="1637" actId="1076"/>
          <ac:picMkLst>
            <pc:docMk/>
            <pc:sldMk cId="3425008677" sldId="276"/>
            <ac:picMk id="39" creationId="{F1509C09-56DA-2334-5E24-556D2857A283}"/>
          </ac:picMkLst>
        </pc:picChg>
        <pc:picChg chg="mod">
          <ac:chgData name="이강국(KANG KUK LEE)[kklee81]/팀장/제조DX.품질DX.공정DX팀" userId="d2ce5178-2266-4480-858d-6442786b6081" providerId="ADAL" clId="{35BF3781-3058-49DF-A56D-874B8D682D1A}" dt="2026-09-07T01:41:31.262" v="1639" actId="14100"/>
          <ac:picMkLst>
            <pc:docMk/>
            <pc:sldMk cId="3425008677" sldId="276"/>
            <ac:picMk id="43" creationId="{78A49CA6-17FB-A5DD-443D-C0DAEBD0D0C7}"/>
          </ac:picMkLst>
        </pc:picChg>
        <pc:picChg chg="del">
          <ac:chgData name="이강국(KANG KUK LEE)[kklee81]/팀장/제조DX.품질DX.공정DX팀" userId="d2ce5178-2266-4480-858d-6442786b6081" providerId="ADAL" clId="{35BF3781-3058-49DF-A56D-874B8D682D1A}" dt="2026-09-07T01:41:04.759" v="1636" actId="478"/>
          <ac:picMkLst>
            <pc:docMk/>
            <pc:sldMk cId="3425008677" sldId="276"/>
            <ac:picMk id="45" creationId="{7346BAC1-F296-3787-B796-961D9443E6DF}"/>
          </ac:picMkLst>
        </pc:picChg>
      </pc:sldChg>
    </pc:docChg>
  </pc:docChgLst>
  <pc:docChgLst>
    <pc:chgData name="권오훈(OHHUN GWON)[ohhun_gwon]/선임/제조DX.품질DX.공정DX팀" userId="S::ohhun_gwon@lgensol.com::8a38698b-b33b-4f97-8cee-1f0a411329e0" providerId="AD" clId="Web-{AAD6E96A-B754-25BB-2E7F-92E7B488B721}"/>
    <pc:docChg chg="delSld modSection">
      <pc:chgData name="권오훈(OHHUN GWON)[ohhun_gwon]/선임/제조DX.품질DX.공정DX팀" userId="S::ohhun_gwon@lgensol.com::8a38698b-b33b-4f97-8cee-1f0a411329e0" providerId="AD" clId="Web-{AAD6E96A-B754-25BB-2E7F-92E7B488B721}" dt="2026-09-02T07:07:42.831" v="0"/>
      <pc:docMkLst>
        <pc:docMk/>
      </pc:docMkLst>
      <pc:sldChg chg="del">
        <pc:chgData name="권오훈(OHHUN GWON)[ohhun_gwon]/선임/제조DX.품질DX.공정DX팀" userId="S::ohhun_gwon@lgensol.com::8a38698b-b33b-4f97-8cee-1f0a411329e0" providerId="AD" clId="Web-{AAD6E96A-B754-25BB-2E7F-92E7B488B721}" dt="2026-09-02T07:07:42.831" v="0"/>
        <pc:sldMkLst>
          <pc:docMk/>
          <pc:sldMk cId="4230403292" sldId="270"/>
        </pc:sldMkLst>
      </pc:sldChg>
    </pc:docChg>
  </pc:docChgLst>
  <pc:docChgLst>
    <pc:chgData name="이기랑(KIRANG LEE)[kirang825]/선임/제조DX.품질DX.품질DX팀" userId="S::kirang825@lgensol.com::a4f52046-b279-4eff-a122-8db687c357fc" providerId="AD" clId="Web-{20768CBB-05D6-18D2-4BAD-46A55EBD9B4C}"/>
    <pc:docChg chg="modSection">
      <pc:chgData name="이기랑(KIRANG LEE)[kirang825]/선임/제조DX.품질DX.품질DX팀" userId="S::kirang825@lgensol.com::a4f52046-b279-4eff-a122-8db687c357fc" providerId="AD" clId="Web-{20768CBB-05D6-18D2-4BAD-46A55EBD9B4C}" dt="2026-08-06T00:47:59.666" v="0"/>
      <pc:docMkLst>
        <pc:docMk/>
      </pc:docMkLst>
    </pc:docChg>
  </pc:docChgLst>
  <pc:docChgLst>
    <pc:chgData name="박기욱(GIUK PARK)[giuk.park]/책임/제조DX.품질DX.품질DX팀" userId="S::giuk.park@lgensol.com::cc094c19-8bfc-450d-9d70-4de109719758" providerId="AD" clId="Web-{FFDE0C61-2B37-475F-893C-383C8BEAA747}"/>
    <pc:docChg chg="modSld">
      <pc:chgData name="박기욱(GIUK PARK)[giuk.park]/책임/제조DX.품질DX.품질DX팀" userId="S::giuk.park@lgensol.com::cc094c19-8bfc-450d-9d70-4de109719758" providerId="AD" clId="Web-{FFDE0C61-2B37-475F-893C-383C8BEAA747}" dt="2026-08-06T02:14:17.583" v="5" actId="1076"/>
      <pc:docMkLst>
        <pc:docMk/>
      </pc:docMkLst>
      <pc:sldChg chg="modSp">
        <pc:chgData name="박기욱(GIUK PARK)[giuk.park]/책임/제조DX.품질DX.품질DX팀" userId="S::giuk.park@lgensol.com::cc094c19-8bfc-450d-9d70-4de109719758" providerId="AD" clId="Web-{FFDE0C61-2B37-475F-893C-383C8BEAA747}" dt="2026-08-06T02:14:17.583" v="5" actId="1076"/>
        <pc:sldMkLst>
          <pc:docMk/>
          <pc:sldMk cId="3662621618" sldId="2147483410"/>
        </pc:sldMkLst>
        <pc:spChg chg="mod">
          <ac:chgData name="박기욱(GIUK PARK)[giuk.park]/책임/제조DX.품질DX.품질DX팀" userId="S::giuk.park@lgensol.com::cc094c19-8bfc-450d-9d70-4de109719758" providerId="AD" clId="Web-{FFDE0C61-2B37-475F-893C-383C8BEAA747}" dt="2026-08-06T02:13:52.238" v="0" actId="20577"/>
          <ac:spMkLst>
            <pc:docMk/>
            <pc:sldMk cId="3662621618" sldId="2147483410"/>
            <ac:spMk id="2" creationId="{00000000-0000-0000-0000-000000000000}"/>
          </ac:spMkLst>
        </pc:spChg>
        <pc:grpChg chg="mod">
          <ac:chgData name="박기욱(GIUK PARK)[giuk.park]/책임/제조DX.품질DX.품질DX팀" userId="S::giuk.park@lgensol.com::cc094c19-8bfc-450d-9d70-4de109719758" providerId="AD" clId="Web-{FFDE0C61-2B37-475F-893C-383C8BEAA747}" dt="2026-08-06T02:14:17.583" v="5" actId="1076"/>
          <ac:grpSpMkLst>
            <pc:docMk/>
            <pc:sldMk cId="3662621618" sldId="2147483410"/>
            <ac:grpSpMk id="48" creationId="{D5BE6FDB-22B0-C1A4-09D0-F7040F152C18}"/>
          </ac:grpSpMkLst>
        </pc:grpChg>
        <pc:graphicFrameChg chg="mod modGraphic">
          <ac:chgData name="박기욱(GIUK PARK)[giuk.park]/책임/제조DX.품질DX.품질DX팀" userId="S::giuk.park@lgensol.com::cc094c19-8bfc-450d-9d70-4de109719758" providerId="AD" clId="Web-{FFDE0C61-2B37-475F-893C-383C8BEAA747}" dt="2026-08-06T02:14:00.911" v="4"/>
          <ac:graphicFrameMkLst>
            <pc:docMk/>
            <pc:sldMk cId="3662621618" sldId="2147483410"/>
            <ac:graphicFrameMk id="8" creationId="{3CE6DB44-580E-4123-82CF-F607981E8F5C}"/>
          </ac:graphicFrameMkLst>
        </pc:graphicFrameChg>
      </pc:sldChg>
    </pc:docChg>
  </pc:docChgLst>
  <pc:docChgLst>
    <pc:chgData name="서경민(KYOUNGMIN SEO)[vicom2]/책임/제조DX.품질DX.품질DX팀" userId="86652bbb-2e85-4915-9dae-2f9c95e66a98" providerId="ADAL" clId="{58053097-5D03-457B-851A-BB8A6DC083A3}"/>
    <pc:docChg chg="addSld modSld sldOrd">
      <pc:chgData name="서경민(KYOUNGMIN SEO)[vicom2]/책임/제조DX.품질DX.품질DX팀" userId="86652bbb-2e85-4915-9dae-2f9c95e66a98" providerId="ADAL" clId="{58053097-5D03-457B-851A-BB8A6DC083A3}" dt="2026-09-02T09:24:36.442" v="10"/>
      <pc:docMkLst>
        <pc:docMk/>
      </pc:docMkLst>
      <pc:sldChg chg="addSp modSp mod">
        <pc:chgData name="서경민(KYOUNGMIN SEO)[vicom2]/책임/제조DX.품질DX.품질DX팀" userId="86652bbb-2e85-4915-9dae-2f9c95e66a98" providerId="ADAL" clId="{58053097-5D03-457B-851A-BB8A6DC083A3}" dt="2026-09-02T09:24:16.132" v="7" actId="571"/>
        <pc:sldMkLst>
          <pc:docMk/>
          <pc:sldMk cId="139871137" sldId="257"/>
        </pc:sldMkLst>
        <pc:spChg chg="add mod">
          <ac:chgData name="서경민(KYOUNGMIN SEO)[vicom2]/책임/제조DX.품질DX.품질DX팀" userId="86652bbb-2e85-4915-9dae-2f9c95e66a98" providerId="ADAL" clId="{58053097-5D03-457B-851A-BB8A6DC083A3}" dt="2026-09-02T09:24:03.140" v="3" actId="207"/>
          <ac:spMkLst>
            <pc:docMk/>
            <pc:sldMk cId="139871137" sldId="257"/>
            <ac:spMk id="2" creationId="{4E2A1558-69AF-0161-C467-5C114489E098}"/>
          </ac:spMkLst>
        </pc:spChg>
        <pc:spChg chg="add mod">
          <ac:chgData name="서경민(KYOUNGMIN SEO)[vicom2]/책임/제조DX.품질DX.품질DX팀" userId="86652bbb-2e85-4915-9dae-2f9c95e66a98" providerId="ADAL" clId="{58053097-5D03-457B-851A-BB8A6DC083A3}" dt="2026-09-02T09:24:12.497" v="6" actId="207"/>
          <ac:spMkLst>
            <pc:docMk/>
            <pc:sldMk cId="139871137" sldId="257"/>
            <ac:spMk id="13" creationId="{0436D7D6-F44B-777F-2024-9CAD7347050A}"/>
          </ac:spMkLst>
        </pc:spChg>
        <pc:spChg chg="add mod">
          <ac:chgData name="서경민(KYOUNGMIN SEO)[vicom2]/책임/제조DX.품질DX.품질DX팀" userId="86652bbb-2e85-4915-9dae-2f9c95e66a98" providerId="ADAL" clId="{58053097-5D03-457B-851A-BB8A6DC083A3}" dt="2026-09-02T09:24:16.132" v="7" actId="571"/>
          <ac:spMkLst>
            <pc:docMk/>
            <pc:sldMk cId="139871137" sldId="257"/>
            <ac:spMk id="26" creationId="{D288B275-6AC0-980A-CD9D-61BDB7A97C7D}"/>
          </ac:spMkLst>
        </pc:spChg>
      </pc:sldChg>
      <pc:sldChg chg="add ord">
        <pc:chgData name="서경민(KYOUNGMIN SEO)[vicom2]/책임/제조DX.품질DX.품질DX팀" userId="86652bbb-2e85-4915-9dae-2f9c95e66a98" providerId="ADAL" clId="{58053097-5D03-457B-851A-BB8A6DC083A3}" dt="2026-09-02T09:24:36.442" v="10"/>
        <pc:sldMkLst>
          <pc:docMk/>
          <pc:sldMk cId="3900905892" sldId="270"/>
        </pc:sldMkLst>
      </pc:sldChg>
    </pc:docChg>
  </pc:docChgLst>
  <pc:docChgLst>
    <pc:chgData name="이정원(JUNGWON LEE)[jwlee0401]/팀장/제조DX.품질DX.DAVINCI팀" userId="1c2f8ad7-3b6e-475e-9593-07812a6d44f9" providerId="ADAL" clId="{6965ABF6-2743-4189-A80D-9EC36611153A}"/>
    <pc:docChg chg="custSel addSld delSld modSld modSection">
      <pc:chgData name="이정원(JUNGWON LEE)[jwlee0401]/팀장/제조DX.품질DX.DAVINCI팀" userId="1c2f8ad7-3b6e-475e-9593-07812a6d44f9" providerId="ADAL" clId="{6965ABF6-2743-4189-A80D-9EC36611153A}" dt="2026-09-07T02:10:33.525" v="458" actId="1035"/>
      <pc:docMkLst>
        <pc:docMk/>
      </pc:docMkLst>
      <pc:sldChg chg="add">
        <pc:chgData name="이정원(JUNGWON LEE)[jwlee0401]/팀장/제조DX.품질DX.DAVINCI팀" userId="1c2f8ad7-3b6e-475e-9593-07812a6d44f9" providerId="ADAL" clId="{6965ABF6-2743-4189-A80D-9EC36611153A}" dt="2026-09-06T11:43:20.244" v="220"/>
        <pc:sldMkLst>
          <pc:docMk/>
          <pc:sldMk cId="1209183800" sldId="256"/>
        </pc:sldMkLst>
      </pc:sldChg>
      <pc:sldChg chg="del">
        <pc:chgData name="이정원(JUNGWON LEE)[jwlee0401]/팀장/제조DX.품질DX.DAVINCI팀" userId="1c2f8ad7-3b6e-475e-9593-07812a6d44f9" providerId="ADAL" clId="{6965ABF6-2743-4189-A80D-9EC36611153A}" dt="2026-09-06T11:30:17.953" v="7" actId="47"/>
        <pc:sldMkLst>
          <pc:docMk/>
          <pc:sldMk cId="2175305968" sldId="256"/>
        </pc:sldMkLst>
      </pc:sldChg>
      <pc:sldChg chg="addSp delSp modSp mod">
        <pc:chgData name="이정원(JUNGWON LEE)[jwlee0401]/팀장/제조DX.품질DX.DAVINCI팀" userId="1c2f8ad7-3b6e-475e-9593-07812a6d44f9" providerId="ADAL" clId="{6965ABF6-2743-4189-A80D-9EC36611153A}" dt="2026-09-07T02:10:33.525" v="458" actId="1035"/>
        <pc:sldMkLst>
          <pc:docMk/>
          <pc:sldMk cId="139871137" sldId="257"/>
        </pc:sldMkLst>
        <pc:spChg chg="add mod">
          <ac:chgData name="이정원(JUNGWON LEE)[jwlee0401]/팀장/제조DX.품질DX.DAVINCI팀" userId="1c2f8ad7-3b6e-475e-9593-07812a6d44f9" providerId="ADAL" clId="{6965ABF6-2743-4189-A80D-9EC36611153A}" dt="2026-09-07T01:38:09.841" v="260" actId="20577"/>
          <ac:spMkLst>
            <pc:docMk/>
            <pc:sldMk cId="139871137" sldId="257"/>
            <ac:spMk id="4" creationId="{ADB6FE2B-263A-7AA1-2547-0906589C320F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5:01.016" v="182" actId="1076"/>
          <ac:spMkLst>
            <pc:docMk/>
            <pc:sldMk cId="139871137" sldId="257"/>
            <ac:spMk id="5" creationId="{91C521D9-4086-97CB-1513-25CEE584737F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7T02:10:27.854" v="428" actId="478"/>
          <ac:spMkLst>
            <pc:docMk/>
            <pc:sldMk cId="139871137" sldId="257"/>
            <ac:spMk id="6" creationId="{A1D77EDC-60DF-26A1-DF61-6C1C33CD25C8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7T02:10:33.525" v="458" actId="1035"/>
          <ac:spMkLst>
            <pc:docMk/>
            <pc:sldMk cId="139871137" sldId="257"/>
            <ac:spMk id="9" creationId="{76993315-86EE-30E0-BCDF-B436E0AFA8CD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7T01:39:27.105" v="427" actId="20577"/>
          <ac:spMkLst>
            <pc:docMk/>
            <pc:sldMk cId="139871137" sldId="257"/>
            <ac:spMk id="11" creationId="{B13F7EBF-814C-9CF1-B8DE-1FB34AB0D98E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7T02:10:33.525" v="458" actId="1035"/>
          <ac:spMkLst>
            <pc:docMk/>
            <pc:sldMk cId="139871137" sldId="257"/>
            <ac:spMk id="19" creationId="{9B4284DD-3367-0B16-4D58-CDA77B8BA9F1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7T02:10:27.854" v="428" actId="478"/>
          <ac:spMkLst>
            <pc:docMk/>
            <pc:sldMk cId="139871137" sldId="257"/>
            <ac:spMk id="23" creationId="{A1B624F5-96CE-86F0-FA08-341CE1BCA0F2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7T02:10:33.525" v="458" actId="1035"/>
          <ac:spMkLst>
            <pc:docMk/>
            <pc:sldMk cId="139871137" sldId="257"/>
            <ac:spMk id="31" creationId="{5D1F7B27-4ACF-0B17-A860-5DBC8148923F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7T02:10:27.854" v="428" actId="478"/>
          <ac:spMkLst>
            <pc:docMk/>
            <pc:sldMk cId="139871137" sldId="257"/>
            <ac:spMk id="34" creationId="{0BF94719-FF87-0051-C761-C2B66F92965E}"/>
          </ac:spMkLst>
        </pc:spChg>
      </pc:sldChg>
      <pc:sldChg chg="modSp mod">
        <pc:chgData name="이정원(JUNGWON LEE)[jwlee0401]/팀장/제조DX.품질DX.DAVINCI팀" userId="1c2f8ad7-3b6e-475e-9593-07812a6d44f9" providerId="ADAL" clId="{6965ABF6-2743-4189-A80D-9EC36611153A}" dt="2026-09-06T11:28:45.071" v="1" actId="6549"/>
        <pc:sldMkLst>
          <pc:docMk/>
          <pc:sldMk cId="2450862783" sldId="258"/>
        </pc:sldMkLst>
        <pc:graphicFrameChg chg="mod modGraphic">
          <ac:chgData name="이정원(JUNGWON LEE)[jwlee0401]/팀장/제조DX.품질DX.DAVINCI팀" userId="1c2f8ad7-3b6e-475e-9593-07812a6d44f9" providerId="ADAL" clId="{6965ABF6-2743-4189-A80D-9EC36611153A}" dt="2026-09-06T11:28:45.071" v="1" actId="6549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addSp delSp modSp mod">
        <pc:chgData name="이정원(JUNGWON LEE)[jwlee0401]/팀장/제조DX.품질DX.DAVINCI팀" userId="1c2f8ad7-3b6e-475e-9593-07812a6d44f9" providerId="ADAL" clId="{6965ABF6-2743-4189-A80D-9EC36611153A}" dt="2026-09-06T11:30:13.946" v="6" actId="478"/>
        <pc:sldMkLst>
          <pc:docMk/>
          <pc:sldMk cId="4276563892" sldId="262"/>
        </pc:sldMkLst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2" creationId="{B64EB5EB-3978-B6C5-2D48-23716963B313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5" creationId="{00D47FC7-AE42-A85F-7611-DADEB8848842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8" creationId="{388DAEE7-9319-8183-D54B-05C024F7908C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11" creationId="{FC21F6FE-3186-129A-6D9F-1C700C44D1F9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20" creationId="{80612765-4395-EC97-CB0E-55B06F20CEA1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21" creationId="{A225E7AB-1EF9-6044-2C39-6B72F9D10256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30" creationId="{7743C716-B3EF-6BEA-9E12-2999BF21962F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32" creationId="{F1FEAED1-BAF4-42E3-E62A-D8A585EDBEA0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41" creationId="{8E58D711-47F4-9168-1C7F-3A97F22BAFC8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42" creationId="{855A8DF1-64E3-85C2-0C62-743F4EE92145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46" creationId="{A1B357E6-853C-9C62-C530-DD6FE11AEDEA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47" creationId="{FEAA6882-E3DD-842D-BC8F-F484D090A74C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49" creationId="{02E081F7-68B8-CBA5-28DF-EA33BFF84CBC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0" creationId="{1CAB413B-C13D-4CC6-6149-E6C72AED06F4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1" creationId="{531DC691-2381-6085-5CC9-A4E43917EC4D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2" creationId="{CF0D2BFD-AA57-48CF-CCB9-CDE6E79771FB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3" creationId="{22C5E37E-1396-1F4F-3C95-9F804C6920E5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4" creationId="{15C729F3-4092-C3BA-4132-38E825A71B31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5" creationId="{EFC170E6-BDDB-D246-1A24-F47D5B70BC09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6" creationId="{EF583182-CE34-F5C2-7113-225D482019B9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7" creationId="{B25E6564-F922-DDF5-7B97-164DDA7EDF62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58" creationId="{31E6E574-36DE-0343-56A1-AEA55F47C998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60" creationId="{39F28A59-C345-643C-1D3F-8DD4F0C09552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62" creationId="{B650AE68-3C25-8B44-0CEF-901699017437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42.646" v="4" actId="207"/>
          <ac:spMkLst>
            <pc:docMk/>
            <pc:sldMk cId="4276563892" sldId="262"/>
            <ac:spMk id="63" creationId="{A0745866-1014-7C24-3FA9-6DCB21332BE0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52.512" v="5" actId="207"/>
          <ac:spMkLst>
            <pc:docMk/>
            <pc:sldMk cId="4276563892" sldId="262"/>
            <ac:spMk id="64" creationId="{95C6FB4B-6A21-C3B0-EB30-CC2EB91EAF3C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67" creationId="{852EFF13-390A-C4C7-85C5-F73D21DC18D0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68" creationId="{1CE388AD-C595-EEAC-3F4D-FF7E99D102B3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0" creationId="{4ABCA86B-246E-F451-E6B6-FBA703F3907C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1" creationId="{8342AB91-AD28-9E5A-3F91-9F406FF5B311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2" creationId="{C7893840-C4A8-65C8-68BD-D69D8431D570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3" creationId="{2116C5A1-A4B2-4C06-1595-0D03941E0AD4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4" creationId="{D8022F7E-9907-26E6-D8CF-1A72708DA1BE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5" creationId="{215CDF10-03E6-7F27-C50E-4F281136341D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6" creationId="{40BE8C4A-3460-6241-C906-0454DC237496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7" creationId="{2BB533DB-4F76-CCCB-2EBB-8E7559D1ED4E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8" creationId="{252FC7C1-051E-7D33-124F-F63F9271CD47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79" creationId="{9C224CE3-A3BF-61FC-05CE-DA9803D3BCD5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80" creationId="{A416466C-97BC-C1CC-6E10-197CAB5B26F4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spMkLst>
            <pc:docMk/>
            <pc:sldMk cId="4276563892" sldId="262"/>
            <ac:spMk id="81" creationId="{1DA8DB09-6313-3837-F144-8B7C645E4BF6}"/>
          </ac:spMkLst>
        </pc:spChg>
        <pc:spChg chg="add del mod">
          <ac:chgData name="이정원(JUNGWON LEE)[jwlee0401]/팀장/제조DX.품질DX.DAVINCI팀" userId="1c2f8ad7-3b6e-475e-9593-07812a6d44f9" providerId="ADAL" clId="{6965ABF6-2743-4189-A80D-9EC36611153A}" dt="2026-09-06T11:30:13.946" v="6" actId="478"/>
          <ac:spMkLst>
            <pc:docMk/>
            <pc:sldMk cId="4276563892" sldId="262"/>
            <ac:spMk id="82" creationId="{1ADEFFAC-9DEF-424E-46CB-19A3F2FF5451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84" creationId="{9A5913D9-890C-0EEA-3AE0-7EC686806D42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85" creationId="{7E54373D-835C-A70D-69F9-BFFF1B6614CB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spMkLst>
            <pc:docMk/>
            <pc:sldMk cId="4276563892" sldId="262"/>
            <ac:spMk id="86" creationId="{A06FCD6D-D528-5D3F-EB17-A4295958E42D}"/>
          </ac:spMkLst>
        </pc:spChg>
        <pc:gr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grpSpMkLst>
            <pc:docMk/>
            <pc:sldMk cId="4276563892" sldId="262"/>
            <ac:grpSpMk id="3" creationId="{63244949-FF28-1EEC-0A14-C4834C934AEF}"/>
          </ac:grpSpMkLst>
        </pc:grpChg>
        <pc:gr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grpSpMkLst>
            <pc:docMk/>
            <pc:sldMk cId="4276563892" sldId="262"/>
            <ac:grpSpMk id="7" creationId="{8A35F4B3-EC30-AEA7-A2AC-9E5DCEB5214E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grpSpMkLst>
            <pc:docMk/>
            <pc:sldMk cId="4276563892" sldId="262"/>
            <ac:grpSpMk id="14" creationId="{55F7D382-8461-2DF0-DD1E-810D74F62487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grpSpMkLst>
            <pc:docMk/>
            <pc:sldMk cId="4276563892" sldId="262"/>
            <ac:grpSpMk id="17" creationId="{54F1CC12-E9F0-F1CC-221B-807B14384608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grpSpMkLst>
            <pc:docMk/>
            <pc:sldMk cId="4276563892" sldId="262"/>
            <ac:grpSpMk id="25" creationId="{99E4DBA8-C783-6C23-8F5C-4B19343823BE}"/>
          </ac:grpSpMkLst>
        </pc:grpChg>
        <pc:gr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grpSpMkLst>
            <pc:docMk/>
            <pc:sldMk cId="4276563892" sldId="262"/>
            <ac:grpSpMk id="28" creationId="{B4510AB1-6D73-A6BC-704A-1DC39A207C61}"/>
          </ac:grpSpMkLst>
        </pc:grpChg>
        <pc:grpChg chg="mod">
          <ac:chgData name="이정원(JUNGWON LEE)[jwlee0401]/팀장/제조DX.품질DX.DAVINCI팀" userId="1c2f8ad7-3b6e-475e-9593-07812a6d44f9" providerId="ADAL" clId="{6965ABF6-2743-4189-A80D-9EC36611153A}" dt="2026-09-06T11:29:21.694" v="3"/>
          <ac:grpSpMkLst>
            <pc:docMk/>
            <pc:sldMk cId="4276563892" sldId="262"/>
            <ac:grpSpMk id="29" creationId="{CAD95BB8-7F50-5533-AEAF-CF11300C83A6}"/>
          </ac:grpSpMkLst>
        </pc:grpChg>
        <pc:grpChg chg="add mod">
          <ac:chgData name="이정원(JUNGWON LEE)[jwlee0401]/팀장/제조DX.품질DX.DAVINCI팀" userId="1c2f8ad7-3b6e-475e-9593-07812a6d44f9" providerId="ADAL" clId="{6965ABF6-2743-4189-A80D-9EC36611153A}" dt="2026-09-06T11:29:21.694" v="3"/>
          <ac:grpSpMkLst>
            <pc:docMk/>
            <pc:sldMk cId="4276563892" sldId="262"/>
            <ac:grpSpMk id="33" creationId="{28C5D78F-1DC5-AD1B-A0DF-904FF728873B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grpSpMkLst>
            <pc:docMk/>
            <pc:sldMk cId="4276563892" sldId="262"/>
            <ac:grpSpMk id="36" creationId="{BED76E99-7760-62D3-DE58-D54A927AE421}"/>
          </ac:grpSpMkLst>
        </pc:grpChg>
        <pc:grpChg chg="mod">
          <ac:chgData name="이정원(JUNGWON LEE)[jwlee0401]/팀장/제조DX.품질DX.DAVINCI팀" userId="1c2f8ad7-3b6e-475e-9593-07812a6d44f9" providerId="ADAL" clId="{6965ABF6-2743-4189-A80D-9EC36611153A}" dt="2026-09-06T11:29:21.694" v="3"/>
          <ac:grpSpMkLst>
            <pc:docMk/>
            <pc:sldMk cId="4276563892" sldId="262"/>
            <ac:grpSpMk id="59" creationId="{AEB3E186-13FC-9F96-5F33-CC32A7D184A9}"/>
          </ac:grpSpMkLst>
        </pc:grpChg>
        <pc:graphicFrameChg chg="add mod">
          <ac:chgData name="이정원(JUNGWON LEE)[jwlee0401]/팀장/제조DX.품질DX.DAVINCI팀" userId="1c2f8ad7-3b6e-475e-9593-07812a6d44f9" providerId="ADAL" clId="{6965ABF6-2743-4189-A80D-9EC36611153A}" dt="2026-09-06T11:29:21.694" v="3"/>
          <ac:graphicFrameMkLst>
            <pc:docMk/>
            <pc:sldMk cId="4276563892" sldId="262"/>
            <ac:graphicFrameMk id="22" creationId="{1066E043-3099-322E-AE14-B31FAC516517}"/>
          </ac:graphicFrameMkLst>
        </pc:graphicFrameChg>
        <pc:graphicFrame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graphicFrameMkLst>
            <pc:docMk/>
            <pc:sldMk cId="4276563892" sldId="262"/>
            <ac:graphicFrameMk id="23" creationId="{8CE1FE06-CB88-A26E-B639-CC860305CA44}"/>
          </ac:graphicFrameMkLst>
        </pc:graphicFrameChg>
        <pc:cxnChg chg="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6" creationId="{B431A4C9-2088-5D6F-7560-82EA25BA5744}"/>
          </ac:cxnSpMkLst>
        </pc:cxnChg>
        <pc:cxnChg chg="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10" creationId="{5C20B034-F49F-4DF4-A1B2-E300F811C628}"/>
          </ac:cxnSpMkLst>
        </pc:cxnChg>
        <pc:cxnChg chg="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31" creationId="{FB8B6935-253E-6660-FC9E-A82C3FBB4EC0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cxnSpMkLst>
            <pc:docMk/>
            <pc:sldMk cId="4276563892" sldId="262"/>
            <ac:cxnSpMk id="43" creationId="{25C65449-8356-82AD-E30B-1E8B9EF64A51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cxnSpMkLst>
            <pc:docMk/>
            <pc:sldMk cId="4276563892" sldId="262"/>
            <ac:cxnSpMk id="45" creationId="{D8CC3F8D-0FC0-91C1-8477-B1248AA73B0F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29:21.034" v="2" actId="478"/>
          <ac:cxnSpMkLst>
            <pc:docMk/>
            <pc:sldMk cId="4276563892" sldId="262"/>
            <ac:cxnSpMk id="48" creationId="{41635C8B-6E15-0BEF-A209-426448509CDD}"/>
          </ac:cxnSpMkLst>
        </pc:cxnChg>
        <pc:cxnChg chg="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61" creationId="{0C6B6E0D-BD13-B775-A155-E166E4BF0B8C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65" creationId="{745BA2D7-D98D-14C7-3F1F-650671D59EF6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66" creationId="{BC7BC851-2ADC-C0D8-ADE1-C0D79EEA90B7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29:21.694" v="3"/>
          <ac:cxnSpMkLst>
            <pc:docMk/>
            <pc:sldMk cId="4276563892" sldId="262"/>
            <ac:cxnSpMk id="69" creationId="{9E114FD0-06CD-BC8D-C8E4-F35DA08DB7C8}"/>
          </ac:cxnSpMkLst>
        </pc:cxnChg>
      </pc:sldChg>
      <pc:sldChg chg="add">
        <pc:chgData name="이정원(JUNGWON LEE)[jwlee0401]/팀장/제조DX.품질DX.DAVINCI팀" userId="1c2f8ad7-3b6e-475e-9593-07812a6d44f9" providerId="ADAL" clId="{6965ABF6-2743-4189-A80D-9EC36611153A}" dt="2026-09-06T11:43:20.244" v="220"/>
        <pc:sldMkLst>
          <pc:docMk/>
          <pc:sldMk cId="3171305737" sldId="271"/>
        </pc:sldMkLst>
      </pc:sldChg>
      <pc:sldChg chg="addSp delSp modSp mod">
        <pc:chgData name="이정원(JUNGWON LEE)[jwlee0401]/팀장/제조DX.품질DX.DAVINCI팀" userId="1c2f8ad7-3b6e-475e-9593-07812a6d44f9" providerId="ADAL" clId="{6965ABF6-2743-4189-A80D-9EC36611153A}" dt="2026-09-06T11:32:16.763" v="12" actId="207"/>
        <pc:sldMkLst>
          <pc:docMk/>
          <pc:sldMk cId="1134761443" sldId="274"/>
        </pc:sldMkLst>
        <pc:spChg chg="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" creationId="{C37EB92D-F2BA-88FB-96D3-5863F12030C5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8" creationId="{2C4114DE-CE18-CC5C-0EFE-D41AC9970D39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10" creationId="{B5BC569B-6F65-DDC6-CAFC-65FD8D6A456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16.763" v="12" actId="207"/>
          <ac:spMkLst>
            <pc:docMk/>
            <pc:sldMk cId="1134761443" sldId="274"/>
            <ac:spMk id="11" creationId="{B011FBA0-824B-1B6F-CDAC-80FFA2475F20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12" creationId="{371D8E55-ED80-84BB-05D2-DBA5CDD5C342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15" creationId="{F430D1D0-A41F-2965-C889-850B8769F407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16" creationId="{6ED1A812-5E31-4083-204C-06F98FD6727F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17" creationId="{6761C110-8984-69FA-F5CD-69CF37E82C2E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18" creationId="{24527224-D45B-15FC-DB63-33D5F047279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0" creationId="{DDA7211C-3034-EB9A-6CFF-C075B1B089F1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1" creationId="{91DFBAA5-6120-56C2-5CE3-A88B73C486F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2" creationId="{9125FADA-DA0A-6B65-98A5-8E1F4AB096F0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3" creationId="{BBD8C12C-36B0-D96C-4DEF-1ED0924A56AF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4" creationId="{5F54F560-0110-E2AA-B6AA-AD98BC50060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5" creationId="{694C858C-10F5-9508-996A-5A4A30301A2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6" creationId="{15D22E5D-5C9D-3F52-E781-17A62A8A6D5D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7" creationId="{5E430B0E-81A8-28A3-1B26-58279C616D04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8" creationId="{27D8FEAE-9D68-5280-7428-D81BA97BA9DF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9" creationId="{DCE6346A-5B21-6129-DE2B-3C24D25F82D1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0" creationId="{267D8AE8-3E30-2935-85CA-ED4078065B1D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1" creationId="{14AF4AD6-DF47-92A7-19D3-474E1CB7B20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2" creationId="{D3EB7D6C-7C9C-2A81-2B7D-D1EE54BE5CFE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4" creationId="{22EDCB51-4FB8-0D23-BB2E-E75464A875BB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6" creationId="{3BBF8E4A-6553-1803-5A29-5446B041C600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7" creationId="{A51C8062-4576-F52D-2199-7E065B865F8B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8" creationId="{F729FF36-3E2D-136C-F219-58A37256A089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39" creationId="{92B3C7BD-720C-1DF9-55D3-4E17BB851C66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0" creationId="{39AD3A59-B5D2-35A7-0AE0-9322535E48B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1" creationId="{8E65AC89-DFA8-CE28-4010-5600400158D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2" creationId="{2198FEE3-74C5-CACE-8240-B7F5580B44B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3" creationId="{270F906D-4643-7BBB-E7CC-34C6E2D77D24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4" creationId="{BC4B50ED-442F-186B-2DC1-87C2BE147399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5" creationId="{B3E0D86D-B85B-3273-6FFD-059F61507A06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6" creationId="{260163EE-03EB-93E7-F6AE-CD647D817B7D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47" creationId="{8451D7A5-78D6-6D8C-73AE-A465E3395A2B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0" creationId="{6233FB81-B99A-57E6-3D8B-A43DF98B03A1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2" creationId="{2BEB31B4-EB1E-F71C-412A-40A8A565177C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5" creationId="{DA01F7F9-114E-7B67-FCBC-5B31E797CE67}"/>
          </ac:spMkLst>
        </pc:spChg>
        <pc:spChg chg="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7" creationId="{CAC16262-BCC7-E415-925A-6B174936ABB8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8" creationId="{27464D2A-6399-CEEF-F1D9-9FD3C8E891AF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59" creationId="{5BE9A705-45E3-4B7B-E5F1-2A0F0E3FAD37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60" creationId="{5F17B856-ACD5-864C-D208-0506DC9BBCCA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16.763" v="12" actId="207"/>
          <ac:spMkLst>
            <pc:docMk/>
            <pc:sldMk cId="1134761443" sldId="274"/>
            <ac:spMk id="61" creationId="{7A5E7C6E-6A36-EB28-6DF4-3E4EE63D9EA3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62" creationId="{E74A5AE0-A8F1-5F0E-5F8B-8AA6A3B57B9A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63" creationId="{1BE41B53-8D42-3431-98E2-4AC683F556CA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64" creationId="{6F03CFA4-532A-4E9B-074B-C9F7A1FDF33C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73" creationId="{C45624FF-7BC1-F0B6-02D2-9A07F90CE5FF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76" creationId="{9005DBCB-2742-C955-2A2D-C85872AC6A60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77" creationId="{0871A395-AE1B-9BB8-7EEF-D0ACB7761188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0" creationId="{443599C6-80CA-3475-04F9-0CD9FA6437CE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1" creationId="{3D80F1BE-9198-7485-AFF5-8A0A49121199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2" creationId="{C9A6CC82-A038-A80D-A667-834BABF7C0E2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3" creationId="{E5D7CE8B-89DC-D8C7-0F14-6A7CD3DF716B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5" creationId="{428DF4C7-73FB-DF32-23DF-AD7D9429DC24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6" creationId="{24DFCC08-481D-1AF8-7165-A01BCB0AAED3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7" creationId="{6695773B-985D-BE68-F4B1-11D283C78AF0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8" creationId="{AA98172E-5405-BF97-C03A-A473A9FA728D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89" creationId="{A02DB061-A836-C601-51E4-726451EB990D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90" creationId="{1402DBC9-B09C-AC01-5B10-0E2268F4D7C6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91" creationId="{85F12029-26B8-C063-A17B-9C6E998999A9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92" creationId="{863C57EF-6E13-D748-F936-123CE6ED24DB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93" creationId="{1479CF0E-67DA-E007-EE3F-95112FE0B4FA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97" creationId="{3F26DC8B-62FE-507C-75D3-7055150BCDBB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98" creationId="{A99C7789-BBE6-675F-2EBC-8BF0E455EC07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00" creationId="{EA284914-79A7-A0F1-9BB9-8D70C86F5C6D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01" creationId="{73D8AB84-506D-C2D6-E670-E05A658F31F5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04" creationId="{A8A9230D-AC4A-8D29-CC85-5372B7397421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06" creationId="{2FABE408-B2D8-A1EB-BDE8-CC65066DEFC4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08" creationId="{2C668C8B-B054-CDEB-93A4-BC7515C7338D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09" creationId="{DA3B16F4-A754-4A0A-62FF-CF843A1184F4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0" creationId="{6EE33A29-5C44-2BFC-F9B2-B67918B364F8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1" creationId="{D2FEB3EB-82EF-429D-6E61-12AEC7AA5577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3" creationId="{3DEEC4A1-8376-655E-E059-045534A27770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4" creationId="{99A948AD-DCDD-191D-5D4C-F930E109E7D9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5" creationId="{58C5979C-0FCE-B0EF-99E9-10B57D54A1C3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6" creationId="{BB63EF2F-ECA1-459B-8BF2-973A6981CD90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7" creationId="{5546F110-1AB4-8782-1FD3-815F20D2A55E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8" creationId="{D1EF607F-0615-1BC2-FDCF-36A7D201BE57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119" creationId="{8CE18E04-6E0D-FB16-10B1-F64A3A7B8B1F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258" creationId="{156A8C89-8E63-BB35-0EC9-4C0CC236DB16}"/>
          </ac:spMkLst>
        </pc:spChg>
        <pc:s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spMkLst>
            <pc:docMk/>
            <pc:sldMk cId="1134761443" sldId="274"/>
            <ac:spMk id="259" creationId="{55D24122-60E7-C85A-83E0-AD9A06952AFA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260" creationId="{4E520BBD-FBFA-7F89-F6C0-1350A6F50F1C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261" creationId="{5B444965-D8BC-D62F-03FC-77B476820DFE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262" creationId="{76A738AC-CAC4-94A7-B350-696E8A196887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263" creationId="{B14F8E0B-32CF-45E9-5466-86165A424BCF}"/>
          </ac:spMkLst>
        </pc:spChg>
        <pc:s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spMkLst>
            <pc:docMk/>
            <pc:sldMk cId="1134761443" sldId="274"/>
            <ac:spMk id="264" creationId="{5450BECF-74F2-E82D-52F4-A19AE40D3B8E}"/>
          </ac:spMkLst>
        </pc:spChg>
        <pc:gr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grpSpMkLst>
            <pc:docMk/>
            <pc:sldMk cId="1134761443" sldId="274"/>
            <ac:grpSpMk id="2" creationId="{BD5307A6-08A0-6A67-132D-EDACD24B338D}"/>
          </ac:grpSpMkLst>
        </pc:grpChg>
        <pc:gr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grpSpMkLst>
            <pc:docMk/>
            <pc:sldMk cId="1134761443" sldId="274"/>
            <ac:grpSpMk id="7" creationId="{04CA99DF-6B8B-9F96-F64A-18AC7A0AA99C}"/>
          </ac:grpSpMkLst>
        </pc:grpChg>
        <pc:gr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grpSpMkLst>
            <pc:docMk/>
            <pc:sldMk cId="1134761443" sldId="274"/>
            <ac:grpSpMk id="48" creationId="{F8760CDC-7831-644E-F29E-A085FCF77A1E}"/>
          </ac:grpSpMkLst>
        </pc:grpChg>
        <pc:grpChg chg="mod">
          <ac:chgData name="이정원(JUNGWON LEE)[jwlee0401]/팀장/제조DX.품질DX.DAVINCI팀" userId="1c2f8ad7-3b6e-475e-9593-07812a6d44f9" providerId="ADAL" clId="{6965ABF6-2743-4189-A80D-9EC36611153A}" dt="2026-09-06T11:32:01.684" v="11"/>
          <ac:grpSpMkLst>
            <pc:docMk/>
            <pc:sldMk cId="1134761443" sldId="274"/>
            <ac:grpSpMk id="49" creationId="{D762A563-1449-757C-6301-FD8687CAA455}"/>
          </ac:grpSpMkLst>
        </pc:grpChg>
        <pc:grp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grpSpMkLst>
            <pc:docMk/>
            <pc:sldMk cId="1134761443" sldId="274"/>
            <ac:grpSpMk id="53" creationId="{C3120731-D02D-61B0-D560-327216BB68EE}"/>
          </ac:grpSpMkLst>
        </pc:grpChg>
        <pc:grpChg chg="mod">
          <ac:chgData name="이정원(JUNGWON LEE)[jwlee0401]/팀장/제조DX.품질DX.DAVINCI팀" userId="1c2f8ad7-3b6e-475e-9593-07812a6d44f9" providerId="ADAL" clId="{6965ABF6-2743-4189-A80D-9EC36611153A}" dt="2026-09-06T11:32:01.684" v="11"/>
          <ac:grpSpMkLst>
            <pc:docMk/>
            <pc:sldMk cId="1134761443" sldId="274"/>
            <ac:grpSpMk id="54" creationId="{CA8D9652-986E-3600-F453-AF8EBAE2E6B1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grpSpMkLst>
            <pc:docMk/>
            <pc:sldMk cId="1134761443" sldId="274"/>
            <ac:grpSpMk id="67" creationId="{458338B6-7FD2-9DB7-5537-D1F7ECD3AFAD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grpSpMkLst>
            <pc:docMk/>
            <pc:sldMk cId="1134761443" sldId="274"/>
            <ac:grpSpMk id="70" creationId="{B358C640-A19B-F373-0E9C-542A4C751365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grpSpMkLst>
            <pc:docMk/>
            <pc:sldMk cId="1134761443" sldId="274"/>
            <ac:grpSpMk id="120" creationId="{45881756-D8C1-946E-21A6-9F270243B831}"/>
          </ac:grpSpMkLst>
        </pc:grpChg>
        <pc:grp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grpSpMkLst>
            <pc:docMk/>
            <pc:sldMk cId="1134761443" sldId="274"/>
            <ac:grpSpMk id="125" creationId="{6170D518-F09A-961E-8B9A-D1A7CE252692}"/>
          </ac:grpSpMkLst>
        </pc:grpChg>
        <pc:graphicFrame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graphicFrameMkLst>
            <pc:docMk/>
            <pc:sldMk cId="1134761443" sldId="274"/>
            <ac:graphicFrameMk id="13" creationId="{78AA721F-0D6B-98FE-266F-907F52B01B73}"/>
          </ac:graphicFrameMkLst>
        </pc:graphicFrameChg>
        <pc:graphicFrame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graphicFrameMkLst>
            <pc:docMk/>
            <pc:sldMk cId="1134761443" sldId="274"/>
            <ac:graphicFrameMk id="78" creationId="{4A249C57-F506-0F6A-D330-58B6668F949A}"/>
          </ac:graphicFrameMkLst>
        </pc:graphicFrameChg>
        <pc:cxnChg chg="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6" creationId="{630D1C06-F0E9-E98F-5F1F-261BE07BFB90}"/>
          </ac:cxnSpMkLst>
        </pc:cxnChg>
        <pc:cxnChg chg="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9" creationId="{5E039A16-DB06-0397-4110-E13073BCA6EA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14" creationId="{CB2D10C7-A881-9B67-5857-D206A19AA158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19" creationId="{FF9C7A10-5AEB-3CD9-5E4E-6E6291257D47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33" creationId="{7E7E8B31-FEE9-1AED-B6FF-338F0B57417E}"/>
          </ac:cxnSpMkLst>
        </pc:cxnChg>
        <pc:cxnChg chg="add 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35" creationId="{11A8BFC5-38FE-583C-18FC-FF1CC51C1F8A}"/>
          </ac:cxnSpMkLst>
        </pc:cxnChg>
        <pc:cxnChg chg="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51" creationId="{9AD8C654-C220-4BE4-6AC0-F78E0ECF55D0}"/>
          </ac:cxnSpMkLst>
        </pc:cxnChg>
        <pc:cxnChg chg="mod">
          <ac:chgData name="이정원(JUNGWON LEE)[jwlee0401]/팀장/제조DX.품질DX.DAVINCI팀" userId="1c2f8ad7-3b6e-475e-9593-07812a6d44f9" providerId="ADAL" clId="{6965ABF6-2743-4189-A80D-9EC36611153A}" dt="2026-09-06T11:32:01.684" v="11"/>
          <ac:cxnSpMkLst>
            <pc:docMk/>
            <pc:sldMk cId="1134761443" sldId="274"/>
            <ac:cxnSpMk id="56" creationId="{F4F698B7-9CBE-244B-7692-895D3F772F91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cxnSpMkLst>
            <pc:docMk/>
            <pc:sldMk cId="1134761443" sldId="274"/>
            <ac:cxnSpMk id="79" creationId="{5F9D2FA6-A8C8-77C8-4A72-F8C7F503006E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cxnSpMkLst>
            <pc:docMk/>
            <pc:sldMk cId="1134761443" sldId="274"/>
            <ac:cxnSpMk id="84" creationId="{F2E5B8C8-EF29-238C-3834-1B038BDD1F1F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cxnSpMkLst>
            <pc:docMk/>
            <pc:sldMk cId="1134761443" sldId="274"/>
            <ac:cxnSpMk id="103" creationId="{4E085828-86B7-EFC4-068B-6186EB8E82A7}"/>
          </ac:cxnSpMkLst>
        </pc:cxnChg>
        <pc:cxnChg chg="del">
          <ac:chgData name="이정원(JUNGWON LEE)[jwlee0401]/팀장/제조DX.품질DX.DAVINCI팀" userId="1c2f8ad7-3b6e-475e-9593-07812a6d44f9" providerId="ADAL" clId="{6965ABF6-2743-4189-A80D-9EC36611153A}" dt="2026-09-06T11:32:01.005" v="10" actId="478"/>
          <ac:cxnSpMkLst>
            <pc:docMk/>
            <pc:sldMk cId="1134761443" sldId="274"/>
            <ac:cxnSpMk id="105" creationId="{BB96E18D-AC81-7A74-A79B-32894173D10B}"/>
          </ac:cxnSpMkLst>
        </pc:cxnChg>
      </pc:sldChg>
      <pc:sldChg chg="add">
        <pc:chgData name="이정원(JUNGWON LEE)[jwlee0401]/팀장/제조DX.품질DX.DAVINCI팀" userId="1c2f8ad7-3b6e-475e-9593-07812a6d44f9" providerId="ADAL" clId="{6965ABF6-2743-4189-A80D-9EC36611153A}" dt="2026-09-06T11:43:20.244" v="220"/>
        <pc:sldMkLst>
          <pc:docMk/>
          <pc:sldMk cId="800256995" sldId="281"/>
        </pc:sldMkLst>
      </pc:sldChg>
      <pc:sldChg chg="modSp mod">
        <pc:chgData name="이정원(JUNGWON LEE)[jwlee0401]/팀장/제조DX.품질DX.DAVINCI팀" userId="1c2f8ad7-3b6e-475e-9593-07812a6d44f9" providerId="ADAL" clId="{6965ABF6-2743-4189-A80D-9EC36611153A}" dt="2026-09-06T11:31:30.832" v="9" actId="207"/>
        <pc:sldMkLst>
          <pc:docMk/>
          <pc:sldMk cId="2713508576" sldId="2147483647"/>
        </pc:sldMkLst>
        <pc:graphicFrameChg chg="mod modGraphic">
          <ac:chgData name="이정원(JUNGWON LEE)[jwlee0401]/팀장/제조DX.품질DX.DAVINCI팀" userId="1c2f8ad7-3b6e-475e-9593-07812a6d44f9" providerId="ADAL" clId="{6965ABF6-2743-4189-A80D-9EC36611153A}" dt="2026-09-06T11:31:30.832" v="9" actId="20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장주은(JOOEUN JANG)[zooeun]/선임/제조DX.품질DX.공정DX팀" userId="S::zooeun@lgensol.com::7379681f-3cf4-4361-aee9-8a03d664b867" providerId="AD" clId="Web-{8842216D-A431-9546-69B4-9F5649003681}"/>
    <pc:docChg chg="modSld">
      <pc:chgData name="장주은(JOOEUN JANG)[zooeun]/선임/제조DX.품질DX.공정DX팀" userId="S::zooeun@lgensol.com::7379681f-3cf4-4361-aee9-8a03d664b867" providerId="AD" clId="Web-{8842216D-A431-9546-69B4-9F5649003681}" dt="2026-08-10T00:03:23.886" v="214" actId="1076"/>
      <pc:docMkLst>
        <pc:docMk/>
      </pc:docMkLst>
      <pc:sldChg chg="modSp">
        <pc:chgData name="장주은(JOOEUN JANG)[zooeun]/선임/제조DX.품질DX.공정DX팀" userId="S::zooeun@lgensol.com::7379681f-3cf4-4361-aee9-8a03d664b867" providerId="AD" clId="Web-{8842216D-A431-9546-69B4-9F5649003681}" dt="2026-08-10T00:03:23.886" v="214" actId="1076"/>
        <pc:sldMkLst>
          <pc:docMk/>
          <pc:sldMk cId="2713508576" sldId="2147483647"/>
        </pc:sldMkLst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23.511" v="210" actId="1076"/>
          <ac:spMkLst>
            <pc:docMk/>
            <pc:sldMk cId="2713508576" sldId="2147483647"/>
            <ac:spMk id="2" creationId="{23F3A0AA-B70A-AA3F-9A32-3C5CEEB6A81F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23.605" v="211" actId="1076"/>
          <ac:spMkLst>
            <pc:docMk/>
            <pc:sldMk cId="2713508576" sldId="2147483647"/>
            <ac:spMk id="4" creationId="{7C0C1376-D488-67E6-D716-72F409CE74DF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1:19.706" v="160" actId="1076"/>
          <ac:spMkLst>
            <pc:docMk/>
            <pc:sldMk cId="2713508576" sldId="2147483647"/>
            <ac:spMk id="6" creationId="{FC76958A-C32D-217C-B73C-83077395D278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23.698" v="212" actId="1076"/>
          <ac:spMkLst>
            <pc:docMk/>
            <pc:sldMk cId="2713508576" sldId="2147483647"/>
            <ac:spMk id="7" creationId="{7F8EB53A-F427-C69E-905F-BE5AE02A2AD2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1:19.065" v="153" actId="1076"/>
          <ac:spMkLst>
            <pc:docMk/>
            <pc:sldMk cId="2713508576" sldId="2147483647"/>
            <ac:spMk id="10" creationId="{BDA75DE2-637F-0F29-2BE3-0C789D36AD43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1:26.784" v="162" actId="1076"/>
          <ac:spMkLst>
            <pc:docMk/>
            <pc:sldMk cId="2713508576" sldId="2147483647"/>
            <ac:spMk id="11" creationId="{891B3F26-0576-FFBC-247E-34ECDA8D62DC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1:35.410" v="166" actId="1076"/>
          <ac:spMkLst>
            <pc:docMk/>
            <pc:sldMk cId="2713508576" sldId="2147483647"/>
            <ac:spMk id="12" creationId="{C42E5F5B-6FAC-2FF2-B753-67BE8AA7037B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1:35.503" v="167" actId="1076"/>
          <ac:spMkLst>
            <pc:docMk/>
            <pc:sldMk cId="2713508576" sldId="2147483647"/>
            <ac:spMk id="13" creationId="{219DA7C3-11D3-DB98-0639-A577ACCDE9AC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1:35.613" v="168" actId="1076"/>
          <ac:spMkLst>
            <pc:docMk/>
            <pc:sldMk cId="2713508576" sldId="2147483647"/>
            <ac:spMk id="14" creationId="{4F5CEEDF-154B-3F9F-0114-B22E2BB18899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23.417" v="209" actId="1076"/>
          <ac:spMkLst>
            <pc:docMk/>
            <pc:sldMk cId="2713508576" sldId="2147483647"/>
            <ac:spMk id="15" creationId="{D232FCD8-8B5D-55E5-F482-E587C79B3E44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23.792" v="213" actId="1076"/>
          <ac:spMkLst>
            <pc:docMk/>
            <pc:sldMk cId="2713508576" sldId="2147483647"/>
            <ac:spMk id="16" creationId="{4F9D4DED-4E42-A527-1494-92B920F6C497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23.886" v="214" actId="1076"/>
          <ac:spMkLst>
            <pc:docMk/>
            <pc:sldMk cId="2713508576" sldId="2147483647"/>
            <ac:spMk id="18" creationId="{2293DDFE-104F-D9E5-D5D4-171895BC80AB}"/>
          </ac:spMkLst>
        </pc:spChg>
        <pc:spChg chg="mod">
          <ac:chgData name="장주은(JOOEUN JANG)[zooeun]/선임/제조DX.품질DX.공정DX팀" userId="S::zooeun@lgensol.com::7379681f-3cf4-4361-aee9-8a03d664b867" providerId="AD" clId="Web-{8842216D-A431-9546-69B4-9F5649003681}" dt="2026-08-10T00:03:06.228" v="208" actId="1076"/>
          <ac:spMkLst>
            <pc:docMk/>
            <pc:sldMk cId="2713508576" sldId="2147483647"/>
            <ac:spMk id="26" creationId="{C19C5942-093C-83AB-1302-AFE5230961A8}"/>
          </ac:spMkLst>
        </pc:spChg>
        <pc:graphicFrameChg chg="mod modGraphic">
          <ac:chgData name="장주은(JOOEUN JANG)[zooeun]/선임/제조DX.품질DX.공정DX팀" userId="S::zooeun@lgensol.com::7379681f-3cf4-4361-aee9-8a03d664b867" providerId="AD" clId="Web-{8842216D-A431-9546-69B4-9F5649003681}" dt="2026-08-10T00:02:59.665" v="20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권오훈(OHHUN GWON)[ohhun_gwon]/선임/제조DX.품질DX.공정DX팀" userId="S::ohhun_gwon@lgensol.com::8a38698b-b33b-4f97-8cee-1f0a411329e0" providerId="AD" clId="Web-{38336F0A-77BB-4756-BF58-F2E6121A7B8B}"/>
    <pc:docChg chg="modSld">
      <pc:chgData name="권오훈(OHHUN GWON)[ohhun_gwon]/선임/제조DX.품질DX.공정DX팀" userId="S::ohhun_gwon@lgensol.com::8a38698b-b33b-4f97-8cee-1f0a411329e0" providerId="AD" clId="Web-{38336F0A-77BB-4756-BF58-F2E6121A7B8B}" dt="2026-08-10T01:28:19.627" v="1"/>
      <pc:docMkLst>
        <pc:docMk/>
      </pc:docMkLst>
      <pc:sldChg chg="addSp delSp">
        <pc:chgData name="권오훈(OHHUN GWON)[ohhun_gwon]/선임/제조DX.품질DX.공정DX팀" userId="S::ohhun_gwon@lgensol.com::8a38698b-b33b-4f97-8cee-1f0a411329e0" providerId="AD" clId="Web-{38336F0A-77BB-4756-BF58-F2E6121A7B8B}" dt="2026-08-10T01:28:19.627" v="1"/>
        <pc:sldMkLst>
          <pc:docMk/>
          <pc:sldMk cId="4230403292" sldId="270"/>
        </pc:sldMkLst>
        <pc:spChg chg="add">
          <ac:chgData name="권오훈(OHHUN GWON)[ohhun_gwon]/선임/제조DX.품질DX.공정DX팀" userId="S::ohhun_gwon@lgensol.com::8a38698b-b33b-4f97-8cee-1f0a411329e0" providerId="AD" clId="Web-{38336F0A-77BB-4756-BF58-F2E6121A7B8B}" dt="2026-08-10T01:28:19.627" v="1"/>
          <ac:spMkLst>
            <pc:docMk/>
            <pc:sldMk cId="4230403292" sldId="270"/>
            <ac:spMk id="3" creationId="{64462985-82B4-C890-9815-023ECE913569}"/>
          </ac:spMkLst>
        </pc:spChg>
      </pc:sldChg>
    </pc:docChg>
  </pc:docChgLst>
  <pc:docChgLst>
    <pc:chgData name="박기욱(GIUK PARK)[giuk.park]/책임/제조DX.품질DX.품질DX팀" userId="S::giuk.park@lgensol.com::cc094c19-8bfc-450d-9d70-4de109719758" providerId="AD" clId="Web-{3A581019-4452-415B-B4C5-FF3842B9C86B}"/>
    <pc:docChg chg="modSld">
      <pc:chgData name="박기욱(GIUK PARK)[giuk.park]/책임/제조DX.품질DX.품질DX팀" userId="S::giuk.park@lgensol.com::cc094c19-8bfc-450d-9d70-4de109719758" providerId="AD" clId="Web-{3A581019-4452-415B-B4C5-FF3842B9C86B}" dt="2026-08-31T08:19:09.332" v="5" actId="20577"/>
      <pc:docMkLst>
        <pc:docMk/>
      </pc:docMkLst>
      <pc:sldChg chg="modSp">
        <pc:chgData name="박기욱(GIUK PARK)[giuk.park]/책임/제조DX.품질DX.품질DX팀" userId="S::giuk.park@lgensol.com::cc094c19-8bfc-450d-9d70-4de109719758" providerId="AD" clId="Web-{3A581019-4452-415B-B4C5-FF3842B9C86B}" dt="2026-08-31T08:19:09.332" v="5" actId="20577"/>
        <pc:sldMkLst>
          <pc:docMk/>
          <pc:sldMk cId="3662621618" sldId="2147483410"/>
        </pc:sldMkLst>
        <pc:spChg chg="mod">
          <ac:chgData name="박기욱(GIUK PARK)[giuk.park]/책임/제조DX.품질DX.품질DX팀" userId="S::giuk.park@lgensol.com::cc094c19-8bfc-450d-9d70-4de109719758" providerId="AD" clId="Web-{3A581019-4452-415B-B4C5-FF3842B9C86B}" dt="2026-08-31T08:19:09.332" v="5" actId="20577"/>
          <ac:spMkLst>
            <pc:docMk/>
            <pc:sldMk cId="3662621618" sldId="2147483410"/>
            <ac:spMk id="34" creationId="{2F87DC3B-6309-CEDB-0925-8B72881DA8A0}"/>
          </ac:spMkLst>
        </pc:spChg>
      </pc:sldChg>
    </pc:docChg>
  </pc:docChgLst>
  <pc:docChgLst>
    <pc:chgData name="이유정(YUJEONG LEE)[yujeong.lee]/사원/제조DX.품질DX.품질DX팀" userId="ae3f6aa9-4114-4359-aae4-e6eb44781908" providerId="ADAL" clId="{633BE9E8-FE27-4697-9BD2-7ED75315D145}"/>
    <pc:docChg chg="modSld sldOrd">
      <pc:chgData name="이유정(YUJEONG LEE)[yujeong.lee]/사원/제조DX.품질DX.품질DX팀" userId="ae3f6aa9-4114-4359-aae4-e6eb44781908" providerId="ADAL" clId="{633BE9E8-FE27-4697-9BD2-7ED75315D145}" dt="2026-08-06T01:14:41.169" v="64" actId="20578"/>
      <pc:docMkLst>
        <pc:docMk/>
      </pc:docMkLst>
      <pc:sldChg chg="ord">
        <pc:chgData name="이유정(YUJEONG LEE)[yujeong.lee]/사원/제조DX.품질DX.품질DX팀" userId="ae3f6aa9-4114-4359-aae4-e6eb44781908" providerId="ADAL" clId="{633BE9E8-FE27-4697-9BD2-7ED75315D145}" dt="2026-08-06T01:14:41.169" v="64" actId="20578"/>
        <pc:sldMkLst>
          <pc:docMk/>
          <pc:sldMk cId="2450862783" sldId="258"/>
        </pc:sldMkLst>
      </pc:sldChg>
      <pc:sldChg chg="modSp mod">
        <pc:chgData name="이유정(YUJEONG LEE)[yujeong.lee]/사원/제조DX.품질DX.품질DX팀" userId="ae3f6aa9-4114-4359-aae4-e6eb44781908" providerId="ADAL" clId="{633BE9E8-FE27-4697-9BD2-7ED75315D145}" dt="2026-08-06T01:06:49.136" v="63" actId="20577"/>
        <pc:sldMkLst>
          <pc:docMk/>
          <pc:sldMk cId="3662621618" sldId="2147483410"/>
        </pc:sldMkLst>
        <pc:spChg chg="mod">
          <ac:chgData name="이유정(YUJEONG LEE)[yujeong.lee]/사원/제조DX.품질DX.품질DX팀" userId="ae3f6aa9-4114-4359-aae4-e6eb44781908" providerId="ADAL" clId="{633BE9E8-FE27-4697-9BD2-7ED75315D145}" dt="2026-08-06T01:06:49.136" v="63" actId="20577"/>
          <ac:spMkLst>
            <pc:docMk/>
            <pc:sldMk cId="3662621618" sldId="2147483410"/>
            <ac:spMk id="33" creationId="{E813559C-5E36-9EFF-AD90-30D0651006A9}"/>
          </ac:spMkLst>
        </pc:spChg>
      </pc:sldChg>
      <pc:sldChg chg="modSp mod">
        <pc:chgData name="이유정(YUJEONG LEE)[yujeong.lee]/사원/제조DX.품질DX.품질DX팀" userId="ae3f6aa9-4114-4359-aae4-e6eb44781908" providerId="ADAL" clId="{633BE9E8-FE27-4697-9BD2-7ED75315D145}" dt="2026-08-06T00:44:05.731" v="50" actId="6549"/>
        <pc:sldMkLst>
          <pc:docMk/>
          <pc:sldMk cId="2713508576" sldId="2147483647"/>
        </pc:sldMkLst>
        <pc:graphicFrameChg chg="mod modGraphic">
          <ac:chgData name="이유정(YUJEONG LEE)[yujeong.lee]/사원/제조DX.품질DX.품질DX팀" userId="ae3f6aa9-4114-4359-aae4-e6eb44781908" providerId="ADAL" clId="{633BE9E8-FE27-4697-9BD2-7ED75315D145}" dt="2026-08-06T00:44:05.731" v="50" actId="6549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권오훈(OHHUN GWON)[ohhun_gwon]/선임/제조DX.품질DX.공정DX팀" userId="S::ohhun_gwon@lgensol.com::8a38698b-b33b-4f97-8cee-1f0a411329e0" providerId="AD" clId="Web-{5C0AF691-6DB3-CB41-4F2F-8E13D81829A4}"/>
    <pc:docChg chg="addSld modSld modSection">
      <pc:chgData name="권오훈(OHHUN GWON)[ohhun_gwon]/선임/제조DX.품질DX.공정DX팀" userId="S::ohhun_gwon@lgensol.com::8a38698b-b33b-4f97-8cee-1f0a411329e0" providerId="AD" clId="Web-{5C0AF691-6DB3-CB41-4F2F-8E13D81829A4}" dt="2026-09-02T07:04:11.898" v="4"/>
      <pc:docMkLst>
        <pc:docMk/>
      </pc:docMkLst>
      <pc:sldChg chg="add">
        <pc:chgData name="권오훈(OHHUN GWON)[ohhun_gwon]/선임/제조DX.품질DX.공정DX팀" userId="S::ohhun_gwon@lgensol.com::8a38698b-b33b-4f97-8cee-1f0a411329e0" providerId="AD" clId="Web-{5C0AF691-6DB3-CB41-4F2F-8E13D81829A4}" dt="2026-09-02T07:04:11.898" v="4"/>
        <pc:sldMkLst>
          <pc:docMk/>
          <pc:sldMk cId="2369738474" sldId="268"/>
        </pc:sldMkLst>
      </pc:sldChg>
      <pc:sldChg chg="modSp">
        <pc:chgData name="권오훈(OHHUN GWON)[ohhun_gwon]/선임/제조DX.품질DX.공정DX팀" userId="S::ohhun_gwon@lgensol.com::8a38698b-b33b-4f97-8cee-1f0a411329e0" providerId="AD" clId="Web-{5C0AF691-6DB3-CB41-4F2F-8E13D81829A4}" dt="2026-09-02T07:03:49.476" v="3"/>
        <pc:sldMkLst>
          <pc:docMk/>
          <pc:sldMk cId="2713508576" sldId="2147483647"/>
        </pc:sldMkLst>
        <pc:graphicFrameChg chg="mod modGraphic">
          <ac:chgData name="권오훈(OHHUN GWON)[ohhun_gwon]/선임/제조DX.품질DX.공정DX팀" userId="S::ohhun_gwon@lgensol.com::8a38698b-b33b-4f97-8cee-1f0a411329e0" providerId="AD" clId="Web-{5C0AF691-6DB3-CB41-4F2F-8E13D81829A4}" dt="2026-09-02T07:03:49.476" v="3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이성우(Sungwoo Lee)[sungwoo.lee]/책임/제조DX.품질DX.공정DX팀" userId="S::sungwoo.lee@lgensol.com::cf65ff2f-52b0-4160-9a37-95f7b52a9fb2" providerId="AD" clId="Web-{E71C828A-DDCD-CAEB-5C0B-E8A4102748F8}"/>
    <pc:docChg chg="modSld">
      <pc:chgData name="이성우(Sungwoo Lee)[sungwoo.lee]/책임/제조DX.품질DX.공정DX팀" userId="S::sungwoo.lee@lgensol.com::cf65ff2f-52b0-4160-9a37-95f7b52a9fb2" providerId="AD" clId="Web-{E71C828A-DDCD-CAEB-5C0B-E8A4102748F8}" dt="2026-08-10T00:29:43.140" v="198" actId="1076"/>
      <pc:docMkLst>
        <pc:docMk/>
      </pc:docMkLst>
      <pc:sldChg chg="addSp delSp modSp">
        <pc:chgData name="이성우(Sungwoo Lee)[sungwoo.lee]/책임/제조DX.품질DX.공정DX팀" userId="S::sungwoo.lee@lgensol.com::cf65ff2f-52b0-4160-9a37-95f7b52a9fb2" providerId="AD" clId="Web-{E71C828A-DDCD-CAEB-5C0B-E8A4102748F8}" dt="2026-08-10T00:29:43.140" v="198" actId="1076"/>
        <pc:sldMkLst>
          <pc:docMk/>
          <pc:sldMk cId="3940503150" sldId="266"/>
        </pc:sldMkLst>
        <pc:spChg chg="add mod">
          <ac:chgData name="이성우(Sungwoo Lee)[sungwoo.lee]/책임/제조DX.품질DX.공정DX팀" userId="S::sungwoo.lee@lgensol.com::cf65ff2f-52b0-4160-9a37-95f7b52a9fb2" providerId="AD" clId="Web-{E71C828A-DDCD-CAEB-5C0B-E8A4102748F8}" dt="2026-08-10T00:29:43.140" v="198" actId="1076"/>
          <ac:spMkLst>
            <pc:docMk/>
            <pc:sldMk cId="3940503150" sldId="266"/>
            <ac:spMk id="6" creationId="{62C0351B-7608-ECFE-1BBE-9D235E06FB20}"/>
          </ac:spMkLst>
        </pc:spChg>
        <pc:spChg chg="add del mod">
          <ac:chgData name="이성우(Sungwoo Lee)[sungwoo.lee]/책임/제조DX.품질DX.공정DX팀" userId="S::sungwoo.lee@lgensol.com::cf65ff2f-52b0-4160-9a37-95f7b52a9fb2" providerId="AD" clId="Web-{E71C828A-DDCD-CAEB-5C0B-E8A4102748F8}" dt="2026-08-10T00:28:18.746" v="177" actId="20577"/>
          <ac:spMkLst>
            <pc:docMk/>
            <pc:sldMk cId="3940503150" sldId="266"/>
            <ac:spMk id="123" creationId="{D1C84CBD-22F5-CBDA-1F48-E5DAD570214C}"/>
          </ac:spMkLst>
        </pc:spChg>
        <pc:picChg chg="add mod">
          <ac:chgData name="이성우(Sungwoo Lee)[sungwoo.lee]/책임/제조DX.품질DX.공정DX팀" userId="S::sungwoo.lee@lgensol.com::cf65ff2f-52b0-4160-9a37-95f7b52a9fb2" providerId="AD" clId="Web-{E71C828A-DDCD-CAEB-5C0B-E8A4102748F8}" dt="2026-08-10T00:29:08.826" v="184" actId="1076"/>
          <ac:picMkLst>
            <pc:docMk/>
            <pc:sldMk cId="3940503150" sldId="266"/>
            <ac:picMk id="2" creationId="{645155DB-7DB5-69A7-2A31-10FA8865956D}"/>
          </ac:picMkLst>
        </pc:picChg>
      </pc:sldChg>
    </pc:docChg>
  </pc:docChgLst>
  <pc:docChgLst>
    <pc:chgData name="이유정(YUJEONG LEE)[yujeong.lee]/사원/제조DX.품질DX.품질DX팀" userId="ae3f6aa9-4114-4359-aae4-e6eb44781908" providerId="ADAL" clId="{046714E4-28AD-4B5C-B56F-9E08B6BDB2AF}"/>
    <pc:docChg chg="modSld">
      <pc:chgData name="이유정(YUJEONG LEE)[yujeong.lee]/사원/제조DX.품질DX.품질DX팀" userId="ae3f6aa9-4114-4359-aae4-e6eb44781908" providerId="ADAL" clId="{046714E4-28AD-4B5C-B56F-9E08B6BDB2AF}" dt="2026-09-02T04:37:45.371" v="39" actId="1035"/>
      <pc:docMkLst>
        <pc:docMk/>
      </pc:docMkLst>
      <pc:sldChg chg="modSp mod">
        <pc:chgData name="이유정(YUJEONG LEE)[yujeong.lee]/사원/제조DX.품질DX.품질DX팀" userId="ae3f6aa9-4114-4359-aae4-e6eb44781908" providerId="ADAL" clId="{046714E4-28AD-4B5C-B56F-9E08B6BDB2AF}" dt="2026-09-02T04:37:45.371" v="39" actId="1035"/>
        <pc:sldMkLst>
          <pc:docMk/>
          <pc:sldMk cId="3662621618" sldId="2147483410"/>
        </pc:sldMkLst>
        <pc:spChg chg="mod">
          <ac:chgData name="이유정(YUJEONG LEE)[yujeong.lee]/사원/제조DX.품질DX.품질DX팀" userId="ae3f6aa9-4114-4359-aae4-e6eb44781908" providerId="ADAL" clId="{046714E4-28AD-4B5C-B56F-9E08B6BDB2AF}" dt="2026-09-02T04:37:45.371" v="39" actId="1035"/>
          <ac:spMkLst>
            <pc:docMk/>
            <pc:sldMk cId="3662621618" sldId="2147483410"/>
            <ac:spMk id="12" creationId="{974D2071-E7C5-C59F-405C-70A12EC8EBB2}"/>
          </ac:spMkLst>
        </pc:spChg>
        <pc:spChg chg="mod">
          <ac:chgData name="이유정(YUJEONG LEE)[yujeong.lee]/사원/제조DX.품질DX.품질DX팀" userId="ae3f6aa9-4114-4359-aae4-e6eb44781908" providerId="ADAL" clId="{046714E4-28AD-4B5C-B56F-9E08B6BDB2AF}" dt="2026-09-02T04:37:36.119" v="3" actId="20577"/>
          <ac:spMkLst>
            <pc:docMk/>
            <pc:sldMk cId="3662621618" sldId="2147483410"/>
            <ac:spMk id="33" creationId="{E813559C-5E36-9EFF-AD90-30D0651006A9}"/>
          </ac:spMkLst>
        </pc:spChg>
      </pc:sldChg>
    </pc:docChg>
  </pc:docChgLst>
  <pc:docChgLst>
    <pc:chgData name="임국빈(KUKBIN IM)[imkukbin]/책임/제조DX.품질DX.품질DX팀" userId="b330ca5c-cccc-4067-ac9a-55e5db0729e3" providerId="ADAL" clId="{11CE2375-FA06-456C-ACDD-4B0720199271}"/>
    <pc:docChg chg="undo custSel addSld delSld modSld modSection">
      <pc:chgData name="임국빈(KUKBIN IM)[imkukbin]/책임/제조DX.품질DX.품질DX팀" userId="b330ca5c-cccc-4067-ac9a-55e5db0729e3" providerId="ADAL" clId="{11CE2375-FA06-456C-ACDD-4B0720199271}" dt="2026-08-06T08:47:49.094" v="91" actId="404"/>
      <pc:docMkLst>
        <pc:docMk/>
      </pc:docMkLst>
      <pc:sldChg chg="addSp delSp modSp mod">
        <pc:chgData name="임국빈(KUKBIN IM)[imkukbin]/책임/제조DX.품질DX.품질DX팀" userId="b330ca5c-cccc-4067-ac9a-55e5db0729e3" providerId="ADAL" clId="{11CE2375-FA06-456C-ACDD-4B0720199271}" dt="2026-08-06T08:39:46.720" v="28" actId="552"/>
        <pc:sldMkLst>
          <pc:docMk/>
          <pc:sldMk cId="139871137" sldId="257"/>
        </pc:sldMkLst>
        <pc:spChg chg="mod">
          <ac:chgData name="임국빈(KUKBIN IM)[imkukbin]/책임/제조DX.품질DX.품질DX팀" userId="b330ca5c-cccc-4067-ac9a-55e5db0729e3" providerId="ADAL" clId="{11CE2375-FA06-456C-ACDD-4B0720199271}" dt="2026-08-06T08:39:46.720" v="28" actId="552"/>
          <ac:spMkLst>
            <pc:docMk/>
            <pc:sldMk cId="139871137" sldId="257"/>
            <ac:spMk id="12" creationId="{83B5E342-AB83-7C90-8B57-1DE858E92667}"/>
          </ac:spMkLst>
        </pc:spChg>
        <pc:spChg chg="mod">
          <ac:chgData name="임국빈(KUKBIN IM)[imkukbin]/책임/제조DX.품질DX.품질DX팀" userId="b330ca5c-cccc-4067-ac9a-55e5db0729e3" providerId="ADAL" clId="{11CE2375-FA06-456C-ACDD-4B0720199271}" dt="2026-08-06T08:39:30.667" v="16" actId="1036"/>
          <ac:spMkLst>
            <pc:docMk/>
            <pc:sldMk cId="139871137" sldId="257"/>
            <ac:spMk id="13" creationId="{5D1F7B27-4ACF-0B17-A860-5DBC8148923F}"/>
          </ac:spMkLst>
        </pc:spChg>
        <pc:spChg chg="mod">
          <ac:chgData name="임국빈(KUKBIN IM)[imkukbin]/책임/제조DX.품질DX.품질DX팀" userId="b330ca5c-cccc-4067-ac9a-55e5db0729e3" providerId="ADAL" clId="{11CE2375-FA06-456C-ACDD-4B0720199271}" dt="2026-08-06T08:39:30.667" v="16" actId="1036"/>
          <ac:spMkLst>
            <pc:docMk/>
            <pc:sldMk cId="139871137" sldId="257"/>
            <ac:spMk id="19" creationId="{9B4284DD-3367-0B16-4D58-CDA77B8BA9F1}"/>
          </ac:spMkLst>
        </pc:spChg>
        <pc:spChg chg="add mod">
          <ac:chgData name="임국빈(KUKBIN IM)[imkukbin]/책임/제조DX.품질DX.품질DX팀" userId="b330ca5c-cccc-4067-ac9a-55e5db0729e3" providerId="ADAL" clId="{11CE2375-FA06-456C-ACDD-4B0720199271}" dt="2026-08-06T08:39:46.720" v="28" actId="552"/>
          <ac:spMkLst>
            <pc:docMk/>
            <pc:sldMk cId="139871137" sldId="257"/>
            <ac:spMk id="20" creationId="{5D46DCD8-4E9C-1314-A50E-EDCAD1401124}"/>
          </ac:spMkLst>
        </pc:spChg>
      </pc:sldChg>
      <pc:sldChg chg="modSp mod">
        <pc:chgData name="임국빈(KUKBIN IM)[imkukbin]/책임/제조DX.품질DX.품질DX팀" userId="b330ca5c-cccc-4067-ac9a-55e5db0729e3" providerId="ADAL" clId="{11CE2375-FA06-456C-ACDD-4B0720199271}" dt="2026-08-06T08:38:42.268" v="1"/>
        <pc:sldMkLst>
          <pc:docMk/>
          <pc:sldMk cId="2450862783" sldId="258"/>
        </pc:sldMkLst>
        <pc:graphicFrameChg chg="mod modGraphic">
          <ac:chgData name="임국빈(KUKBIN IM)[imkukbin]/책임/제조DX.품질DX.품질DX팀" userId="b330ca5c-cccc-4067-ac9a-55e5db0729e3" providerId="ADAL" clId="{11CE2375-FA06-456C-ACDD-4B0720199271}" dt="2026-08-06T08:38:42.268" v="1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addSp delSp modSp add mod">
        <pc:chgData name="임국빈(KUKBIN IM)[imkukbin]/책임/제조DX.품질DX.품질DX팀" userId="b330ca5c-cccc-4067-ac9a-55e5db0729e3" providerId="ADAL" clId="{11CE2375-FA06-456C-ACDD-4B0720199271}" dt="2026-08-06T08:47:49.094" v="91" actId="404"/>
        <pc:sldMkLst>
          <pc:docMk/>
          <pc:sldMk cId="289354170" sldId="284"/>
        </pc:sldMkLst>
        <pc:spChg chg="mod">
          <ac:chgData name="임국빈(KUKBIN IM)[imkukbin]/책임/제조DX.품질DX.품질DX팀" userId="b330ca5c-cccc-4067-ac9a-55e5db0729e3" providerId="ADAL" clId="{11CE2375-FA06-456C-ACDD-4B0720199271}" dt="2026-08-06T08:47:49.094" v="91" actId="404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임국빈(KUKBIN IM)[imkukbin]/책임/제조DX.품질DX.품질DX팀" userId="b330ca5c-cccc-4067-ac9a-55e5db0729e3" providerId="ADAL" clId="{11CE2375-FA06-456C-ACDD-4B0720199271}" dt="2026-08-06T08:47:44.602" v="89" actId="404"/>
          <ac:spMkLst>
            <pc:docMk/>
            <pc:sldMk cId="289354170" sldId="284"/>
            <ac:spMk id="100" creationId="{A4CDCD6B-4C99-ED1D-1384-F38279B4C799}"/>
          </ac:spMkLst>
        </pc:spChg>
        <pc:graphicFrameChg chg="mod">
          <ac:chgData name="임국빈(KUKBIN IM)[imkukbin]/책임/제조DX.품질DX.품질DX팀" userId="b330ca5c-cccc-4067-ac9a-55e5db0729e3" providerId="ADAL" clId="{11CE2375-FA06-456C-ACDD-4B0720199271}" dt="2026-08-06T08:47:24.262" v="87" actId="1076"/>
          <ac:graphicFrameMkLst>
            <pc:docMk/>
            <pc:sldMk cId="289354170" sldId="284"/>
            <ac:graphicFrameMk id="15" creationId="{2738838A-0789-3216-F166-AB60A864C249}"/>
          </ac:graphicFrameMkLst>
        </pc:graphicFrameChg>
      </pc:sldChg>
    </pc:docChg>
  </pc:docChgLst>
  <pc:docChgLst>
    <pc:chgData name="서경민(KYOUNGMIN SEO)[vicom2]/책임/제조DX.품질DX.품질DX팀" userId="S::vicom2@lgensol.com::86652bbb-2e85-4915-9dae-2f9c95e66a98" providerId="AD" clId="Web-{EB378A7E-A209-3240-7A07-F58DD554AA44}"/>
    <pc:docChg chg="modSld">
      <pc:chgData name="서경민(KYOUNGMIN SEO)[vicom2]/책임/제조DX.품질DX.품질DX팀" userId="S::vicom2@lgensol.com::86652bbb-2e85-4915-9dae-2f9c95e66a98" providerId="AD" clId="Web-{EB378A7E-A209-3240-7A07-F58DD554AA44}" dt="2026-08-06T00:48:50.731" v="29" actId="1076"/>
      <pc:docMkLst>
        <pc:docMk/>
      </pc:docMkLst>
      <pc:sldChg chg="addSp delSp modSp">
        <pc:chgData name="서경민(KYOUNGMIN SEO)[vicom2]/책임/제조DX.품질DX.품질DX팀" userId="S::vicom2@lgensol.com::86652bbb-2e85-4915-9dae-2f9c95e66a98" providerId="AD" clId="Web-{EB378A7E-A209-3240-7A07-F58DD554AA44}" dt="2026-08-06T00:48:50.731" v="29" actId="1076"/>
        <pc:sldMkLst>
          <pc:docMk/>
          <pc:sldMk cId="139871137" sldId="257"/>
        </pc:sldMkLst>
        <pc:spChg chg="mod">
          <ac:chgData name="서경민(KYOUNGMIN SEO)[vicom2]/책임/제조DX.품질DX.품질DX팀" userId="S::vicom2@lgensol.com::86652bbb-2e85-4915-9dae-2f9c95e66a98" providerId="AD" clId="Web-{EB378A7E-A209-3240-7A07-F58DD554AA44}" dt="2026-08-06T00:47:43.726" v="10"/>
          <ac:spMkLst>
            <pc:docMk/>
            <pc:sldMk cId="139871137" sldId="257"/>
            <ac:spMk id="28" creationId="{0DFEEDBA-9587-7EE6-2918-61E4D87C1336}"/>
          </ac:spMkLst>
        </pc:spChg>
      </pc:sldChg>
    </pc:docChg>
  </pc:docChgLst>
  <pc:docChgLst>
    <pc:chgData name="박기욱(GIUK PARK)[giuk.park]/책임/제조DX.품질DX.품질DX팀" userId="S::giuk.park@lgensol.com::cc094c19-8bfc-450d-9d70-4de109719758" providerId="AD" clId="Web-{CFEF317E-C3B2-4D18-A3B8-844523D04DCB}"/>
    <pc:docChg chg="modSld">
      <pc:chgData name="박기욱(GIUK PARK)[giuk.park]/책임/제조DX.품질DX.품질DX팀" userId="S::giuk.park@lgensol.com::cc094c19-8bfc-450d-9d70-4de109719758" providerId="AD" clId="Web-{CFEF317E-C3B2-4D18-A3B8-844523D04DCB}" dt="2026-08-06T08:10:53.252" v="325" actId="1076"/>
      <pc:docMkLst>
        <pc:docMk/>
      </pc:docMkLst>
      <pc:sldChg chg="modSp">
        <pc:chgData name="박기욱(GIUK PARK)[giuk.park]/책임/제조DX.품질DX.품질DX팀" userId="S::giuk.park@lgensol.com::cc094c19-8bfc-450d-9d70-4de109719758" providerId="AD" clId="Web-{CFEF317E-C3B2-4D18-A3B8-844523D04DCB}" dt="2026-08-06T08:10:53.252" v="325" actId="1076"/>
        <pc:sldMkLst>
          <pc:docMk/>
          <pc:sldMk cId="3662621618" sldId="2147483410"/>
        </pc:sldMkLst>
        <pc:spChg chg="mod">
          <ac:chgData name="박기욱(GIUK PARK)[giuk.park]/책임/제조DX.품질DX.품질DX팀" userId="S::giuk.park@lgensol.com::cc094c19-8bfc-450d-9d70-4de109719758" providerId="AD" clId="Web-{CFEF317E-C3B2-4D18-A3B8-844523D04DCB}" dt="2026-08-06T07:30:46.917" v="323" actId="20577"/>
          <ac:spMkLst>
            <pc:docMk/>
            <pc:sldMk cId="3662621618" sldId="2147483410"/>
            <ac:spMk id="34" creationId="{2F87DC3B-6309-CEDB-0925-8B72881DA8A0}"/>
          </ac:spMkLst>
        </pc:spChg>
        <pc:spChg chg="mod">
          <ac:chgData name="박기욱(GIUK PARK)[giuk.park]/책임/제조DX.품질DX.품질DX팀" userId="S::giuk.park@lgensol.com::cc094c19-8bfc-450d-9d70-4de109719758" providerId="AD" clId="Web-{CFEF317E-C3B2-4D18-A3B8-844523D04DCB}" dt="2026-08-06T08:10:53.252" v="325" actId="1076"/>
          <ac:spMkLst>
            <pc:docMk/>
            <pc:sldMk cId="3662621618" sldId="2147483410"/>
            <ac:spMk id="35" creationId="{8AD2D2E3-FB2E-431E-A2A6-CE76C5AC5A0D}"/>
          </ac:spMkLst>
        </pc:spChg>
        <pc:grpChg chg="mod">
          <ac:chgData name="박기욱(GIUK PARK)[giuk.park]/책임/제조DX.품질DX.품질DX팀" userId="S::giuk.park@lgensol.com::cc094c19-8bfc-450d-9d70-4de109719758" providerId="AD" clId="Web-{CFEF317E-C3B2-4D18-A3B8-844523D04DCB}" dt="2026-08-06T07:14:58.499" v="104" actId="1076"/>
          <ac:grpSpMkLst>
            <pc:docMk/>
            <pc:sldMk cId="3662621618" sldId="2147483410"/>
            <ac:grpSpMk id="4" creationId="{0CF1BCEE-6951-1486-992F-D31F982AB3EA}"/>
          </ac:grpSpMkLst>
        </pc:grpChg>
      </pc:sldChg>
    </pc:docChg>
  </pc:docChgLst>
  <pc:docChgLst>
    <pc:chgData name="지용진(YONG JIN JI)[yongjin.ji]/전문위원/제조DX.품질DX.품질DX팀" userId="668a9e28-eb85-4c24-bdb6-23321b586e51" providerId="ADAL" clId="{A6C458BD-E239-4759-8C36-B7990F672680}"/>
    <pc:docChg chg="undo custSel modSld">
      <pc:chgData name="지용진(YONG JIN JI)[yongjin.ji]/전문위원/제조DX.품질DX.품질DX팀" userId="668a9e28-eb85-4c24-bdb6-23321b586e51" providerId="ADAL" clId="{A6C458BD-E239-4759-8C36-B7990F672680}" dt="2026-09-07T02:12:15.345" v="4175" actId="478"/>
      <pc:docMkLst>
        <pc:docMk/>
      </pc:docMkLst>
      <pc:sldChg chg="addSp delSp modSp mod">
        <pc:chgData name="지용진(YONG JIN JI)[yongjin.ji]/전문위원/제조DX.품질DX.품질DX팀" userId="668a9e28-eb85-4c24-bdb6-23321b586e51" providerId="ADAL" clId="{A6C458BD-E239-4759-8C36-B7990F672680}" dt="2026-09-07T02:10:12.774" v="4171" actId="20577"/>
        <pc:sldMkLst>
          <pc:docMk/>
          <pc:sldMk cId="139871137" sldId="257"/>
        </pc:sldMkLst>
        <pc:spChg chg="mod">
          <ac:chgData name="지용진(YONG JIN JI)[yongjin.ji]/전문위원/제조DX.품질DX.품질DX팀" userId="668a9e28-eb85-4c24-bdb6-23321b586e51" providerId="ADAL" clId="{A6C458BD-E239-4759-8C36-B7990F672680}" dt="2026-09-06T07:08:21.166" v="3633" actId="6549"/>
          <ac:spMkLst>
            <pc:docMk/>
            <pc:sldMk cId="139871137" sldId="257"/>
            <ac:spMk id="2" creationId="{4E2A1558-69AF-0161-C467-5C114489E098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7T01:57:37.367" v="3636" actId="1076"/>
          <ac:spMkLst>
            <pc:docMk/>
            <pc:sldMk cId="139871137" sldId="257"/>
            <ac:spMk id="4" creationId="{ADB6FE2B-263A-7AA1-2547-0906589C320F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2T23:25:17.513" v="1143" actId="478"/>
          <ac:spMkLst>
            <pc:docMk/>
            <pc:sldMk cId="139871137" sldId="257"/>
            <ac:spMk id="5" creationId="{630175CD-D1DC-2E03-5C73-42CFDE849BB4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7T01:57:37.367" v="3636" actId="1076"/>
          <ac:spMkLst>
            <pc:docMk/>
            <pc:sldMk cId="139871137" sldId="257"/>
            <ac:spMk id="5" creationId="{91C521D9-4086-97CB-1513-25CEE584737F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7T01:57:37.367" v="3636" actId="1076"/>
          <ac:spMkLst>
            <pc:docMk/>
            <pc:sldMk cId="139871137" sldId="257"/>
            <ac:spMk id="11" creationId="{B13F7EBF-814C-9CF1-B8DE-1FB34AB0D98E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2T23:25:25.276" v="1145" actId="478"/>
          <ac:spMkLst>
            <pc:docMk/>
            <pc:sldMk cId="139871137" sldId="257"/>
            <ac:spMk id="11" creationId="{C8A51F24-E935-C032-8B65-B7E68636BA07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2T23:25:16.717" v="1142" actId="478"/>
          <ac:spMkLst>
            <pc:docMk/>
            <pc:sldMk cId="139871137" sldId="257"/>
            <ac:spMk id="12" creationId="{83B5E342-AB83-7C90-8B57-1DE858E92667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7T01:57:37.367" v="3636" actId="1076"/>
          <ac:spMkLst>
            <pc:docMk/>
            <pc:sldMk cId="139871137" sldId="257"/>
            <ac:spMk id="12" creationId="{B1BC6580-9EBA-B19E-6534-5A32782A4575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7T02:10:12.774" v="4171" actId="20577"/>
          <ac:spMkLst>
            <pc:docMk/>
            <pc:sldMk cId="139871137" sldId="257"/>
            <ac:spMk id="20" creationId="{5D46DCD8-4E9C-1314-A50E-EDCAD1401124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7T01:57:37.367" v="3636" actId="1076"/>
          <ac:spMkLst>
            <pc:docMk/>
            <pc:sldMk cId="139871137" sldId="257"/>
            <ac:spMk id="21" creationId="{5FF50CBF-A7F4-06FB-BCEF-57E6BC9BAA79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2T23:36:37.567" v="1482" actId="20577"/>
          <ac:spMkLst>
            <pc:docMk/>
            <pc:sldMk cId="139871137" sldId="257"/>
            <ac:spMk id="24" creationId="{85D0FE1A-2131-D110-F3B1-0A05E5C6ADBE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2T23:36:01.203" v="1473" actId="20577"/>
          <ac:spMkLst>
            <pc:docMk/>
            <pc:sldMk cId="139871137" sldId="257"/>
            <ac:spMk id="25" creationId="{9320AC89-9CC5-BAB7-E33B-DEE6A91C572E}"/>
          </ac:spMkLst>
        </pc:spChg>
        <pc:spChg chg="add del mod">
          <ac:chgData name="지용진(YONG JIN JI)[yongjin.ji]/전문위원/제조DX.품질DX.품질DX팀" userId="668a9e28-eb85-4c24-bdb6-23321b586e51" providerId="ADAL" clId="{A6C458BD-E239-4759-8C36-B7990F672680}" dt="2026-09-02T23:40:46.382" v="2108" actId="478"/>
          <ac:spMkLst>
            <pc:docMk/>
            <pc:sldMk cId="139871137" sldId="257"/>
            <ac:spMk id="27" creationId="{80561FD0-ADC2-9624-E5E0-BDCDDC6D9F53}"/>
          </ac:spMkLst>
        </pc:spChg>
        <pc:spChg chg="add mod">
          <ac:chgData name="지용진(YONG JIN JI)[yongjin.ji]/전문위원/제조DX.품질DX.품질DX팀" userId="668a9e28-eb85-4c24-bdb6-23321b586e51" providerId="ADAL" clId="{A6C458BD-E239-4759-8C36-B7990F672680}" dt="2026-09-07T01:57:49.692" v="3637" actId="1076"/>
          <ac:spMkLst>
            <pc:docMk/>
            <pc:sldMk cId="139871137" sldId="257"/>
            <ac:spMk id="27" creationId="{E0010D5D-1CBF-89D7-1CBC-4C16C00D1742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2T23:25:00.777" v="1140" actId="478"/>
          <ac:spMkLst>
            <pc:docMk/>
            <pc:sldMk cId="139871137" sldId="257"/>
            <ac:spMk id="28" creationId="{0DFEEDBA-9587-7EE6-2918-61E4D87C1336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2T23:25:23.437" v="1144" actId="478"/>
          <ac:spMkLst>
            <pc:docMk/>
            <pc:sldMk cId="139871137" sldId="257"/>
            <ac:spMk id="32" creationId="{6C8D7F54-E12F-4F87-5565-B14020CBE618}"/>
          </ac:spMkLst>
        </pc:spChg>
      </pc:sldChg>
      <pc:sldChg chg="addSp delSp modSp mod">
        <pc:chgData name="지용진(YONG JIN JI)[yongjin.ji]/전문위원/제조DX.품질DX.품질DX팀" userId="668a9e28-eb85-4c24-bdb6-23321b586e51" providerId="ADAL" clId="{A6C458BD-E239-4759-8C36-B7990F672680}" dt="2026-09-06T06:29:57.734" v="3023" actId="478"/>
        <pc:sldMkLst>
          <pc:docMk/>
          <pc:sldMk cId="2450862783" sldId="258"/>
        </pc:sldMkLst>
        <pc:spChg chg="add del mod">
          <ac:chgData name="지용진(YONG JIN JI)[yongjin.ji]/전문위원/제조DX.품질DX.품질DX팀" userId="668a9e28-eb85-4c24-bdb6-23321b586e51" providerId="ADAL" clId="{A6C458BD-E239-4759-8C36-B7990F672680}" dt="2026-09-06T06:29:55.656" v="3022" actId="478"/>
          <ac:spMkLst>
            <pc:docMk/>
            <pc:sldMk cId="2450862783" sldId="258"/>
            <ac:spMk id="6" creationId="{C858E2E5-130D-970E-3F21-FB64F157ABF5}"/>
          </ac:spMkLst>
        </pc:spChg>
        <pc:spChg chg="add mod">
          <ac:chgData name="지용진(YONG JIN JI)[yongjin.ji]/전문위원/제조DX.품질DX.품질DX팀" userId="668a9e28-eb85-4c24-bdb6-23321b586e51" providerId="ADAL" clId="{A6C458BD-E239-4759-8C36-B7990F672680}" dt="2026-08-29T06:51:24.752" v="390" actId="20577"/>
          <ac:spMkLst>
            <pc:docMk/>
            <pc:sldMk cId="2450862783" sldId="258"/>
            <ac:spMk id="14" creationId="{253008AC-3085-D730-7208-AC294BC59759}"/>
          </ac:spMkLst>
        </pc:spChg>
        <pc:spChg chg="add del mod">
          <ac:chgData name="지용진(YONG JIN JI)[yongjin.ji]/전문위원/제조DX.품질DX.품질DX팀" userId="668a9e28-eb85-4c24-bdb6-23321b586e51" providerId="ADAL" clId="{A6C458BD-E239-4759-8C36-B7990F672680}" dt="2026-09-06T06:29:57.734" v="3023" actId="478"/>
          <ac:spMkLst>
            <pc:docMk/>
            <pc:sldMk cId="2450862783" sldId="258"/>
            <ac:spMk id="14" creationId="{C3AE3B27-BC1F-6FA8-C2CF-5F9828BF7D08}"/>
          </ac:spMkLst>
        </pc:spChg>
        <pc:spChg chg="add mod">
          <ac:chgData name="지용진(YONG JIN JI)[yongjin.ji]/전문위원/제조DX.품질DX.품질DX팀" userId="668a9e28-eb85-4c24-bdb6-23321b586e51" providerId="ADAL" clId="{A6C458BD-E239-4759-8C36-B7990F672680}" dt="2026-08-29T06:51:44.974" v="440" actId="14100"/>
          <ac:spMkLst>
            <pc:docMk/>
            <pc:sldMk cId="2450862783" sldId="258"/>
            <ac:spMk id="15" creationId="{27DA26D2-910B-9E34-12A5-024C6CB4B2F3}"/>
          </ac:spMkLst>
        </pc:spChg>
        <pc:spChg chg="add mod">
          <ac:chgData name="지용진(YONG JIN JI)[yongjin.ji]/전문위원/제조DX.품질DX.품질DX팀" userId="668a9e28-eb85-4c24-bdb6-23321b586e51" providerId="ADAL" clId="{A6C458BD-E239-4759-8C36-B7990F672680}" dt="2026-08-29T07:00:05.389" v="829" actId="1037"/>
          <ac:spMkLst>
            <pc:docMk/>
            <pc:sldMk cId="2450862783" sldId="258"/>
            <ac:spMk id="16" creationId="{C33ED9AC-563A-BC73-DEC9-22F2BB7F054C}"/>
          </ac:spMkLst>
        </pc:spChg>
        <pc:spChg chg="add mod">
          <ac:chgData name="지용진(YONG JIN JI)[yongjin.ji]/전문위원/제조DX.품질DX.품질DX팀" userId="668a9e28-eb85-4c24-bdb6-23321b586e51" providerId="ADAL" clId="{A6C458BD-E239-4759-8C36-B7990F672680}" dt="2026-08-29T07:00:33.062" v="856"/>
          <ac:spMkLst>
            <pc:docMk/>
            <pc:sldMk cId="2450862783" sldId="258"/>
            <ac:spMk id="17" creationId="{928A2186-4514-A812-1089-851D4204BCBD}"/>
          </ac:spMkLst>
        </pc:spChg>
        <pc:graphicFrameChg chg="mod modGraphic">
          <ac:chgData name="지용진(YONG JIN JI)[yongjin.ji]/전문위원/제조DX.품질DX.품질DX팀" userId="668a9e28-eb85-4c24-bdb6-23321b586e51" providerId="ADAL" clId="{A6C458BD-E239-4759-8C36-B7990F672680}" dt="2026-08-29T07:08:09.407" v="1139" actId="2057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modSp mod">
        <pc:chgData name="지용진(YONG JIN JI)[yongjin.ji]/전문위원/제조DX.품질DX.품질DX팀" userId="668a9e28-eb85-4c24-bdb6-23321b586e51" providerId="ADAL" clId="{A6C458BD-E239-4759-8C36-B7990F672680}" dt="2026-09-06T06:31:49.007" v="3290"/>
        <pc:sldMkLst>
          <pc:docMk/>
          <pc:sldMk cId="449571963" sldId="259"/>
        </pc:sldMkLst>
        <pc:spChg chg="mod">
          <ac:chgData name="지용진(YONG JIN JI)[yongjin.ji]/전문위원/제조DX.품질DX.품질DX팀" userId="668a9e28-eb85-4c24-bdb6-23321b586e51" providerId="ADAL" clId="{A6C458BD-E239-4759-8C36-B7990F672680}" dt="2026-09-06T06:27:39.397" v="2773" actId="6549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6T06:31:49.007" v="3290"/>
          <ac:spMkLst>
            <pc:docMk/>
            <pc:sldMk cId="449571963" sldId="259"/>
            <ac:spMk id="90" creationId="{5B1017F5-AC73-5C2E-65E3-3B07E8DA2364}"/>
          </ac:spMkLst>
        </pc:spChg>
      </pc:sldChg>
      <pc:sldChg chg="delSp mod">
        <pc:chgData name="지용진(YONG JIN JI)[yongjin.ji]/전문위원/제조DX.품질DX.품질DX팀" userId="668a9e28-eb85-4c24-bdb6-23321b586e51" providerId="ADAL" clId="{A6C458BD-E239-4759-8C36-B7990F672680}" dt="2026-09-07T02:12:15.345" v="4175" actId="478"/>
        <pc:sldMkLst>
          <pc:docMk/>
          <pc:sldMk cId="593573416" sldId="260"/>
        </pc:sldMkLst>
        <pc:spChg chg="del">
          <ac:chgData name="지용진(YONG JIN JI)[yongjin.ji]/전문위원/제조DX.품질DX.품질DX팀" userId="668a9e28-eb85-4c24-bdb6-23321b586e51" providerId="ADAL" clId="{A6C458BD-E239-4759-8C36-B7990F672680}" dt="2026-09-07T02:12:02.486" v="4172" actId="478"/>
          <ac:spMkLst>
            <pc:docMk/>
            <pc:sldMk cId="593573416" sldId="260"/>
            <ac:spMk id="2" creationId="{4E2A1558-69AF-0161-C467-5C114489E098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7T02:12:08.893" v="4173" actId="478"/>
          <ac:spMkLst>
            <pc:docMk/>
            <pc:sldMk cId="593573416" sldId="260"/>
            <ac:spMk id="13" creationId="{0436D7D6-F44B-777F-2024-9CAD7347050A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7T02:12:15.345" v="4175" actId="478"/>
          <ac:spMkLst>
            <pc:docMk/>
            <pc:sldMk cId="593573416" sldId="260"/>
            <ac:spMk id="24" creationId="{85D0FE1A-2131-D110-F3B1-0A05E5C6ADBE}"/>
          </ac:spMkLst>
        </pc:spChg>
        <pc:spChg chg="del">
          <ac:chgData name="지용진(YONG JIN JI)[yongjin.ji]/전문위원/제조DX.품질DX.품질DX팀" userId="668a9e28-eb85-4c24-bdb6-23321b586e51" providerId="ADAL" clId="{A6C458BD-E239-4759-8C36-B7990F672680}" dt="2026-09-07T02:12:13.129" v="4174" actId="478"/>
          <ac:spMkLst>
            <pc:docMk/>
            <pc:sldMk cId="593573416" sldId="260"/>
            <ac:spMk id="25" creationId="{9320AC89-9CC5-BAB7-E33B-DEE6A91C572E}"/>
          </ac:spMkLst>
        </pc:spChg>
      </pc:sldChg>
      <pc:sldChg chg="modSp mod">
        <pc:chgData name="지용진(YONG JIN JI)[yongjin.ji]/전문위원/제조DX.품질DX.품질DX팀" userId="668a9e28-eb85-4c24-bdb6-23321b586e51" providerId="ADAL" clId="{A6C458BD-E239-4759-8C36-B7990F672680}" dt="2026-09-07T02:08:20.593" v="4170" actId="255"/>
        <pc:sldMkLst>
          <pc:docMk/>
          <pc:sldMk cId="63401758" sldId="275"/>
        </pc:sldMkLst>
        <pc:spChg chg="mod">
          <ac:chgData name="지용진(YONG JIN JI)[yongjin.ji]/전문위원/제조DX.품질DX.품질DX팀" userId="668a9e28-eb85-4c24-bdb6-23321b586e51" providerId="ADAL" clId="{A6C458BD-E239-4759-8C36-B7990F672680}" dt="2026-09-07T02:08:20.593" v="4170" actId="255"/>
          <ac:spMkLst>
            <pc:docMk/>
            <pc:sldMk cId="63401758" sldId="275"/>
            <ac:spMk id="3" creationId="{56F10005-81FA-9B83-C756-EF37369B32FE}"/>
          </ac:spMkLst>
        </pc:spChg>
      </pc:sldChg>
      <pc:sldChg chg="modSp mod">
        <pc:chgData name="지용진(YONG JIN JI)[yongjin.ji]/전문위원/제조DX.품질DX.품질DX팀" userId="668a9e28-eb85-4c24-bdb6-23321b586e51" providerId="ADAL" clId="{A6C458BD-E239-4759-8C36-B7990F672680}" dt="2026-09-06T06:22:59.952" v="2579" actId="207"/>
        <pc:sldMkLst>
          <pc:docMk/>
          <pc:sldMk cId="289354170" sldId="284"/>
        </pc:sldMkLst>
        <pc:spChg chg="mod">
          <ac:chgData name="지용진(YONG JIN JI)[yongjin.ji]/전문위원/제조DX.품질DX.품질DX팀" userId="668a9e28-eb85-4c24-bdb6-23321b586e51" providerId="ADAL" clId="{A6C458BD-E239-4759-8C36-B7990F672680}" dt="2026-09-06T06:22:56.871" v="2578" actId="207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지용진(YONG JIN JI)[yongjin.ji]/전문위원/제조DX.품질DX.품질DX팀" userId="668a9e28-eb85-4c24-bdb6-23321b586e51" providerId="ADAL" clId="{A6C458BD-E239-4759-8C36-B7990F672680}" dt="2026-09-06T06:22:59.952" v="2579" actId="207"/>
          <ac:spMkLst>
            <pc:docMk/>
            <pc:sldMk cId="289354170" sldId="284"/>
            <ac:spMk id="100" creationId="{A4CDCD6B-4C99-ED1D-1384-F38279B4C799}"/>
          </ac:spMkLst>
        </pc:spChg>
      </pc:sldChg>
    </pc:docChg>
  </pc:docChgLst>
  <pc:docChgLst>
    <pc:chgData name="이기랑(KIRANG LEE)[kirang825]/선임/제조DX.품질DX.품질DX팀" userId="S::kirang825@lgensol.com::a4f52046-b279-4eff-a122-8db687c357fc" providerId="AD" clId="Web-{5EEE4E39-3B1D-68E5-24D8-7DF8EB554744}"/>
    <pc:docChg chg="sldOrd">
      <pc:chgData name="이기랑(KIRANG LEE)[kirang825]/선임/제조DX.품질DX.품질DX팀" userId="S::kirang825@lgensol.com::a4f52046-b279-4eff-a122-8db687c357fc" providerId="AD" clId="Web-{5EEE4E39-3B1D-68E5-24D8-7DF8EB554744}" dt="2026-08-31T23:48:10.731" v="0"/>
      <pc:docMkLst>
        <pc:docMk/>
      </pc:docMkLst>
      <pc:sldChg chg="ord">
        <pc:chgData name="이기랑(KIRANG LEE)[kirang825]/선임/제조DX.품질DX.품질DX팀" userId="S::kirang825@lgensol.com::a4f52046-b279-4eff-a122-8db687c357fc" providerId="AD" clId="Web-{5EEE4E39-3B1D-68E5-24D8-7DF8EB554744}" dt="2026-08-31T23:48:10.731" v="0"/>
        <pc:sldMkLst>
          <pc:docMk/>
          <pc:sldMk cId="2713508576" sldId="2147483647"/>
        </pc:sldMkLst>
      </pc:sldChg>
    </pc:docChg>
  </pc:docChgLst>
  <pc:docChgLst>
    <pc:chgData name="김승진(SEUNGJIN KIM)[ksjkhn0908]/책임/제조DX.품질DX.공정DX팀" userId="b3146654-5c59-4d7e-a4b5-8307b1306142" providerId="ADAL" clId="{26C0D00F-9307-4765-8E3C-BFDC78A71E30}"/>
    <pc:docChg chg="undo custSel addSld modSld sldOrd modSection">
      <pc:chgData name="김승진(SEUNGJIN KIM)[ksjkhn0908]/책임/제조DX.품질DX.공정DX팀" userId="b3146654-5c59-4d7e-a4b5-8307b1306142" providerId="ADAL" clId="{26C0D00F-9307-4765-8E3C-BFDC78A71E30}" dt="2026-09-02T09:59:31.961" v="552" actId="20577"/>
      <pc:docMkLst>
        <pc:docMk/>
      </pc:docMkLst>
      <pc:sldChg chg="modSp mod">
        <pc:chgData name="김승진(SEUNGJIN KIM)[ksjkhn0908]/책임/제조DX.품질DX.공정DX팀" userId="b3146654-5c59-4d7e-a4b5-8307b1306142" providerId="ADAL" clId="{26C0D00F-9307-4765-8E3C-BFDC78A71E30}" dt="2026-09-02T09:59:31.961" v="552" actId="20577"/>
        <pc:sldMkLst>
          <pc:docMk/>
          <pc:sldMk cId="139871137" sldId="257"/>
        </pc:sldMkLst>
        <pc:spChg chg="mod">
          <ac:chgData name="김승진(SEUNGJIN KIM)[ksjkhn0908]/책임/제조DX.품질DX.공정DX팀" userId="b3146654-5c59-4d7e-a4b5-8307b1306142" providerId="ADAL" clId="{26C0D00F-9307-4765-8E3C-BFDC78A71E30}" dt="2026-09-02T09:59:31.961" v="552" actId="20577"/>
          <ac:spMkLst>
            <pc:docMk/>
            <pc:sldMk cId="139871137" sldId="257"/>
            <ac:spMk id="21" creationId="{5FF50CBF-A7F4-06FB-BCEF-57E6BC9BAA79}"/>
          </ac:spMkLst>
        </pc:spChg>
      </pc:sldChg>
      <pc:sldChg chg="addSp delSp modSp mod">
        <pc:chgData name="김승진(SEUNGJIN KIM)[ksjkhn0908]/책임/제조DX.품질DX.공정DX팀" userId="b3146654-5c59-4d7e-a4b5-8307b1306142" providerId="ADAL" clId="{26C0D00F-9307-4765-8E3C-BFDC78A71E30}" dt="2026-08-10T00:25:51.468" v="531" actId="1076"/>
        <pc:sldMkLst>
          <pc:docMk/>
          <pc:sldMk cId="365755086" sldId="263"/>
        </pc:sldMkLst>
        <pc:spChg chg="mod">
          <ac:chgData name="김승진(SEUNGJIN KIM)[ksjkhn0908]/책임/제조DX.품질DX.공정DX팀" userId="b3146654-5c59-4d7e-a4b5-8307b1306142" providerId="ADAL" clId="{26C0D00F-9307-4765-8E3C-BFDC78A71E30}" dt="2026-08-10T00:25:48.892" v="530" actId="20577"/>
          <ac:spMkLst>
            <pc:docMk/>
            <pc:sldMk cId="365755086" sldId="263"/>
            <ac:spMk id="6" creationId="{52F967F7-E45E-7210-4259-3BF4D15C2804}"/>
          </ac:spMkLst>
        </pc:spChg>
        <pc:spChg chg="mod">
          <ac:chgData name="김승진(SEUNGJIN KIM)[ksjkhn0908]/책임/제조DX.품질DX.공정DX팀" userId="b3146654-5c59-4d7e-a4b5-8307b1306142" providerId="ADAL" clId="{26C0D00F-9307-4765-8E3C-BFDC78A71E30}" dt="2026-08-10T00:08:20.755" v="164" actId="20577"/>
          <ac:spMkLst>
            <pc:docMk/>
            <pc:sldMk cId="365755086" sldId="263"/>
            <ac:spMk id="8" creationId="{0A60BC44-C73D-58B1-78B4-6B8D3027D92A}"/>
          </ac:spMkLst>
        </pc:spChg>
        <pc:spChg chg="add mod">
          <ac:chgData name="김승진(SEUNGJIN KIM)[ksjkhn0908]/책임/제조DX.품질DX.공정DX팀" userId="b3146654-5c59-4d7e-a4b5-8307b1306142" providerId="ADAL" clId="{26C0D00F-9307-4765-8E3C-BFDC78A71E30}" dt="2026-08-10T00:14:16.926" v="273" actId="1076"/>
          <ac:spMkLst>
            <pc:docMk/>
            <pc:sldMk cId="365755086" sldId="263"/>
            <ac:spMk id="25" creationId="{F81402C7-1FFF-FB26-30E5-89674DF09589}"/>
          </ac:spMkLst>
        </pc:spChg>
        <pc:spChg chg="add mod">
          <ac:chgData name="김승진(SEUNGJIN KIM)[ksjkhn0908]/책임/제조DX.품질DX.공정DX팀" userId="b3146654-5c59-4d7e-a4b5-8307b1306142" providerId="ADAL" clId="{26C0D00F-9307-4765-8E3C-BFDC78A71E30}" dt="2026-08-10T00:14:16.926" v="273" actId="1076"/>
          <ac:spMkLst>
            <pc:docMk/>
            <pc:sldMk cId="365755086" sldId="263"/>
            <ac:spMk id="34" creationId="{DDCD2B71-847D-99A0-1AF9-72B24E6F8C0F}"/>
          </ac:spMkLst>
        </pc:spChg>
        <pc:spChg chg="add mod">
          <ac:chgData name="김승진(SEUNGJIN KIM)[ksjkhn0908]/책임/제조DX.품질DX.공정DX팀" userId="b3146654-5c59-4d7e-a4b5-8307b1306142" providerId="ADAL" clId="{26C0D00F-9307-4765-8E3C-BFDC78A71E30}" dt="2026-08-10T00:25:51.468" v="531" actId="1076"/>
          <ac:spMkLst>
            <pc:docMk/>
            <pc:sldMk cId="365755086" sldId="263"/>
            <ac:spMk id="35" creationId="{CBE8C462-B21D-3670-B49F-177F872E8FC3}"/>
          </ac:spMkLst>
        </pc:spChg>
        <pc:spChg chg="mod">
          <ac:chgData name="김승진(SEUNGJIN KIM)[ksjkhn0908]/책임/제조DX.품질DX.공정DX팀" userId="b3146654-5c59-4d7e-a4b5-8307b1306142" providerId="ADAL" clId="{26C0D00F-9307-4765-8E3C-BFDC78A71E30}" dt="2026-08-10T00:13:54.033" v="260"/>
          <ac:spMkLst>
            <pc:docMk/>
            <pc:sldMk cId="365755086" sldId="263"/>
            <ac:spMk id="53" creationId="{8528C2FF-C584-6B55-75DE-972D1CCAD87A}"/>
          </ac:spMkLst>
        </pc:spChg>
        <pc:spChg chg="mod">
          <ac:chgData name="김승진(SEUNGJIN KIM)[ksjkhn0908]/책임/제조DX.품질DX.공정DX팀" userId="b3146654-5c59-4d7e-a4b5-8307b1306142" providerId="ADAL" clId="{26C0D00F-9307-4765-8E3C-BFDC78A71E30}" dt="2026-08-10T00:14:20.148" v="274" actId="1076"/>
          <ac:spMkLst>
            <pc:docMk/>
            <pc:sldMk cId="365755086" sldId="263"/>
            <ac:spMk id="58" creationId="{9EC12F03-5ED2-6AB0-4697-7B1008B552E2}"/>
          </ac:spMkLst>
        </pc:spChg>
        <pc:spChg chg="mod">
          <ac:chgData name="김승진(SEUNGJIN KIM)[ksjkhn0908]/책임/제조DX.품질DX.공정DX팀" userId="b3146654-5c59-4d7e-a4b5-8307b1306142" providerId="ADAL" clId="{26C0D00F-9307-4765-8E3C-BFDC78A71E30}" dt="2026-08-10T00:14:20.148" v="274" actId="1076"/>
          <ac:spMkLst>
            <pc:docMk/>
            <pc:sldMk cId="365755086" sldId="263"/>
            <ac:spMk id="59" creationId="{8E178A70-1DD4-596A-055F-48131AC36B9D}"/>
          </ac:spMkLst>
        </pc:spChg>
        <pc:spChg chg="mod">
          <ac:chgData name="김승진(SEUNGJIN KIM)[ksjkhn0908]/책임/제조DX.품질DX.공정DX팀" userId="b3146654-5c59-4d7e-a4b5-8307b1306142" providerId="ADAL" clId="{26C0D00F-9307-4765-8E3C-BFDC78A71E30}" dt="2026-08-10T00:15:19.099" v="323" actId="14100"/>
          <ac:spMkLst>
            <pc:docMk/>
            <pc:sldMk cId="365755086" sldId="263"/>
            <ac:spMk id="131" creationId="{E511C3FD-2659-4D28-92C6-9D2551A1A003}"/>
          </ac:spMkLst>
        </pc:spChg>
      </pc:sldChg>
      <pc:sldChg chg="addSp delSp modSp add mod ord">
        <pc:chgData name="김승진(SEUNGJIN KIM)[ksjkhn0908]/책임/제조DX.품질DX.공정DX팀" userId="b3146654-5c59-4d7e-a4b5-8307b1306142" providerId="ADAL" clId="{26C0D00F-9307-4765-8E3C-BFDC78A71E30}" dt="2026-08-10T00:23:24.670" v="497"/>
        <pc:sldMkLst>
          <pc:docMk/>
          <pc:sldMk cId="1005647925" sldId="269"/>
        </pc:sldMkLst>
        <pc:spChg chg="mod">
          <ac:chgData name="김승진(SEUNGJIN KIM)[ksjkhn0908]/책임/제조DX.품질DX.공정DX팀" userId="b3146654-5c59-4d7e-a4b5-8307b1306142" providerId="ADAL" clId="{26C0D00F-9307-4765-8E3C-BFDC78A71E30}" dt="2026-08-10T00:23:24.670" v="497"/>
          <ac:spMkLst>
            <pc:docMk/>
            <pc:sldMk cId="1005647925" sldId="269"/>
            <ac:spMk id="3" creationId="{B2D66AFF-EBEA-4E84-945F-5C353531F516}"/>
          </ac:spMkLst>
        </pc:spChg>
        <pc:spChg chg="mod">
          <ac:chgData name="김승진(SEUNGJIN KIM)[ksjkhn0908]/책임/제조DX.품질DX.공정DX팀" userId="b3146654-5c59-4d7e-a4b5-8307b1306142" providerId="ADAL" clId="{26C0D00F-9307-4765-8E3C-BFDC78A71E30}" dt="2026-08-10T00:21:04.528" v="484"/>
          <ac:spMkLst>
            <pc:docMk/>
            <pc:sldMk cId="1005647925" sldId="269"/>
            <ac:spMk id="4" creationId="{F0D8F3F8-9932-1CED-3A3D-017504676E2C}"/>
          </ac:spMkLst>
        </pc:spChg>
        <pc:graphicFrameChg chg="add mod modGraphic">
          <ac:chgData name="김승진(SEUNGJIN KIM)[ksjkhn0908]/책임/제조DX.품질DX.공정DX팀" userId="b3146654-5c59-4d7e-a4b5-8307b1306142" providerId="ADAL" clId="{26C0D00F-9307-4765-8E3C-BFDC78A71E30}" dt="2026-08-10T00:20:30.476" v="482" actId="20577"/>
          <ac:graphicFrameMkLst>
            <pc:docMk/>
            <pc:sldMk cId="1005647925" sldId="269"/>
            <ac:graphicFrameMk id="15" creationId="{439B99B3-2BD7-0E78-549A-1D7CF9732F5F}"/>
          </ac:graphicFrameMkLst>
        </pc:graphicFrameChg>
      </pc:sldChg>
    </pc:docChg>
  </pc:docChgLst>
  <pc:docChgLst>
    <pc:chgData name="권오훈(OHHUN GWON)[ohhun_gwon]/선임/제조DX.품질DX.공정DX팀" userId="S::ohhun_gwon@lgensol.com::8a38698b-b33b-4f97-8cee-1f0a411329e0" providerId="AD" clId="Web-{612CE5B3-C5B8-F8DA-2EFC-3A468C357D40}"/>
    <pc:docChg chg="modSld">
      <pc:chgData name="권오훈(OHHUN GWON)[ohhun_gwon]/선임/제조DX.품질DX.공정DX팀" userId="S::ohhun_gwon@lgensol.com::8a38698b-b33b-4f97-8cee-1f0a411329e0" providerId="AD" clId="Web-{612CE5B3-C5B8-F8DA-2EFC-3A468C357D40}" dt="2026-09-02T07:06:34.387" v="7"/>
      <pc:docMkLst>
        <pc:docMk/>
      </pc:docMkLst>
      <pc:sldChg chg="modSp">
        <pc:chgData name="권오훈(OHHUN GWON)[ohhun_gwon]/선임/제조DX.품질DX.공정DX팀" userId="S::ohhun_gwon@lgensol.com::8a38698b-b33b-4f97-8cee-1f0a411329e0" providerId="AD" clId="Web-{612CE5B3-C5B8-F8DA-2EFC-3A468C357D40}" dt="2026-09-02T07:06:34.387" v="7"/>
        <pc:sldMkLst>
          <pc:docMk/>
          <pc:sldMk cId="2713508576" sldId="2147483647"/>
        </pc:sldMkLst>
        <pc:graphicFrameChg chg="mod modGraphic">
          <ac:chgData name="권오훈(OHHUN GWON)[ohhun_gwon]/선임/제조DX.품질DX.공정DX팀" userId="S::ohhun_gwon@lgensol.com::8a38698b-b33b-4f97-8cee-1f0a411329e0" providerId="AD" clId="Web-{612CE5B3-C5B8-F8DA-2EFC-3A468C357D40}" dt="2026-09-02T07:06:34.387" v="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권오훈(OHHUN GWON)[ohhun_gwon]/선임/제조DX.품질DX.공정DX팀" userId="S::ohhun_gwon@lgensol.com::8a38698b-b33b-4f97-8cee-1f0a411329e0" providerId="AD" clId="Web-{9BF9EC8B-A22B-BB66-A582-8E4829E95943}"/>
    <pc:docChg chg="addSld delSld modSld sldOrd modSection">
      <pc:chgData name="권오훈(OHHUN GWON)[ohhun_gwon]/선임/제조DX.품질DX.공정DX팀" userId="S::ohhun_gwon@lgensol.com::8a38698b-b33b-4f97-8cee-1f0a411329e0" providerId="AD" clId="Web-{9BF9EC8B-A22B-BB66-A582-8E4829E95943}" dt="2026-08-10T01:25:43.703" v="9" actId="1076"/>
      <pc:docMkLst>
        <pc:docMk/>
      </pc:docMkLst>
      <pc:sldChg chg="delSp modSp add ord">
        <pc:chgData name="권오훈(OHHUN GWON)[ohhun_gwon]/선임/제조DX.품질DX.공정DX팀" userId="S::ohhun_gwon@lgensol.com::8a38698b-b33b-4f97-8cee-1f0a411329e0" providerId="AD" clId="Web-{9BF9EC8B-A22B-BB66-A582-8E4829E95943}" dt="2026-08-10T01:25:11.796" v="4"/>
        <pc:sldMkLst>
          <pc:docMk/>
          <pc:sldMk cId="4230403292" sldId="270"/>
        </pc:sldMkLst>
      </pc:sldChg>
      <pc:sldChg chg="modSp">
        <pc:chgData name="권오훈(OHHUN GWON)[ohhun_gwon]/선임/제조DX.품질DX.공정DX팀" userId="S::ohhun_gwon@lgensol.com::8a38698b-b33b-4f97-8cee-1f0a411329e0" providerId="AD" clId="Web-{9BF9EC8B-A22B-BB66-A582-8E4829E95943}" dt="2026-08-10T01:25:43.703" v="9" actId="1076"/>
        <pc:sldMkLst>
          <pc:docMk/>
          <pc:sldMk cId="2713508576" sldId="2147483647"/>
        </pc:sldMkLst>
        <pc:spChg chg="mod">
          <ac:chgData name="권오훈(OHHUN GWON)[ohhun_gwon]/선임/제조DX.품질DX.공정DX팀" userId="S::ohhun_gwon@lgensol.com::8a38698b-b33b-4f97-8cee-1f0a411329e0" providerId="AD" clId="Web-{9BF9EC8B-A22B-BB66-A582-8E4829E95943}" dt="2026-08-10T01:25:43.703" v="9" actId="1076"/>
          <ac:spMkLst>
            <pc:docMk/>
            <pc:sldMk cId="2713508576" sldId="2147483647"/>
            <ac:spMk id="13" creationId="{219DA7C3-11D3-DB98-0639-A577ACCDE9AC}"/>
          </ac:spMkLst>
        </pc:spChg>
        <pc:graphicFrameChg chg="mod modGraphic">
          <ac:chgData name="권오훈(OHHUN GWON)[ohhun_gwon]/선임/제조DX.품질DX.공정DX팀" userId="S::ohhun_gwon@lgensol.com::8a38698b-b33b-4f97-8cee-1f0a411329e0" providerId="AD" clId="Web-{9BF9EC8B-A22B-BB66-A582-8E4829E95943}" dt="2026-08-10T01:25:38.437" v="8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박기욱(GIUK PARK)[giuk.park]/책임/제조DX.품질DX.품질DX팀" userId="cc094c19-8bfc-450d-9d70-4de109719758" providerId="ADAL" clId="{4E4276FF-0456-4053-A3F9-E4932C0EC8C6}"/>
    <pc:docChg chg="undo custSel modSld">
      <pc:chgData name="박기욱(GIUK PARK)[giuk.park]/책임/제조DX.품질DX.품질DX팀" userId="cc094c19-8bfc-450d-9d70-4de109719758" providerId="ADAL" clId="{4E4276FF-0456-4053-A3F9-E4932C0EC8C6}" dt="2026-09-07T01:43:41.468" v="1115" actId="20577"/>
      <pc:docMkLst>
        <pc:docMk/>
      </pc:docMkLst>
      <pc:sldChg chg="addSp delSp modSp mod">
        <pc:chgData name="박기욱(GIUK PARK)[giuk.park]/책임/제조DX.품질DX.품질DX팀" userId="cc094c19-8bfc-450d-9d70-4de109719758" providerId="ADAL" clId="{4E4276FF-0456-4053-A3F9-E4932C0EC8C6}" dt="2026-08-06T09:07:39.168" v="1115" actId="20577"/>
        <pc:sldMkLst>
          <pc:docMk/>
          <pc:sldMk cId="3662621618" sldId="2147483410"/>
        </pc:sldMkLst>
        <pc:spChg chg="add del mod">
          <ac:chgData name="박기욱(GIUK PARK)[giuk.park]/책임/제조DX.품질DX.품질DX팀" userId="cc094c19-8bfc-450d-9d70-4de109719758" providerId="ADAL" clId="{4E4276FF-0456-4053-A3F9-E4932C0EC8C6}" dt="2026-08-06T09:07:39.168" v="1115" actId="20577"/>
          <ac:spMkLst>
            <pc:docMk/>
            <pc:sldMk cId="3662621618" sldId="2147483410"/>
            <ac:spMk id="18" creationId="{7F3FB55C-BF96-A49C-AD7C-6DE462636169}"/>
          </ac:spMkLst>
        </pc:spChg>
        <pc:spChg chg="mod">
          <ac:chgData name="박기욱(GIUK PARK)[giuk.park]/책임/제조DX.품질DX.품질DX팀" userId="cc094c19-8bfc-450d-9d70-4de109719758" providerId="ADAL" clId="{4E4276FF-0456-4053-A3F9-E4932C0EC8C6}" dt="2026-08-06T08:29:51.376" v="156" actId="20577"/>
          <ac:spMkLst>
            <pc:docMk/>
            <pc:sldMk cId="3662621618" sldId="2147483410"/>
            <ac:spMk id="33" creationId="{E813559C-5E36-9EFF-AD90-30D0651006A9}"/>
          </ac:spMkLst>
        </pc:spChg>
        <pc:spChg chg="mod">
          <ac:chgData name="박기욱(GIUK PARK)[giuk.park]/책임/제조DX.품질DX.품질DX팀" userId="cc094c19-8bfc-450d-9d70-4de109719758" providerId="ADAL" clId="{4E4276FF-0456-4053-A3F9-E4932C0EC8C6}" dt="2026-08-06T09:01:07.677" v="1087" actId="1035"/>
          <ac:spMkLst>
            <pc:docMk/>
            <pc:sldMk cId="3662621618" sldId="2147483410"/>
            <ac:spMk id="34" creationId="{2F87DC3B-6309-CEDB-0925-8B72881DA8A0}"/>
          </ac:spMkLst>
        </pc:spChg>
      </pc:sldChg>
    </pc:docChg>
  </pc:docChgLst>
  <pc:docChgLst>
    <pc:chgData name="황유승(YOOSEUNG HWANG)[yooseung.h]/팀장/제조DX.품질DX.설비DX팀" userId="e0689872-7918-445c-ad07-150431448e68" providerId="ADAL" clId="{00CFF235-F84E-4026-90FD-12D085A788F1}"/>
    <pc:docChg chg="custSel delSld modSld modSection">
      <pc:chgData name="황유승(YOOSEUNG HWANG)[yooseung.h]/팀장/제조DX.품질DX.설비DX팀" userId="e0689872-7918-445c-ad07-150431448e68" providerId="ADAL" clId="{00CFF235-F84E-4026-90FD-12D085A788F1}" dt="2026-09-07T04:24:27.396" v="237" actId="47"/>
      <pc:docMkLst>
        <pc:docMk/>
      </pc:docMkLst>
      <pc:sldChg chg="addSp delSp modSp mod">
        <pc:chgData name="황유승(YOOSEUNG HWANG)[yooseung.h]/팀장/제조DX.품질DX.설비DX팀" userId="e0689872-7918-445c-ad07-150431448e68" providerId="ADAL" clId="{00CFF235-F84E-4026-90FD-12D085A788F1}" dt="2026-09-07T04:24:21.261" v="236" actId="207"/>
        <pc:sldMkLst>
          <pc:docMk/>
          <pc:sldMk cId="139871137" sldId="257"/>
        </pc:sldMkLst>
        <pc:spChg chg="del">
          <ac:chgData name="황유승(YOOSEUNG HWANG)[yooseung.h]/팀장/제조DX.품질DX.설비DX팀" userId="e0689872-7918-445c-ad07-150431448e68" providerId="ADAL" clId="{00CFF235-F84E-4026-90FD-12D085A788F1}" dt="2026-09-02T07:19:38.161" v="9" actId="478"/>
          <ac:spMkLst>
            <pc:docMk/>
            <pc:sldMk cId="139871137" sldId="257"/>
            <ac:spMk id="2" creationId="{E4A48614-65B3-1B06-B516-73EF08D8DA8D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24:21.261" v="236" actId="207"/>
          <ac:spMkLst>
            <pc:docMk/>
            <pc:sldMk cId="139871137" sldId="257"/>
            <ac:spMk id="4" creationId="{ADB6FE2B-263A-7AA1-2547-0906589C320F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24:16.383" v="235" actId="207"/>
          <ac:spMkLst>
            <pc:docMk/>
            <pc:sldMk cId="139871137" sldId="257"/>
            <ac:spMk id="7" creationId="{99831E3E-9721-4F97-84A1-28746471C1F2}"/>
          </ac:spMkLst>
        </pc:spChg>
        <pc:spChg chg="add mod ord">
          <ac:chgData name="황유승(YOOSEUNG HWANG)[yooseung.h]/팀장/제조DX.품질DX.설비DX팀" userId="e0689872-7918-445c-ad07-150431448e68" providerId="ADAL" clId="{00CFF235-F84E-4026-90FD-12D085A788F1}" dt="2026-09-07T04:24:16.383" v="235" actId="207"/>
          <ac:spMkLst>
            <pc:docMk/>
            <pc:sldMk cId="139871137" sldId="257"/>
            <ac:spMk id="9" creationId="{76993315-86EE-30E0-BCDF-B436E0AFA8CD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19:42.552" v="11" actId="478"/>
          <ac:spMkLst>
            <pc:docMk/>
            <pc:sldMk cId="139871137" sldId="257"/>
            <ac:spMk id="13" creationId="{5D1F7B27-4ACF-0B17-A860-5DBC8148923F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24:16.383" v="235" actId="207"/>
          <ac:spMkLst>
            <pc:docMk/>
            <pc:sldMk cId="139871137" sldId="257"/>
            <ac:spMk id="20" creationId="{5D46DCD8-4E9C-1314-A50E-EDCAD1401124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24:21.261" v="236" actId="207"/>
          <ac:spMkLst>
            <pc:docMk/>
            <pc:sldMk cId="139871137" sldId="257"/>
            <ac:spMk id="21" creationId="{5FF50CBF-A7F4-06FB-BCEF-57E6BC9BAA79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24:21.261" v="236" actId="207"/>
          <ac:spMkLst>
            <pc:docMk/>
            <pc:sldMk cId="139871137" sldId="257"/>
            <ac:spMk id="25" creationId="{9320AC89-9CC5-BAB7-E33B-DEE6A91C572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19:39.630" v="10" actId="478"/>
          <ac:spMkLst>
            <pc:docMk/>
            <pc:sldMk cId="139871137" sldId="257"/>
            <ac:spMk id="26" creationId="{DC51D61C-9108-C327-416F-7B2959483381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24:21.261" v="236" actId="207"/>
          <ac:spMkLst>
            <pc:docMk/>
            <pc:sldMk cId="139871137" sldId="257"/>
            <ac:spMk id="27" creationId="{E0010D5D-1CBF-89D7-1CBC-4C16C00D174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7T04:19:35.431" v="140" actId="478"/>
          <ac:spMkLst>
            <pc:docMk/>
            <pc:sldMk cId="139871137" sldId="257"/>
            <ac:spMk id="31" creationId="{5D1F7B27-4ACF-0B17-A860-5DBC8148923F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3:54.242" v="231" actId="478"/>
          <ac:spMkLst>
            <pc:docMk/>
            <pc:sldMk cId="139871137" sldId="257"/>
            <ac:spMk id="33" creationId="{0DE21BE0-85B3-30A5-696F-0BACC0F27290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3:56.407" v="232" actId="478"/>
          <ac:spMkLst>
            <pc:docMk/>
            <pc:sldMk cId="139871137" sldId="257"/>
            <ac:spMk id="34" creationId="{5B862DE9-55F7-0CC9-151F-B8908B9E68D7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4:04.660" v="233" actId="478"/>
          <ac:spMkLst>
            <pc:docMk/>
            <pc:sldMk cId="139871137" sldId="257"/>
            <ac:spMk id="35" creationId="{C24AA931-0536-A562-5B4C-226BA2BA9155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4:06.025" v="234" actId="478"/>
          <ac:spMkLst>
            <pc:docMk/>
            <pc:sldMk cId="139871137" sldId="257"/>
            <ac:spMk id="36" creationId="{006904FD-373C-89AE-C3BA-F65863A36D2B}"/>
          </ac:spMkLst>
        </pc:spChg>
      </pc:sldChg>
      <pc:sldChg chg="modSp mod">
        <pc:chgData name="황유승(YOOSEUNG HWANG)[yooseung.h]/팀장/제조DX.품질DX.설비DX팀" userId="e0689872-7918-445c-ad07-150431448e68" providerId="ADAL" clId="{00CFF235-F84E-4026-90FD-12D085A788F1}" dt="2026-09-07T04:05:46.115" v="85" actId="207"/>
        <pc:sldMkLst>
          <pc:docMk/>
          <pc:sldMk cId="2450862783" sldId="258"/>
        </pc:sldMkLst>
        <pc:graphicFrameChg chg="mod modGraphic">
          <ac:chgData name="황유승(YOOSEUNG HWANG)[yooseung.h]/팀장/제조DX.품질DX.설비DX팀" userId="e0689872-7918-445c-ad07-150431448e68" providerId="ADAL" clId="{00CFF235-F84E-4026-90FD-12D085A788F1}" dt="2026-09-07T04:05:46.115" v="85" actId="20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delSp modSp mod">
        <pc:chgData name="황유승(YOOSEUNG HWANG)[yooseung.h]/팀장/제조DX.품질DX.설비DX팀" userId="e0689872-7918-445c-ad07-150431448e68" providerId="ADAL" clId="{00CFF235-F84E-4026-90FD-12D085A788F1}" dt="2026-09-07T04:07:47.729" v="91" actId="207"/>
        <pc:sldMkLst>
          <pc:docMk/>
          <pc:sldMk cId="449571963" sldId="259"/>
        </pc:sldMkLst>
        <pc:spChg chg="del">
          <ac:chgData name="황유승(YOOSEUNG HWANG)[yooseung.h]/팀장/제조DX.품질DX.설비DX팀" userId="e0689872-7918-445c-ad07-150431448e68" providerId="ADAL" clId="{00CFF235-F84E-4026-90FD-12D085A788F1}" dt="2026-09-07T04:07:31.845" v="88" actId="478"/>
          <ac:spMkLst>
            <pc:docMk/>
            <pc:sldMk cId="449571963" sldId="259"/>
            <ac:spMk id="9" creationId="{94C663D5-983F-EEF0-8E6C-9A443DC22C0C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07:43.390" v="90" actId="207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07:47.729" v="91" actId="207"/>
          <ac:spMkLst>
            <pc:docMk/>
            <pc:sldMk cId="449571963" sldId="259"/>
            <ac:spMk id="90" creationId="{5B1017F5-AC73-5C2E-65E3-3B07E8DA2364}"/>
          </ac:spMkLst>
        </pc:spChg>
      </pc:sldChg>
      <pc:sldChg chg="del">
        <pc:chgData name="황유승(YOOSEUNG HWANG)[yooseung.h]/팀장/제조DX.품질DX.설비DX팀" userId="e0689872-7918-445c-ad07-150431448e68" providerId="ADAL" clId="{00CFF235-F84E-4026-90FD-12D085A788F1}" dt="2026-09-07T04:24:27.396" v="237" actId="47"/>
        <pc:sldMkLst>
          <pc:docMk/>
          <pc:sldMk cId="593573416" sldId="260"/>
        </pc:sldMkLst>
      </pc:sldChg>
      <pc:sldChg chg="addSp delSp modSp mod">
        <pc:chgData name="황유승(YOOSEUNG HWANG)[yooseung.h]/팀장/제조DX.품질DX.설비DX팀" userId="e0689872-7918-445c-ad07-150431448e68" providerId="ADAL" clId="{00CFF235-F84E-4026-90FD-12D085A788F1}" dt="2026-09-02T07:24:52.073" v="73"/>
        <pc:sldMkLst>
          <pc:docMk/>
          <pc:sldMk cId="2673517365" sldId="261"/>
        </pc:sldMkLst>
        <pc:spChg chg="del">
          <ac:chgData name="황유승(YOOSEUNG HWANG)[yooseung.h]/팀장/제조DX.품질DX.설비DX팀" userId="e0689872-7918-445c-ad07-150431448e68" providerId="ADAL" clId="{00CFF235-F84E-4026-90FD-12D085A788F1}" dt="2026-09-02T07:24:33.171" v="72" actId="478"/>
          <ac:spMkLst>
            <pc:docMk/>
            <pc:sldMk cId="2673517365" sldId="261"/>
            <ac:spMk id="3" creationId="{2B24979A-693E-E49C-7F1C-917396ABB33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4:10.093" v="70" actId="478"/>
          <ac:spMkLst>
            <pc:docMk/>
            <pc:sldMk cId="2673517365" sldId="261"/>
            <ac:spMk id="5" creationId="{8A9A2273-13CC-2BAB-5DBD-C20276EE1BEF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2T07:24:15.005" v="71" actId="14100"/>
          <ac:spMkLst>
            <pc:docMk/>
            <pc:sldMk cId="2673517365" sldId="261"/>
            <ac:spMk id="6" creationId="{EC2361A3-63B6-99F3-2ED0-7AA7447C198E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2T07:24:52.073" v="73"/>
          <ac:spMkLst>
            <pc:docMk/>
            <pc:sldMk cId="2673517365" sldId="261"/>
            <ac:spMk id="7" creationId="{0C0253BF-397C-F827-3774-4572FF18C172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2T07:24:52.073" v="73"/>
          <ac:spMkLst>
            <pc:docMk/>
            <pc:sldMk cId="2673517365" sldId="261"/>
            <ac:spMk id="8" creationId="{2989F8C4-BB3B-11D2-87E5-B7329A005365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4:33.171" v="72" actId="478"/>
          <ac:spMkLst>
            <pc:docMk/>
            <pc:sldMk cId="2673517365" sldId="261"/>
            <ac:spMk id="9" creationId="{99F6B5DF-EBDD-CB1B-3E05-5443E164E6B0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2T07:24:52.073" v="73"/>
          <ac:spMkLst>
            <pc:docMk/>
            <pc:sldMk cId="2673517365" sldId="261"/>
            <ac:spMk id="11" creationId="{ABCEDFC7-A5F5-6B77-3866-176DCD1CA32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4:33.171" v="72" actId="478"/>
          <ac:spMkLst>
            <pc:docMk/>
            <pc:sldMk cId="2673517365" sldId="261"/>
            <ac:spMk id="13" creationId="{1D3B7B01-C903-7D7E-0968-843CE340DD25}"/>
          </ac:spMkLst>
        </pc:spChg>
        <pc:graphicFrameChg chg="add mod">
          <ac:chgData name="황유승(YOOSEUNG HWANG)[yooseung.h]/팀장/제조DX.품질DX.설비DX팀" userId="e0689872-7918-445c-ad07-150431448e68" providerId="ADAL" clId="{00CFF235-F84E-4026-90FD-12D085A788F1}" dt="2026-09-02T07:24:52.073" v="73"/>
          <ac:graphicFrameMkLst>
            <pc:docMk/>
            <pc:sldMk cId="2673517365" sldId="261"/>
            <ac:graphicFrameMk id="10" creationId="{F6395A54-8F12-06E9-7926-C5A94AE743D7}"/>
          </ac:graphicFrameMkLst>
        </pc:graphicFrameChg>
        <pc:graphicFrameChg chg="del">
          <ac:chgData name="황유승(YOOSEUNG HWANG)[yooseung.h]/팀장/제조DX.품질DX.설비DX팀" userId="e0689872-7918-445c-ad07-150431448e68" providerId="ADAL" clId="{00CFF235-F84E-4026-90FD-12D085A788F1}" dt="2026-09-02T07:24:33.171" v="72" actId="478"/>
          <ac:graphicFrameMkLst>
            <pc:docMk/>
            <pc:sldMk cId="2673517365" sldId="261"/>
            <ac:graphicFrameMk id="12" creationId="{A87346D7-AB72-D3DA-0F77-5A59C141350C}"/>
          </ac:graphicFrameMkLst>
        </pc:graphicFrameChg>
      </pc:sldChg>
      <pc:sldChg chg="addSp delSp modSp mod">
        <pc:chgData name="황유승(YOOSEUNG HWANG)[yooseung.h]/팀장/제조DX.품질DX.설비DX팀" userId="e0689872-7918-445c-ad07-150431448e68" providerId="ADAL" clId="{00CFF235-F84E-4026-90FD-12D085A788F1}" dt="2026-09-07T04:06:34.544" v="87" actId="207"/>
        <pc:sldMkLst>
          <pc:docMk/>
          <pc:sldMk cId="365755086" sldId="263"/>
        </pc:sldMkLst>
        <pc:spChg chg="add mod">
          <ac:chgData name="황유승(YOOSEUNG HWANG)[yooseung.h]/팀장/제조DX.품질DX.설비DX팀" userId="e0689872-7918-445c-ad07-150431448e68" providerId="ADAL" clId="{00CFF235-F84E-4026-90FD-12D085A788F1}" dt="2026-09-07T04:06:34.544" v="87" actId="207"/>
          <ac:spMkLst>
            <pc:docMk/>
            <pc:sldMk cId="365755086" sldId="263"/>
            <ac:spMk id="3" creationId="{5AE16F84-C295-A008-71AA-EC0EFB8E6C2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0:39.911" v="13" actId="478"/>
          <ac:spMkLst>
            <pc:docMk/>
            <pc:sldMk cId="365755086" sldId="263"/>
            <ac:spMk id="9" creationId="{6F94E2BB-4D43-499C-420A-8BCB1708F54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0:39.911" v="13" actId="478"/>
          <ac:spMkLst>
            <pc:docMk/>
            <pc:sldMk cId="365755086" sldId="263"/>
            <ac:spMk id="11" creationId="{8343CB64-7859-06C8-1B14-3B9706086B65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06:29.628" v="86" actId="207"/>
          <ac:spMkLst>
            <pc:docMk/>
            <pc:sldMk cId="365755086" sldId="263"/>
            <ac:spMk id="16" creationId="{7A189EC3-5299-D910-5268-EC685FE5BAB6}"/>
          </ac:spMkLst>
        </pc:spChg>
        <pc:grpChg chg="mod">
          <ac:chgData name="황유승(YOOSEUNG HWANG)[yooseung.h]/팀장/제조DX.품질DX.설비DX팀" userId="e0689872-7918-445c-ad07-150431448e68" providerId="ADAL" clId="{00CFF235-F84E-4026-90FD-12D085A788F1}" dt="2026-09-02T07:21:36.195" v="67" actId="1037"/>
          <ac:grpSpMkLst>
            <pc:docMk/>
            <pc:sldMk cId="365755086" sldId="263"/>
            <ac:grpSpMk id="115" creationId="{0F22DD07-56A9-4D18-9FCA-686476AE5046}"/>
          </ac:grpSpMkLst>
        </pc:grpChg>
      </pc:sldChg>
      <pc:sldChg chg="modSp mod">
        <pc:chgData name="황유승(YOOSEUNG HWANG)[yooseung.h]/팀장/제조DX.품질DX.설비DX팀" userId="e0689872-7918-445c-ad07-150431448e68" providerId="ADAL" clId="{00CFF235-F84E-4026-90FD-12D085A788F1}" dt="2026-09-07T04:18:18.800" v="101" actId="207"/>
        <pc:sldMkLst>
          <pc:docMk/>
          <pc:sldMk cId="1198754560" sldId="264"/>
        </pc:sldMkLst>
        <pc:spChg chg="mod">
          <ac:chgData name="황유승(YOOSEUNG HWANG)[yooseung.h]/팀장/제조DX.품질DX.설비DX팀" userId="e0689872-7918-445c-ad07-150431448e68" providerId="ADAL" clId="{00CFF235-F84E-4026-90FD-12D085A788F1}" dt="2026-09-07T04:18:18.800" v="101" actId="207"/>
          <ac:spMkLst>
            <pc:docMk/>
            <pc:sldMk cId="1198754560" sldId="264"/>
            <ac:spMk id="5" creationId="{9667C3E4-7E7C-7AE4-BEC7-520ECE3FC3A0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8:14.474" v="100" actId="207"/>
          <ac:spMkLst>
            <pc:docMk/>
            <pc:sldMk cId="1198754560" sldId="264"/>
            <ac:spMk id="9" creationId="{2A724ACC-F725-034B-AFBD-64ACE56F30EF}"/>
          </ac:spMkLst>
        </pc:spChg>
      </pc:sldChg>
      <pc:sldChg chg="addSp delSp modSp mod">
        <pc:chgData name="황유승(YOOSEUNG HWANG)[yooseung.h]/팀장/제조DX.품질DX.설비DX팀" userId="e0689872-7918-445c-ad07-150431448e68" providerId="ADAL" clId="{00CFF235-F84E-4026-90FD-12D085A788F1}" dt="2026-09-07T04:17:26.431" v="99" actId="20577"/>
        <pc:sldMkLst>
          <pc:docMk/>
          <pc:sldMk cId="4096992879" sldId="265"/>
        </pc:sldMkLst>
        <pc:spChg chg="add mod">
          <ac:chgData name="황유승(YOOSEUNG HWANG)[yooseung.h]/팀장/제조DX.품질DX.설비DX팀" userId="e0689872-7918-445c-ad07-150431448e68" providerId="ADAL" clId="{00CFF235-F84E-4026-90FD-12D085A788F1}" dt="2026-09-02T07:25:54.047" v="76"/>
          <ac:spMkLst>
            <pc:docMk/>
            <pc:sldMk cId="4096992879" sldId="265"/>
            <ac:spMk id="3" creationId="{0559D07D-2DE0-1A16-D80F-4DDBBE05BE9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42.993" v="75" actId="478"/>
          <ac:spMkLst>
            <pc:docMk/>
            <pc:sldMk cId="4096992879" sldId="265"/>
            <ac:spMk id="5" creationId="{97969BEC-37B1-7442-8119-652DDA7E239A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2T07:25:54.047" v="76"/>
          <ac:spMkLst>
            <pc:docMk/>
            <pc:sldMk cId="4096992879" sldId="265"/>
            <ac:spMk id="6" creationId="{E5DE72BD-4E80-401D-B802-85A0B6F3D7E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8" creationId="{933C561E-9E5D-CD76-792B-8E5B18FA159C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2T07:25:54.047" v="76"/>
          <ac:spMkLst>
            <pc:docMk/>
            <pc:sldMk cId="4096992879" sldId="265"/>
            <ac:spMk id="9" creationId="{58B8EEEA-4735-66A3-44EF-E86C1EC15333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09:39.411" v="94" actId="255"/>
          <ac:spMkLst>
            <pc:docMk/>
            <pc:sldMk cId="4096992879" sldId="265"/>
            <ac:spMk id="11" creationId="{5C795951-37D0-B984-F78C-F14BBA5E46A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3" creationId="{3646FE03-DFF6-B4FC-D317-7EB095DAA643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17:26.431" v="99" actId="20577"/>
          <ac:spMkLst>
            <pc:docMk/>
            <pc:sldMk cId="4096992879" sldId="265"/>
            <ac:spMk id="14" creationId="{24CC8749-BE49-B3D4-204D-5911573CA345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5" creationId="{30EDC824-4545-C5BB-96AC-E1E18DB4BCC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" creationId="{95FC04B7-F142-4BB2-813E-70AB091AEAB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7" creationId="{2418DE4D-22E4-27E9-C178-B4FAF49C9E8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" creationId="{0E3C36E2-9F18-1F56-6928-4C63F41AD165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2T07:25:54.047" v="76"/>
          <ac:spMkLst>
            <pc:docMk/>
            <pc:sldMk cId="4096992879" sldId="265"/>
            <ac:spMk id="19" creationId="{C5D8B7C1-47DE-3D15-BE1A-A09E1E58A353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09:34.343" v="93" actId="255"/>
          <ac:spMkLst>
            <pc:docMk/>
            <pc:sldMk cId="4096992879" sldId="265"/>
            <ac:spMk id="20" creationId="{41AC1F90-B5DD-D87A-79D3-19B2E585A8A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5" creationId="{2A41B328-EB46-1362-43A2-1B0EB3B43AB1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6" creationId="{D4EFD3AF-4959-E6AC-CE2F-966547E55DD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8" creationId="{061CA973-D5DF-B474-D22B-C3D3DDF7727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9" creationId="{0D7B4DD8-8DED-A2D7-0DDC-8FBDD6E9DDB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30" creationId="{9641863E-EBEA-9B5F-1A8B-91759DAF159D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31" creationId="{2FFFAC5B-9B24-E036-8F92-8657F13AD6E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32" creationId="{DC273D72-83C9-7A02-8338-28906B0A76E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33" creationId="{3544152C-7E38-969E-5A4F-3E0AB3EFBF0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38" creationId="{3289F497-FC96-B290-36BB-F40A61F671B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40" creationId="{B0A66493-70FA-0121-56C6-E9FEB20C849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41" creationId="{CD1238F2-E55D-D5B7-8169-8243A424C23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42" creationId="{83D4DD06-3B0F-97C4-DF46-FA728F86EAF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43" creationId="{10D77A18-6DE6-BF1F-A8CC-CC5DFAF21E8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47" creationId="{7E8CFE93-3BE5-D3D1-EEA1-34C91F3CF21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48" creationId="{342ED950-2450-B946-8859-D28B52626D8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51" creationId="{710C23B9-B3BB-74BB-BAAA-D8D8BE2E29E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53" creationId="{B0FD2DAB-D291-7006-B389-5121BC97AEF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59" creationId="{8872EF68-E31A-CA63-683D-F2209A06DD2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60" creationId="{8BE5A971-1461-B55F-38D0-FBC6C2A3F37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61" creationId="{C03200DC-244D-4DB8-369F-BCBE1D9D1D3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62" creationId="{9E9E8E6F-3C0F-8721-FBBD-F3AF3BB29E7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78" creationId="{C3EDB8A3-9431-9BA1-CD4F-A8E3B64F26C1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79" creationId="{6146833F-93F8-02BD-BE59-0D44B22E259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81" creationId="{1D71455D-7051-AFE8-3DB1-7CC91C0DD7D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85" creationId="{7A39E1E1-105E-2C80-B9E6-6D91F582D860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86" creationId="{F671677C-FCF4-0007-3E57-3E2D55DC040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87" creationId="{2F00B712-BD8A-7B3A-0A9E-4CDFEBA545A1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89" creationId="{6024748C-84D1-2E19-C305-71DA3D7947D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91" creationId="{57E8EDA9-7EAA-4B24-454A-8A4C4B72779D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92" creationId="{C205298C-F0B1-0148-8220-D93A184C9E6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98" creationId="{5EE289D3-4B28-E404-5D04-3713A47A3F7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00" creationId="{AABBC2B9-0042-0BF8-1598-308FBD78292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03" creationId="{CDB5FC96-FD27-814F-2A41-BC51EF5F438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04" creationId="{23A5A8E0-06EF-C9BD-D6D3-B8461FF2F8F5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06" creationId="{647E85BE-A9FB-AA2C-D994-FFF7C718E0D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11" creationId="{3BAF250B-ACAE-6005-F32D-6DA96BE5BA8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14" creationId="{FCFFE063-3A72-3171-66CB-0123668EB6AD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15" creationId="{3EAB90F7-ECB7-2EB8-8942-A8BB345AED4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17" creationId="{6C33817C-37CC-F0AC-E892-26E2AA849E0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19" creationId="{67B0A0AD-D045-E18D-9172-F41BE5AA4A0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20" creationId="{4AC2AEEA-9D13-8EFC-C54B-6CA9B0821EB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23" creationId="{4668DEE4-5903-8D6E-A143-759368279D1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24" creationId="{61DDC136-0726-28FA-2712-0A6135D82F7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26" creationId="{012B8CC1-69EB-1C95-3055-E98D36D1CA0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27" creationId="{0D2B8C87-9BDA-2548-9FEF-2607E8E35B4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29" creationId="{FBD6A73C-B8EB-D73D-09B7-BEDDCE01BA6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33" creationId="{6DF9AD54-7EEE-855C-A517-722F07A89AE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34" creationId="{A9D347C8-E69C-EC66-42D2-7320147BC12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35" creationId="{A31CD3C1-1E71-4D84-4E08-656DC982428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37" creationId="{03DDDDF2-578F-79A8-3358-460E808EACC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39" creationId="{121AD849-2D56-5686-1809-C6E35FA38A9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40" creationId="{939C0A02-DD48-FEE1-A0AE-E8EAEE05CBB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43" creationId="{456A1375-05F1-DAB7-68BC-E392B9D41AA1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44" creationId="{D8B3AE40-04CA-154D-5CF6-CF502A5C856D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46" creationId="{1C759C31-F191-6DB3-5F79-3B5AC3F2CEED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47" creationId="{4ACFD599-B113-735E-BA5A-9D46B4D8A81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49" creationId="{D08A83F9-6916-0599-C80D-59E89F67F3A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53" creationId="{43CD436D-4212-6BCD-3F99-4E74B6B719A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54" creationId="{85525594-AA3D-C6C7-CCF0-A358603ECBB0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55" creationId="{CEC2FB58-91F2-1205-876D-F91FB89787F0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57" creationId="{3E808FD8-AC5B-E259-BA8C-EB8A1F7AD1B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0" creationId="{5FE2E187-3300-7D10-18B8-04FA32CA703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1" creationId="{F6919E71-6509-7228-0A21-36C4F33B81C5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2" creationId="{CF056209-1546-86D7-FD41-8B2BB2DAD19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3" creationId="{302B9FEB-A685-54F4-E106-61818730B59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4" creationId="{540B9471-C153-A999-746F-51F25856C7D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5" creationId="{DED3895F-4F68-3A35-BB88-4465CE31D4C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6" creationId="{CBB8FE02-AB83-FEA7-2BD0-C0024C150C9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7" creationId="{D2EC8B2E-925E-18F9-E1DC-30EC7A71325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8" creationId="{E5A2EA86-C6E1-D43E-EBEC-A0A6564FF9C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69" creationId="{7EE28088-A5DB-6D3F-9D0B-9B975B003AF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70" creationId="{66945383-22C9-28A7-5A47-8C0B1677A5E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71" creationId="{EBBB0BCE-64EE-80A7-45CF-5F472708ABA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73" creationId="{2DBA6348-6136-02A8-0B37-BAA71ECBC75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76" creationId="{0321ACBD-22DB-F92B-F734-80F9070A471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79" creationId="{7FF46C41-B973-3E90-923C-2BF6556794A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0" creationId="{00E5423F-41C9-2726-E98A-585448D4B0C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1" creationId="{1C92A8AA-0148-2131-BCF2-F74B5EF995F0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2" creationId="{F4A77DFA-8D5E-8B0B-05FE-28DBEA800061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3" creationId="{7F254236-83CB-CF1D-FF67-F9D4AB1BC4D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4" creationId="{CA918549-7451-43DE-4DAD-98271F35122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5" creationId="{22D14EBD-74BD-D997-7AA7-AC40CE32DDD0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6" creationId="{B1C6E753-9F7F-7073-7C90-73CA578E36A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87" creationId="{952744DB-1ACD-7ED3-EF18-A087874E058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2" creationId="{A3891225-467E-5F4A-C6D9-79D2AE07831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3" creationId="{914BBA60-2096-AFDD-FB6F-3062734689D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4" creationId="{ECD7797C-A813-2328-3CBD-A2886D1D659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5" creationId="{4EEC2FF6-1612-6706-564E-F42521D411A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6" creationId="{7EB5B5C1-F4BB-AF20-D080-5E271CDEE96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7" creationId="{2DB6070C-14B5-579F-9040-EDBE92B591B3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8" creationId="{3714A79C-9996-8A49-3433-493FAC326C1E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199" creationId="{31605DE6-58D2-C0C5-83DE-38F661C9F2B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0" creationId="{4C2322FB-4EA4-5F81-EFBE-29D4E3882065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1" creationId="{C69A7C70-A476-2205-3B49-8E304164FCD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2" creationId="{9FD0CDB8-73D5-9ADA-D427-2C2DE72AB20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4" creationId="{E8B4B1B8-45F1-5303-337B-8FF1FA6D97E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5" creationId="{7C740189-4A58-3977-E759-E37EDDA7732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6" creationId="{78E14CCD-01FE-396B-D920-7D810802362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7" creationId="{FB1A176A-AFA8-0816-2982-29F2D0DBF658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08" creationId="{789A5892-78AA-891F-26FE-32C8279D7917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11" creationId="{58683BFB-EFAF-E30B-8FC2-165D6AC4FC16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14" creationId="{10E25202-4471-06E9-7B56-D02F448C786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15" creationId="{6F34CC56-40BF-03A9-A0E6-C8D3EA0589EF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16" creationId="{72C6FF47-1BB2-D653-CED2-522CDE8DE4B5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18" creationId="{9B2C6933-D86E-E6B9-7098-EFCA18A85D0C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20" creationId="{1A891BE3-D877-9AD1-D385-C959437CBA02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spMkLst>
            <pc:docMk/>
            <pc:sldMk cId="4096992879" sldId="265"/>
            <ac:spMk id="222" creationId="{6E112846-39A8-0866-CE70-ED8DCD06FBEF}"/>
          </ac:spMkLst>
        </pc:spChg>
        <pc:graphicFrameChg chg="add mod">
          <ac:chgData name="황유승(YOOSEUNG HWANG)[yooseung.h]/팀장/제조DX.품질DX.설비DX팀" userId="e0689872-7918-445c-ad07-150431448e68" providerId="ADAL" clId="{00CFF235-F84E-4026-90FD-12D085A788F1}" dt="2026-09-02T07:25:54.047" v="76"/>
          <ac:graphicFrameMkLst>
            <pc:docMk/>
            <pc:sldMk cId="4096992879" sldId="265"/>
            <ac:graphicFrameMk id="10" creationId="{55C40E00-68C7-736D-E898-1CFA2B4253E4}"/>
          </ac:graphicFrameMkLst>
        </pc:graphicFrameChg>
        <pc:graphicFrameChg chg="add mod">
          <ac:chgData name="황유승(YOOSEUNG HWANG)[yooseung.h]/팀장/제조DX.품질DX.설비DX팀" userId="e0689872-7918-445c-ad07-150431448e68" providerId="ADAL" clId="{00CFF235-F84E-4026-90FD-12D085A788F1}" dt="2026-09-02T07:25:54.047" v="76"/>
          <ac:graphicFrameMkLst>
            <pc:docMk/>
            <pc:sldMk cId="4096992879" sldId="265"/>
            <ac:graphicFrameMk id="12" creationId="{A72F3D88-454D-2A41-0E41-FCC187ED60DD}"/>
          </ac:graphicFrameMkLst>
        </pc:graphicFrameChg>
        <pc:pic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picMkLst>
            <pc:docMk/>
            <pc:sldMk cId="4096992879" sldId="265"/>
            <ac:picMk id="188" creationId="{1E90A537-218C-66B2-7DE7-49E2806ED62B}"/>
          </ac:picMkLst>
        </pc:picChg>
        <pc:pic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picMkLst>
            <pc:docMk/>
            <pc:sldMk cId="4096992879" sldId="265"/>
            <ac:picMk id="189" creationId="{5C0B4476-9D3E-E240-49B3-E878537373D6}"/>
          </ac:picMkLst>
        </pc:picChg>
        <pc:pic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picMkLst>
            <pc:docMk/>
            <pc:sldMk cId="4096992879" sldId="265"/>
            <ac:picMk id="203" creationId="{C57D87D3-0160-1EDF-445F-1A9AE0F41A30}"/>
          </ac:picMkLst>
        </pc:picChg>
        <pc:pic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picMkLst>
            <pc:docMk/>
            <pc:sldMk cId="4096992879" sldId="265"/>
            <ac:picMk id="221" creationId="{194FB7A5-1D8A-ABEF-6A3A-4DBC4C830245}"/>
          </ac:picMkLst>
        </pc:pic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37" creationId="{9CF0645C-7542-9549-683B-3530AA7A8BAE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39" creationId="{DBAD07B7-48A3-72C3-BED1-1FB8937A0642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49" creationId="{4ED9E733-0E63-6231-600D-2017BF6883C0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50" creationId="{F98BBE6E-A7EA-256C-AC22-A142CACF2F31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77" creationId="{AA6E59F3-4BDD-E878-84B1-4FF66E98EA68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80" creationId="{E9195C61-11A2-D4AB-F6EC-1933D2AB28E3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82" creationId="{08CD92B3-69F4-548C-342B-B318ACC5DDBA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83" creationId="{749B45DB-1C13-2DCF-97D0-98BF17F9A871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84" creationId="{2CB384D3-85E7-E2A6-EA51-F327C31D6B5D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88" creationId="{F623613E-ACAA-E15C-EAE0-05078DC3D569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90" creationId="{D46D8BFD-873E-F522-5FA4-C1D8172DAFB3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93" creationId="{4A71D795-A36F-C435-84E1-C6C948EB99BF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97" creationId="{B361DA0A-56EA-369A-FFA0-3000E61108EC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01" creationId="{68470174-42A8-5F03-94ED-9968A4F2F2D5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05" creationId="{A4350BEB-E329-AD6D-CDED-E39109F2B1F8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08" creationId="{C25A9972-909C-CCBE-B8F7-C116D1BAAD09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09" creationId="{BCD230C4-9F2E-B7F9-4B2F-87721BF561B9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10" creationId="{B8E496AF-35A1-0D66-6755-417DD9741FC7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16" creationId="{66E100A9-6161-E009-191E-C77CB633C14F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18" creationId="{12F3EE5A-ACB5-F17B-38E3-E7A0ABEB4F79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21" creationId="{C97DB59A-4431-A9D9-6192-AF24CE4FF8AC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22" creationId="{9DAB5910-B3C5-0357-B509-44FD10AC5C24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25" creationId="{40802F6E-77D1-3EC2-04B6-73234D242BD7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28" creationId="{638B7F1D-D7A9-4D57-8A50-8E8CB9381BF9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30" creationId="{81BA6186-4064-7D74-6C22-6CCAD23FFD6A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31" creationId="{8AB6ABD0-34CE-D133-37E6-F7811FF8ACB3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32" creationId="{71FB167A-2EF1-A9E9-927F-D34E760A0275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36" creationId="{50B1020C-D202-C192-C28B-2A038E8A17E3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38" creationId="{CC4B699D-8628-52B3-A444-DAC6A67959D2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41" creationId="{52A38462-4417-534C-751D-246DFB113EA5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42" creationId="{71CC3C43-1946-C4A2-04BC-6D27DCA128DA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45" creationId="{6A536F5A-F424-AF18-3525-E4B2F6B1F79E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48" creationId="{5FC1E159-D238-1540-2966-5101A2388051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50" creationId="{36CD1BB2-227B-CD2B-7F0A-BAFB6E191227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51" creationId="{FAAF7ED8-BB3C-7B96-8866-2A6E8AAC36FF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52" creationId="{FCEDE315-C125-1D6B-D5E0-64F2FD4DAE02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56" creationId="{ECA6A1FB-7FC7-9CB7-33E1-C28482EAE727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58" creationId="{58857D4D-3F00-2B3F-4B55-8FEB1F5202AC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59" creationId="{C981F159-DB04-14BF-9A46-2578E0415C58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72" creationId="{A8149E17-A4A7-88E1-52F7-75004CC148AF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74" creationId="{CC63B4DA-18C2-18AD-738E-5F5F8A893E61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75" creationId="{BC3C3148-BB80-FD3A-FE94-5A836B78B2D8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77" creationId="{7EBDE804-2E8B-B6A4-469D-2EFF51619B65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78" creationId="{CEF0F8A5-46F0-0E8A-C6B1-A5C2EB1505F0}"/>
          </ac:cxnSpMkLst>
        </pc:cxnChg>
        <pc:cxn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90" creationId="{8EA1E154-1D12-6061-CE13-6808804A5C5E}"/>
          </ac:cxnSpMkLst>
        </pc:cxnChg>
        <pc:cxn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191" creationId="{A8428929-54B1-1EE6-ED9D-1901F09C6FFD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209" creationId="{1B1B7144-0E1B-6C8F-1936-8FCF8A6CBC2B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210" creationId="{5E7B7760-E015-AA09-725A-1F42AC0325E6}"/>
          </ac:cxnSpMkLst>
        </pc:cxnChg>
        <pc:cxn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212" creationId="{43B61CBC-C782-E662-E353-5D6A81A1C94F}"/>
          </ac:cxnSpMkLst>
        </pc:cxnChg>
        <pc:cxnChg chg="del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213" creationId="{14F60EF0-6ADC-3E91-2220-CFF17F638F5A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217" creationId="{AA96DAEE-F7EF-FE87-C3E9-7BD49F42AD5E}"/>
          </ac:cxnSpMkLst>
        </pc:cxnChg>
        <pc:cxnChg chg="del mod">
          <ac:chgData name="황유승(YOOSEUNG HWANG)[yooseung.h]/팀장/제조DX.품질DX.설비DX팀" userId="e0689872-7918-445c-ad07-150431448e68" providerId="ADAL" clId="{00CFF235-F84E-4026-90FD-12D085A788F1}" dt="2026-09-02T07:25:39.070" v="74" actId="478"/>
          <ac:cxnSpMkLst>
            <pc:docMk/>
            <pc:sldMk cId="4096992879" sldId="265"/>
            <ac:cxnSpMk id="219" creationId="{40B2C853-9543-F1AB-8F69-BA5F3A40021D}"/>
          </ac:cxnSpMkLst>
        </pc:cxnChg>
      </pc:sldChg>
      <pc:sldChg chg="addSp delSp modSp mod">
        <pc:chgData name="황유승(YOOSEUNG HWANG)[yooseung.h]/팀장/제조DX.품질DX.설비DX팀" userId="e0689872-7918-445c-ad07-150431448e68" providerId="ADAL" clId="{00CFF235-F84E-4026-90FD-12D085A788F1}" dt="2026-09-07T04:22:41.834" v="146"/>
        <pc:sldMkLst>
          <pc:docMk/>
          <pc:sldMk cId="2577439668" sldId="272"/>
        </pc:sldMkLst>
        <pc:spChg chg="add mod">
          <ac:chgData name="황유승(YOOSEUNG HWANG)[yooseung.h]/팀장/제조DX.품질DX.설비DX팀" userId="e0689872-7918-445c-ad07-150431448e68" providerId="ADAL" clId="{00CFF235-F84E-4026-90FD-12D085A788F1}" dt="2026-09-02T07:27:46.342" v="83"/>
          <ac:spMkLst>
            <pc:docMk/>
            <pc:sldMk cId="2577439668" sldId="272"/>
            <ac:spMk id="2" creationId="{0CFA8C5B-0D16-56C2-4871-1EC0F241230C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3" creationId="{29EAA612-C974-B9F8-9DF9-36063F5C89F9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7T04:21:19.560" v="142" actId="478"/>
          <ac:spMkLst>
            <pc:docMk/>
            <pc:sldMk cId="2577439668" sldId="272"/>
            <ac:spMk id="4" creationId="{57B6D81F-C1EA-0C0B-575A-B75003B89FD3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6" creationId="{50D6154D-6BE7-0AAF-43A8-30881804EC46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7" creationId="{379B8A80-A17B-1C76-6AEF-EDCD9CF8CF95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8" creationId="{9B1429B3-8C15-0A37-355E-32B1C91AF6F9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spMkLst>
            <pc:docMk/>
            <pc:sldMk cId="2577439668" sldId="272"/>
            <ac:spMk id="9" creationId="{983E5684-9AF6-9357-B7C2-8646C6BEF7FB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7:45.135" v="82" actId="478"/>
          <ac:spMkLst>
            <pc:docMk/>
            <pc:sldMk cId="2577439668" sldId="272"/>
            <ac:spMk id="10" creationId="{B87E7C20-6096-E8D0-5D1A-5AA29F576DB6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spMkLst>
            <pc:docMk/>
            <pc:sldMk cId="2577439668" sldId="272"/>
            <ac:spMk id="10" creationId="{DF86BB29-89B9-FA46-29D6-77FB1B433D90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11" creationId="{05238DB6-3DC5-D5AB-43D7-6F3CCF6EEF06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13" creationId="{7580988E-BFA1-13FA-144E-6860E0EF7422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spMkLst>
            <pc:docMk/>
            <pc:sldMk cId="2577439668" sldId="272"/>
            <ac:spMk id="14" creationId="{F06B020C-FBB8-D5EB-D4F5-053E3A6BD921}"/>
          </ac:spMkLst>
        </pc:spChg>
        <pc:spChg chg="add del mod">
          <ac:chgData name="황유승(YOOSEUNG HWANG)[yooseung.h]/팀장/제조DX.품질DX.설비DX팀" userId="e0689872-7918-445c-ad07-150431448e68" providerId="ADAL" clId="{00CFF235-F84E-4026-90FD-12D085A788F1}" dt="2026-09-07T04:22:30.787" v="144" actId="478"/>
          <ac:spMkLst>
            <pc:docMk/>
            <pc:sldMk cId="2577439668" sldId="272"/>
            <ac:spMk id="15" creationId="{4E323600-0C24-97C6-EB3E-E48D4F270BA6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spMkLst>
            <pc:docMk/>
            <pc:sldMk cId="2577439668" sldId="272"/>
            <ac:spMk id="17" creationId="{BDF21035-F91F-D233-1796-38301D690AE4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spMkLst>
            <pc:docMk/>
            <pc:sldMk cId="2577439668" sldId="272"/>
            <ac:spMk id="18" creationId="{C65953D9-42AF-6713-923F-941DE7272AD6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spMkLst>
            <pc:docMk/>
            <pc:sldMk cId="2577439668" sldId="272"/>
            <ac:spMk id="19" creationId="{EE7B348B-2331-98E3-FCDD-244D25AF47CE}"/>
          </ac:spMkLst>
        </pc:spChg>
        <pc:sp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spMkLst>
            <pc:docMk/>
            <pc:sldMk cId="2577439668" sldId="272"/>
            <ac:spMk id="20" creationId="{EEBA5799-C1B4-2D5E-948D-3749591BB684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2T07:27:20.524" v="79" actId="478"/>
          <ac:spMkLst>
            <pc:docMk/>
            <pc:sldMk cId="2577439668" sldId="272"/>
            <ac:spMk id="306" creationId="{C4678130-BC9A-AFAC-43EF-3D82BDEAA94A}"/>
          </ac:spMkLst>
        </pc:spChg>
        <pc:spChg chg="del">
          <ac:chgData name="황유승(YOOSEUNG HWANG)[yooseung.h]/팀장/제조DX.품질DX.설비DX팀" userId="e0689872-7918-445c-ad07-150431448e68" providerId="ADAL" clId="{00CFF235-F84E-4026-90FD-12D085A788F1}" dt="2026-09-07T04:22:32.960" v="145" actId="478"/>
          <ac:spMkLst>
            <pc:docMk/>
            <pc:sldMk cId="2577439668" sldId="272"/>
            <ac:spMk id="318" creationId="{EAB56D92-7ED9-1B53-C268-1FD755BBBD9E}"/>
          </ac:spMkLst>
        </pc:spChg>
        <pc:graphicFrame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graphicFrameMkLst>
            <pc:docMk/>
            <pc:sldMk cId="2577439668" sldId="272"/>
            <ac:graphicFrameMk id="12" creationId="{468C53DE-C430-ECA0-C532-5EED45E60A6C}"/>
          </ac:graphicFrameMkLst>
        </pc:graphicFrameChg>
        <pc:graphicFrameChg chg="add del mod">
          <ac:chgData name="황유승(YOOSEUNG HWANG)[yooseung.h]/팀장/제조DX.품질DX.설비DX팀" userId="e0689872-7918-445c-ad07-150431448e68" providerId="ADAL" clId="{00CFF235-F84E-4026-90FD-12D085A788F1}" dt="2026-09-07T04:22:24.207" v="143" actId="478"/>
          <ac:graphicFrameMkLst>
            <pc:docMk/>
            <pc:sldMk cId="2577439668" sldId="272"/>
            <ac:graphicFrameMk id="16" creationId="{24366504-2CC0-DD09-8511-E508D5E6F1F1}"/>
          </ac:graphicFrameMkLst>
        </pc:graphicFrameChg>
        <pc:graphicFrameChg chg="add mod">
          <ac:chgData name="황유승(YOOSEUNG HWANG)[yooseung.h]/팀장/제조DX.품질DX.설비DX팀" userId="e0689872-7918-445c-ad07-150431448e68" providerId="ADAL" clId="{00CFF235-F84E-4026-90FD-12D085A788F1}" dt="2026-09-07T04:22:41.834" v="146"/>
          <ac:graphicFrameMkLst>
            <pc:docMk/>
            <pc:sldMk cId="2577439668" sldId="272"/>
            <ac:graphicFrameMk id="21" creationId="{8C2E6260-0C73-1668-9204-BB52C89121A4}"/>
          </ac:graphicFrameMkLst>
        </pc:graphicFrameChg>
        <pc:picChg chg="del">
          <ac:chgData name="황유승(YOOSEUNG HWANG)[yooseung.h]/팀장/제조DX.품질DX.설비DX팀" userId="e0689872-7918-445c-ad07-150431448e68" providerId="ADAL" clId="{00CFF235-F84E-4026-90FD-12D085A788F1}" dt="2026-09-02T07:27:18.064" v="78" actId="478"/>
          <ac:picMkLst>
            <pc:docMk/>
            <pc:sldMk cId="2577439668" sldId="272"/>
            <ac:picMk id="9" creationId="{B7F1BC50-4855-7E50-AE9C-CAE9A22ADAEF}"/>
          </ac:picMkLst>
        </pc:picChg>
      </pc:sldChg>
      <pc:sldChg chg="del">
        <pc:chgData name="황유승(YOOSEUNG HWANG)[yooseung.h]/팀장/제조DX.품질DX.설비DX팀" userId="e0689872-7918-445c-ad07-150431448e68" providerId="ADAL" clId="{00CFF235-F84E-4026-90FD-12D085A788F1}" dt="2026-09-07T04:20:40.634" v="141" actId="47"/>
        <pc:sldMkLst>
          <pc:docMk/>
          <pc:sldMk cId="4096280499" sldId="273"/>
        </pc:sldMkLst>
      </pc:sldChg>
      <pc:sldChg chg="modSp mod">
        <pc:chgData name="황유승(YOOSEUNG HWANG)[yooseung.h]/팀장/제조DX.품질DX.설비DX팀" userId="e0689872-7918-445c-ad07-150431448e68" providerId="ADAL" clId="{00CFF235-F84E-4026-90FD-12D085A788F1}" dt="2026-09-07T04:19:25.390" v="139" actId="1035"/>
        <pc:sldMkLst>
          <pc:docMk/>
          <pc:sldMk cId="2713508576" sldId="2147483647"/>
        </pc:sldMkLst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2" creationId="{23F3A0AA-B70A-AA3F-9A32-3C5CEEB6A81F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4" creationId="{7C0C1376-D488-67E6-D716-72F409CE74DF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6" creationId="{FC76958A-C32D-217C-B73C-83077395D278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7" creationId="{7F8EB53A-F427-C69E-905F-BE5AE02A2AD2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0" creationId="{BDA75DE2-637F-0F29-2BE3-0C789D36AD43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1" creationId="{891B3F26-0576-FFBC-247E-34ECDA8D62DC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3" creationId="{219DA7C3-11D3-DB98-0639-A577ACCDE9AC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4" creationId="{4F5CEEDF-154B-3F9F-0114-B22E2BB18899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5" creationId="{D232FCD8-8B5D-55E5-F482-E587C79B3E44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6" creationId="{4F9D4DED-4E42-A527-1494-92B920F6C497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7" creationId="{9E592CB5-2CBC-29F4-53CF-0B427EC0EDA1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18" creationId="{2293DDFE-104F-D9E5-D5D4-171895BC80AB}"/>
          </ac:spMkLst>
        </pc:spChg>
        <pc:sp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spMkLst>
            <pc:docMk/>
            <pc:sldMk cId="2713508576" sldId="2147483647"/>
            <ac:spMk id="26" creationId="{C19C5942-093C-83AB-1302-AFE5230961A8}"/>
          </ac:spMkLst>
        </pc:spChg>
        <pc:grpChg chg="mod">
          <ac:chgData name="황유승(YOOSEUNG HWANG)[yooseung.h]/팀장/제조DX.품질DX.설비DX팀" userId="e0689872-7918-445c-ad07-150431448e68" providerId="ADAL" clId="{00CFF235-F84E-4026-90FD-12D085A788F1}" dt="2026-09-07T04:19:13.690" v="111" actId="1035"/>
          <ac:grpSpMkLst>
            <pc:docMk/>
            <pc:sldMk cId="2713508576" sldId="2147483647"/>
            <ac:grpSpMk id="19" creationId="{B5766A33-19FE-4116-A4F0-EDBA6091DF48}"/>
          </ac:grpSpMkLst>
        </pc:grpChg>
        <pc:graphicFrameChg chg="mod modGraphic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  <pc:picChg chg="mod">
          <ac:chgData name="황유승(YOOSEUNG HWANG)[yooseung.h]/팀장/제조DX.품질DX.설비DX팀" userId="e0689872-7918-445c-ad07-150431448e68" providerId="ADAL" clId="{00CFF235-F84E-4026-90FD-12D085A788F1}" dt="2026-09-07T04:19:25.390" v="139" actId="1035"/>
          <ac:picMkLst>
            <pc:docMk/>
            <pc:sldMk cId="2713508576" sldId="2147483647"/>
            <ac:picMk id="9" creationId="{4CD57314-9D30-1F60-EBE0-7347CFFB2E42}"/>
          </ac:picMkLst>
        </pc:picChg>
      </pc:sldChg>
    </pc:docChg>
  </pc:docChgLst>
  <pc:docChgLst>
    <pc:chgData name="황유승(YOOSEUNG HWANG)[yooseung.h]/팀장/제조DX.품질DX.설비DX팀" userId="e0689872-7918-445c-ad07-150431448e68" providerId="ADAL" clId="{586C9DED-2C80-4AE6-A827-9916EF50A773}"/>
    <pc:docChg chg="custSel addSld delSld modSld modSection">
      <pc:chgData name="황유승(YOOSEUNG HWANG)[yooseung.h]/팀장/제조DX.품질DX.설비DX팀" userId="e0689872-7918-445c-ad07-150431448e68" providerId="ADAL" clId="{586C9DED-2C80-4AE6-A827-9916EF50A773}" dt="2026-08-06T06:25:29.278" v="277" actId="20577"/>
      <pc:docMkLst>
        <pc:docMk/>
      </pc:docMkLst>
      <pc:sldChg chg="addSp delSp modSp mod">
        <pc:chgData name="황유승(YOOSEUNG HWANG)[yooseung.h]/팀장/제조DX.품질DX.설비DX팀" userId="e0689872-7918-445c-ad07-150431448e68" providerId="ADAL" clId="{586C9DED-2C80-4AE6-A827-9916EF50A773}" dt="2026-08-06T06:23:29.439" v="271" actId="207"/>
        <pc:sldMkLst>
          <pc:docMk/>
          <pc:sldMk cId="139871137" sldId="257"/>
        </pc:sldMkLst>
        <pc:spChg chg="add mod ord">
          <ac:chgData name="황유승(YOOSEUNG HWANG)[yooseung.h]/팀장/제조DX.품질DX.설비DX팀" userId="e0689872-7918-445c-ad07-150431448e68" providerId="ADAL" clId="{586C9DED-2C80-4AE6-A827-9916EF50A773}" dt="2026-08-06T06:23:13" v="270" actId="207"/>
          <ac:spMkLst>
            <pc:docMk/>
            <pc:sldMk cId="139871137" sldId="257"/>
            <ac:spMk id="2" creationId="{E4A48614-65B3-1B06-B516-73EF08D8DA8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23:29.439" v="271" actId="207"/>
          <ac:spMkLst>
            <pc:docMk/>
            <pc:sldMk cId="139871137" sldId="257"/>
            <ac:spMk id="13" creationId="{5D1F7B27-4ACF-0B17-A860-5DBC8148923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8:58.900" v="252" actId="1037"/>
          <ac:spMkLst>
            <pc:docMk/>
            <pc:sldMk cId="139871137" sldId="257"/>
            <ac:spMk id="19" creationId="{9B4284DD-3367-0B16-4D58-CDA77B8BA9F1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14:47.622" v="181" actId="1037"/>
          <ac:spMkLst>
            <pc:docMk/>
            <pc:sldMk cId="139871137" sldId="257"/>
            <ac:spMk id="26" creationId="{DC51D61C-9108-C327-416F-7B2959483381}"/>
          </ac:spMkLst>
        </pc:spChg>
      </pc:sldChg>
      <pc:sldChg chg="modSp mod">
        <pc:chgData name="황유승(YOOSEUNG HWANG)[yooseung.h]/팀장/제조DX.품질DX.설비DX팀" userId="e0689872-7918-445c-ad07-150431448e68" providerId="ADAL" clId="{586C9DED-2C80-4AE6-A827-9916EF50A773}" dt="2026-08-06T06:20:25.581" v="256" actId="207"/>
        <pc:sldMkLst>
          <pc:docMk/>
          <pc:sldMk cId="2450862783" sldId="258"/>
        </pc:sldMkLst>
        <pc:graphicFrameChg chg="mod modGraphic">
          <ac:chgData name="황유승(YOOSEUNG HWANG)[yooseung.h]/팀장/제조DX.품질DX.설비DX팀" userId="e0689872-7918-445c-ad07-150431448e68" providerId="ADAL" clId="{586C9DED-2C80-4AE6-A827-9916EF50A773}" dt="2026-08-06T06:20:25.581" v="256" actId="207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modSp mod">
        <pc:chgData name="황유승(YOOSEUNG HWANG)[yooseung.h]/팀장/제조DX.품질DX.설비DX팀" userId="e0689872-7918-445c-ad07-150431448e68" providerId="ADAL" clId="{586C9DED-2C80-4AE6-A827-9916EF50A773}" dt="2026-08-06T06:21:33.949" v="265" actId="207"/>
        <pc:sldMkLst>
          <pc:docMk/>
          <pc:sldMk cId="449571963" sldId="259"/>
        </pc:sldMkLst>
        <pc:spChg chg="mod">
          <ac:chgData name="황유승(YOOSEUNG HWANG)[yooseung.h]/팀장/제조DX.품질DX.설비DX팀" userId="e0689872-7918-445c-ad07-150431448e68" providerId="ADAL" clId="{586C9DED-2C80-4AE6-A827-9916EF50A773}" dt="2026-08-06T06:07:55.621" v="80" actId="20577"/>
          <ac:spMkLst>
            <pc:docMk/>
            <pc:sldMk cId="449571963" sldId="259"/>
            <ac:spMk id="9" creationId="{94C663D5-983F-EEF0-8E6C-9A443DC22C0C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21:33.949" v="265" actId="207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21:29.087" v="264" actId="207"/>
          <ac:spMkLst>
            <pc:docMk/>
            <pc:sldMk cId="449571963" sldId="259"/>
            <ac:spMk id="90" creationId="{5B1017F5-AC73-5C2E-65E3-3B07E8DA2364}"/>
          </ac:spMkLst>
        </pc:spChg>
      </pc:sldChg>
      <pc:sldChg chg="addSp delSp modSp mod">
        <pc:chgData name="황유승(YOOSEUNG HWANG)[yooseung.h]/팀장/제조DX.품질DX.설비DX팀" userId="e0689872-7918-445c-ad07-150431448e68" providerId="ADAL" clId="{586C9DED-2C80-4AE6-A827-9916EF50A773}" dt="2026-08-06T06:25:16.386" v="275" actId="20577"/>
        <pc:sldMkLst>
          <pc:docMk/>
          <pc:sldMk cId="2673517365" sldId="261"/>
        </pc:sldMkLst>
        <pc:spChg chg="add mod">
          <ac:chgData name="황유승(YOOSEUNG HWANG)[yooseung.h]/팀장/제조DX.품질DX.설비DX팀" userId="e0689872-7918-445c-ad07-150431448e68" providerId="ADAL" clId="{586C9DED-2C80-4AE6-A827-9916EF50A773}" dt="2026-08-06T06:11:10.860" v="88"/>
          <ac:spMkLst>
            <pc:docMk/>
            <pc:sldMk cId="2673517365" sldId="261"/>
            <ac:spMk id="3" creationId="{2B24979A-693E-E49C-7F1C-917396ABB339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25:16.386" v="275" actId="20577"/>
          <ac:spMkLst>
            <pc:docMk/>
            <pc:sldMk cId="2673517365" sldId="261"/>
            <ac:spMk id="4" creationId="{00000000-0000-0000-0000-00000000000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1:10.860" v="88"/>
          <ac:spMkLst>
            <pc:docMk/>
            <pc:sldMk cId="2673517365" sldId="261"/>
            <ac:spMk id="9" creationId="{99F6B5DF-EBDD-CB1B-3E05-5443E164E6B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1:10.860" v="88"/>
          <ac:spMkLst>
            <pc:docMk/>
            <pc:sldMk cId="2673517365" sldId="261"/>
            <ac:spMk id="13" creationId="{1D3B7B01-C903-7D7E-0968-843CE340DD25}"/>
          </ac:spMkLst>
        </pc:spChg>
        <pc:graphicFrameChg chg="add mod">
          <ac:chgData name="황유승(YOOSEUNG HWANG)[yooseung.h]/팀장/제조DX.품질DX.설비DX팀" userId="e0689872-7918-445c-ad07-150431448e68" providerId="ADAL" clId="{586C9DED-2C80-4AE6-A827-9916EF50A773}" dt="2026-08-06T06:11:10.860" v="88"/>
          <ac:graphicFrameMkLst>
            <pc:docMk/>
            <pc:sldMk cId="2673517365" sldId="261"/>
            <ac:graphicFrameMk id="12" creationId="{A87346D7-AB72-D3DA-0F77-5A59C141350C}"/>
          </ac:graphicFrameMkLst>
        </pc:graphicFrameChg>
      </pc:sldChg>
      <pc:sldChg chg="delSp modSp mod">
        <pc:chgData name="황유승(YOOSEUNG HWANG)[yooseung.h]/팀장/제조DX.품질DX.설비DX팀" userId="e0689872-7918-445c-ad07-150431448e68" providerId="ADAL" clId="{586C9DED-2C80-4AE6-A827-9916EF50A773}" dt="2026-08-06T06:25:29.278" v="277" actId="20577"/>
        <pc:sldMkLst>
          <pc:docMk/>
          <pc:sldMk cId="365755086" sldId="263"/>
        </pc:sldMkLst>
        <pc:spChg chg="mod">
          <ac:chgData name="황유승(YOOSEUNG HWANG)[yooseung.h]/팀장/제조DX.품질DX.설비DX팀" userId="e0689872-7918-445c-ad07-150431448e68" providerId="ADAL" clId="{586C9DED-2C80-4AE6-A827-9916EF50A773}" dt="2026-08-06T06:25:29.278" v="277" actId="20577"/>
          <ac:spMkLst>
            <pc:docMk/>
            <pc:sldMk cId="365755086" sldId="263"/>
            <ac:spMk id="4" creationId="{00000000-0000-0000-0000-000000000000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20:38.571" v="257" actId="207"/>
          <ac:spMkLst>
            <pc:docMk/>
            <pc:sldMk cId="365755086" sldId="263"/>
            <ac:spMk id="9" creationId="{6F94E2BB-4D43-499C-420A-8BCB1708F54B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20:43.772" v="258" actId="207"/>
          <ac:spMkLst>
            <pc:docMk/>
            <pc:sldMk cId="365755086" sldId="263"/>
            <ac:spMk id="11" creationId="{8343CB64-7859-06C8-1B14-3B9706086B65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05:31.715" v="65" actId="1038"/>
          <ac:spMkLst>
            <pc:docMk/>
            <pc:sldMk cId="365755086" sldId="263"/>
            <ac:spMk id="18" creationId="{76BBF559-2C04-18DA-77C2-CE351F63BA3A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05:35.425" v="69" actId="20577"/>
          <ac:spMkLst>
            <pc:docMk/>
            <pc:sldMk cId="365755086" sldId="263"/>
            <ac:spMk id="19" creationId="{20C36FDC-2975-4D70-BDE6-7FEE6E6787CE}"/>
          </ac:spMkLst>
        </pc:spChg>
        <pc:graphicFrameChg chg="modGraphic">
          <ac:chgData name="황유승(YOOSEUNG HWANG)[yooseung.h]/팀장/제조DX.품질DX.설비DX팀" userId="e0689872-7918-445c-ad07-150431448e68" providerId="ADAL" clId="{586C9DED-2C80-4AE6-A827-9916EF50A773}" dt="2026-08-06T06:05:10.567" v="11" actId="6549"/>
          <ac:graphicFrameMkLst>
            <pc:docMk/>
            <pc:sldMk cId="365755086" sldId="263"/>
            <ac:graphicFrameMk id="21" creationId="{00000000-0000-0000-0000-000000000000}"/>
          </ac:graphicFrameMkLst>
        </pc:graphicFrameChg>
      </pc:sldChg>
      <pc:sldChg chg="addSp delSp modSp mod">
        <pc:chgData name="황유승(YOOSEUNG HWANG)[yooseung.h]/팀장/제조DX.품질DX.설비DX팀" userId="e0689872-7918-445c-ad07-150431448e68" providerId="ADAL" clId="{586C9DED-2C80-4AE6-A827-9916EF50A773}" dt="2026-08-06T06:25:05.067" v="273" actId="20577"/>
        <pc:sldMkLst>
          <pc:docMk/>
          <pc:sldMk cId="4096992879" sldId="265"/>
        </pc:sldMkLst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" creationId="{4DF23073-B6FB-B44F-A2E4-FC0150365E61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25:05.067" v="273" actId="20577"/>
          <ac:spMkLst>
            <pc:docMk/>
            <pc:sldMk cId="4096992879" sldId="265"/>
            <ac:spMk id="4" creationId="{00000000-0000-0000-0000-00000000000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5" creationId="{97969BEC-37B1-7442-8119-652DDA7E239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8" creationId="{933C561E-9E5D-CD76-792B-8E5B18FA159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3" creationId="{3646FE03-DFF6-B4FC-D317-7EB095DAA64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5" creationId="{30EDC824-4545-C5BB-96AC-E1E18DB4BCCB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" creationId="{95FC04B7-F142-4BB2-813E-70AB091AEAB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7" creationId="{2418DE4D-22E4-27E9-C178-B4FAF49C9E8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" creationId="{0E3C36E2-9F18-1F56-6928-4C63F41AD165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5" creationId="{2A41B328-EB46-1362-43A2-1B0EB3B43AB1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6" creationId="{D4EFD3AF-4959-E6AC-CE2F-966547E55DD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8" creationId="{061CA973-D5DF-B474-D22B-C3D3DDF7727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9" creationId="{0D7B4DD8-8DED-A2D7-0DDC-8FBDD6E9DDB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30" creationId="{9641863E-EBEA-9B5F-1A8B-91759DAF159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31" creationId="{2FFFAC5B-9B24-E036-8F92-8657F13AD6E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32" creationId="{DC273D72-83C9-7A02-8338-28906B0A76E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33" creationId="{3544152C-7E38-969E-5A4F-3E0AB3EFBF0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38" creationId="{3289F497-FC96-B290-36BB-F40A61F671B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40" creationId="{B0A66493-70FA-0121-56C6-E9FEB20C849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41" creationId="{CD1238F2-E55D-D5B7-8169-8243A424C23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42" creationId="{83D4DD06-3B0F-97C4-DF46-FA728F86EAF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43" creationId="{10D77A18-6DE6-BF1F-A8CC-CC5DFAF21E8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47" creationId="{7E8CFE93-3BE5-D3D1-EEA1-34C91F3CF21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48" creationId="{342ED950-2450-B946-8859-D28B52626D8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51" creationId="{710C23B9-B3BB-74BB-BAAA-D8D8BE2E29EB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53" creationId="{B0FD2DAB-D291-7006-B389-5121BC97AEF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59" creationId="{8872EF68-E31A-CA63-683D-F2209A06DD2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60" creationId="{8BE5A971-1461-B55F-38D0-FBC6C2A3F37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61" creationId="{C03200DC-244D-4DB8-369F-BCBE1D9D1D3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62" creationId="{9E9E8E6F-3C0F-8721-FBBD-F3AF3BB29E7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78" creationId="{C3EDB8A3-9431-9BA1-CD4F-A8E3B64F26C1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79" creationId="{6146833F-93F8-02BD-BE59-0D44B22E259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81" creationId="{1D71455D-7051-AFE8-3DB1-7CC91C0DD7D4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85" creationId="{7A39E1E1-105E-2C80-B9E6-6D91F582D86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86" creationId="{F671677C-FCF4-0007-3E57-3E2D55DC040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87" creationId="{2F00B712-BD8A-7B3A-0A9E-4CDFEBA545A1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89" creationId="{6024748C-84D1-2E19-C305-71DA3D7947D4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91" creationId="{57E8EDA9-7EAA-4B24-454A-8A4C4B72779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92" creationId="{C205298C-F0B1-0148-8220-D93A184C9E6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98" creationId="{5EE289D3-4B28-E404-5D04-3713A47A3F7B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00" creationId="{AABBC2B9-0042-0BF8-1598-308FBD78292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03" creationId="{CDB5FC96-FD27-814F-2A41-BC51EF5F438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04" creationId="{23A5A8E0-06EF-C9BD-D6D3-B8461FF2F8F5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06" creationId="{647E85BE-A9FB-AA2C-D994-FFF7C718E0D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11" creationId="{3BAF250B-ACAE-6005-F32D-6DA96BE5BA8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14" creationId="{FCFFE063-3A72-3171-66CB-0123668EB6A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15" creationId="{3EAB90F7-ECB7-2EB8-8942-A8BB345AED4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17" creationId="{6C33817C-37CC-F0AC-E892-26E2AA849E04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19" creationId="{67B0A0AD-D045-E18D-9172-F41BE5AA4A0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20" creationId="{4AC2AEEA-9D13-8EFC-C54B-6CA9B0821EB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23" creationId="{4668DEE4-5903-8D6E-A143-759368279D1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24" creationId="{61DDC136-0726-28FA-2712-0A6135D82F7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26" creationId="{012B8CC1-69EB-1C95-3055-E98D36D1CA0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27" creationId="{0D2B8C87-9BDA-2548-9FEF-2607E8E35B4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29" creationId="{FBD6A73C-B8EB-D73D-09B7-BEDDCE01BA6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33" creationId="{6DF9AD54-7EEE-855C-A517-722F07A89AE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34" creationId="{A9D347C8-E69C-EC66-42D2-7320147BC12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35" creationId="{A31CD3C1-1E71-4D84-4E08-656DC982428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37" creationId="{03DDDDF2-578F-79A8-3358-460E808EACC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39" creationId="{121AD849-2D56-5686-1809-C6E35FA38A9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40" creationId="{939C0A02-DD48-FEE1-A0AE-E8EAEE05CBB4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43" creationId="{456A1375-05F1-DAB7-68BC-E392B9D41AA1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44" creationId="{D8B3AE40-04CA-154D-5CF6-CF502A5C856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46" creationId="{1C759C31-F191-6DB3-5F79-3B5AC3F2CEE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47" creationId="{4ACFD599-B113-735E-BA5A-9D46B4D8A81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49" creationId="{D08A83F9-6916-0599-C80D-59E89F67F3A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53" creationId="{43CD436D-4212-6BCD-3F99-4E74B6B719A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54" creationId="{85525594-AA3D-C6C7-CCF0-A358603ECBB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55" creationId="{CEC2FB58-91F2-1205-876D-F91FB89787F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57" creationId="{3E808FD8-AC5B-E259-BA8C-EB8A1F7AD1B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0" creationId="{5FE2E187-3300-7D10-18B8-04FA32CA703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1" creationId="{F6919E71-6509-7228-0A21-36C4F33B81C5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2" creationId="{CF056209-1546-86D7-FD41-8B2BB2DAD194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3" creationId="{302B9FEB-A685-54F4-E106-61818730B59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4" creationId="{540B9471-C153-A999-746F-51F25856C7D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5" creationId="{DED3895F-4F68-3A35-BB88-4465CE31D4C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6" creationId="{CBB8FE02-AB83-FEA7-2BD0-C0024C150C9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7" creationId="{D2EC8B2E-925E-18F9-E1DC-30EC7A71325B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8" creationId="{E5A2EA86-C6E1-D43E-EBEC-A0A6564FF9C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69" creationId="{7EE28088-A5DB-6D3F-9D0B-9B975B003AF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70" creationId="{66945383-22C9-28A7-5A47-8C0B1677A5E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71" creationId="{EBBB0BCE-64EE-80A7-45CF-5F472708ABA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73" creationId="{2DBA6348-6136-02A8-0B37-BAA71ECBC75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76" creationId="{0321ACBD-22DB-F92B-F734-80F9070A471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79" creationId="{7FF46C41-B973-3E90-923C-2BF6556794A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0" creationId="{00E5423F-41C9-2726-E98A-585448D4B0C4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1" creationId="{1C92A8AA-0148-2131-BCF2-F74B5EF995F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2" creationId="{F4A77DFA-8D5E-8B0B-05FE-28DBEA800061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3" creationId="{7F254236-83CB-CF1D-FF67-F9D4AB1BC4DB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4" creationId="{CA918549-7451-43DE-4DAD-98271F35122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5" creationId="{22D14EBD-74BD-D997-7AA7-AC40CE32DDD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6" creationId="{B1C6E753-9F7F-7073-7C90-73CA578E36A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87" creationId="{952744DB-1ACD-7ED3-EF18-A087874E058B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2" creationId="{A3891225-467E-5F4A-C6D9-79D2AE07831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3" creationId="{914BBA60-2096-AFDD-FB6F-3062734689D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4" creationId="{ECD7797C-A813-2328-3CBD-A2886D1D659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5" creationId="{4EEC2FF6-1612-6706-564E-F42521D411A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6" creationId="{7EB5B5C1-F4BB-AF20-D080-5E271CDEE96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7" creationId="{2DB6070C-14B5-579F-9040-EDBE92B591B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8" creationId="{3714A79C-9996-8A49-3433-493FAC326C1E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199" creationId="{31605DE6-58D2-C0C5-83DE-38F661C9F2B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0" creationId="{4C2322FB-4EA4-5F81-EFBE-29D4E3882065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1" creationId="{C69A7C70-A476-2205-3B49-8E304164FCD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2" creationId="{9FD0CDB8-73D5-9ADA-D427-2C2DE72AB20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4" creationId="{E8B4B1B8-45F1-5303-337B-8FF1FA6D97E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5" creationId="{7C740189-4A58-3977-E759-E37EDDA77329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6" creationId="{78E14CCD-01FE-396B-D920-7D810802362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7" creationId="{FB1A176A-AFA8-0816-2982-29F2D0DBF65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08" creationId="{789A5892-78AA-891F-26FE-32C8279D7917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11" creationId="{58683BFB-EFAF-E30B-8FC2-165D6AC4FC1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14" creationId="{10E25202-4471-06E9-7B56-D02F448C786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15" creationId="{6F34CC56-40BF-03A9-A0E6-C8D3EA0589EF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16" creationId="{72C6FF47-1BB2-D653-CED2-522CDE8DE4B5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18" creationId="{9B2C6933-D86E-E6B9-7098-EFCA18A85D0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20" creationId="{1A891BE3-D877-9AD1-D385-C959437CBA0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spMkLst>
            <pc:docMk/>
            <pc:sldMk cId="4096992879" sldId="265"/>
            <ac:spMk id="222" creationId="{6E112846-39A8-0866-CE70-ED8DCD06FBEF}"/>
          </ac:spMkLst>
        </pc:spChg>
        <pc:pic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picMkLst>
            <pc:docMk/>
            <pc:sldMk cId="4096992879" sldId="265"/>
            <ac:picMk id="188" creationId="{1E90A537-218C-66B2-7DE7-49E2806ED62B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picMkLst>
            <pc:docMk/>
            <pc:sldMk cId="4096992879" sldId="265"/>
            <ac:picMk id="189" creationId="{5C0B4476-9D3E-E240-49B3-E878537373D6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picMkLst>
            <pc:docMk/>
            <pc:sldMk cId="4096992879" sldId="265"/>
            <ac:picMk id="203" creationId="{C57D87D3-0160-1EDF-445F-1A9AE0F41A30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picMkLst>
            <pc:docMk/>
            <pc:sldMk cId="4096992879" sldId="265"/>
            <ac:picMk id="221" creationId="{194FB7A5-1D8A-ABEF-6A3A-4DBC4C830245}"/>
          </ac:picMkLst>
        </pc:pic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37" creationId="{9CF0645C-7542-9549-683B-3530AA7A8BAE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39" creationId="{DBAD07B7-48A3-72C3-BED1-1FB8937A0642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49" creationId="{4ED9E733-0E63-6231-600D-2017BF6883C0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50" creationId="{F98BBE6E-A7EA-256C-AC22-A142CACF2F31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77" creationId="{AA6E59F3-4BDD-E878-84B1-4FF66E98EA68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80" creationId="{E9195C61-11A2-D4AB-F6EC-1933D2AB28E3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82" creationId="{08CD92B3-69F4-548C-342B-B318ACC5DDBA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83" creationId="{749B45DB-1C13-2DCF-97D0-98BF17F9A871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84" creationId="{2CB384D3-85E7-E2A6-EA51-F327C31D6B5D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88" creationId="{F623613E-ACAA-E15C-EAE0-05078DC3D569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90" creationId="{D46D8BFD-873E-F522-5FA4-C1D8172DAFB3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93" creationId="{4A71D795-A36F-C435-84E1-C6C948EB99BF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97" creationId="{B361DA0A-56EA-369A-FFA0-3000E61108EC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01" creationId="{68470174-42A8-5F03-94ED-9968A4F2F2D5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05" creationId="{A4350BEB-E329-AD6D-CDED-E39109F2B1F8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08" creationId="{C25A9972-909C-CCBE-B8F7-C116D1BAAD09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09" creationId="{BCD230C4-9F2E-B7F9-4B2F-87721BF561B9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10" creationId="{B8E496AF-35A1-0D66-6755-417DD9741FC7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16" creationId="{66E100A9-6161-E009-191E-C77CB633C14F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18" creationId="{12F3EE5A-ACB5-F17B-38E3-E7A0ABEB4F79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21" creationId="{C97DB59A-4431-A9D9-6192-AF24CE4FF8AC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22" creationId="{9DAB5910-B3C5-0357-B509-44FD10AC5C24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25" creationId="{40802F6E-77D1-3EC2-04B6-73234D242BD7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28" creationId="{638B7F1D-D7A9-4D57-8A50-8E8CB9381BF9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30" creationId="{81BA6186-4064-7D74-6C22-6CCAD23FFD6A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31" creationId="{8AB6ABD0-34CE-D133-37E6-F7811FF8ACB3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32" creationId="{71FB167A-2EF1-A9E9-927F-D34E760A0275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36" creationId="{50B1020C-D202-C192-C28B-2A038E8A17E3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38" creationId="{CC4B699D-8628-52B3-A444-DAC6A67959D2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41" creationId="{52A38462-4417-534C-751D-246DFB113EA5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42" creationId="{71CC3C43-1946-C4A2-04BC-6D27DCA128DA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45" creationId="{6A536F5A-F424-AF18-3525-E4B2F6B1F79E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48" creationId="{5FC1E159-D238-1540-2966-5101A2388051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50" creationId="{36CD1BB2-227B-CD2B-7F0A-BAFB6E191227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51" creationId="{FAAF7ED8-BB3C-7B96-8866-2A6E8AAC36FF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52" creationId="{FCEDE315-C125-1D6B-D5E0-64F2FD4DAE02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56" creationId="{ECA6A1FB-7FC7-9CB7-33E1-C28482EAE727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58" creationId="{58857D4D-3F00-2B3F-4B55-8FEB1F5202AC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59" creationId="{C981F159-DB04-14BF-9A46-2578E0415C58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72" creationId="{A8149E17-A4A7-88E1-52F7-75004CC148AF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74" creationId="{CC63B4DA-18C2-18AD-738E-5F5F8A893E61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75" creationId="{BC3C3148-BB80-FD3A-FE94-5A836B78B2D8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77" creationId="{7EBDE804-2E8B-B6A4-469D-2EFF51619B65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78" creationId="{CEF0F8A5-46F0-0E8A-C6B1-A5C2EB1505F0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90" creationId="{8EA1E154-1D12-6061-CE13-6808804A5C5E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191" creationId="{A8428929-54B1-1EE6-ED9D-1901F09C6FFD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209" creationId="{1B1B7144-0E1B-6C8F-1936-8FCF8A6CBC2B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210" creationId="{5E7B7760-E015-AA09-725A-1F42AC0325E6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212" creationId="{43B61CBC-C782-E662-E353-5D6A81A1C94F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213" creationId="{14F60EF0-6ADC-3E91-2220-CFF17F638F5A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217" creationId="{AA96DAEE-F7EF-FE87-C3E9-7BD49F42AD5E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3:21.691" v="92"/>
          <ac:cxnSpMkLst>
            <pc:docMk/>
            <pc:sldMk cId="4096992879" sldId="265"/>
            <ac:cxnSpMk id="219" creationId="{40B2C853-9543-F1AB-8F69-BA5F3A40021D}"/>
          </ac:cxnSpMkLst>
        </pc:cxnChg>
      </pc:sldChg>
      <pc:sldChg chg="add del">
        <pc:chgData name="황유승(YOOSEUNG HWANG)[yooseung.h]/팀장/제조DX.품질DX.설비DX팀" userId="e0689872-7918-445c-ad07-150431448e68" providerId="ADAL" clId="{586C9DED-2C80-4AE6-A827-9916EF50A773}" dt="2026-08-06T06:17:32.167" v="231"/>
        <pc:sldMkLst>
          <pc:docMk/>
          <pc:sldMk cId="2577439668" sldId="272"/>
        </pc:sldMkLst>
      </pc:sldChg>
      <pc:sldChg chg="addSp delSp modSp mod">
        <pc:chgData name="황유승(YOOSEUNG HWANG)[yooseung.h]/팀장/제조DX.품질DX.설비DX팀" userId="e0689872-7918-445c-ad07-150431448e68" providerId="ADAL" clId="{586C9DED-2C80-4AE6-A827-9916EF50A773}" dt="2026-08-06T06:15:39.417" v="185"/>
        <pc:sldMkLst>
          <pc:docMk/>
          <pc:sldMk cId="4096280499" sldId="273"/>
        </pc:sldMkLst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6" creationId="{E5257D66-196D-7388-DDA7-A49ED2E664C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7" creationId="{CB40A0BB-6B82-C70C-14B2-36EB24F4D6E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8" creationId="{1A772030-A207-2D08-924A-B3515B9A26B5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11" creationId="{9DFCADC1-D040-E822-B8B9-2FF8262DF8B0}"/>
          </ac:spMkLst>
        </pc:spChg>
        <pc:spChg chg="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14" creationId="{1805F0BC-46F9-107D-7B25-7C4B774ED1C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16" creationId="{4204EFA5-348C-3B90-F340-EA146D6BE785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17" creationId="{F7C03E8C-70A5-2B8B-B2A4-C2E52990D20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18" creationId="{B513D49D-CD69-B5E9-B74D-BCBDA7D1468C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19" creationId="{CF77B29E-AAE1-691A-F3DD-AEA69522B0C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21" creationId="{5D0EDC48-4933-33D1-DE83-F2C1DEFE76C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23" creationId="{F4FAACE8-70DF-39B2-6415-4D635529B02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24" creationId="{F2639549-D4BC-295A-EB6B-92DC4B6A4C1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28" creationId="{773080B9-9684-C5E7-FB6D-42722F5D104A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29" creationId="{189F9EB8-E411-C58F-D5D7-49E894CE6463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31" creationId="{15C218C2-7B4F-983D-24F9-205FB726D4B0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33" creationId="{FAAA7EE5-B861-E8E9-E9DE-07F7B2A55ED8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35" creationId="{A403C946-3E45-41D3-FAD6-689CB79B078D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38" creationId="{F5437682-DBD6-BE67-D2FA-483E41393C32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39" creationId="{685B4706-7C7F-FCC2-8B60-749E4CADADE6}"/>
          </ac:spMkLst>
        </pc:spChg>
        <pc:s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spMkLst>
            <pc:docMk/>
            <pc:sldMk cId="4096280499" sldId="273"/>
            <ac:spMk id="40" creationId="{D8D819F5-4F61-AD05-1EF5-04CF5C568CA7}"/>
          </ac:spMkLst>
        </pc:spChg>
        <pc:gr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grpSpMkLst>
            <pc:docMk/>
            <pc:sldMk cId="4096280499" sldId="273"/>
            <ac:grpSpMk id="10" creationId="{195F07E6-68E9-FCFE-74C3-9A03289670A2}"/>
          </ac:grpSpMkLst>
        </pc:grpChg>
        <pc:grp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grpSpMkLst>
            <pc:docMk/>
            <pc:sldMk cId="4096280499" sldId="273"/>
            <ac:grpSpMk id="13" creationId="{CDB157B5-BD94-59AE-333A-AB927E3263D6}"/>
          </ac:grpSpMkLst>
        </pc:grpChg>
        <pc:pic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picMkLst>
            <pc:docMk/>
            <pc:sldMk cId="4096280499" sldId="273"/>
            <ac:picMk id="9" creationId="{FFA62435-A19F-0949-F173-16B6457659A1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picMkLst>
            <pc:docMk/>
            <pc:sldMk cId="4096280499" sldId="273"/>
            <ac:picMk id="20" creationId="{663CAE5F-A3E9-290E-50C4-EE7AEF77D46B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picMkLst>
            <pc:docMk/>
            <pc:sldMk cId="4096280499" sldId="273"/>
            <ac:picMk id="30" creationId="{73DA8DC5-4B52-1251-D1FB-3ACA1DC62FAE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picMkLst>
            <pc:docMk/>
            <pc:sldMk cId="4096280499" sldId="273"/>
            <ac:picMk id="32" creationId="{4E953D97-B02B-07C9-046D-9D0A7DF36C91}"/>
          </ac:picMkLst>
        </pc:picChg>
        <pc:pic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picMkLst>
            <pc:docMk/>
            <pc:sldMk cId="4096280499" sldId="273"/>
            <ac:picMk id="36" creationId="{426E721D-1739-CD56-8A93-8E0F595A65D6}"/>
          </ac:picMkLst>
        </pc:picChg>
        <pc:cxnChg chg="mod">
          <ac:chgData name="황유승(YOOSEUNG HWANG)[yooseung.h]/팀장/제조DX.품질DX.설비DX팀" userId="e0689872-7918-445c-ad07-150431448e68" providerId="ADAL" clId="{586C9DED-2C80-4AE6-A827-9916EF50A773}" dt="2026-08-06T06:15:39.417" v="185"/>
          <ac:cxnSpMkLst>
            <pc:docMk/>
            <pc:sldMk cId="4096280499" sldId="273"/>
            <ac:cxnSpMk id="12" creationId="{14BCB85B-81A4-1BC1-AAAA-3AE7D684614F}"/>
          </ac:cxnSpMkLst>
        </pc:cxnChg>
        <pc:cxnChg chg="mod">
          <ac:chgData name="황유승(YOOSEUNG HWANG)[yooseung.h]/팀장/제조DX.품질DX.설비DX팀" userId="e0689872-7918-445c-ad07-150431448e68" providerId="ADAL" clId="{586C9DED-2C80-4AE6-A827-9916EF50A773}" dt="2026-08-06T06:15:39.417" v="185"/>
          <ac:cxnSpMkLst>
            <pc:docMk/>
            <pc:sldMk cId="4096280499" sldId="273"/>
            <ac:cxnSpMk id="15" creationId="{9DF382D4-2E97-151C-6010-616BDF1223E7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cxnSpMkLst>
            <pc:docMk/>
            <pc:sldMk cId="4096280499" sldId="273"/>
            <ac:cxnSpMk id="25" creationId="{1170ADAC-7FEE-6D4E-B63C-42EBBD2D346B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cxnSpMkLst>
            <pc:docMk/>
            <pc:sldMk cId="4096280499" sldId="273"/>
            <ac:cxnSpMk id="26" creationId="{273202CC-A99B-A5DD-F9DF-56F0D858EC51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cxnSpMkLst>
            <pc:docMk/>
            <pc:sldMk cId="4096280499" sldId="273"/>
            <ac:cxnSpMk id="34" creationId="{EC33C0AC-D628-B79C-82C2-AF7B1B192C34}"/>
          </ac:cxnSpMkLst>
        </pc:cxnChg>
        <pc:cxnChg chg="add mod">
          <ac:chgData name="황유승(YOOSEUNG HWANG)[yooseung.h]/팀장/제조DX.품질DX.설비DX팀" userId="e0689872-7918-445c-ad07-150431448e68" providerId="ADAL" clId="{586C9DED-2C80-4AE6-A827-9916EF50A773}" dt="2026-08-06T06:15:39.417" v="185"/>
          <ac:cxnSpMkLst>
            <pc:docMk/>
            <pc:sldMk cId="4096280499" sldId="273"/>
            <ac:cxnSpMk id="37" creationId="{19FC42F2-C891-4E6C-E396-5467C09D1F7E}"/>
          </ac:cxnSpMkLst>
        </pc:cxnChg>
      </pc:sldChg>
      <pc:sldChg chg="modSp mod">
        <pc:chgData name="황유승(YOOSEUNG HWANG)[yooseung.h]/팀장/제조DX.품질DX.설비DX팀" userId="e0689872-7918-445c-ad07-150431448e68" providerId="ADAL" clId="{586C9DED-2C80-4AE6-A827-9916EF50A773}" dt="2026-08-06T06:02:04.753" v="3" actId="20577"/>
        <pc:sldMkLst>
          <pc:docMk/>
          <pc:sldMk cId="1883069619" sldId="2147483397"/>
        </pc:sldMkLst>
        <pc:spChg chg="mod">
          <ac:chgData name="황유승(YOOSEUNG HWANG)[yooseung.h]/팀장/제조DX.품질DX.설비DX팀" userId="e0689872-7918-445c-ad07-150431448e68" providerId="ADAL" clId="{586C9DED-2C80-4AE6-A827-9916EF50A773}" dt="2026-08-06T06:02:04.753" v="3" actId="20577"/>
          <ac:spMkLst>
            <pc:docMk/>
            <pc:sldMk cId="1883069619" sldId="2147483397"/>
            <ac:spMk id="15" creationId="{00000000-0000-0000-0000-000000000000}"/>
          </ac:spMkLst>
        </pc:spChg>
      </pc:sldChg>
    </pc:docChg>
  </pc:docChgLst>
  <pc:docChgLst>
    <pc:chgData name="연두희(DOO HEE YEON)[doohee.yeon]/책임/제조DX.품질DX.품질DX팀" userId="73e89ba0-8653-4a79-be3e-63e4747a306c" providerId="ADAL" clId="{6E8B2B02-E766-4F9F-8798-D31049BFF3CB}"/>
    <pc:docChg chg="undo redo custSel addSld delSld modSld modSection">
      <pc:chgData name="연두희(DOO HEE YEON)[doohee.yeon]/책임/제조DX.품질DX.품질DX팀" userId="73e89ba0-8653-4a79-be3e-63e4747a306c" providerId="ADAL" clId="{6E8B2B02-E766-4F9F-8798-D31049BFF3CB}" dt="2026-08-06T08:59:15.982" v="5794" actId="20577"/>
      <pc:docMkLst>
        <pc:docMk/>
      </pc:docMkLst>
      <pc:sldChg chg="addSp delSp modSp mod">
        <pc:chgData name="연두희(DOO HEE YEON)[doohee.yeon]/책임/제조DX.품질DX.품질DX팀" userId="73e89ba0-8653-4a79-be3e-63e4747a306c" providerId="ADAL" clId="{6E8B2B02-E766-4F9F-8798-D31049BFF3CB}" dt="2026-08-06T04:14:06.390" v="5629" actId="20577"/>
        <pc:sldMkLst>
          <pc:docMk/>
          <pc:sldMk cId="139871137" sldId="257"/>
        </pc:sldMkLst>
        <pc:spChg chg="mod">
          <ac:chgData name="연두희(DOO HEE YEON)[doohee.yeon]/책임/제조DX.품질DX.품질DX팀" userId="73e89ba0-8653-4a79-be3e-63e4747a306c" providerId="ADAL" clId="{6E8B2B02-E766-4F9F-8798-D31049BFF3CB}" dt="2026-08-06T03:01:07.059" v="4427" actId="14100"/>
          <ac:spMkLst>
            <pc:docMk/>
            <pc:sldMk cId="139871137" sldId="257"/>
            <ac:spMk id="3" creationId="{666B83EA-3DA2-46AF-926B-03942CEA9E0C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3:10:32.588" v="4951" actId="1038"/>
          <ac:spMkLst>
            <pc:docMk/>
            <pc:sldMk cId="139871137" sldId="257"/>
            <ac:spMk id="8" creationId="{3737E1DD-C048-C4F3-9BB7-CB9A30D6A6AA}"/>
          </ac:spMkLst>
        </pc:spChg>
        <pc:spChg chg="add mod">
          <ac:chgData name="연두희(DOO HEE YEON)[doohee.yeon]/책임/제조DX.품질DX.품질DX팀" userId="73e89ba0-8653-4a79-be3e-63e4747a306c" providerId="ADAL" clId="{6E8B2B02-E766-4F9F-8798-D31049BFF3CB}" dt="2026-08-06T03:15:11.676" v="5117"/>
          <ac:spMkLst>
            <pc:docMk/>
            <pc:sldMk cId="139871137" sldId="257"/>
            <ac:spMk id="12" creationId="{83B5E342-AB83-7C90-8B57-1DE858E92667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3:10:32.588" v="4951" actId="1038"/>
          <ac:spMkLst>
            <pc:docMk/>
            <pc:sldMk cId="139871137" sldId="257"/>
            <ac:spMk id="23" creationId="{A1B624F5-96CE-86F0-FA08-341CE1BCA0F2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3:10:06.896" v="4925" actId="1037"/>
          <ac:spMkLst>
            <pc:docMk/>
            <pc:sldMk cId="139871137" sldId="257"/>
            <ac:spMk id="26" creationId="{DC51D61C-9108-C327-416F-7B2959483381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4:08:41.618" v="5424" actId="20577"/>
          <ac:spMkLst>
            <pc:docMk/>
            <pc:sldMk cId="139871137" sldId="257"/>
            <ac:spMk id="28" creationId="{0DFEEDBA-9587-7EE6-2918-61E4D87C1336}"/>
          </ac:spMkLst>
        </pc:spChg>
        <pc:spChg chg="add mod">
          <ac:chgData name="연두희(DOO HEE YEON)[doohee.yeon]/책임/제조DX.품질DX.품질DX팀" userId="73e89ba0-8653-4a79-be3e-63e4747a306c" providerId="ADAL" clId="{6E8B2B02-E766-4F9F-8798-D31049BFF3CB}" dt="2026-08-06T04:14:06.390" v="5629" actId="20577"/>
          <ac:spMkLst>
            <pc:docMk/>
            <pc:sldMk cId="139871137" sldId="257"/>
            <ac:spMk id="32" creationId="{6C8D7F54-E12F-4F87-5565-B14020CBE618}"/>
          </ac:spMkLst>
        </pc:spChg>
        <pc:grpChg chg="mod">
          <ac:chgData name="연두희(DOO HEE YEON)[doohee.yeon]/책임/제조DX.품질DX.품질DX팀" userId="73e89ba0-8653-4a79-be3e-63e4747a306c" providerId="ADAL" clId="{6E8B2B02-E766-4F9F-8798-D31049BFF3CB}" dt="2026-08-06T03:01:02.642" v="4425" actId="1035"/>
          <ac:grpSpMkLst>
            <pc:docMk/>
            <pc:sldMk cId="139871137" sldId="257"/>
            <ac:grpSpMk id="10" creationId="{BE19AF1F-3CC1-4134-B6C8-A09049985F35}"/>
          </ac:grpSpMkLst>
        </pc:grpChg>
        <pc:grpChg chg="mod">
          <ac:chgData name="연두희(DOO HEE YEON)[doohee.yeon]/책임/제조DX.품질DX.품질DX팀" userId="73e89ba0-8653-4a79-be3e-63e4747a306c" providerId="ADAL" clId="{6E8B2B02-E766-4F9F-8798-D31049BFF3CB}" dt="2026-08-06T03:15:15.746" v="5126" actId="1036"/>
          <ac:grpSpMkLst>
            <pc:docMk/>
            <pc:sldMk cId="139871137" sldId="257"/>
            <ac:grpSpMk id="16" creationId="{690C9480-DA4C-4733-B085-782DD52496B0}"/>
          </ac:grpSpMkLst>
        </pc:grpChg>
        <pc:cxnChg chg="mod">
          <ac:chgData name="연두희(DOO HEE YEON)[doohee.yeon]/책임/제조DX.품질DX.품질DX팀" userId="73e89ba0-8653-4a79-be3e-63e4747a306c" providerId="ADAL" clId="{6E8B2B02-E766-4F9F-8798-D31049BFF3CB}" dt="2026-08-06T03:12:31.977" v="4985" actId="1037"/>
          <ac:cxnSpMkLst>
            <pc:docMk/>
            <pc:sldMk cId="139871137" sldId="257"/>
            <ac:cxnSpMk id="22" creationId="{0A821224-57DD-4691-93E6-7103E79BA313}"/>
          </ac:cxnSpMkLst>
        </pc:cxnChg>
      </pc:sldChg>
      <pc:sldChg chg="addSp delSp modSp mod">
        <pc:chgData name="연두희(DOO HEE YEON)[doohee.yeon]/책임/제조DX.품질DX.품질DX팀" userId="73e89ba0-8653-4a79-be3e-63e4747a306c" providerId="ADAL" clId="{6E8B2B02-E766-4F9F-8798-D31049BFF3CB}" dt="2026-08-06T02:37:38.308" v="3821" actId="1076"/>
        <pc:sldMkLst>
          <pc:docMk/>
          <pc:sldMk cId="2450862783" sldId="258"/>
        </pc:sldMkLst>
        <pc:spChg chg="mod">
          <ac:chgData name="연두희(DOO HEE YEON)[doohee.yeon]/책임/제조DX.품질DX.품질DX팀" userId="73e89ba0-8653-4a79-be3e-63e4747a306c" providerId="ADAL" clId="{6E8B2B02-E766-4F9F-8798-D31049BFF3CB}" dt="2026-08-06T02:29:50.916" v="3562" actId="1035"/>
          <ac:spMkLst>
            <pc:docMk/>
            <pc:sldMk cId="2450862783" sldId="258"/>
            <ac:spMk id="2" creationId="{970C30B3-1EF7-6EA2-A4B3-1C08063B5E78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29:50.916" v="3562" actId="1035"/>
          <ac:spMkLst>
            <pc:docMk/>
            <pc:sldMk cId="2450862783" sldId="258"/>
            <ac:spMk id="4" creationId="{6D37F778-B64E-93DA-560E-EBA2B460570A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37:23.717" v="3817" actId="1076"/>
          <ac:spMkLst>
            <pc:docMk/>
            <pc:sldMk cId="2450862783" sldId="258"/>
            <ac:spMk id="6" creationId="{F925590C-3A25-3F78-71FE-5E16264766F4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29:50.916" v="3562" actId="1035"/>
          <ac:spMkLst>
            <pc:docMk/>
            <pc:sldMk cId="2450862783" sldId="258"/>
            <ac:spMk id="7" creationId="{25F7F9C5-776E-7D9E-C7DB-9989129131B5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29:50.916" v="3562" actId="1035"/>
          <ac:spMkLst>
            <pc:docMk/>
            <pc:sldMk cId="2450862783" sldId="258"/>
            <ac:spMk id="10" creationId="{766FB2C0-5554-BEC3-63A0-B5BE1EFF65DC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29:50.916" v="3562" actId="1035"/>
          <ac:spMkLst>
            <pc:docMk/>
            <pc:sldMk cId="2450862783" sldId="258"/>
            <ac:spMk id="11" creationId="{59A00187-FF44-FEA9-68AA-2ED6BFE55B60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37:28.191" v="3818" actId="1076"/>
          <ac:spMkLst>
            <pc:docMk/>
            <pc:sldMk cId="2450862783" sldId="258"/>
            <ac:spMk id="12" creationId="{871DC223-7622-4068-AC51-DAF7D070251B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37:38.308" v="3821" actId="1076"/>
          <ac:spMkLst>
            <pc:docMk/>
            <pc:sldMk cId="2450862783" sldId="258"/>
            <ac:spMk id="13" creationId="{5FED9164-BE1B-6601-135F-2D7033877D17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37:34.349" v="3820" actId="1076"/>
          <ac:spMkLst>
            <pc:docMk/>
            <pc:sldMk cId="2450862783" sldId="258"/>
            <ac:spMk id="28" creationId="{D4A3F313-3203-45DB-1F01-344C56D32E72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37:31.977" v="3819" actId="1076"/>
          <ac:spMkLst>
            <pc:docMk/>
            <pc:sldMk cId="2450862783" sldId="258"/>
            <ac:spMk id="29" creationId="{14889FD6-3E93-9E2B-2622-083484352BE9}"/>
          </ac:spMkLst>
        </pc:spChg>
        <pc:graphicFrameChg chg="mod modGraphic">
          <ac:chgData name="연두희(DOO HEE YEON)[doohee.yeon]/책임/제조DX.품질DX.품질DX팀" userId="73e89ba0-8653-4a79-be3e-63e4747a306c" providerId="ADAL" clId="{6E8B2B02-E766-4F9F-8798-D31049BFF3CB}" dt="2026-08-06T02:37:02.219" v="3815" actId="6549"/>
          <ac:graphicFrameMkLst>
            <pc:docMk/>
            <pc:sldMk cId="2450862783" sldId="258"/>
            <ac:graphicFrameMk id="5" creationId="{1127FC96-E8CA-4EB8-B7E5-64A5B2921665}"/>
          </ac:graphicFrameMkLst>
        </pc:graphicFrameChg>
      </pc:sldChg>
      <pc:sldChg chg="addSp delSp modSp mod">
        <pc:chgData name="연두희(DOO HEE YEON)[doohee.yeon]/책임/제조DX.품질DX.품질DX팀" userId="73e89ba0-8653-4a79-be3e-63e4747a306c" providerId="ADAL" clId="{6E8B2B02-E766-4F9F-8798-D31049BFF3CB}" dt="2026-08-06T08:59:15.982" v="5794" actId="20577"/>
        <pc:sldMkLst>
          <pc:docMk/>
          <pc:sldMk cId="449571963" sldId="259"/>
        </pc:sldMkLst>
        <pc:spChg chg="mod">
          <ac:chgData name="연두희(DOO HEE YEON)[doohee.yeon]/책임/제조DX.품질DX.품질DX팀" userId="73e89ba0-8653-4a79-be3e-63e4747a306c" providerId="ADAL" clId="{6E8B2B02-E766-4F9F-8798-D31049BFF3CB}" dt="2026-08-06T08:59:15.982" v="5794" actId="20577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연두희(DOO HEE YEON)[doohee.yeon]/책임/제조DX.품질DX.품질DX팀" userId="73e89ba0-8653-4a79-be3e-63e4747a306c" providerId="ADAL" clId="{6E8B2B02-E766-4F9F-8798-D31049BFF3CB}" dt="2026-08-06T02:35:52.788" v="3757" actId="20577"/>
          <ac:spMkLst>
            <pc:docMk/>
            <pc:sldMk cId="449571963" sldId="259"/>
            <ac:spMk id="90" creationId="{5B1017F5-AC73-5C2E-65E3-3B07E8DA2364}"/>
          </ac:spMkLst>
        </pc:spChg>
        <pc:grpChg chg="mod">
          <ac:chgData name="연두희(DOO HEE YEON)[doohee.yeon]/책임/제조DX.품질DX.품질DX팀" userId="73e89ba0-8653-4a79-be3e-63e4747a306c" providerId="ADAL" clId="{6E8B2B02-E766-4F9F-8798-D31049BFF3CB}" dt="2026-08-06T02:10:56.069" v="2143" actId="1076"/>
          <ac:grpSpMkLst>
            <pc:docMk/>
            <pc:sldMk cId="449571963" sldId="259"/>
            <ac:grpSpMk id="51" creationId="{D1077CE5-0A25-1971-00A9-F32771C803E1}"/>
          </ac:grpSpMkLst>
        </pc:grpChg>
        <pc:cxnChg chg="mod">
          <ac:chgData name="연두희(DOO HEE YEON)[doohee.yeon]/책임/제조DX.품질DX.품질DX팀" userId="73e89ba0-8653-4a79-be3e-63e4747a306c" providerId="ADAL" clId="{6E8B2B02-E766-4F9F-8798-D31049BFF3CB}" dt="2026-08-06T02:10:47.920" v="2142" actId="1076"/>
          <ac:cxnSpMkLst>
            <pc:docMk/>
            <pc:sldMk cId="449571963" sldId="259"/>
            <ac:cxnSpMk id="92" creationId="{2FB0B13A-BA79-4E61-EA75-0DBFA8665BCE}"/>
          </ac:cxnSpMkLst>
        </pc:cxnChg>
      </pc:sldChg>
      <pc:sldChg chg="addSp delSp modSp mod">
        <pc:chgData name="연두희(DOO HEE YEON)[doohee.yeon]/책임/제조DX.품질DX.품질DX팀" userId="73e89ba0-8653-4a79-be3e-63e4747a306c" providerId="ADAL" clId="{6E8B2B02-E766-4F9F-8798-D31049BFF3CB}" dt="2026-08-06T02:06:55.548" v="2041" actId="403"/>
        <pc:sldMkLst>
          <pc:docMk/>
          <pc:sldMk cId="3662621618" sldId="2147483410"/>
        </pc:sldMkLst>
        <pc:spChg chg="mod">
          <ac:chgData name="연두희(DOO HEE YEON)[doohee.yeon]/책임/제조DX.품질DX.품질DX팀" userId="73e89ba0-8653-4a79-be3e-63e4747a306c" providerId="ADAL" clId="{6E8B2B02-E766-4F9F-8798-D31049BFF3CB}" dt="2026-08-06T02:06:55.548" v="2041" actId="403"/>
          <ac:spMkLst>
            <pc:docMk/>
            <pc:sldMk cId="3662621618" sldId="2147483410"/>
            <ac:spMk id="33" creationId="{E813559C-5E36-9EFF-AD90-30D0651006A9}"/>
          </ac:spMkLst>
        </pc:spChg>
        <pc:grpChg chg="mod">
          <ac:chgData name="연두희(DOO HEE YEON)[doohee.yeon]/책임/제조DX.품질DX.품질DX팀" userId="73e89ba0-8653-4a79-be3e-63e4747a306c" providerId="ADAL" clId="{6E8B2B02-E766-4F9F-8798-D31049BFF3CB}" dt="2026-08-06T02:05:55.940" v="1963" actId="1038"/>
          <ac:grpSpMkLst>
            <pc:docMk/>
            <pc:sldMk cId="3662621618" sldId="2147483410"/>
            <ac:grpSpMk id="48" creationId="{D5BE6FDB-22B0-C1A4-09D0-F7040F152C18}"/>
          </ac:grpSpMkLst>
        </pc:grpChg>
      </pc:sldChg>
      <pc:sldChg chg="addSp delSp modSp mod">
        <pc:chgData name="연두희(DOO HEE YEON)[doohee.yeon]/책임/제조DX.품질DX.품질DX팀" userId="73e89ba0-8653-4a79-be3e-63e4747a306c" providerId="ADAL" clId="{6E8B2B02-E766-4F9F-8798-D31049BFF3CB}" dt="2026-08-06T02:38:35.121" v="3829" actId="20577"/>
        <pc:sldMkLst>
          <pc:docMk/>
          <pc:sldMk cId="2713508576" sldId="2147483647"/>
        </pc:sldMkLst>
        <pc:graphicFrameChg chg="mod modGraphic">
          <ac:chgData name="연두희(DOO HEE YEON)[doohee.yeon]/책임/제조DX.품질DX.품질DX팀" userId="73e89ba0-8653-4a79-be3e-63e4747a306c" providerId="ADAL" clId="{6E8B2B02-E766-4F9F-8798-D31049BFF3CB}" dt="2026-08-06T02:38:35.121" v="3829" actId="20577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이기랑(KIRANG LEE)[kirang825]/선임/제조DX.품질DX.품질DX팀" userId="a4f52046-b279-4eff-a122-8db687c357fc" providerId="ADAL" clId="{E09505C1-CE70-486D-BCD9-6B469613575C}"/>
    <pc:docChg chg="undo redo custSel modSld">
      <pc:chgData name="이기랑(KIRANG LEE)[kirang825]/선임/제조DX.품질DX.품질DX팀" userId="a4f52046-b279-4eff-a122-8db687c357fc" providerId="ADAL" clId="{E09505C1-CE70-486D-BCD9-6B469613575C}" dt="2026-08-10T05:32:33.960" v="938" actId="207"/>
      <pc:docMkLst>
        <pc:docMk/>
      </pc:docMkLst>
      <pc:sldChg chg="modSp mod">
        <pc:chgData name="이기랑(KIRANG LEE)[kirang825]/선임/제조DX.품질DX.품질DX팀" userId="a4f52046-b279-4eff-a122-8db687c357fc" providerId="ADAL" clId="{E09505C1-CE70-486D-BCD9-6B469613575C}" dt="2026-08-10T05:32:33.960" v="938" actId="207"/>
        <pc:sldMkLst>
          <pc:docMk/>
          <pc:sldMk cId="2175305968" sldId="256"/>
        </pc:sldMkLst>
        <pc:spChg chg="mod">
          <ac:chgData name="이기랑(KIRANG LEE)[kirang825]/선임/제조DX.품질DX.품질DX팀" userId="a4f52046-b279-4eff-a122-8db687c357fc" providerId="ADAL" clId="{E09505C1-CE70-486D-BCD9-6B469613575C}" dt="2026-08-10T05:32:33.960" v="938" actId="207"/>
          <ac:spMkLst>
            <pc:docMk/>
            <pc:sldMk cId="2175305968" sldId="256"/>
            <ac:spMk id="7" creationId="{BBE2DCE3-0267-EC8A-FF6C-1CBFD41B2995}"/>
          </ac:spMkLst>
        </pc:spChg>
        <pc:spChg chg="mod">
          <ac:chgData name="이기랑(KIRANG LEE)[kirang825]/선임/제조DX.품질DX.품질DX팀" userId="a4f52046-b279-4eff-a122-8db687c357fc" providerId="ADAL" clId="{E09505C1-CE70-486D-BCD9-6B469613575C}" dt="2026-08-10T05:32:33.960" v="938" actId="207"/>
          <ac:spMkLst>
            <pc:docMk/>
            <pc:sldMk cId="2175305968" sldId="256"/>
            <ac:spMk id="9" creationId="{93475D9F-8222-7763-AD8E-79F51D016987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18:39.222" v="31" actId="207"/>
        <pc:sldMkLst>
          <pc:docMk/>
          <pc:sldMk cId="449571963" sldId="259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32.931" v="29" actId="20577"/>
          <ac:spMkLst>
            <pc:docMk/>
            <pc:sldMk cId="449571963" sldId="259"/>
            <ac:spMk id="4" creationId="{00000000-0000-0000-0000-000000000000}"/>
          </ac:spMkLst>
        </pc:spChg>
        <pc:spChg chg="mod">
          <ac:chgData name="이기랑(KIRANG LEE)[kirang825]/선임/제조DX.품질DX.품질DX팀" userId="a4f52046-b279-4eff-a122-8db687c357fc" providerId="ADAL" clId="{E09505C1-CE70-486D-BCD9-6B469613575C}" dt="2026-08-07T02:18:36.725" v="30" actId="207"/>
          <ac:spMkLst>
            <pc:docMk/>
            <pc:sldMk cId="449571963" sldId="259"/>
            <ac:spMk id="89" creationId="{9374C7FE-A486-5888-9345-4FC6202D4956}"/>
          </ac:spMkLst>
        </pc:spChg>
        <pc:spChg chg="mod">
          <ac:chgData name="이기랑(KIRANG LEE)[kirang825]/선임/제조DX.품질DX.품질DX팀" userId="a4f52046-b279-4eff-a122-8db687c357fc" providerId="ADAL" clId="{E09505C1-CE70-486D-BCD9-6B469613575C}" dt="2026-08-07T02:18:39.222" v="31" actId="207"/>
          <ac:spMkLst>
            <pc:docMk/>
            <pc:sldMk cId="449571963" sldId="259"/>
            <ac:spMk id="90" creationId="{5B1017F5-AC73-5C2E-65E3-3B07E8DA2364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18:43.540" v="33" actId="20577"/>
        <pc:sldMkLst>
          <pc:docMk/>
          <pc:sldMk cId="2673517365" sldId="261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43.540" v="33" actId="20577"/>
          <ac:spMkLst>
            <pc:docMk/>
            <pc:sldMk cId="2673517365" sldId="261"/>
            <ac:spMk id="4" creationId="{00000000-0000-0000-0000-000000000000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21:40.455" v="63" actId="1076"/>
        <pc:sldMkLst>
          <pc:docMk/>
          <pc:sldMk cId="4276563892" sldId="262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28.110" v="27" actId="20577"/>
          <ac:spMkLst>
            <pc:docMk/>
            <pc:sldMk cId="4276563892" sldId="262"/>
            <ac:spMk id="4" creationId="{00000000-0000-0000-0000-000000000000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20:39.004" v="51" actId="1076"/>
        <pc:sldMkLst>
          <pc:docMk/>
          <pc:sldMk cId="365755086" sldId="263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14.815" v="23" actId="20577"/>
          <ac:spMkLst>
            <pc:docMk/>
            <pc:sldMk cId="365755086" sldId="263"/>
            <ac:spMk id="4" creationId="{00000000-0000-0000-0000-000000000000}"/>
          </ac:spMkLst>
        </pc:spChg>
        <pc:spChg chg="mod">
          <ac:chgData name="이기랑(KIRANG LEE)[kirang825]/선임/제조DX.품질DX.품질DX팀" userId="a4f52046-b279-4eff-a122-8db687c357fc" providerId="ADAL" clId="{E09505C1-CE70-486D-BCD9-6B469613575C}" dt="2026-08-07T02:18:17.475" v="24" actId="207"/>
          <ac:spMkLst>
            <pc:docMk/>
            <pc:sldMk cId="365755086" sldId="263"/>
            <ac:spMk id="9" creationId="{6F94E2BB-4D43-499C-420A-8BCB1708F54B}"/>
          </ac:spMkLst>
        </pc:spChg>
        <pc:spChg chg="mod">
          <ac:chgData name="이기랑(KIRANG LEE)[kirang825]/선임/제조DX.품질DX.품질DX팀" userId="a4f52046-b279-4eff-a122-8db687c357fc" providerId="ADAL" clId="{E09505C1-CE70-486D-BCD9-6B469613575C}" dt="2026-08-07T02:18:20.977" v="25" actId="207"/>
          <ac:spMkLst>
            <pc:docMk/>
            <pc:sldMk cId="365755086" sldId="263"/>
            <ac:spMk id="11" creationId="{8343CB64-7859-06C8-1B14-3B9706086B65}"/>
          </ac:spMkLst>
        </pc:spChg>
        <pc:grpChg chg="mod">
          <ac:chgData name="이기랑(KIRANG LEE)[kirang825]/선임/제조DX.품질DX.품질DX팀" userId="a4f52046-b279-4eff-a122-8db687c357fc" providerId="ADAL" clId="{E09505C1-CE70-486D-BCD9-6B469613575C}" dt="2026-08-07T02:20:39.004" v="51" actId="1076"/>
          <ac:grpSpMkLst>
            <pc:docMk/>
            <pc:sldMk cId="365755086" sldId="263"/>
            <ac:grpSpMk id="115" creationId="{0F22DD07-56A9-4D18-9FCA-686476AE5046}"/>
          </ac:grpSpMkLst>
        </pc:grpChg>
      </pc:sldChg>
      <pc:sldChg chg="delSp modSp mod">
        <pc:chgData name="이기랑(KIRANG LEE)[kirang825]/선임/제조DX.품질DX.품질DX팀" userId="a4f52046-b279-4eff-a122-8db687c357fc" providerId="ADAL" clId="{E09505C1-CE70-486D-BCD9-6B469613575C}" dt="2026-08-07T02:19:09.955" v="38" actId="478"/>
        <pc:sldMkLst>
          <pc:docMk/>
          <pc:sldMk cId="1198754560" sldId="264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53.047" v="37" actId="20577"/>
          <ac:spMkLst>
            <pc:docMk/>
            <pc:sldMk cId="1198754560" sldId="264"/>
            <ac:spMk id="4" creationId="{00000000-0000-0000-0000-000000000000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18:48.664" v="35" actId="20577"/>
        <pc:sldMkLst>
          <pc:docMk/>
          <pc:sldMk cId="4096992879" sldId="265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48.664" v="35" actId="20577"/>
          <ac:spMkLst>
            <pc:docMk/>
            <pc:sldMk cId="4096992879" sldId="265"/>
            <ac:spMk id="4" creationId="{00000000-0000-0000-0000-000000000000}"/>
          </ac:spMkLst>
        </pc:spChg>
      </pc:sldChg>
      <pc:sldChg chg="addSp delSp modSp mod">
        <pc:chgData name="이기랑(KIRANG LEE)[kirang825]/선임/제조DX.품질DX.품질DX팀" userId="a4f52046-b279-4eff-a122-8db687c357fc" providerId="ADAL" clId="{E09505C1-CE70-486D-BCD9-6B469613575C}" dt="2026-08-07T02:23:02.767" v="66"/>
        <pc:sldMkLst>
          <pc:docMk/>
          <pc:sldMk cId="3940503150" sldId="266"/>
        </pc:sldMkLst>
        <pc:spChg chg="add mod">
          <ac:chgData name="이기랑(KIRANG LEE)[kirang825]/선임/제조DX.품질DX.품질DX팀" userId="a4f52046-b279-4eff-a122-8db687c357fc" providerId="ADAL" clId="{E09505C1-CE70-486D-BCD9-6B469613575C}" dt="2026-08-07T02:23:02.767" v="66"/>
          <ac:spMkLst>
            <pc:docMk/>
            <pc:sldMk cId="3940503150" sldId="266"/>
            <ac:spMk id="3" creationId="{6F434D6E-0A49-95BB-E492-C3F9ED3BC5BC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23:18.423" v="67" actId="1076"/>
        <pc:sldMkLst>
          <pc:docMk/>
          <pc:sldMk cId="1134761443" sldId="274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9:24.614" v="44" actId="20577"/>
          <ac:spMkLst>
            <pc:docMk/>
            <pc:sldMk cId="1134761443" sldId="274"/>
            <ac:spMk id="4" creationId="{8BB2C56A-3788-488F-958C-B6B6983D7BC6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19:15.277" v="40" actId="20577"/>
        <pc:sldMkLst>
          <pc:docMk/>
          <pc:sldMk cId="1348375413" sldId="277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9:15.277" v="40" actId="20577"/>
          <ac:spMkLst>
            <pc:docMk/>
            <pc:sldMk cId="1348375413" sldId="277"/>
            <ac:spMk id="4" creationId="{00000000-0000-0000-0000-000000000000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19:20.204" v="42" actId="20577"/>
        <pc:sldMkLst>
          <pc:docMk/>
          <pc:sldMk cId="377891328" sldId="2147475699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9:20.204" v="42" actId="20577"/>
          <ac:spMkLst>
            <pc:docMk/>
            <pc:sldMk cId="377891328" sldId="2147475699"/>
            <ac:spMk id="10" creationId="{9640F33B-0927-1BA9-AA03-E6E52D764338}"/>
          </ac:spMkLst>
        </pc:spChg>
      </pc:sldChg>
      <pc:sldChg chg="modSp mod">
        <pc:chgData name="이기랑(KIRANG LEE)[kirang825]/선임/제조DX.품질DX.품질DX팀" userId="a4f52046-b279-4eff-a122-8db687c357fc" providerId="ADAL" clId="{E09505C1-CE70-486D-BCD9-6B469613575C}" dt="2026-08-07T02:20:46.710" v="52" actId="1076"/>
        <pc:sldMkLst>
          <pc:docMk/>
          <pc:sldMk cId="3436971685" sldId="2147483629"/>
        </pc:sldMkLst>
        <pc:spChg chg="mod">
          <ac:chgData name="이기랑(KIRANG LEE)[kirang825]/선임/제조DX.품질DX.품질DX팀" userId="a4f52046-b279-4eff-a122-8db687c357fc" providerId="ADAL" clId="{E09505C1-CE70-486D-BCD9-6B469613575C}" dt="2026-08-07T02:18:11.989" v="21" actId="20577"/>
          <ac:spMkLst>
            <pc:docMk/>
            <pc:sldMk cId="3436971685" sldId="2147483629"/>
            <ac:spMk id="4" creationId="{00000000-0000-0000-0000-000000000000}"/>
          </ac:spMkLst>
        </pc:spChg>
      </pc:sldChg>
    </pc:docChg>
  </pc:docChgLst>
  <pc:docChgLst>
    <pc:chgData name="김효정(HYOJEONG KIM)[gywjd1665]/사원/제조DX.품질DX.공정DX팀" userId="5c32f626-59e1-49f0-b384-d337d629eb48" providerId="ADAL" clId="{A8684268-D0D3-4FC1-A094-0E943FBAA5D6}"/>
    <pc:docChg chg="undo custSel modSld">
      <pc:chgData name="김효정(HYOJEONG KIM)[gywjd1665]/사원/제조DX.품질DX.공정DX팀" userId="5c32f626-59e1-49f0-b384-d337d629eb48" providerId="ADAL" clId="{A8684268-D0D3-4FC1-A094-0E943FBAA5D6}" dt="2026-09-02T07:50:22.018" v="3235" actId="20577"/>
      <pc:docMkLst>
        <pc:docMk/>
      </pc:docMkLst>
      <pc:sldChg chg="addSp delSp modSp mod">
        <pc:chgData name="김효정(HYOJEONG KIM)[gywjd1665]/사원/제조DX.품질DX.공정DX팀" userId="5c32f626-59e1-49f0-b384-d337d629eb48" providerId="ADAL" clId="{A8684268-D0D3-4FC1-A094-0E943FBAA5D6}" dt="2026-09-02T07:50:22.018" v="3235" actId="20577"/>
        <pc:sldMkLst>
          <pc:docMk/>
          <pc:sldMk cId="1198754560" sldId="264"/>
        </pc:sldMkLst>
        <pc:spChg chg="mod">
          <ac:chgData name="김효정(HYOJEONG KIM)[gywjd1665]/사원/제조DX.품질DX.공정DX팀" userId="5c32f626-59e1-49f0-b384-d337d629eb48" providerId="ADAL" clId="{A8684268-D0D3-4FC1-A094-0E943FBAA5D6}" dt="2026-08-06T05:09:38.095" v="1467" actId="20577"/>
          <ac:spMkLst>
            <pc:docMk/>
            <pc:sldMk cId="1198754560" sldId="264"/>
            <ac:spMk id="4" creationId="{00000000-0000-0000-0000-000000000000}"/>
          </ac:spMkLst>
        </pc:spChg>
        <pc:spChg chg="mod">
          <ac:chgData name="김효정(HYOJEONG KIM)[gywjd1665]/사원/제조DX.품질DX.공정DX팀" userId="5c32f626-59e1-49f0-b384-d337d629eb48" providerId="ADAL" clId="{A8684268-D0D3-4FC1-A094-0E943FBAA5D6}" dt="2026-09-02T07:44:16.916" v="3193"/>
          <ac:spMkLst>
            <pc:docMk/>
            <pc:sldMk cId="1198754560" sldId="264"/>
            <ac:spMk id="5" creationId="{9667C3E4-7E7C-7AE4-BEC7-520ECE3FC3A0}"/>
          </ac:spMkLst>
        </pc:spChg>
        <pc:spChg chg="mod">
          <ac:chgData name="김효정(HYOJEONG KIM)[gywjd1665]/사원/제조DX.품질DX.공정DX팀" userId="5c32f626-59e1-49f0-b384-d337d629eb48" providerId="ADAL" clId="{A8684268-D0D3-4FC1-A094-0E943FBAA5D6}" dt="2026-09-02T07:50:22.018" v="3235" actId="20577"/>
          <ac:spMkLst>
            <pc:docMk/>
            <pc:sldMk cId="1198754560" sldId="264"/>
            <ac:spMk id="9" creationId="{2A724ACC-F725-034B-AFBD-64ACE56F30EF}"/>
          </ac:spMkLst>
        </pc:spChg>
        <pc:grpChg chg="mod">
          <ac:chgData name="김효정(HYOJEONG KIM)[gywjd1665]/사원/제조DX.품질DX.공정DX팀" userId="5c32f626-59e1-49f0-b384-d337d629eb48" providerId="ADAL" clId="{A8684268-D0D3-4FC1-A094-0E943FBAA5D6}" dt="2026-08-06T04:50:52.266" v="1359" actId="1076"/>
          <ac:grpSpMkLst>
            <pc:docMk/>
            <pc:sldMk cId="1198754560" sldId="264"/>
            <ac:grpSpMk id="28" creationId="{00000000-0000-0000-0000-000000000000}"/>
          </ac:grpSpMkLst>
        </pc:grpChg>
        <pc:grpChg chg="mod">
          <ac:chgData name="김효정(HYOJEONG KIM)[gywjd1665]/사원/제조DX.품질DX.공정DX팀" userId="5c32f626-59e1-49f0-b384-d337d629eb48" providerId="ADAL" clId="{A8684268-D0D3-4FC1-A094-0E943FBAA5D6}" dt="2026-08-06T04:50:52.266" v="1359" actId="1076"/>
          <ac:grpSpMkLst>
            <pc:docMk/>
            <pc:sldMk cId="1198754560" sldId="264"/>
            <ac:grpSpMk id="31" creationId="{00000000-0000-0000-0000-000000000000}"/>
          </ac:grpSpMkLst>
        </pc:grpChg>
        <pc:grpChg chg="mod">
          <ac:chgData name="김효정(HYOJEONG KIM)[gywjd1665]/사원/제조DX.품질DX.공정DX팀" userId="5c32f626-59e1-49f0-b384-d337d629eb48" providerId="ADAL" clId="{A8684268-D0D3-4FC1-A094-0E943FBAA5D6}" dt="2026-09-02T07:42:58.700" v="3180" actId="1038"/>
          <ac:grpSpMkLst>
            <pc:docMk/>
            <pc:sldMk cId="1198754560" sldId="264"/>
            <ac:grpSpMk id="115" creationId="{0F22DD07-56A9-4D18-9FCA-686476AE5046}"/>
          </ac:grpSpMkLst>
        </pc:grpChg>
        <pc:cxnChg chg="mod">
          <ac:chgData name="김효정(HYOJEONG KIM)[gywjd1665]/사원/제조DX.품질DX.공정DX팀" userId="5c32f626-59e1-49f0-b384-d337d629eb48" providerId="ADAL" clId="{A8684268-D0D3-4FC1-A094-0E943FBAA5D6}" dt="2026-08-06T04:50:52.266" v="1359" actId="1076"/>
          <ac:cxnSpMkLst>
            <pc:docMk/>
            <pc:sldMk cId="1198754560" sldId="264"/>
            <ac:cxnSpMk id="149" creationId="{16690609-1BD2-44B1-B9DB-30E0E480036B}"/>
          </ac:cxnSpMkLst>
        </pc:cxnChg>
      </pc:sldChg>
      <pc:sldChg chg="modSp mod">
        <pc:chgData name="김효정(HYOJEONG KIM)[gywjd1665]/사원/제조DX.품질DX.공정DX팀" userId="5c32f626-59e1-49f0-b384-d337d629eb48" providerId="ADAL" clId="{A8684268-D0D3-4FC1-A094-0E943FBAA5D6}" dt="2026-09-02T07:44:25.105" v="3200"/>
        <pc:sldMkLst>
          <pc:docMk/>
          <pc:sldMk cId="2713508576" sldId="2147483647"/>
        </pc:sldMkLst>
        <pc:graphicFrameChg chg="mod modGraphic">
          <ac:chgData name="김효정(HYOJEONG KIM)[gywjd1665]/사원/제조DX.품질DX.공정DX팀" userId="5c32f626-59e1-49f0-b384-d337d629eb48" providerId="ADAL" clId="{A8684268-D0D3-4FC1-A094-0E943FBAA5D6}" dt="2026-09-02T07:44:25.105" v="3200"/>
          <ac:graphicFrameMkLst>
            <pc:docMk/>
            <pc:sldMk cId="2713508576" sldId="2147483647"/>
            <ac:graphicFrameMk id="5" creationId="{1127FC96-E8CA-4EB8-B7E5-64A5B2921665}"/>
          </ac:graphicFrameMkLst>
        </pc:graphicFrameChg>
      </pc:sldChg>
    </pc:docChg>
  </pc:docChgLst>
  <pc:docChgLst>
    <pc:chgData name="이기랑(KIRANG LEE)[kirang825]/선임/제조DX.품질DX.품질DX팀" userId="S::kirang825@lgensol.com::a4f52046-b279-4eff-a122-8db687c357fc" providerId="AD" clId="Web-{00000000-0000-0000-0000-000000000000}"/>
    <pc:docChg chg="modSld modSection">
      <pc:chgData name="이기랑(KIRANG LEE)[kirang825]/선임/제조DX.품질DX.품질DX팀" userId="S::kirang825@lgensol.com::a4f52046-b279-4eff-a122-8db687c357fc" providerId="AD" clId="Web-{00000000-0000-0000-0000-000000000000}" dt="2026-08-25T00:59:13.222" v="11" actId="20577"/>
      <pc:docMkLst>
        <pc:docMk/>
      </pc:docMkLst>
      <pc:sldChg chg="modSp">
        <pc:chgData name="이기랑(KIRANG LEE)[kirang825]/선임/제조DX.품질DX.품질DX팀" userId="S::kirang825@lgensol.com::a4f52046-b279-4eff-a122-8db687c357fc" providerId="AD" clId="Web-{00000000-0000-0000-0000-000000000000}" dt="2026-08-25T00:59:13.222" v="11" actId="20577"/>
        <pc:sldMkLst>
          <pc:docMk/>
          <pc:sldMk cId="289354170" sldId="284"/>
        </pc:sldMkLst>
        <pc:spChg chg="mod">
          <ac:chgData name="이기랑(KIRANG LEE)[kirang825]/선임/제조DX.품질DX.품질DX팀" userId="S::kirang825@lgensol.com::a4f52046-b279-4eff-a122-8db687c357fc" providerId="AD" clId="Web-{00000000-0000-0000-0000-000000000000}" dt="2026-08-25T00:59:13.222" v="11" actId="20577"/>
          <ac:spMkLst>
            <pc:docMk/>
            <pc:sldMk cId="289354170" sldId="284"/>
            <ac:spMk id="4" creationId="{00000000-0000-0000-0000-000000000000}"/>
          </ac:spMkLst>
        </pc:spChg>
      </pc:sldChg>
      <pc:sldChg chg="modSp">
        <pc:chgData name="이기랑(KIRANG LEE)[kirang825]/선임/제조DX.품질DX.품질DX팀" userId="S::kirang825@lgensol.com::a4f52046-b279-4eff-a122-8db687c357fc" providerId="AD" clId="Web-{00000000-0000-0000-0000-000000000000}" dt="2026-08-25T00:58:19.937" v="5" actId="20577"/>
        <pc:sldMkLst>
          <pc:docMk/>
          <pc:sldMk cId="1883069619" sldId="2147483397"/>
        </pc:sldMkLst>
        <pc:spChg chg="mod">
          <ac:chgData name="이기랑(KIRANG LEE)[kirang825]/선임/제조DX.품질DX.품질DX팀" userId="S::kirang825@lgensol.com::a4f52046-b279-4eff-a122-8db687c357fc" providerId="AD" clId="Web-{00000000-0000-0000-0000-000000000000}" dt="2026-08-25T00:53:39.088" v="0" actId="20577"/>
          <ac:spMkLst>
            <pc:docMk/>
            <pc:sldMk cId="1883069619" sldId="2147483397"/>
            <ac:spMk id="4" creationId="{00000000-0000-0000-0000-000000000000}"/>
          </ac:spMkLst>
        </pc:spChg>
        <pc:spChg chg="mod">
          <ac:chgData name="이기랑(KIRANG LEE)[kirang825]/선임/제조DX.품질DX.품질DX팀" userId="S::kirang825@lgensol.com::a4f52046-b279-4eff-a122-8db687c357fc" providerId="AD" clId="Web-{00000000-0000-0000-0000-000000000000}" dt="2026-08-25T00:58:19.937" v="5" actId="20577"/>
          <ac:spMkLst>
            <pc:docMk/>
            <pc:sldMk cId="1883069619" sldId="2147483397"/>
            <ac:spMk id="15" creationId="{00000000-0000-0000-0000-000000000000}"/>
          </ac:spMkLst>
        </pc:spChg>
      </pc:sldChg>
    </pc:docChg>
  </pc:docChgLst>
  <pc:docChgLst>
    <pc:chgData name="오영택(YOUNGTEIK OH)[creativeoh]/책임/제조DX.품질DX.DAVINCI팀" userId="9e6e5a73-7a43-458b-9d3a-72a7bb90d7e8" providerId="ADAL" clId="{AE55A7FE-7F6F-467C-8939-5F95AB854D23}"/>
    <pc:docChg chg="undo custSel modSld">
      <pc:chgData name="오영택(YOUNGTEIK OH)[creativeoh]/책임/제조DX.품질DX.DAVINCI팀" userId="9e6e5a73-7a43-458b-9d3a-72a7bb90d7e8" providerId="ADAL" clId="{AE55A7FE-7F6F-467C-8939-5F95AB854D23}" dt="2026-09-01T04:46:06.250" v="593" actId="20577"/>
      <pc:docMkLst>
        <pc:docMk/>
      </pc:docMkLst>
      <pc:sldChg chg="modSp mod">
        <pc:chgData name="오영택(YOUNGTEIK OH)[creativeoh]/책임/제조DX.품질DX.DAVINCI팀" userId="9e6e5a73-7a43-458b-9d3a-72a7bb90d7e8" providerId="ADAL" clId="{AE55A7FE-7F6F-467C-8939-5F95AB854D23}" dt="2026-09-01T04:46:06.250" v="593" actId="20577"/>
        <pc:sldMkLst>
          <pc:docMk/>
          <pc:sldMk cId="289354170" sldId="284"/>
        </pc:sldMkLst>
        <pc:spChg chg="mod">
          <ac:chgData name="오영택(YOUNGTEIK OH)[creativeoh]/책임/제조DX.품질DX.DAVINCI팀" userId="9e6e5a73-7a43-458b-9d3a-72a7bb90d7e8" providerId="ADAL" clId="{AE55A7FE-7F6F-467C-8939-5F95AB854D23}" dt="2026-09-01T04:46:06.250" v="593" actId="20577"/>
          <ac:spMkLst>
            <pc:docMk/>
            <pc:sldMk cId="289354170" sldId="284"/>
            <ac:spMk id="3" creationId="{41204495-1AFF-74B5-7D9A-CCF53741351D}"/>
          </ac:spMkLst>
        </pc:spChg>
        <pc:spChg chg="mod">
          <ac:chgData name="오영택(YOUNGTEIK OH)[creativeoh]/책임/제조DX.품질DX.DAVINCI팀" userId="9e6e5a73-7a43-458b-9d3a-72a7bb90d7e8" providerId="ADAL" clId="{AE55A7FE-7F6F-467C-8939-5F95AB854D23}" dt="2026-09-01T04:41:53.790" v="340" actId="20577"/>
          <ac:spMkLst>
            <pc:docMk/>
            <pc:sldMk cId="289354170" sldId="284"/>
            <ac:spMk id="100" creationId="{A4CDCD6B-4C99-ED1D-1384-F38279B4C79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6" tIns="45508" rIns="91016" bIns="455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17"/>
            <a:ext cx="5438140" cy="4442699"/>
          </a:xfrm>
          <a:prstGeom prst="rect">
            <a:avLst/>
          </a:prstGeom>
        </p:spPr>
        <p:txBody>
          <a:bodyPr vert="horz" lIns="91016" tIns="45508" rIns="91016" bIns="4550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91F4C645-ABDE-4C2B-8039-27118650AB2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22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8149">
              <a:defRPr/>
            </a:pPr>
            <a:fld id="{0E8BEC97-7182-4C18-B0DF-EAF40FCBE660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18149">
                <a:defRPr/>
              </a:pPr>
              <a:t>1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313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8149">
              <a:defRPr/>
            </a:pPr>
            <a:fld id="{0E8BEC97-7182-4C18-B0DF-EAF40FCBE660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18149">
                <a:defRPr/>
              </a:pPr>
              <a:t>2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431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8149">
              <a:defRPr/>
            </a:pPr>
            <a:fld id="{0E8BEC97-7182-4C18-B0DF-EAF40FCBE660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18149">
                <a:defRPr/>
              </a:pPr>
              <a:t>3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510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EMS : AEROS</a:t>
            </a:r>
            <a:r>
              <a:rPr lang="ko-KR" altLang="en-US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분석하기 위한 데이터 이며</a:t>
            </a:r>
            <a:r>
              <a:rPr lang="en-US" altLang="ko-KR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인버터</a:t>
            </a:r>
            <a:r>
              <a:rPr lang="en-US" altLang="ko-KR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전력계</a:t>
            </a:r>
            <a:r>
              <a:rPr lang="en-US" altLang="ko-KR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(Meter), </a:t>
            </a:r>
            <a:r>
              <a:rPr lang="ko-KR" altLang="en-US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그리고 배터리를 종합 제어 및 모니터링하며 수집하는 전체 시스템 운영 데이터임</a:t>
            </a:r>
            <a:r>
              <a:rPr lang="en-US" altLang="ko-KR" sz="14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컨트롤 그룹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(Control Group)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</a:t>
            </a: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역할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사이트 전체를  조율하는 최상위 논리적 단위의 데이터입니다</a:t>
            </a:r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주요 내용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전력망에서 요구하는 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방전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지시량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(Demand)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수합하여 하위 파워 블록들로 배분하는 제어 명령 정보 및 사이트 전체의 데이터를 통합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(Aggregate)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 정보를 포함합니다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파워 블록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(Power Block)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</a:t>
            </a: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역할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개별 컨트롤러가 관리하는 단위로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인버터와 배터리 존 데이터를 결합한 논리적 자원 데이터입니다</a:t>
            </a:r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주요 내용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인버터의 출력 값과 배터리 상태를 엮어서 전체 시스템이 어떻게 유기적으로 움직였는지를 종합적으로 보여주는 데이터입니다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인버터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(Inverter)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</a:t>
            </a: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역할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배터리의 직류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(DC)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전력을 송전 가능한 교류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(AC)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전력으로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바꾸어주는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변환 장치의 데이터입니다</a:t>
            </a:r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주요 내용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인버터 가동 상태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교류 전력 출력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(KVAR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AC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그리드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연결단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EMS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신호 정보 등이 포함됩니다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배터리 존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(Battery Zone / Bank)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</a:t>
            </a: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역할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동일한 단일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DC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버스에 연결된 여러 대의 배터리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(Rack)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들을 하나의 그룹으로 묶어둔 데이터입니다</a:t>
            </a: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주요 내용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개별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랙들의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세부 성능을 한데 모아 종합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(Aggregate)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 정보로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존 내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랙들의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최고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최저 온도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전압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요약값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직류 전력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(DC Power)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담고 있습니다</a:t>
            </a: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(Rack)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</a:t>
            </a: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역할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에어로스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운영 데이터가 수집하는 가장 최하위 레벨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(Lowest Level)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물리적 단위 데이터입니다</a:t>
            </a:r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주요 내용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개별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랙의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실시간 온도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전압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전류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충전 상태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(SOC)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내부의 스위치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접촉기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연결 상태 정보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(Status)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기록합니다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*EMS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(BSC) :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한국의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EBM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보내기 위해 수집하는 데이터이며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현장의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Battery System Controller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장비에서 매일 생성되는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데이터이며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랙단위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SOC ,SOH/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팩단위의 온도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셀단위의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전압값들이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있다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(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실제로 확인해보니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옆에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캡쳐한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것처럼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BSC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명칭으로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랙단위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파일이 있음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.)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시스템 상태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플래그</a:t>
            </a: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랙의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종합 운전 상태와 경고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고장 유무를 나타내는 값</a:t>
            </a:r>
          </a:p>
          <a:p>
            <a:endParaRPr lang="ko-KR" altLang="en-US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배터리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운전값</a:t>
            </a:r>
            <a:endParaRPr lang="ko-KR" altLang="en-US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랙의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충전량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수명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허용전력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전압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전류 등 운전 지표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셀 전압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(Cell Voltage)</a:t>
            </a: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셀의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위치순번별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셀 단위 전압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통계값</a:t>
            </a:r>
            <a:endParaRPr lang="ko-KR" altLang="en-US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ko-KR" altLang="en-US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팩 온도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(Pack Temperature)</a:t>
            </a: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팩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랙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단위 온도와 편차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측정 위치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주변 온도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(Ambient Temperature)</a:t>
            </a:r>
          </a:p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외기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환경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감시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값이 전부 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 →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센서 </a:t>
            </a:r>
            <a:r>
              <a:rPr lang="ko-KR" altLang="en-US" sz="12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미설치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미사용으로 추정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endParaRPr lang="en-US" altLang="ko-KR" sz="12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6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961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12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108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19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100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704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213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90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61AB-E59D-26D5-7BEB-7E43AAA9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9380DA-5839-A153-4455-19F888745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81625" cy="37274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CC010B-EFDB-ED92-899F-BE44514D9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123DC-E4BD-C106-1A60-337A2A4AD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24659E-981F-4ADD-BDCC-37F5798D68A2}" type="slidenum">
              <a:rPr lang="ko-KR" altLang="en-US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9606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ED24-A858-6C41-03F9-7106906A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011C0C-E0CB-389C-ADFD-9E5733531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41C07C-ACB2-BDE8-10BE-D72E3E50E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DB04DA-08AD-F33E-DB43-29236DE67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7413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968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2907C1-E41F-4259-AD54-7137FE8DB776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6999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46233-819A-07C1-C71E-EC5D82A7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DA840-DC61-0BB4-A8D8-F767A41D2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429CAE-0992-A29B-E031-76CAA4035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9A8FF-62EB-36A6-0E16-AB8D703D6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26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46233-819A-07C1-C71E-EC5D82A7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DA840-DC61-0BB4-A8D8-F767A41D2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429CAE-0992-A29B-E031-76CAA4035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9A8FF-62EB-36A6-0E16-AB8D703D6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254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.png"/><Relationship Id="rId5" Type="http://schemas.openxmlformats.org/officeDocument/2006/relationships/tags" Target="../tags/tag1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00FE8-978F-F928-5984-20D9D5DC6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AFF159-B82E-BC04-A0D4-C55483957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5721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41043344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_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/>
          <p:cNvSpPr>
            <a:spLocks noGrp="1"/>
          </p:cNvSpPr>
          <p:nvPr>
            <p:ph idx="1"/>
          </p:nvPr>
        </p:nvSpPr>
        <p:spPr>
          <a:xfrm>
            <a:off x="273050" y="657511"/>
            <a:ext cx="9359900" cy="5032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34568" y="141836"/>
            <a:ext cx="184731" cy="39267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algn="l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33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60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5"/>
            <a:ext cx="2311400" cy="365125"/>
          </a:xfrm>
          <a:prstGeom prst="rect">
            <a:avLst/>
          </a:prstGeom>
        </p:spPr>
        <p:txBody>
          <a:bodyPr/>
          <a:lstStyle/>
          <a:p>
            <a:fld id="{6850A10F-82C9-4E38-A950-46BAB77F99FA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2026-09-08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5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5"/>
            <a:ext cx="2311400" cy="365125"/>
          </a:xfrm>
          <a:prstGeom prst="rect">
            <a:avLst/>
          </a:prstGeom>
        </p:spPr>
        <p:txBody>
          <a:bodyPr/>
          <a:lstStyle/>
          <a:p>
            <a:fld id="{5C6CB93E-D1F3-4740-921D-3B455D32EC89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801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22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67816A42-6AAC-4AFE-9CB0-8F24D5776F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9" y="6492490"/>
            <a:ext cx="1780815" cy="31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36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verBarOutliner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white">
          <a:xfrm>
            <a:off x="0" y="2014539"/>
            <a:ext cx="9906000" cy="2828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GB" altLang="ko-KR" sz="1200" b="0">
              <a:solidFill>
                <a:srgbClr val="3F3F3F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LogoMainW" descr="MER_FC_w" hidden="1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5638" y="406403"/>
            <a:ext cx="3040062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AdditionalLogoW" descr="Pillars_w" hidden="1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9399" y="304800"/>
            <a:ext cx="424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D3F04D-7560-4606-A8C9-03814649C9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grayscl/>
          </a:blip>
          <a:srcRect t="1402"/>
          <a:stretch/>
        </p:blipFill>
        <p:spPr>
          <a:xfrm>
            <a:off x="699183" y="512690"/>
            <a:ext cx="1476000" cy="232271"/>
          </a:xfrm>
          <a:prstGeom prst="rect">
            <a:avLst/>
          </a:prstGeom>
          <a:ln>
            <a:noFill/>
          </a:ln>
        </p:spPr>
      </p:pic>
      <p:pic>
        <p:nvPicPr>
          <p:cNvPr id="12" name="Picture 2" descr="Arrow Icon 2513134">
            <a:extLst>
              <a:ext uri="{FF2B5EF4-FFF2-40B4-BE49-F238E27FC236}">
                <a16:creationId xmlns:a16="http://schemas.microsoft.com/office/drawing/2014/main" id="{93CC025C-4B77-43CF-901B-D5914781D5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91191" y="5987194"/>
            <a:ext cx="268424" cy="26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resentationTitle">
            <a:extLst>
              <a:ext uri="{FF2B5EF4-FFF2-40B4-BE49-F238E27FC236}">
                <a16:creationId xmlns:a16="http://schemas.microsoft.com/office/drawing/2014/main" id="{D4ABA603-2229-4F0B-A48D-4FDDBD1B85A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668947" y="5946615"/>
            <a:ext cx="1364156" cy="349583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0" indent="0"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600" noProof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Prepared for</a:t>
            </a:r>
            <a:endParaRPr lang="ko-KR" altLang="en-US" sz="1600" noProof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D21D31-4581-487D-B20C-5CD81F548F6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2700" y="5951703"/>
            <a:ext cx="2136289" cy="357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F22D28-DD94-B23C-584B-18A8BA1407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638" y="2345718"/>
            <a:ext cx="8172450" cy="118125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>
              <a:defRPr kumimoji="0" lang="en-US" sz="3600" i="0" u="none" strike="noStrike" cap="none" normalizeH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R="0" lvl="0" indent="0" defTabSz="742950" fontAlgn="auto">
              <a:lnSpc>
                <a:spcPts val="2324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BC268-323C-8BDA-B10B-23B8D0A3EA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4769" y="1894113"/>
            <a:ext cx="8172450" cy="350701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kumimoji="0" lang="en-US" sz="1400" b="0" i="0" u="none" strike="noStrike" spc="0" normalizeH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1pPr>
          </a:lstStyle>
          <a:p>
            <a:pPr marR="0" lvl="0" defTabSz="742950" fontAlgn="auto">
              <a:lnSpc>
                <a:spcPts val="232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subtitle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324FB1-41D8-7650-3615-CBBE637F5D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9617" y="4169822"/>
            <a:ext cx="8174926" cy="27432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kumimoji="0" lang="en-US" sz="1600" i="0" u="none" strike="noStrike" spc="0" normalizeH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</a:defRPr>
            </a:lvl1pPr>
          </a:lstStyle>
          <a:p>
            <a:pPr marR="0" lvl="0" defTabSz="742950" fontAlgn="auto">
              <a:lnSpc>
                <a:spcPts val="232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Enter Report Name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55AC991-A84F-A6F8-0657-FBEC2F1CBA7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39617" y="4820372"/>
            <a:ext cx="8174926" cy="274320"/>
          </a:xfrm>
          <a:prstGeom prst="rect">
            <a:avLst/>
          </a:prstGeom>
        </p:spPr>
        <p:txBody>
          <a:bodyPr lIns="90000" tIns="46800" rIns="90000" bIns="4680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1484611" algn="l"/>
              </a:tabLst>
              <a:defRPr sz="1200" b="0" i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defRPr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Date	</a:t>
            </a:r>
          </a:p>
        </p:txBody>
      </p:sp>
    </p:spTree>
    <p:extLst>
      <p:ext uri="{BB962C8B-B14F-4D97-AF65-F5344CB8AC3E}">
        <p14:creationId xmlns:p14="http://schemas.microsoft.com/office/powerpoint/2010/main" val="298334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문_B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2438" y="290342"/>
            <a:ext cx="9005984" cy="31591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1800" b="1" baseline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2438" y="684213"/>
            <a:ext cx="9001125" cy="5905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1" baseline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>
              <a:lnSpc>
                <a:spcPct val="100000"/>
              </a:lnSpc>
              <a:defRPr sz="1600">
                <a:latin typeface="현대하모니 L" pitchFamily="18" charset="-127"/>
                <a:ea typeface="현대하모니 L" pitchFamily="18" charset="-127"/>
              </a:defRPr>
            </a:lvl2pPr>
            <a:lvl3pPr>
              <a:lnSpc>
                <a:spcPct val="100000"/>
              </a:lnSpc>
              <a:defRPr sz="1600">
                <a:latin typeface="현대하모니 L" pitchFamily="18" charset="-127"/>
                <a:ea typeface="현대하모니 L" pitchFamily="18" charset="-127"/>
              </a:defRPr>
            </a:lvl3pPr>
            <a:lvl4pPr>
              <a:lnSpc>
                <a:spcPct val="100000"/>
              </a:lnSpc>
              <a:defRPr sz="1600">
                <a:latin typeface="현대하모니 L" pitchFamily="18" charset="-127"/>
                <a:ea typeface="현대하모니 L" pitchFamily="18" charset="-127"/>
              </a:defRPr>
            </a:lvl4pPr>
            <a:lvl5pPr>
              <a:lnSpc>
                <a:spcPct val="100000"/>
              </a:lnSpc>
              <a:defRPr sz="1600">
                <a:latin typeface="현대하모니 L" pitchFamily="18" charset="-127"/>
                <a:ea typeface="현대하모니 L" pitchFamily="18" charset="-127"/>
              </a:defRPr>
            </a:lvl5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23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60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898B688-DB1A-805C-60B4-7BE52F97C62E}"/>
              </a:ext>
            </a:extLst>
          </p:cNvPr>
          <p:cNvGrpSpPr/>
          <p:nvPr userDrawn="1"/>
        </p:nvGrpSpPr>
        <p:grpSpPr>
          <a:xfrm>
            <a:off x="2605257" y="2352993"/>
            <a:ext cx="5287156" cy="1867834"/>
            <a:chOff x="3228115" y="2352993"/>
            <a:chExt cx="9020454" cy="186783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CF3EA25D-0131-6960-356B-04911F633E2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28115" y="2761645"/>
              <a:ext cx="9020454" cy="1459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9750" b="1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brighter</a:t>
              </a: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41189A1-F897-A761-2048-728594165F20}"/>
                </a:ext>
              </a:extLst>
            </p:cNvPr>
            <p:cNvSpPr/>
            <p:nvPr userDrawn="1"/>
          </p:nvSpPr>
          <p:spPr>
            <a:xfrm>
              <a:off x="3387199" y="2352993"/>
              <a:ext cx="3902930" cy="5424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925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welcome to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0FCE6C9-9599-0680-725C-0EB800D18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75000"/>
          </a:blip>
          <a:srcRect t="1402"/>
          <a:stretch/>
        </p:blipFill>
        <p:spPr>
          <a:xfrm>
            <a:off x="4215000" y="5896454"/>
            <a:ext cx="1476000" cy="2322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428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1143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4482469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4297784" y="6643483"/>
            <a:ext cx="1303288" cy="159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LG스마트체 Regular" pitchFamily="50" charset="-127"/>
                <a:ea typeface="LG스마트체 Regular" pitchFamily="50" charset="-127"/>
              </a:defRPr>
            </a:lvl1pPr>
          </a:lstStyle>
          <a:p>
            <a:fld id="{CD299CC1-3548-44F8-A439-004F62559FBA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r>
              <a:rPr lang="en-US" altLang="ko-KR">
                <a:solidFill>
                  <a:srgbClr val="000000"/>
                </a:solidFill>
              </a:rPr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2056383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53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672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6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570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984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40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8049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350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45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080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015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kumimoji="1" lang="ko-KR" altLang="en-US" sz="2000" kern="1200" baseline="0" dirty="0" smtClean="0">
                <a:solidFill>
                  <a:schemeClr val="tx1"/>
                </a:solidFill>
                <a:latin typeface="Arial" pitchFamily="34" charset="0"/>
                <a:ea typeface="HY견고딕" pitchFamily="18" charset="-127"/>
                <a:cs typeface="+mj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705865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207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4297784" y="6643483"/>
            <a:ext cx="1303288" cy="159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LG스마트체 Regular" pitchFamily="50" charset="-127"/>
                <a:ea typeface="LG스마트체 Regular" pitchFamily="50" charset="-127"/>
              </a:defRPr>
            </a:lvl1pPr>
          </a:lstStyle>
          <a:p>
            <a:fld id="{CD299CC1-3548-44F8-A439-004F62559FBA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r>
              <a:rPr lang="en-US" altLang="ko-KR">
                <a:solidFill>
                  <a:srgbClr val="000000"/>
                </a:solidFill>
              </a:rPr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3834580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_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/>
          <p:cNvSpPr>
            <a:spLocks noGrp="1"/>
          </p:cNvSpPr>
          <p:nvPr>
            <p:ph idx="1"/>
          </p:nvPr>
        </p:nvSpPr>
        <p:spPr>
          <a:xfrm>
            <a:off x="273050" y="657511"/>
            <a:ext cx="9359900" cy="5032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34568" y="141836"/>
            <a:ext cx="184731" cy="39267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algn="l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83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9" r:id="rId2"/>
    <p:sldLayoutId id="2147483885" r:id="rId3"/>
    <p:sldLayoutId id="2147483886" r:id="rId4"/>
    <p:sldLayoutId id="2147483904" r:id="rId5"/>
    <p:sldLayoutId id="2147483920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19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ottomBarOutliner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white">
          <a:xfrm>
            <a:off x="0" y="6432550"/>
            <a:ext cx="9906000" cy="4254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GB" altLang="ko-KR" sz="1200" b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631825" y="684213"/>
            <a:ext cx="88217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39800"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939800"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defTabSz="939800" eaLnBrk="0" fontAlgn="base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defTabSz="939800" eaLnBrk="0" fontAlgn="base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defTabSz="939800" eaLnBrk="0" fontAlgn="base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defTabSz="939800" eaLnBrk="0" fontAlgn="base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defRPr kumimoji="1" sz="16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 latinLnBrk="1">
              <a:spcBef>
                <a:spcPct val="0"/>
              </a:spcBef>
            </a:pPr>
            <a:endParaRPr lang="ko-KR" altLang="en-US" baseline="0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205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1" r:id="rId4"/>
    <p:sldLayoutId id="2147483902" r:id="rId5"/>
    <p:sldLayoutId id="2147483907" r:id="rId6"/>
  </p:sldLayoutIdLst>
  <p:hf sldNum="0" hdr="0" ftr="0" dt="0"/>
  <p:txStyles>
    <p:titleStyle>
      <a:lvl1pPr algn="l" defTabSz="939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39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2pPr>
      <a:lvl3pPr algn="l" defTabSz="939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3pPr>
      <a:lvl4pPr algn="l" defTabSz="939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4pPr>
      <a:lvl5pPr algn="l" defTabSz="939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5pPr>
      <a:lvl6pPr marL="457200" algn="l" defTabSz="939800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6pPr>
      <a:lvl7pPr marL="914400" algn="l" defTabSz="939800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7pPr>
      <a:lvl8pPr marL="1371600" algn="l" defTabSz="939800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8pPr>
      <a:lvl9pPr marL="1828800" algn="l" defTabSz="939800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2000" b="1">
          <a:solidFill>
            <a:schemeClr val="bg2"/>
          </a:solidFill>
          <a:latin typeface="Corbel" pitchFamily="34" charset="0"/>
          <a:ea typeface="맑은 고딕" pitchFamily="34" charset="-127"/>
        </a:defRPr>
      </a:lvl9pPr>
    </p:titleStyle>
    <p:bodyStyle>
      <a:lvl1pPr marL="342900" indent="-342900" algn="l" defTabSz="939800" rtl="0" eaLnBrk="0" fontAlgn="base" hangingPunct="0">
        <a:spcBef>
          <a:spcPct val="6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defRPr kumimoji="1" sz="1700" b="1">
          <a:solidFill>
            <a:srgbClr val="000000"/>
          </a:solidFill>
          <a:latin typeface="+mn-lt"/>
          <a:ea typeface="+mn-ea"/>
          <a:cs typeface="+mn-cs"/>
        </a:defRPr>
      </a:lvl1pPr>
      <a:lvl2pPr marL="630238" indent="-92075" algn="l" defTabSz="939800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맑은 고딕" pitchFamily="50" charset="-127"/>
        <a:buChar char="–"/>
        <a:defRPr kumimoji="1" sz="1300" b="1">
          <a:solidFill>
            <a:srgbClr val="000000"/>
          </a:solidFill>
          <a:latin typeface="굴림" pitchFamily="34" charset="-127"/>
          <a:ea typeface="굴림" pitchFamily="34" charset="-127"/>
        </a:defRPr>
      </a:lvl2pPr>
      <a:lvl3pPr marL="1038225" indent="-228600" algn="l" defTabSz="939800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ú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3pPr>
      <a:lvl4pPr marL="1446213" indent="-228600" algn="l" defTabSz="939800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맑은 고딕" pitchFamily="50" charset="-127"/>
        <a:buChar char="-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4pPr>
      <a:lvl5pPr marL="1820863" indent="-195263" algn="l" defTabSz="939800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90000"/>
        <a:buFont typeface="맑은 고딕" pitchFamily="50" charset="-127"/>
        <a:buChar char="-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5pPr>
      <a:lvl6pPr marL="2278063" indent="-195263" algn="l" defTabSz="939800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맑은 고딕" pitchFamily="34" charset="-127"/>
        <a:buChar char="-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6pPr>
      <a:lvl7pPr marL="2735263" indent="-195263" algn="l" defTabSz="939800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맑은 고딕" pitchFamily="34" charset="-127"/>
        <a:buChar char="-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7pPr>
      <a:lvl8pPr marL="3192463" indent="-195263" algn="l" defTabSz="939800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맑은 고딕" pitchFamily="34" charset="-127"/>
        <a:buChar char="-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8pPr>
      <a:lvl9pPr marL="3649663" indent="-195263" algn="l" defTabSz="939800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맑은 고딕" pitchFamily="34" charset="-127"/>
        <a:buChar char="-"/>
        <a:defRPr kumimoji="1" sz="2000">
          <a:solidFill>
            <a:schemeClr val="tx1"/>
          </a:solidFill>
          <a:latin typeface="굴림" pitchFamily="34" charset="-127"/>
          <a:ea typeface="굴림" pitchFamily="34" charset="-127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F0DAF-8387-48A2-AB79-55D4922D4FD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73F21-00B6-4BDF-B55D-044B591E66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9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4" r:id="rId12"/>
    <p:sldLayoutId id="2147483935" r:id="rId13"/>
    <p:sldLayoutId id="2147483936" r:id="rId14"/>
    <p:sldLayoutId id="2147483937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9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2.png"/><Relationship Id="rId5" Type="http://schemas.openxmlformats.org/officeDocument/2006/relationships/tags" Target="../tags/tag26.xml"/><Relationship Id="rId10" Type="http://schemas.openxmlformats.org/officeDocument/2006/relationships/image" Target="../media/image1.png"/><Relationship Id="rId4" Type="http://schemas.openxmlformats.org/officeDocument/2006/relationships/tags" Target="../tags/tag2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12.xml"/><Relationship Id="rId7" Type="http://schemas.openxmlformats.org/officeDocument/2006/relationships/slide" Target="slide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7.xml"/><Relationship Id="rId10" Type="http://schemas.openxmlformats.org/officeDocument/2006/relationships/image" Target="../media/image10.png"/><Relationship Id="rId4" Type="http://schemas.openxmlformats.org/officeDocument/2006/relationships/slide" Target="slide13.xml"/><Relationship Id="rId9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2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25.xml"/><Relationship Id="rId4" Type="http://schemas.openxmlformats.org/officeDocument/2006/relationships/slide" Target="slide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slide" Target="slide4.xml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4" Type="http://schemas.openxmlformats.org/officeDocument/2006/relationships/slide" Target="slide2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slide" Target="slide22.xml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>
            <p:custDataLst>
              <p:tags r:id="rId1"/>
            </p:custDataLst>
          </p:nvPr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9" name="직사각형 8"/>
            <p:cNvSpPr/>
            <p:nvPr>
              <p:custDataLst>
                <p:tags r:id="rId5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itchFamily="50" charset="-127"/>
                <a:cs typeface="+mn-cs"/>
              </a:endParaRPr>
            </a:p>
          </p:txBody>
        </p:sp>
        <p:pic>
          <p:nvPicPr>
            <p:cNvPr id="10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0" cy="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제목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71375" y="1772997"/>
            <a:ext cx="6377662" cy="707886"/>
          </a:xfrm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4000" b="1">
                <a:latin typeface="Arial Narrow"/>
                <a:ea typeface="LG스마트체2.0 SemiBold"/>
              </a:rPr>
              <a:t>품질</a:t>
            </a:r>
            <a:r>
              <a:rPr lang="en-US" altLang="ko-KR" sz="4000" b="1">
                <a:latin typeface="Arial Narrow"/>
                <a:ea typeface="LG스마트체2.0 SemiBold"/>
              </a:rPr>
              <a:t>DX</a:t>
            </a:r>
            <a:r>
              <a:rPr lang="ko-KR" altLang="en-US" sz="4000" b="1">
                <a:latin typeface="Arial Narrow"/>
                <a:ea typeface="LG스마트체2.0 SemiBold"/>
              </a:rPr>
              <a:t>담당</a:t>
            </a:r>
            <a:r>
              <a:rPr lang="en-US" altLang="ko-KR" sz="4000" b="1">
                <a:latin typeface="Arial Narrow"/>
                <a:ea typeface="LG스마트체2.0 SemiBold"/>
              </a:rPr>
              <a:t> 9</a:t>
            </a:r>
            <a:r>
              <a:rPr lang="ko-KR" altLang="en-US" sz="4000" b="1">
                <a:latin typeface="Arial Narrow"/>
                <a:ea typeface="LG스마트체2.0 SemiBold"/>
              </a:rPr>
              <a:t>월 업무 보고</a:t>
            </a:r>
          </a:p>
        </p:txBody>
      </p:sp>
      <p:sp>
        <p:nvSpPr>
          <p:cNvPr id="15" name="내용 개체 틀 14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149513" y="5076306"/>
            <a:ext cx="2789728" cy="338554"/>
          </a:xfr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ko-KR" sz="1600" b="1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  <a:ea typeface="LG스마트체2.0 SemiBold"/>
                <a:cs typeface="+mn-cs"/>
              </a:rPr>
              <a:t>| </a:t>
            </a:r>
            <a:r>
              <a:rPr lang="en-GB" altLang="ko-KR" sz="1600" b="1">
                <a:solidFill>
                  <a:prstClr val="black">
                    <a:lumMod val="65000"/>
                    <a:lumOff val="35000"/>
                  </a:prstClr>
                </a:solidFill>
                <a:latin typeface="Arial Narrow"/>
                <a:ea typeface="LG스마트체2.0 SemiBold"/>
                <a:cs typeface="+mn-cs"/>
              </a:rPr>
              <a:t>2026. 09. 08</a:t>
            </a:r>
            <a:endParaRPr lang="en-GB" altLang="ko-KR" sz="1600" b="1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2.0 SemiBold" panose="020B0600000101010101" pitchFamily="50" charset="-127"/>
              <a:cs typeface="+mn-cs"/>
            </a:endParaRPr>
          </a:p>
        </p:txBody>
      </p:sp>
      <p:sp>
        <p:nvSpPr>
          <p:cNvPr id="20" name="Rectangle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7168" y="3477458"/>
            <a:ext cx="6750168" cy="64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9pPr>
          </a:lstStyle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품질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DX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담당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KPI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실적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Summary</a:t>
            </a:r>
          </a:p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월별 핵심 진척사항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및 어필포인트 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  <a:sym typeface="Wingdings" panose="05000000000000000000" pitchFamily="2" charset="2"/>
            </a:endParaRPr>
          </a:p>
        </p:txBody>
      </p:sp>
      <p:pic>
        <p:nvPicPr>
          <p:cNvPr id="1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3FDADC5C-3F1A-46B6-BB86-18E819CF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51" y="5156524"/>
            <a:ext cx="839468" cy="36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0696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94A2410-08EB-4889-A06D-9DC96AE8F2F1}"/>
              </a:ext>
            </a:extLst>
          </p:cNvPr>
          <p:cNvGrpSpPr/>
          <p:nvPr/>
        </p:nvGrpSpPr>
        <p:grpSpPr>
          <a:xfrm>
            <a:off x="109414" y="216167"/>
            <a:ext cx="1867819" cy="403380"/>
            <a:chOff x="210051" y="188640"/>
            <a:chExt cx="1867819" cy="4033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1E2063-081D-494C-B0CF-4726185FE0C4}"/>
                </a:ext>
              </a:extLst>
            </p:cNvPr>
            <p:cNvSpPr txBox="1"/>
            <p:nvPr/>
          </p:nvSpPr>
          <p:spPr>
            <a:xfrm>
              <a:off x="210051" y="188640"/>
              <a:ext cx="1867819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 (1/2)</a:t>
              </a:r>
              <a:endParaRPr lang="ko-KR" altLang="en-US" sz="2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A8A1400-6342-4AFC-A899-DEDD25B27A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71509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27FC96-E8CA-4EB8-B7E5-64A5B2921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881833"/>
              </p:ext>
            </p:extLst>
          </p:nvPr>
        </p:nvGraphicFramePr>
        <p:xfrm>
          <a:off x="41457" y="868895"/>
          <a:ext cx="9827477" cy="5092065"/>
        </p:xfrm>
        <a:graphic>
          <a:graphicData uri="http://schemas.openxmlformats.org/drawingml/2006/table">
            <a:tbl>
              <a:tblPr/>
              <a:tblGrid>
                <a:gridCol w="492109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3763243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1658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5855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품질 경쟁력 강화</a:t>
                      </a:r>
                      <a:br>
                        <a:rPr lang="en-US" altLang="ko-KR" sz="1100" b="1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Safety Risk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판단 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Fast Track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구축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100" b="1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b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Safety Issue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17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[3Q</a:t>
                      </a:r>
                      <a:r>
                        <a:rPr kumimoji="1" lang="ko-KR" altLang="en-US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</a:t>
                      </a: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및 분석 </a:t>
                      </a: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</a:t>
                      </a:r>
                      <a:r>
                        <a:rPr kumimoji="1" lang="ko-KR" altLang="en-US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목표 달성</a:t>
                      </a:r>
                      <a:b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105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고객용</a:t>
                      </a:r>
                      <a:r>
                        <a:rPr kumimoji="1" lang="ko-KR" altLang="en-US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Report </a:t>
                      </a:r>
                      <a:r>
                        <a:rPr kumimoji="1" lang="ko-KR" altLang="en-US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</a:t>
                      </a:r>
                      <a:r>
                        <a:rPr kumimoji="1" lang="ko-KR" altLang="en-US" sz="105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메일링</a:t>
                      </a:r>
                      <a:r>
                        <a:rPr kumimoji="1" lang="ko-KR" altLang="en-US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확산 및 고객 </a:t>
                      </a:r>
                      <a:r>
                        <a:rPr kumimoji="1" lang="en-US" altLang="ko-KR" sz="105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F/Back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[ESS 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표준화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과거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장기 운영 데이터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Migration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방안 수립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[ESS 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실적 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9.6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(19,026 </a:t>
                      </a:r>
                      <a:r>
                        <a:rPr kumimoji="1" lang="en-US" altLang="ko-KR" sz="110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hrs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실적 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21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</a:t>
                      </a:r>
                      <a:b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kumimoji="1" lang="ko-KR" altLang="en-US" sz="110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고객용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Report 2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 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발송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</a:t>
                      </a:r>
                      <a:r>
                        <a:rPr kumimoji="1" lang="ko-KR" altLang="en-US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1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6697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BM/PD </a:t>
                      </a: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</a:t>
                      </a:r>
                      <a:r>
                        <a:rPr kumimoji="1" lang="ko-KR" altLang="en-US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/ESS BM/PD 20%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(25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比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</a:t>
                      </a:r>
                      <a:r>
                        <a:rPr kumimoji="1" lang="ko-KR" altLang="en-US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</a:t>
                      </a: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BM Agent </a:t>
                      </a:r>
                      <a:r>
                        <a:rPr kumimoji="1" lang="ko-KR" altLang="en-US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개발, FDC/SPC 검사기관리 운영적용</a:t>
                      </a:r>
                      <a:endParaRPr kumimoji="1" lang="en-US" altLang="ko-KR" sz="1050" b="0" i="0" u="none" strike="noStrike" kern="1200" cap="none" spc="-4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[EMS BM </a:t>
                      </a:r>
                      <a:r>
                        <a:rPr lang="en-US" alt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조치가이드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Agent </a:t>
                      </a:r>
                      <a:r>
                        <a:rPr lang="en-US" altLang="ko-KR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lvl="0" indent="0" algn="l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개선을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BM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업무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체계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정립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 ('26.08)</a:t>
                      </a:r>
                      <a:endParaRPr lang="ko-KR" altLang="ko-KR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BM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분석을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통한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BM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정비기준정보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초안작성검토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(~'26.09)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검사기 관리를 통한 검사기 기인 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저감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FDC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알람 연계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Agent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개발 및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 SLT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전 호기 대상 운영적용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-.ESWA ROL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Agent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파일럿 설비 검증 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(8/31)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OC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NFF,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MI,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NB, NA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검사기 데이터 수집 진행 중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015785"/>
                  </a:ext>
                </a:extLst>
              </a:tr>
              <a:tr h="4694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제조운영 </a:t>
                      </a: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100" b="1" kern="1200" spc="-1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100" b="1" i="0" u="none" strike="noStrike" kern="1200" cap="none" spc="-4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ESMI, MI_LS, OT, HD ESS </a:t>
                      </a:r>
                      <a:r>
                        <a:rPr lang="ko-KR" altLang="en-US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lang="ko-KR" altLang="en-US" sz="11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[</a:t>
                      </a:r>
                      <a:r>
                        <a:rPr lang="ko-KR" altLang="en-US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1050" b="0" i="0" u="none" strike="noStrike" kern="1200" cap="none" spc="-40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94.9%/MIL 94.2% /OT 94.7% /HD 92.7%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kumimoji="1"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MI </a:t>
                      </a:r>
                      <a:r>
                        <a:rPr kumimoji="1"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법인 </a:t>
                      </a:r>
                      <a:r>
                        <a:rPr kumimoji="1"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LAM/STK </a:t>
                      </a:r>
                      <a:r>
                        <a:rPr kumimoji="1"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기본 분석 </a:t>
                      </a:r>
                      <a:r>
                        <a:rPr kumimoji="1"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AI Agent </a:t>
                      </a:r>
                      <a:r>
                        <a:rPr kumimoji="1"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개발</a:t>
                      </a:r>
                      <a:r>
                        <a:rPr kumimoji="1"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완료 </a:t>
                      </a:r>
                      <a:r>
                        <a:rPr kumimoji="1"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(4/30)</a:t>
                      </a:r>
                      <a:br>
                        <a:rPr kumimoji="1"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Agent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고도화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(RAG)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개발 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(5/30)</a:t>
                      </a: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MI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사용자 대상 서비스 오픈완료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(6/30)</a:t>
                      </a:r>
                    </a:p>
                    <a:p>
                      <a:pPr marL="0" marR="0" lvl="0" indent="0" algn="l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Agent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안정화 및 해외 법인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 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(8/28)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852064"/>
                  </a:ext>
                </a:extLst>
              </a:tr>
              <a:tr h="1144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효율화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업무 시간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부품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PPAP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분석 오픈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부품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PPAP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문서 자동분석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최종 사용자 테스트 및 오픈 전 시연회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검교정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성적서 자동 입력 및 분석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및 단위 테스트 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판정 알고리즘 관리 자동화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DAP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검사기 개통 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(100%. 96/96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DAP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오픈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(6/22)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사용자 교육 진행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(6/29)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VOE 17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이행 중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 완료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(8/6),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 수립일정에 따라 진행중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업데이트 및 배포 진행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(9/9)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친환경 문서 자동 검토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인프라 구성 및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Agent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완료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(~’26.08)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테스트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중 (~’26.09)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808684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B5766A33-19FE-4116-A4F0-EDBA6091DF48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D089CE7-B0DA-4F1D-9794-3EBE6A5D9F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02231F-D7D2-46BE-81F4-539D281C6173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92A1536-7CC1-4E81-A4F6-AED7F32E3F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0D0C45-BC2A-4E46-AA96-E0CFB46561A4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D74B849-955F-4A06-872B-77521603F7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A60B9D-3CE7-42C2-9F66-17FAEB6FEB3C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7" name="타원 6">
            <a:extLst>
              <a:ext uri="{FF2B5EF4-FFF2-40B4-BE49-F238E27FC236}">
                <a16:creationId xmlns:a16="http://schemas.microsoft.com/office/drawing/2014/main" id="{25F7F9C5-776E-7D9E-C7DB-9989129131B5}"/>
              </a:ext>
            </a:extLst>
          </p:cNvPr>
          <p:cNvSpPr>
            <a:spLocks noChangeAspect="1"/>
          </p:cNvSpPr>
          <p:nvPr/>
        </p:nvSpPr>
        <p:spPr>
          <a:xfrm>
            <a:off x="5731446" y="4742305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66FB2C0-5554-BEC3-63A0-B5BE1EFF65DC}"/>
              </a:ext>
            </a:extLst>
          </p:cNvPr>
          <p:cNvSpPr>
            <a:spLocks noChangeAspect="1"/>
          </p:cNvSpPr>
          <p:nvPr/>
        </p:nvSpPr>
        <p:spPr>
          <a:xfrm>
            <a:off x="5731446" y="3504778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>
              <a:solidFill>
                <a:srgbClr val="FFFFFF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3" name="실행 단추: 앞으로 또는 다음으로 이동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FED9164-BE1B-6601-135F-2D7033877D17}"/>
              </a:ext>
            </a:extLst>
          </p:cNvPr>
          <p:cNvSpPr/>
          <p:nvPr/>
        </p:nvSpPr>
        <p:spPr>
          <a:xfrm>
            <a:off x="9655648" y="3950299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9A00187-FF44-FEA9-68AA-2ED6BFE55B60}"/>
              </a:ext>
            </a:extLst>
          </p:cNvPr>
          <p:cNvSpPr>
            <a:spLocks noChangeAspect="1"/>
          </p:cNvSpPr>
          <p:nvPr/>
        </p:nvSpPr>
        <p:spPr>
          <a:xfrm>
            <a:off x="5731446" y="2585728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실행 단추: 앞으로 또는 다음으로 이동 2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4A3F313-3203-45DB-1F01-344C56D32E72}"/>
              </a:ext>
            </a:extLst>
          </p:cNvPr>
          <p:cNvSpPr/>
          <p:nvPr/>
        </p:nvSpPr>
        <p:spPr>
          <a:xfrm>
            <a:off x="9655648" y="3275150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실행 단추: 앞으로 또는 다음으로 이동 2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4889FD6-3E93-9E2B-2622-083484352BE9}"/>
              </a:ext>
            </a:extLst>
          </p:cNvPr>
          <p:cNvSpPr/>
          <p:nvPr/>
        </p:nvSpPr>
        <p:spPr>
          <a:xfrm>
            <a:off x="9655648" y="2096894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D37F778-B64E-93DA-560E-EBA2B460570A}"/>
              </a:ext>
            </a:extLst>
          </p:cNvPr>
          <p:cNvSpPr>
            <a:spLocks noChangeAspect="1"/>
          </p:cNvSpPr>
          <p:nvPr/>
        </p:nvSpPr>
        <p:spPr>
          <a:xfrm>
            <a:off x="5731446" y="1454684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실행 단추: 앞으로 또는 다음으로 이동 1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71DC223-7622-4068-AC51-DAF7D070251B}"/>
              </a:ext>
            </a:extLst>
          </p:cNvPr>
          <p:cNvSpPr/>
          <p:nvPr/>
        </p:nvSpPr>
        <p:spPr>
          <a:xfrm>
            <a:off x="9655648" y="1077487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D2DE408-FCC8-6BA3-76E4-D9CD8BAB035A}"/>
              </a:ext>
            </a:extLst>
          </p:cNvPr>
          <p:cNvSpPr/>
          <p:nvPr/>
        </p:nvSpPr>
        <p:spPr>
          <a:xfrm>
            <a:off x="1827860" y="1075259"/>
            <a:ext cx="432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3C59C56-8F0C-D355-9361-6D26389EBF75}"/>
              </a:ext>
            </a:extLst>
          </p:cNvPr>
          <p:cNvSpPr/>
          <p:nvPr/>
        </p:nvSpPr>
        <p:spPr>
          <a:xfrm>
            <a:off x="1827860" y="2100224"/>
            <a:ext cx="432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953746D-F2CB-5776-8D2C-B0FC20048B67}"/>
              </a:ext>
            </a:extLst>
          </p:cNvPr>
          <p:cNvSpPr/>
          <p:nvPr/>
        </p:nvSpPr>
        <p:spPr>
          <a:xfrm>
            <a:off x="1827860" y="3271875"/>
            <a:ext cx="432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CB62B61-D4A9-184B-70B8-C91821A8B5DA}"/>
              </a:ext>
            </a:extLst>
          </p:cNvPr>
          <p:cNvSpPr/>
          <p:nvPr/>
        </p:nvSpPr>
        <p:spPr>
          <a:xfrm>
            <a:off x="1827860" y="3953026"/>
            <a:ext cx="432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A2186-4514-A812-1089-851D4204BCBD}"/>
              </a:ext>
            </a:extLst>
          </p:cNvPr>
          <p:cNvSpPr txBox="1"/>
          <p:nvPr/>
        </p:nvSpPr>
        <p:spPr>
          <a:xfrm>
            <a:off x="8108695" y="1929488"/>
            <a:ext cx="123621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006600"/>
                </a:solidFill>
                <a:latin typeface="Arial Narrow"/>
                <a:ea typeface="LG스마트체 Regular"/>
              </a:rPr>
              <a:t>* 9</a:t>
            </a:r>
            <a:r>
              <a:rPr lang="ko-KR" altLang="en-US" sz="800">
                <a:solidFill>
                  <a:srgbClr val="006600"/>
                </a:solidFill>
                <a:latin typeface="Arial Narrow"/>
                <a:ea typeface="LG스마트체 Regular"/>
              </a:rPr>
              <a:t>월 예상 </a:t>
            </a:r>
            <a:r>
              <a:rPr lang="en-US" altLang="ko-KR" sz="800">
                <a:solidFill>
                  <a:srgbClr val="006600"/>
                </a:solidFill>
                <a:latin typeface="Arial Narrow"/>
                <a:ea typeface="LG스마트체 Regular"/>
              </a:rPr>
              <a:t>: 11 Site </a:t>
            </a:r>
            <a:r>
              <a:rPr lang="ko-KR" altLang="en-US" sz="800">
                <a:solidFill>
                  <a:srgbClr val="006600"/>
                </a:solidFill>
                <a:latin typeface="Arial Narrow"/>
                <a:ea typeface="LG스마트체 Regular"/>
              </a:rPr>
              <a:t>추가 적용</a:t>
            </a:r>
          </a:p>
        </p:txBody>
      </p:sp>
    </p:spTree>
    <p:extLst>
      <p:ext uri="{BB962C8B-B14F-4D97-AF65-F5344CB8AC3E}">
        <p14:creationId xmlns:p14="http://schemas.microsoft.com/office/powerpoint/2010/main" val="245086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C628A00-5CBA-F9AE-2224-5AC21A67E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42542"/>
              </p:ext>
            </p:extLst>
          </p:nvPr>
        </p:nvGraphicFramePr>
        <p:xfrm>
          <a:off x="41457" y="868896"/>
          <a:ext cx="9827477" cy="5958840"/>
        </p:xfrm>
        <a:graphic>
          <a:graphicData uri="http://schemas.openxmlformats.org/drawingml/2006/table">
            <a:tbl>
              <a:tblPr/>
              <a:tblGrid>
                <a:gridCol w="492109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3763243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1342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8256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효율화</a:t>
                      </a:r>
                      <a:br>
                        <a:rPr lang="en-US" altLang="ko-KR" sz="1100" b="1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i="0" u="none" strike="noStrike" kern="1200" cap="none" spc="-4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롤맵</a:t>
                      </a:r>
                      <a:r>
                        <a:rPr lang="ko-KR" altLang="en-US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데이터 활용 생산 </a:t>
                      </a:r>
                      <a:r>
                        <a:rPr lang="en-US" altLang="ko-KR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1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전극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1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개선사항 검증 및 양산 적용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코터 로딩량 데이터 기반한 재조건조정 완료시점 개선 검증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진행 중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고정길이 → 로딩 계측값 기준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ko-KR" sz="11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: OT(‘26.3.18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적용 完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HD(’26.3.29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적용 完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적용효과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5.36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(‘26.3~8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月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   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ESWA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Lane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불량 배출을 통한 생산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: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코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터 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Tagless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 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3/6/7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 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7/2~), 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프로그램안정화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지속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: 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국내 원격지원 전환 및 </a:t>
                      </a:r>
                      <a:r>
                        <a:rPr lang="en-US" altLang="ko-KR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Pending Issue </a:t>
                      </a:r>
                      <a:r>
                        <a:rPr lang="ko-KR" altLang="en-US" sz="1100" b="0" i="0" u="none" strike="noStrike" kern="1000" spc="-1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주단위 정기 협의회 운영</a:t>
                      </a:r>
                      <a:endParaRPr lang="en-US" altLang="ko-KR" sz="1100" b="0" i="0" u="none" strike="noStrike" kern="1000" spc="-1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4746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효율화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수주대응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(RFx) </a:t>
                      </a:r>
                      <a:r>
                        <a:rPr kumimoji="1" lang="ko-KR" altLang="en-US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건설투자비 산출 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</a:t>
                      </a:r>
                      <a:r>
                        <a:rPr kumimoji="1" lang="ko-KR" altLang="en-US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건설공사 견적산출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일→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66%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1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외부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Factor data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수집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kumimoji="1" lang="en-US" altLang="ko-KR" sz="105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오차범위 축소를 위한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환경 조건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구조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증축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Factor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도출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: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환경조건을 고려한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 구분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(CR, DR,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활성화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일반공조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</a:t>
                      </a:r>
                      <a:b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따른 </a:t>
                      </a:r>
                      <a:r>
                        <a:rPr lang="ko-KR" altLang="en-US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공종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별 공사비 지수 도출</a:t>
                      </a:r>
                      <a:b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: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 단위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Work Option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구성을 통한 구조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증축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Factor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209146"/>
                  </a:ext>
                </a:extLst>
              </a:tr>
              <a:tr h="4746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 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 기반 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적용을 통한 작업자 업무 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Load 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 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19,612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운영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('26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단독법인 인원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1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ESHM IVS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시스템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-40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본서버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오픈</a:t>
                      </a:r>
                      <a:endParaRPr kumimoji="1" lang="en-US" altLang="ko-KR" sz="105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서버기반 </a:t>
                      </a: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kumimoji="1" lang="ko-KR" altLang="en-US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적용을 통한 작업자 업무 </a:t>
                      </a: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Load</a:t>
                      </a:r>
                      <a:r>
                        <a:rPr kumimoji="1" lang="ko-KR" altLang="en-US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Basic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개소 학습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판정 기능 사용자 교육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(8/10~8/13, 3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66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PLC Trigger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판정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Basic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알고리즘 대표호기 탑재 완료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(8/13)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: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학습용 이미지 추출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(8/11),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 학습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(8/12), 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Trigger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신호 생성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(8/12),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탑재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(8/13)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558582"/>
                  </a:ext>
                </a:extLst>
              </a:tr>
              <a:tr h="4746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 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 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적확도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1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환경 구축</a:t>
                      </a:r>
                      <a:endParaRPr kumimoji="1" lang="en-US" altLang="ko-KR" sz="105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-92075" algn="l" fontAlgn="ctr"/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UI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화면 및 데이터 파이프라인 설계 완료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(8/28)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하여 개발 진행 중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(~9/18), Codespace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망에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FADE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서버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VM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생성 완료되어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(8/31)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방화벽 해제 및 서버 셋업 진행 중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(~9/11), DAVINCI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파이프라인 성능 테스트 진행 중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410583"/>
                  </a:ext>
                </a:extLst>
              </a:tr>
              <a:tr h="8256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 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DAVINCI 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플랫폼 강화 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AX</a:t>
                      </a: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기반 플랫폼 개선 과제 </a:t>
                      </a:r>
                      <a:r>
                        <a:rPr kumimoji="1" lang="en-US" altLang="ko-KR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</a:t>
                      </a: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건 적용</a:t>
                      </a:r>
                      <a:r>
                        <a:rPr kumimoji="1" lang="en-US" altLang="ko-KR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(OC, WA)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1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서비스 개발</a:t>
                      </a:r>
                      <a:r>
                        <a:rPr kumimoji="1" lang="en-US" altLang="ko-KR" sz="105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[Spotfire Automation Mail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 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메일 요약 기능 개발 완료 후 통합테스트(9/18)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 WA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대상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AI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메일 요약 오픈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(9/25)</a:t>
                      </a:r>
                      <a:b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다빈치 </a:t>
                      </a:r>
                      <a:r>
                        <a:rPr kumimoji="0" lang="en-US" altLang="ko-KR" sz="11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kumimoji="0" lang="ko-KR" altLang="en-US" sz="11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플랫폼 구축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</a:p>
                    <a:p>
                      <a:pPr lvl="0" algn="l">
                        <a:buNone/>
                      </a:pPr>
                      <a:r>
                        <a:rPr lang="ko-KR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DAVINCI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전용 멀티클러스터 구성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(~8/31)  </a:t>
                      </a:r>
                      <a:b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빅데이터 처리 전용 클러스터 구축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WA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대용량 데이터 전용 클러스터 인프라 셋업 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(~9/11)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015785"/>
                  </a:ext>
                </a:extLst>
              </a:tr>
              <a:tr h="5916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 </a:t>
                      </a:r>
                      <a:br>
                        <a:rPr lang="en-US" altLang="ko-KR" sz="1100" b="1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1100" b="1" i="0" u="none" strike="noStrike" kern="1200" cap="none" spc="-5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FDC 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통합을 통한 </a:t>
                      </a:r>
                      <a:r>
                        <a:rPr kumimoji="0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kumimoji="0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비용 절감 </a:t>
                      </a:r>
                      <a:r>
                        <a:rPr kumimoji="1" lang="en-US" altLang="ko-KR" sz="11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14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확산 후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년부터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(33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1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- 6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050" b="0" i="0" u="none" strike="noStrike" kern="1200" cap="none" spc="-4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 - 1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(AZ,HD)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사용자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설명회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(9/1)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변화관리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(~9/30)</a:t>
                      </a:r>
                      <a:b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- 1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(MI_L,HG,OT)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사용자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1100" b="0" i="0" u="none" strike="noStrike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설명회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(~9/11)</a:t>
                      </a:r>
                      <a:b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 - 2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(GM1,MI,HM)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위한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설정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(9/1)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</a:t>
                      </a:r>
                      <a:b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  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사용자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설명회</a:t>
                      </a:r>
                      <a:r>
                        <a:rPr lang="en-US" altLang="ko-KR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(~9/30)</a:t>
                      </a:r>
                      <a:endParaRPr 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- 3차(GM2,NA,NB,NJ)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투자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  <a:r>
                        <a:rPr lang="en-US" sz="1100" b="0" i="0" u="none" strike="noStrike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(~9/9)</a:t>
                      </a:r>
                      <a:endParaRPr 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852064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</a:t>
                      </a: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증설 </a:t>
                      </a: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 적기 </a:t>
                      </a: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Open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으로 조기 안정화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12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적용 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lang="en-US" altLang="ko-KR" sz="1100" b="1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[3Q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ESAZ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신규 확산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OC9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소형 </a:t>
                      </a:r>
                      <a:r>
                        <a:rPr kumimoji="1" lang="en-US" altLang="ko-KR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PDS </a:t>
                      </a:r>
                      <a:r>
                        <a:rPr kumimoji="1" lang="ko-KR" altLang="en-US" sz="105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endParaRPr kumimoji="1" lang="en-US" altLang="ko-KR" sz="1050" b="0" i="0" u="none" strike="noStrike" kern="1200" cap="none" spc="-4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ESAZ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샘플 적기 대응을 위한 오픈 완료</a:t>
                      </a:r>
                      <a:b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(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QMS, MIMS, RMS, FDC, SPC, EMS, EDC, </a:t>
                      </a:r>
                      <a:r>
                        <a:rPr lang="en-US" altLang="ko-KR" sz="11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DAVINCI,</a:t>
                      </a:r>
                      <a:b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DAP,APC, </a:t>
                      </a:r>
                      <a:r>
                        <a:rPr lang="ko-KR" altLang="en-US" sz="11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롤맵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IRS, 4MCC)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808684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:a16="http://schemas.microsoft.com/office/drawing/2014/main" id="{D232FCD8-8B5D-55E5-F482-E587C79B3E44}"/>
              </a:ext>
            </a:extLst>
          </p:cNvPr>
          <p:cNvSpPr>
            <a:spLocks noChangeAspect="1"/>
          </p:cNvSpPr>
          <p:nvPr/>
        </p:nvSpPr>
        <p:spPr>
          <a:xfrm>
            <a:off x="5753548" y="4767920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3F3A0AA-B70A-AA3F-9A32-3C5CEEB6A81F}"/>
              </a:ext>
            </a:extLst>
          </p:cNvPr>
          <p:cNvSpPr>
            <a:spLocks noChangeAspect="1"/>
          </p:cNvSpPr>
          <p:nvPr/>
        </p:nvSpPr>
        <p:spPr>
          <a:xfrm>
            <a:off x="5753548" y="1555224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C0C1376-D488-67E6-D716-72F409CE74DF}"/>
              </a:ext>
            </a:extLst>
          </p:cNvPr>
          <p:cNvSpPr>
            <a:spLocks noChangeAspect="1"/>
          </p:cNvSpPr>
          <p:nvPr/>
        </p:nvSpPr>
        <p:spPr>
          <a:xfrm>
            <a:off x="5753548" y="2500884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F8EB53A-F427-C69E-905F-BE5AE02A2AD2}"/>
              </a:ext>
            </a:extLst>
          </p:cNvPr>
          <p:cNvSpPr>
            <a:spLocks noChangeAspect="1"/>
          </p:cNvSpPr>
          <p:nvPr/>
        </p:nvSpPr>
        <p:spPr>
          <a:xfrm>
            <a:off x="5753548" y="3859837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실행 단추: 앞으로 또는 다음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DA75DE2-637F-0F29-2BE3-0C789D36AD43}"/>
              </a:ext>
            </a:extLst>
          </p:cNvPr>
          <p:cNvSpPr/>
          <p:nvPr/>
        </p:nvSpPr>
        <p:spPr>
          <a:xfrm>
            <a:off x="9655398" y="2942135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실행 단추: 앞으로 또는 다음으로 이동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91B3F26-0576-FFBC-247E-34ECDA8D62DC}"/>
              </a:ext>
            </a:extLst>
          </p:cNvPr>
          <p:cNvSpPr/>
          <p:nvPr/>
        </p:nvSpPr>
        <p:spPr>
          <a:xfrm>
            <a:off x="9655398" y="3615990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실행 단추: 앞으로 또는 다음으로 이동 1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19DA7C3-11D3-DB98-0639-A577ACCDE9AC}"/>
              </a:ext>
            </a:extLst>
          </p:cNvPr>
          <p:cNvSpPr/>
          <p:nvPr/>
        </p:nvSpPr>
        <p:spPr>
          <a:xfrm>
            <a:off x="9655398" y="6334263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실행 단추: 앞으로 또는 다음으로 이동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4F5CEEDF-154B-3F9F-0114-B22E2BB18899}"/>
              </a:ext>
            </a:extLst>
          </p:cNvPr>
          <p:cNvSpPr/>
          <p:nvPr/>
        </p:nvSpPr>
        <p:spPr>
          <a:xfrm>
            <a:off x="9655398" y="4295473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F9D4DED-4E42-A527-1494-92B920F6C497}"/>
              </a:ext>
            </a:extLst>
          </p:cNvPr>
          <p:cNvSpPr>
            <a:spLocks noChangeAspect="1"/>
          </p:cNvSpPr>
          <p:nvPr/>
        </p:nvSpPr>
        <p:spPr>
          <a:xfrm>
            <a:off x="5753548" y="3207869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293DDFE-104F-D9E5-D5D4-171895BC80AB}"/>
              </a:ext>
            </a:extLst>
          </p:cNvPr>
          <p:cNvSpPr>
            <a:spLocks noChangeAspect="1"/>
          </p:cNvSpPr>
          <p:nvPr/>
        </p:nvSpPr>
        <p:spPr>
          <a:xfrm>
            <a:off x="5753548" y="5774730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실행 단추: 앞으로 또는 다음으로 이동 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C76958A-C32D-217C-B73C-83077395D278}"/>
              </a:ext>
            </a:extLst>
          </p:cNvPr>
          <p:cNvSpPr/>
          <p:nvPr/>
        </p:nvSpPr>
        <p:spPr>
          <a:xfrm>
            <a:off x="9655398" y="2259299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실행 단추: 앞으로 또는 다음으로 이동 1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E592CB5-2CBC-29F4-53CF-0B427EC0EDA1}"/>
              </a:ext>
            </a:extLst>
          </p:cNvPr>
          <p:cNvSpPr/>
          <p:nvPr/>
        </p:nvSpPr>
        <p:spPr>
          <a:xfrm>
            <a:off x="9655398" y="1079186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19C5942-093C-83AB-1302-AFE5230961A8}"/>
              </a:ext>
            </a:extLst>
          </p:cNvPr>
          <p:cNvSpPr>
            <a:spLocks noChangeAspect="1"/>
          </p:cNvSpPr>
          <p:nvPr/>
        </p:nvSpPr>
        <p:spPr>
          <a:xfrm>
            <a:off x="5753548" y="6473335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0454A10-BCF7-9ACB-32CB-FB9345763F77}"/>
              </a:ext>
            </a:extLst>
          </p:cNvPr>
          <p:cNvGrpSpPr/>
          <p:nvPr/>
        </p:nvGrpSpPr>
        <p:grpSpPr>
          <a:xfrm>
            <a:off x="109414" y="216167"/>
            <a:ext cx="1867819" cy="403380"/>
            <a:chOff x="210051" y="188640"/>
            <a:chExt cx="1867819" cy="40338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82FCCF-01EC-D968-5403-38514F8DBB0B}"/>
                </a:ext>
              </a:extLst>
            </p:cNvPr>
            <p:cNvSpPr txBox="1"/>
            <p:nvPr/>
          </p:nvSpPr>
          <p:spPr>
            <a:xfrm>
              <a:off x="210051" y="188640"/>
              <a:ext cx="1867819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 (2/2)</a:t>
              </a:r>
              <a:endParaRPr lang="ko-KR" altLang="en-US" sz="2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0EF33721-8205-79D4-DF17-44335ACC0A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71509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hlinkClick r:id="rId9" action="ppaction://hlinksldjump"/>
            <a:extLst>
              <a:ext uri="{FF2B5EF4-FFF2-40B4-BE49-F238E27FC236}">
                <a16:creationId xmlns:a16="http://schemas.microsoft.com/office/drawing/2014/main" id="{4CD57314-9D30-1F60-EBE0-7347CFFB2E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5398" y="5485448"/>
            <a:ext cx="192659" cy="15684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C49D8B01-24ED-0381-53E8-C5A376F8B832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BE8B0BA-078E-D82B-429D-FFBA0C8490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BBC77A-8BB1-4069-1BA9-91003D4F2F6A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8D8C9914-D13A-C286-7AC5-E4EBE78E04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105A9C-2463-06F7-AEBB-AB451CF24556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2AC6D46-0A5C-BC7C-BC93-D3191EBE5A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D050B2-70D7-A807-DE4D-7A0154ABE6EB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350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993315-86EE-30E0-BCDF-B436E0AFA8CD}"/>
              </a:ext>
            </a:extLst>
          </p:cNvPr>
          <p:cNvSpPr txBox="1"/>
          <p:nvPr/>
        </p:nvSpPr>
        <p:spPr>
          <a:xfrm>
            <a:off x="5328191" y="4338259"/>
            <a:ext cx="4852447" cy="646331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 err="1">
                <a:latin typeface="Arial Narrow"/>
                <a:ea typeface="LG스마트체 Regular"/>
                <a:sym typeface="Wingdings" panose="05000000000000000000" pitchFamily="2" charset="2"/>
              </a:rPr>
              <a:t>롤맵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HW/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셋업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운영 턴키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(CNS) 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전환 진행 중</a:t>
            </a:r>
            <a:br>
              <a:rPr lang="en-US" altLang="ko-KR" sz="1200" b="1" dirty="0">
                <a:latin typeface="Arial Narrow"/>
                <a:ea typeface="LG스마트체 Regular"/>
              </a:rPr>
            </a:b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 CNS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의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HW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공급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/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셋업 역무 수행을 위한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3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사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(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엔솔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CNS,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협력사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공청회 完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대상 법인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AZ 2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호기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(PO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11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, FAT ’27.4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검증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‘27.11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endParaRPr lang="en-US" altLang="ko-KR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6B83EA-3DA2-46AF-926B-03942CEA9E0C}"/>
              </a:ext>
            </a:extLst>
          </p:cNvPr>
          <p:cNvSpPr/>
          <p:nvPr/>
        </p:nvSpPr>
        <p:spPr>
          <a:xfrm>
            <a:off x="139847" y="1041451"/>
            <a:ext cx="432048" cy="543432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업무내용</a:t>
            </a:r>
            <a:endParaRPr lang="en-US" altLang="ko-KR" sz="14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3718E55-3234-461D-8E23-30A83BEEDF5D}"/>
              </a:ext>
            </a:extLst>
          </p:cNvPr>
          <p:cNvGrpSpPr/>
          <p:nvPr/>
        </p:nvGrpSpPr>
        <p:grpSpPr>
          <a:xfrm>
            <a:off x="109414" y="216167"/>
            <a:ext cx="3058851" cy="409728"/>
            <a:chOff x="210051" y="188640"/>
            <a:chExt cx="3058851" cy="40972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483DE36-028B-4484-B96D-64DAFBD812CC}"/>
                </a:ext>
              </a:extLst>
            </p:cNvPr>
            <p:cNvSpPr txBox="1"/>
            <p:nvPr/>
          </p:nvSpPr>
          <p:spPr>
            <a:xfrm>
              <a:off x="210051" y="188640"/>
              <a:ext cx="3058851" cy="40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3. </a:t>
              </a:r>
              <a:r>
                <a:rPr lang="ko-KR" altLang="en-US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월별 진척사항 및 특이사항</a:t>
              </a:r>
              <a:endParaRPr lang="ko-KR" altLang="en-US" sz="2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AE31DC5-84FA-4D07-9281-81CB3F3A5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21" y="563654"/>
              <a:ext cx="298498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E19AF1F-3CC1-4134-B6C8-A09049985F35}"/>
              </a:ext>
            </a:extLst>
          </p:cNvPr>
          <p:cNvGrpSpPr/>
          <p:nvPr/>
        </p:nvGrpSpPr>
        <p:grpSpPr>
          <a:xfrm>
            <a:off x="776536" y="725434"/>
            <a:ext cx="4176464" cy="346313"/>
            <a:chOff x="-1158101" y="188640"/>
            <a:chExt cx="4176464" cy="34631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B6F901-80B7-47C3-9E72-B6A2BE52B302}"/>
                </a:ext>
              </a:extLst>
            </p:cNvPr>
            <p:cNvSpPr txBox="1"/>
            <p:nvPr/>
          </p:nvSpPr>
          <p:spPr>
            <a:xfrm>
              <a:off x="478725" y="188640"/>
              <a:ext cx="902811" cy="346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lang="ko-KR" altLang="en-US" sz="16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진척사항</a:t>
              </a:r>
              <a:endParaRPr lang="ko-KR" altLang="en-US" sz="16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08509E6-FD5B-47FF-B437-30BFDC11A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158101" y="504656"/>
              <a:ext cx="417646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90C9480-DA4C-4733-B085-782DD52496B0}"/>
              </a:ext>
            </a:extLst>
          </p:cNvPr>
          <p:cNvGrpSpPr/>
          <p:nvPr/>
        </p:nvGrpSpPr>
        <p:grpSpPr>
          <a:xfrm>
            <a:off x="5393722" y="716469"/>
            <a:ext cx="4248473" cy="346313"/>
            <a:chOff x="-1213058" y="188640"/>
            <a:chExt cx="4248473" cy="34631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B93A7D-1DB2-4E69-A3A4-432B8987FA90}"/>
                </a:ext>
              </a:extLst>
            </p:cNvPr>
            <p:cNvSpPr txBox="1"/>
            <p:nvPr/>
          </p:nvSpPr>
          <p:spPr>
            <a:xfrm>
              <a:off x="453361" y="188640"/>
              <a:ext cx="915636" cy="346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lang="ko-KR" altLang="en-US" sz="1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특이사항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83F3AC9-8E5F-4FB8-8704-97195A0CEB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213058" y="504656"/>
              <a:ext cx="424847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A821224-57DD-4691-93E6-7103E79BA313}"/>
              </a:ext>
            </a:extLst>
          </p:cNvPr>
          <p:cNvCxnSpPr>
            <a:cxnSpLocks/>
          </p:cNvCxnSpPr>
          <p:nvPr/>
        </p:nvCxnSpPr>
        <p:spPr>
          <a:xfrm flipV="1">
            <a:off x="5264105" y="1066435"/>
            <a:ext cx="0" cy="566486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실행 단추: 앞으로 또는 다음으로 이동 1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B4284DD-3367-0B16-4D58-CDA77B8BA9F1}"/>
              </a:ext>
            </a:extLst>
          </p:cNvPr>
          <p:cNvSpPr/>
          <p:nvPr/>
        </p:nvSpPr>
        <p:spPr>
          <a:xfrm>
            <a:off x="8183959" y="4360322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46DCD8-4E9C-1314-A50E-EDCAD1401124}"/>
              </a:ext>
            </a:extLst>
          </p:cNvPr>
          <p:cNvSpPr txBox="1"/>
          <p:nvPr/>
        </p:nvSpPr>
        <p:spPr>
          <a:xfrm>
            <a:off x="5313886" y="1205999"/>
            <a:ext cx="4619254" cy="1200329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latin typeface="Arial Narrow"/>
                <a:ea typeface="LG스마트체 Regular"/>
                <a:sym typeface="Wingdings" panose="05000000000000000000" pitchFamily="2" charset="2"/>
              </a:rPr>
              <a:t>ESS Link/Pack</a:t>
            </a:r>
            <a:r>
              <a:rPr kumimoji="1" lang="ko-KR" altLang="en-US" sz="1200" b="1">
                <a:latin typeface="Arial Narrow"/>
                <a:ea typeface="LG스마트체 Regular"/>
                <a:sym typeface="Wingdings" panose="05000000000000000000" pitchFamily="2" charset="2"/>
              </a:rPr>
              <a:t> 주요 핵심 부품 추적성 확보 현황 </a:t>
            </a:r>
            <a:r>
              <a:rPr kumimoji="1" lang="en-US" altLang="ko-KR" sz="1200" b="1">
                <a:latin typeface="Arial Narrow"/>
                <a:ea typeface="LG스마트체 Regular"/>
                <a:sym typeface="Wingdings" panose="05000000000000000000" pitchFamily="2" charset="2"/>
              </a:rPr>
              <a:t>(w.</a:t>
            </a:r>
            <a:r>
              <a:rPr kumimoji="1" lang="ko-KR" altLang="en-US" sz="1200" b="1">
                <a:latin typeface="Arial Narrow"/>
                <a:ea typeface="LG스마트체 Regular"/>
                <a:sym typeface="Wingdings" panose="05000000000000000000" pitchFamily="2" charset="2"/>
              </a:rPr>
              <a:t>품질시스템</a:t>
            </a:r>
            <a:r>
              <a:rPr kumimoji="1" lang="en-US" altLang="ko-KR" sz="1200" b="1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r>
              <a:rPr kumimoji="1" lang="ko-KR" altLang="en-US" sz="1200" b="1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br>
              <a:rPr kumimoji="1" lang="en-US" altLang="ko-KR" sz="1200" b="1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 Link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: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주요 부품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8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 확정 → 추가 수집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1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 필요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(7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 자사 수집 中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   Link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하위 부품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(2/3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차 업체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총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15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종은 수집 불가 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        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(Enclosure ID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기반 업체 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MES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를 통해 필요 시 확인 필요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Pack :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주요 부품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30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 확정 →  추가 수집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26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 필요</a:t>
            </a:r>
            <a:r>
              <a:rPr kumimoji="1" lang="en-US" altLang="ko-KR" sz="1200">
                <a:latin typeface="Arial Narrow"/>
                <a:ea typeface="LG스마트체 Regular"/>
                <a:sym typeface="Wingdings" panose="05000000000000000000" pitchFamily="2" charset="2"/>
              </a:rPr>
              <a:t>(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4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종 자사 수집 中</a:t>
            </a:r>
            <a:r>
              <a:rPr kumimoji="1" lang="en-US" altLang="ko-KR" sz="120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endParaRPr kumimoji="1" lang="en-US" altLang="ko-KR" sz="1200">
              <a:latin typeface="Arial Narrow"/>
              <a:ea typeface="LG스마트체 Regular"/>
              <a:sym typeface="Wingdings" panose="05000000000000000000" pitchFamily="2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31E3E-9721-4F97-84A1-28746471C1F2}"/>
              </a:ext>
            </a:extLst>
          </p:cNvPr>
          <p:cNvSpPr txBox="1"/>
          <p:nvPr/>
        </p:nvSpPr>
        <p:spPr>
          <a:xfrm>
            <a:off x="5365250" y="2741872"/>
            <a:ext cx="4619254" cy="1404680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FDC </a:t>
            </a:r>
            <a:r>
              <a:rPr kumimoji="1"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AI</a:t>
            </a:r>
            <a:r>
              <a:rPr kumimoji="1"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기반 알고리즘 개발 환경 구축</a:t>
            </a:r>
            <a:b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Github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Copilot, Cursor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를 활용하여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FDC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알고리즘 개발할 수 있도록</a:t>
            </a:r>
            <a:b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플랫폼 구축을 진행하고 있습니다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b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FDC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알고리즘 개발 환경 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UI 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설계 완료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(8/28 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전극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조립 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FDC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팀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kumimoji="1"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다빈치 부하테스트 진행 중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(~9/24)</a:t>
            </a:r>
            <a:b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기존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10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 오픈 예정이었으나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9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월말 오픈 목표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예정</a:t>
            </a:r>
            <a:endParaRPr kumimoji="1"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실행 단추: 앞으로 또는 다음으로 이동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737E1DD-C048-C4F3-9BB7-CB9A30D6A6AA}"/>
              </a:ext>
            </a:extLst>
          </p:cNvPr>
          <p:cNvSpPr/>
          <p:nvPr/>
        </p:nvSpPr>
        <p:spPr>
          <a:xfrm>
            <a:off x="7880854" y="2799599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F50CBF-A7F4-06FB-BCEF-57E6BC9BAA79}"/>
              </a:ext>
            </a:extLst>
          </p:cNvPr>
          <p:cNvSpPr txBox="1"/>
          <p:nvPr/>
        </p:nvSpPr>
        <p:spPr>
          <a:xfrm>
            <a:off x="694632" y="3759797"/>
            <a:ext cx="4619254" cy="1015663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ESHM </a:t>
            </a:r>
            <a:r>
              <a:rPr kumimoji="1" lang="ko-KR" altLang="en-US" sz="1200" b="1">
                <a:latin typeface="Arial Narrow"/>
                <a:ea typeface="LG스마트체 Regular"/>
                <a:sym typeface="Wingdings" panose="05000000000000000000" pitchFamily="2" charset="2"/>
              </a:rPr>
              <a:t>법인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IVS 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학습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배포기능 구축 완료</a:t>
            </a:r>
            <a:b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IVS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시스템은 알고리즘 난이도에 따라 프로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(</a:t>
            </a:r>
            <a:r>
              <a:rPr kumimoji="1" lang="ko-KR" altLang="en-US" sz="1200" dirty="0" err="1">
                <a:latin typeface="Arial Narrow"/>
                <a:ea typeface="LG스마트체 Regular"/>
                <a:sym typeface="Wingdings" panose="05000000000000000000" pitchFamily="2" charset="2"/>
              </a:rPr>
              <a:t>멀티모달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AI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팀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),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베이직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(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법인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버전으로 분류 되며 판정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학습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배포 기능으로 구분되어 있습니다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.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판정 기능은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AZS Cutter/STK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공정 운영 중 입니다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.(5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~)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베이직 알고리즘 관리를 위한 학습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배포 기능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Open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하였습니다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.(8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endParaRPr kumimoji="1" lang="en-US" altLang="ko-KR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20AC89-9CC5-BAB7-E33B-DEE6A91C572E}"/>
              </a:ext>
            </a:extLst>
          </p:cNvPr>
          <p:cNvSpPr txBox="1"/>
          <p:nvPr/>
        </p:nvSpPr>
        <p:spPr>
          <a:xfrm>
            <a:off x="692120" y="1261165"/>
            <a:ext cx="5110484" cy="830997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SAT 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이슈 관리 체계  구축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(Phase1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: 9/9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일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, Phase 2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: 10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월 말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경영 진단 개선 목적으로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SAT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 이슈 등록 기능 조기 오픈 진행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(Phase1)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 (ESS Site Acceptance Test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기간 중 발생한 이슈에 대한 등록 관리 필요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4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Phase 2(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최종오픈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 기존 계획대로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10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 말 오픈 예정</a:t>
            </a:r>
            <a:endParaRPr kumimoji="1" lang="en-US" altLang="ko-KR" sz="1200" dirty="0">
              <a:latin typeface="Arial Narrow"/>
              <a:ea typeface="LG스마트체 Regular"/>
              <a:sym typeface="Wingdings" panose="05000000000000000000" pitchFamily="2" charset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D0FE1A-2131-D110-F3B1-0A05E5C6ADBE}"/>
              </a:ext>
            </a:extLst>
          </p:cNvPr>
          <p:cNvSpPr txBox="1"/>
          <p:nvPr/>
        </p:nvSpPr>
        <p:spPr>
          <a:xfrm>
            <a:off x="933674" y="2059343"/>
            <a:ext cx="32553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 * Phase 1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범위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: ECS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내 이슈 최초 등록 →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QMS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이슈 정보 수신 및 저장</a:t>
            </a:r>
            <a:endParaRPr lang="ko-KR" altLang="en-US" sz="800" b="1" dirty="0"/>
          </a:p>
        </p:txBody>
      </p:sp>
      <p:sp>
        <p:nvSpPr>
          <p:cNvPr id="26" name="실행 단추: 앞으로 또는 다음으로 이동 2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288B275-6AC0-980A-CD9D-61BDB7A97C7D}"/>
              </a:ext>
            </a:extLst>
          </p:cNvPr>
          <p:cNvSpPr/>
          <p:nvPr/>
        </p:nvSpPr>
        <p:spPr>
          <a:xfrm>
            <a:off x="9305225" y="1261165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2" name="실행 단추: 앞으로 또는 다음으로 이동 1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1BC6580-9EBA-B19E-6534-5A32782A4575}"/>
              </a:ext>
            </a:extLst>
          </p:cNvPr>
          <p:cNvSpPr/>
          <p:nvPr/>
        </p:nvSpPr>
        <p:spPr>
          <a:xfrm>
            <a:off x="3359695" y="3800601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6FE2B-263A-7AA1-2547-0906589C320F}"/>
              </a:ext>
            </a:extLst>
          </p:cNvPr>
          <p:cNvSpPr txBox="1"/>
          <p:nvPr/>
        </p:nvSpPr>
        <p:spPr>
          <a:xfrm>
            <a:off x="694632" y="5010614"/>
            <a:ext cx="4852447" cy="646331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>
                <a:latin typeface="Arial Narrow"/>
                <a:ea typeface="LG스마트체 Regular"/>
                <a:sym typeface="Wingdings" panose="05000000000000000000" pitchFamily="2" charset="2"/>
              </a:rPr>
              <a:t>검사무결성 </a:t>
            </a:r>
            <a:r>
              <a:rPr kumimoji="1" lang="en-US" altLang="ko-KR" sz="1200" b="1">
                <a:latin typeface="Arial Narrow"/>
                <a:ea typeface="LG스마트체 Regular"/>
                <a:sym typeface="Wingdings" panose="05000000000000000000" pitchFamily="2" charset="2"/>
              </a:rPr>
              <a:t>AI Agent</a:t>
            </a:r>
            <a:r>
              <a:rPr kumimoji="1" lang="ko-KR" altLang="en-US" sz="1200" b="1">
                <a:latin typeface="Arial Narrow"/>
                <a:ea typeface="LG스마트체 Regular"/>
                <a:sym typeface="Wingdings" panose="05000000000000000000" pitchFamily="2" charset="2"/>
              </a:rPr>
              <a:t> 구축</a:t>
            </a:r>
            <a:br>
              <a:rPr lang="en-US" altLang="ko-KR" sz="1200" b="1">
                <a:latin typeface="Arial Narrow"/>
                <a:ea typeface="LG스마트체 Regular"/>
              </a:rPr>
            </a:b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 MI 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법인 대상으로 기능 구축 완료하여 </a:t>
            </a: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9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2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일 </a:t>
            </a:r>
            <a:r>
              <a:rPr kumimoji="1" lang="ko-KR" altLang="en-US" sz="1200">
                <a:latin typeface="Arial Narrow"/>
                <a:ea typeface="LG스마트체 Regular"/>
                <a:sym typeface="Wingdings" panose="05000000000000000000" pitchFamily="2" charset="2"/>
              </a:rPr>
              <a:t>베타 </a:t>
            </a:r>
            <a:r>
              <a:rPr kumimoji="1" lang="en-US" altLang="ko-KR" sz="1200">
                <a:latin typeface="Arial Narrow"/>
                <a:ea typeface="LG스마트체 Regular"/>
                <a:sym typeface="Wingdings" panose="05000000000000000000" pitchFamily="2" charset="2"/>
              </a:rPr>
              <a:t>Open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진행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 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법인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및 본사 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테스트 대상자 선정 후</a:t>
            </a: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  <a:r>
              <a:rPr kumimoji="1" lang="en-US" altLang="ko-KR" sz="1200">
                <a:latin typeface="Arial Narrow"/>
                <a:ea typeface="LG스마트체 Regular"/>
                <a:sym typeface="Wingdings" panose="05000000000000000000" pitchFamily="2" charset="2"/>
              </a:rPr>
              <a:t>9</a:t>
            </a:r>
            <a:r>
              <a:rPr kumimoji="1" lang="ko-KR" altLang="en-US" sz="1200">
                <a:latin typeface="Arial Narrow"/>
                <a:ea typeface="LG스마트체 Regular"/>
                <a:sym typeface="Wingdings" panose="05000000000000000000" pitchFamily="2" charset="2"/>
              </a:rPr>
              <a:t>월 말까지 피드백 반영 작업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진행중 </a:t>
            </a:r>
            <a:endParaRPr lang="en-US" altLang="ko-KR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5" name="실행 단추: 앞으로 또는 다음으로 이동 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91C521D9-4086-97CB-1513-25CEE584737F}"/>
              </a:ext>
            </a:extLst>
          </p:cNvPr>
          <p:cNvSpPr/>
          <p:nvPr/>
        </p:nvSpPr>
        <p:spPr>
          <a:xfrm>
            <a:off x="4663489" y="5240651"/>
            <a:ext cx="189845" cy="15334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F7EBF-814C-9CF1-B8DE-1FB34AB0D98E}"/>
              </a:ext>
            </a:extLst>
          </p:cNvPr>
          <p:cNvSpPr txBox="1"/>
          <p:nvPr/>
        </p:nvSpPr>
        <p:spPr>
          <a:xfrm>
            <a:off x="1133604" y="5623816"/>
            <a:ext cx="32553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법인 검사기술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품질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lang="ko-KR" altLang="en-US" sz="800" dirty="0" err="1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셀추적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 담당자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(15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명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010D5D-1CBF-89D7-1CBC-4C16C00D1742}"/>
              </a:ext>
            </a:extLst>
          </p:cNvPr>
          <p:cNvSpPr txBox="1"/>
          <p:nvPr/>
        </p:nvSpPr>
        <p:spPr>
          <a:xfrm>
            <a:off x="692120" y="2322199"/>
            <a:ext cx="4619254" cy="1200329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외주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Packer(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북미 </a:t>
            </a:r>
            <a: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PWS) Pack</a:t>
            </a:r>
            <a:r>
              <a:rPr kumimoji="1" lang="ko-KR" altLang="en-US" sz="1200" b="1" dirty="0">
                <a:latin typeface="Arial Narrow"/>
                <a:ea typeface="LG스마트체 Regular"/>
                <a:sym typeface="Wingdings" panose="05000000000000000000" pitchFamily="2" charset="2"/>
              </a:rPr>
              <a:t> 부적합품 유출 이슈</a:t>
            </a:r>
            <a:br>
              <a:rPr kumimoji="1" lang="en-US" altLang="ko-KR" sz="1200" b="1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PWS WMS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전산 재고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/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실물 불일치로 업무 혼선 발생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 (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실물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8/17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출고 이후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전산 재고 존재하여 사용자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8/24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일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Hold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실행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- PWS WMS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넘버링 미스 매칭 결함으로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8/27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일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인지 시점 조치 완료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  ( 8/3 ~ 8/27</a:t>
            </a:r>
            <a:r>
              <a:rPr kumimoji="1" lang="ko-KR" altLang="en-US" sz="1200">
                <a:latin typeface="Arial Narrow"/>
                <a:ea typeface="LG스마트체 Regular"/>
                <a:sym typeface="Wingdings" panose="05000000000000000000" pitchFamily="2" charset="2"/>
              </a:rPr>
              <a:t>일 까지의 기간동안 총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31,131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건 재고 </a:t>
            </a:r>
            <a:r>
              <a:rPr kumimoji="1" lang="ko-KR" altLang="en-US" sz="1200">
                <a:latin typeface="Arial Narrow"/>
                <a:ea typeface="LG스마트체 Regular"/>
                <a:sym typeface="Wingdings" panose="05000000000000000000" pitchFamily="2" charset="2"/>
              </a:rPr>
              <a:t>정합성 검토 완료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b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</a:b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→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PWS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자체 발행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Hold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정보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LGES Link 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자동 연계 기능 검토 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(~10</a:t>
            </a: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월</a:t>
            </a:r>
            <a:r>
              <a:rPr kumimoji="1" lang="en-US" altLang="ko-KR" sz="12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87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1" y="1296800"/>
            <a:ext cx="448035" cy="228640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/>
              <a:t>유첨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KPI 8</a:t>
            </a:r>
            <a:r>
              <a:rPr lang="ko-KR" altLang="en-US"/>
              <a:t>월 진척 사항</a:t>
            </a:r>
            <a:r>
              <a:rPr lang="en-US" altLang="ko-KR"/>
              <a:t>_ESS Safety Issue </a:t>
            </a:r>
            <a:r>
              <a:rPr lang="ko-KR" altLang="en-US"/>
              <a:t>판단 </a:t>
            </a:r>
            <a:r>
              <a:rPr lang="en-US" altLang="ko-KR"/>
              <a:t>Fast Track </a:t>
            </a:r>
            <a:r>
              <a:rPr lang="ko-KR" altLang="en-US"/>
              <a:t>체계 구축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80414"/>
              </p:ext>
            </p:extLst>
          </p:nvPr>
        </p:nvGraphicFramePr>
        <p:xfrm>
          <a:off x="735049" y="660077"/>
          <a:ext cx="8959278" cy="702000"/>
        </p:xfrm>
        <a:graphic>
          <a:graphicData uri="http://schemas.openxmlformats.org/drawingml/2006/table">
            <a:tbl>
              <a:tblPr/>
              <a:tblGrid>
                <a:gridCol w="2346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5808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 경쟁력 강화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(ESS Safety Risk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판단 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Fast Track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구축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ESS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로그데이터 표준화 및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이상 감지 체계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구축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[4Q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Q :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과검률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C :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업무 효율화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절감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,D : Safety Issue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L/T 28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 →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제조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DX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i="0" u="none" strike="noStrike" spc="-7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b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20%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품질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DX 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en-US" sz="1000" b="1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1931" y="660078"/>
            <a:ext cx="448035" cy="6367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1" y="3659455"/>
            <a:ext cx="448035" cy="319854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8146AB-93D7-4C39-8E08-1CD3BC858E83}"/>
              </a:ext>
            </a:extLst>
          </p:cNvPr>
          <p:cNvGraphicFramePr>
            <a:graphicFrameLocks noGrp="1"/>
          </p:cNvGraphicFramePr>
          <p:nvPr/>
        </p:nvGraphicFramePr>
        <p:xfrm>
          <a:off x="735047" y="1298442"/>
          <a:ext cx="8959262" cy="2268822"/>
        </p:xfrm>
        <a:graphic>
          <a:graphicData uri="http://schemas.openxmlformats.org/drawingml/2006/table">
            <a:tbl>
              <a:tblPr/>
              <a:tblGrid>
                <a:gridCol w="689174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2184684734"/>
                    </a:ext>
                  </a:extLst>
                </a:gridCol>
                <a:gridCol w="689174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87623"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876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1">
                          <a:lumMod val="65000"/>
                        </a:schemeClr>
                      </a:solidFill>
                    </a:lnR>
                    <a:lnT w="6350">
                      <a:solidFill>
                        <a:schemeClr val="bg1">
                          <a:lumMod val="65000"/>
                        </a:schemeClr>
                      </a:solidFill>
                    </a:lnT>
                    <a:lnB w="19050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883212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1">
                          <a:lumMod val="65000"/>
                        </a:schemeClr>
                      </a:solidFill>
                    </a:lnR>
                    <a:lnT w="19050">
                      <a:solidFill>
                        <a:schemeClr val="bg1">
                          <a:lumMod val="65000"/>
                        </a:schemeClr>
                      </a:solidFill>
                    </a:lnT>
                    <a:lnB w="6350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101036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1">
                          <a:lumMod val="65000"/>
                        </a:schemeClr>
                      </a:solidFill>
                    </a:lnR>
                    <a:lnT w="6350">
                      <a:solidFill>
                        <a:schemeClr val="bg1">
                          <a:lumMod val="65000"/>
                        </a:schemeClr>
                      </a:solidFill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113" name="타원 112">
            <a:extLst>
              <a:ext uri="{FF2B5EF4-FFF2-40B4-BE49-F238E27FC236}">
                <a16:creationId xmlns:a16="http://schemas.microsoft.com/office/drawing/2014/main" id="{4752D5FB-100E-4D0B-8FCC-F6419B044192}"/>
              </a:ext>
            </a:extLst>
          </p:cNvPr>
          <p:cNvSpPr>
            <a:spLocks noChangeAspect="1"/>
          </p:cNvSpPr>
          <p:nvPr/>
        </p:nvSpPr>
        <p:spPr>
          <a:xfrm>
            <a:off x="9318825" y="1079742"/>
            <a:ext cx="180000" cy="1800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9FB2B09B-AA37-45AB-9F20-D73FEC5F1948}"/>
              </a:ext>
            </a:extLst>
          </p:cNvPr>
          <p:cNvSpPr/>
          <p:nvPr/>
        </p:nvSpPr>
        <p:spPr>
          <a:xfrm>
            <a:off x="3106793" y="707244"/>
            <a:ext cx="1502485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000" b="1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r>
              <a:rPr lang="ko-KR" altLang="en-US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품질</a:t>
            </a:r>
            <a:r>
              <a:rPr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</a:p>
        </p:txBody>
      </p:sp>
      <p:sp>
        <p:nvSpPr>
          <p:cNvPr id="6" name="모서리가 둥근 직사각형 104">
            <a:extLst>
              <a:ext uri="{FF2B5EF4-FFF2-40B4-BE49-F238E27FC236}">
                <a16:creationId xmlns:a16="http://schemas.microsoft.com/office/drawing/2014/main" id="{42DA01F3-380E-8764-2F9D-CC65215F2F60}"/>
              </a:ext>
            </a:extLst>
          </p:cNvPr>
          <p:cNvSpPr/>
          <p:nvPr/>
        </p:nvSpPr>
        <p:spPr>
          <a:xfrm>
            <a:off x="9197403" y="912473"/>
            <a:ext cx="432000" cy="144000"/>
          </a:xfrm>
          <a:prstGeom prst="roundRect">
            <a:avLst/>
          </a:prstGeom>
          <a:solidFill>
            <a:srgbClr val="0066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On-track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실행 단추: 돌아가기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C9459CF-DCC7-5116-EC4D-15BC819217ED}"/>
              </a:ext>
            </a:extLst>
          </p:cNvPr>
          <p:cNvSpPr/>
          <p:nvPr/>
        </p:nvSpPr>
        <p:spPr>
          <a:xfrm>
            <a:off x="9515799" y="39200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제목 9">
            <a:extLst>
              <a:ext uri="{FF2B5EF4-FFF2-40B4-BE49-F238E27FC236}">
                <a16:creationId xmlns:a16="http://schemas.microsoft.com/office/drawing/2014/main" id="{47325DB0-55A2-36B5-D841-7E3782CFBFBD}"/>
              </a:ext>
            </a:extLst>
          </p:cNvPr>
          <p:cNvSpPr txBox="1">
            <a:spLocks/>
          </p:cNvSpPr>
          <p:nvPr/>
        </p:nvSpPr>
        <p:spPr>
          <a:xfrm>
            <a:off x="2397412" y="3523751"/>
            <a:ext cx="821812" cy="3350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5782" tIns="47891" rIns="95782" bIns="47891">
            <a:spAutoFit/>
          </a:bodyPr>
          <a:lstStyle>
            <a:defPPr>
              <a:defRPr lang="ko-KR"/>
            </a:defPPr>
            <a:lvl1pPr algn="l" defTabSz="957263">
              <a:defRPr sz="2000">
                <a:solidFill>
                  <a:srgbClr val="000000"/>
                </a:solidFill>
                <a:latin typeface="LG스마트체 Bold" pitchFamily="50" charset="-127"/>
                <a:ea typeface="LG스마트체 Bold" pitchFamily="50" charset="-127"/>
                <a:cs typeface="Arial" charset="0"/>
              </a:defRPr>
            </a:lvl1pPr>
          </a:lstStyle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진척사항</a:t>
            </a:r>
          </a:p>
        </p:txBody>
      </p:sp>
      <p:cxnSp>
        <p:nvCxnSpPr>
          <p:cNvPr id="13" name="직선 연결선 2">
            <a:extLst>
              <a:ext uri="{FF2B5EF4-FFF2-40B4-BE49-F238E27FC236}">
                <a16:creationId xmlns:a16="http://schemas.microsoft.com/office/drawing/2014/main" id="{AF27B85E-7691-9364-1CB8-791A513678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9609" y="3843822"/>
            <a:ext cx="451905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제목 9">
            <a:extLst>
              <a:ext uri="{FF2B5EF4-FFF2-40B4-BE49-F238E27FC236}">
                <a16:creationId xmlns:a16="http://schemas.microsoft.com/office/drawing/2014/main" id="{C203DF35-E354-BE06-0BB9-90329C152D7A}"/>
              </a:ext>
            </a:extLst>
          </p:cNvPr>
          <p:cNvSpPr txBox="1">
            <a:spLocks/>
          </p:cNvSpPr>
          <p:nvPr/>
        </p:nvSpPr>
        <p:spPr>
          <a:xfrm>
            <a:off x="7066319" y="3524495"/>
            <a:ext cx="863490" cy="3350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5782" tIns="47891" rIns="95782" bIns="47891">
            <a:spAutoFit/>
          </a:bodyPr>
          <a:lstStyle>
            <a:defPPr>
              <a:defRPr lang="ko-KR"/>
            </a:defPPr>
            <a:lvl1pPr algn="l" defTabSz="957263">
              <a:defRPr sz="2000">
                <a:solidFill>
                  <a:srgbClr val="000000"/>
                </a:solidFill>
                <a:latin typeface="LG스마트체 Bold" pitchFamily="50" charset="-127"/>
                <a:ea typeface="LG스마트체 Bold" pitchFamily="50" charset="-127"/>
                <a:cs typeface="Arial" charset="0"/>
              </a:defRPr>
            </a:lvl1pPr>
          </a:lstStyle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 계획</a:t>
            </a:r>
          </a:p>
        </p:txBody>
      </p:sp>
      <p:cxnSp>
        <p:nvCxnSpPr>
          <p:cNvPr id="19" name="직선 연결선 2">
            <a:extLst>
              <a:ext uri="{FF2B5EF4-FFF2-40B4-BE49-F238E27FC236}">
                <a16:creationId xmlns:a16="http://schemas.microsoft.com/office/drawing/2014/main" id="{4D1F3D34-D6F9-1634-2132-9DB7946BC3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65653" y="3839651"/>
            <a:ext cx="45057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7D06956-D34C-6C66-742B-CA05840FF3B9}"/>
              </a:ext>
            </a:extLst>
          </p:cNvPr>
          <p:cNvCxnSpPr>
            <a:cxnSpLocks/>
          </p:cNvCxnSpPr>
          <p:nvPr/>
        </p:nvCxnSpPr>
        <p:spPr>
          <a:xfrm>
            <a:off x="1514868" y="1873739"/>
            <a:ext cx="582982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150F019-3507-B82F-0D29-B02AAAB81B94}"/>
              </a:ext>
            </a:extLst>
          </p:cNvPr>
          <p:cNvSpPr txBox="1"/>
          <p:nvPr/>
        </p:nvSpPr>
        <p:spPr>
          <a:xfrm>
            <a:off x="4743119" y="1935818"/>
            <a:ext cx="55360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구성</a:t>
            </a: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조합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정보 현행화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28691B4-6D61-C3E4-96C8-89E3C5B2D05C}"/>
              </a:ext>
            </a:extLst>
          </p:cNvPr>
          <p:cNvCxnSpPr>
            <a:cxnSpLocks/>
          </p:cNvCxnSpPr>
          <p:nvPr/>
        </p:nvCxnSpPr>
        <p:spPr>
          <a:xfrm>
            <a:off x="1524000" y="2515369"/>
            <a:ext cx="578406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0D038C9-026A-1FE0-4726-C834CDC95C84}"/>
              </a:ext>
            </a:extLst>
          </p:cNvPr>
          <p:cNvSpPr/>
          <p:nvPr/>
        </p:nvSpPr>
        <p:spPr>
          <a:xfrm>
            <a:off x="1865649" y="181809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19CDC1-C978-7129-C364-97D7C70E213E}"/>
              </a:ext>
            </a:extLst>
          </p:cNvPr>
          <p:cNvSpPr txBox="1"/>
          <p:nvPr/>
        </p:nvSpPr>
        <p:spPr>
          <a:xfrm>
            <a:off x="749028" y="1797945"/>
            <a:ext cx="748243" cy="4420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통합데이터</a:t>
            </a:r>
            <a:b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 체계 구축</a:t>
            </a:r>
          </a:p>
        </p:txBody>
      </p:sp>
      <p:grpSp>
        <p:nvGrpSpPr>
          <p:cNvPr id="34" name="그룹 1">
            <a:extLst>
              <a:ext uri="{FF2B5EF4-FFF2-40B4-BE49-F238E27FC236}">
                <a16:creationId xmlns:a16="http://schemas.microsoft.com/office/drawing/2014/main" id="{35082614-AEF6-A290-0185-6615ECD4604E}"/>
              </a:ext>
            </a:extLst>
          </p:cNvPr>
          <p:cNvGrpSpPr/>
          <p:nvPr/>
        </p:nvGrpSpPr>
        <p:grpSpPr>
          <a:xfrm>
            <a:off x="6125235" y="1383107"/>
            <a:ext cx="227407" cy="2163127"/>
            <a:chOff x="2045080" y="1123354"/>
            <a:chExt cx="173206" cy="5005022"/>
          </a:xfrm>
        </p:grpSpPr>
        <p:grpSp>
          <p:nvGrpSpPr>
            <p:cNvPr id="40" name="그룹 2">
              <a:extLst>
                <a:ext uri="{FF2B5EF4-FFF2-40B4-BE49-F238E27FC236}">
                  <a16:creationId xmlns:a16="http://schemas.microsoft.com/office/drawing/2014/main" id="{245992DE-137B-5782-C8D1-3C206A8EC14D}"/>
                </a:ext>
              </a:extLst>
            </p:cNvPr>
            <p:cNvGrpSpPr/>
            <p:nvPr/>
          </p:nvGrpSpPr>
          <p:grpSpPr>
            <a:xfrm>
              <a:off x="2072680" y="1479652"/>
              <a:ext cx="145606" cy="4648724"/>
              <a:chOff x="4167960" y="2408037"/>
              <a:chExt cx="145606" cy="4819084"/>
            </a:xfrm>
          </p:grpSpPr>
          <p:cxnSp>
            <p:nvCxnSpPr>
              <p:cNvPr id="42" name="직선 연결선 167">
                <a:extLst>
                  <a:ext uri="{FF2B5EF4-FFF2-40B4-BE49-F238E27FC236}">
                    <a16:creationId xmlns:a16="http://schemas.microsoft.com/office/drawing/2014/main" id="{4955D41C-D0E5-7762-2608-1755CD705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0" name="이등변 삼각형 7">
                <a:extLst>
                  <a:ext uri="{FF2B5EF4-FFF2-40B4-BE49-F238E27FC236}">
                    <a16:creationId xmlns:a16="http://schemas.microsoft.com/office/drawing/2014/main" id="{2024AFE3-ABD9-3507-8C40-E6ACF44A8675}"/>
                  </a:ext>
                </a:extLst>
              </p:cNvPr>
              <p:cNvSpPr/>
              <p:nvPr/>
            </p:nvSpPr>
            <p:spPr>
              <a:xfrm flipV="1">
                <a:off x="4167960" y="2408037"/>
                <a:ext cx="145606" cy="191088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41" name="Text Box 4">
              <a:extLst>
                <a:ext uri="{FF2B5EF4-FFF2-40B4-BE49-F238E27FC236}">
                  <a16:creationId xmlns:a16="http://schemas.microsoft.com/office/drawing/2014/main" id="{225C62F7-BEE1-5E46-B5ED-BF0228B07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5080" y="1123354"/>
              <a:ext cx="156280" cy="320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51" name="그룹 1">
            <a:extLst>
              <a:ext uri="{FF2B5EF4-FFF2-40B4-BE49-F238E27FC236}">
                <a16:creationId xmlns:a16="http://schemas.microsoft.com/office/drawing/2014/main" id="{5A526414-BC35-68C6-4420-8719686A413B}"/>
              </a:ext>
            </a:extLst>
          </p:cNvPr>
          <p:cNvGrpSpPr/>
          <p:nvPr/>
        </p:nvGrpSpPr>
        <p:grpSpPr>
          <a:xfrm>
            <a:off x="7404044" y="1384820"/>
            <a:ext cx="205183" cy="2116931"/>
            <a:chOff x="2034313" y="1123354"/>
            <a:chExt cx="177812" cy="4912508"/>
          </a:xfrm>
        </p:grpSpPr>
        <p:grpSp>
          <p:nvGrpSpPr>
            <p:cNvPr id="53" name="그룹 2">
              <a:extLst>
                <a:ext uri="{FF2B5EF4-FFF2-40B4-BE49-F238E27FC236}">
                  <a16:creationId xmlns:a16="http://schemas.microsoft.com/office/drawing/2014/main" id="{F7B573AE-2E2F-C99C-77E7-FB826A92C1EA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55" name="직선 연결선 167">
                <a:extLst>
                  <a:ext uri="{FF2B5EF4-FFF2-40B4-BE49-F238E27FC236}">
                    <a16:creationId xmlns:a16="http://schemas.microsoft.com/office/drawing/2014/main" id="{23324EE3-EA1E-1943-8A15-07B3895214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56" name="이등변 삼각형 7">
                <a:extLst>
                  <a:ext uri="{FF2B5EF4-FFF2-40B4-BE49-F238E27FC236}">
                    <a16:creationId xmlns:a16="http://schemas.microsoft.com/office/drawing/2014/main" id="{9D8AB06B-4276-8EDC-B429-1DBC817FFE91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4" name="Text Box 4">
              <a:extLst>
                <a:ext uri="{FF2B5EF4-FFF2-40B4-BE49-F238E27FC236}">
                  <a16:creationId xmlns:a16="http://schemas.microsoft.com/office/drawing/2014/main" id="{A4809F1F-53FC-699A-7413-53C336DDD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313" y="1123354"/>
              <a:ext cx="177812" cy="321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kern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69F752A-6BD4-77E6-4907-94D31B012B87}"/>
              </a:ext>
            </a:extLst>
          </p:cNvPr>
          <p:cNvCxnSpPr>
            <a:cxnSpLocks/>
          </p:cNvCxnSpPr>
          <p:nvPr/>
        </p:nvCxnSpPr>
        <p:spPr>
          <a:xfrm flipV="1">
            <a:off x="5130936" y="3970885"/>
            <a:ext cx="0" cy="288711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2F29BA3-3BE2-4BA8-FB2F-37D2B7974793}"/>
              </a:ext>
            </a:extLst>
          </p:cNvPr>
          <p:cNvSpPr txBox="1"/>
          <p:nvPr/>
        </p:nvSpPr>
        <p:spPr>
          <a:xfrm>
            <a:off x="746353" y="2420683"/>
            <a:ext cx="748243" cy="11625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조기 이상감지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체계 운영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A39E81-1600-A087-CF0C-0618D2C5D385}"/>
              </a:ext>
            </a:extLst>
          </p:cNvPr>
          <p:cNvSpPr txBox="1"/>
          <p:nvPr/>
        </p:nvSpPr>
        <p:spPr>
          <a:xfrm>
            <a:off x="2344547" y="1959321"/>
            <a:ext cx="906347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Pain points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도출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및 개선방향 설명회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A373A4-265A-7597-E86F-38522683BDF1}"/>
              </a:ext>
            </a:extLst>
          </p:cNvPr>
          <p:cNvSpPr txBox="1"/>
          <p:nvPr/>
        </p:nvSpPr>
        <p:spPr>
          <a:xfrm>
            <a:off x="1518085" y="1923520"/>
            <a:ext cx="813503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AS-IS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업무 현황 파악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94FFAD-FA0A-9731-2132-0C6F43567250}"/>
              </a:ext>
            </a:extLst>
          </p:cNvPr>
          <p:cNvSpPr txBox="1"/>
          <p:nvPr/>
        </p:nvSpPr>
        <p:spPr>
          <a:xfrm>
            <a:off x="4376831" y="1948600"/>
            <a:ext cx="49589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운영 로그 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표준화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7414C0-EB60-EB77-1268-98E0D11DC569}"/>
              </a:ext>
            </a:extLst>
          </p:cNvPr>
          <p:cNvSpPr txBox="1"/>
          <p:nvPr/>
        </p:nvSpPr>
        <p:spPr>
          <a:xfrm>
            <a:off x="6788150" y="1943760"/>
            <a:ext cx="46704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통합 분석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체계 구축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543E17-4675-0668-4995-A1F5804FBC4A}"/>
              </a:ext>
            </a:extLst>
          </p:cNvPr>
          <p:cNvSpPr txBox="1"/>
          <p:nvPr/>
        </p:nvSpPr>
        <p:spPr>
          <a:xfrm>
            <a:off x="2044507" y="2154445"/>
            <a:ext cx="507411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Report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PoC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BB804D-6C12-8F47-C8A0-1BA1593FAF5D}"/>
              </a:ext>
            </a:extLst>
          </p:cNvPr>
          <p:cNvSpPr txBox="1"/>
          <p:nvPr/>
        </p:nvSpPr>
        <p:spPr>
          <a:xfrm>
            <a:off x="1458064" y="2538708"/>
            <a:ext cx="795658" cy="442035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Q.Win</a:t>
            </a:r>
            <a:b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진단 코드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현행화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진단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Spec.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현행화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AE27E3-FB94-6B14-66A3-C60F4273C7EA}"/>
              </a:ext>
            </a:extLst>
          </p:cNvPr>
          <p:cNvSpPr txBox="1"/>
          <p:nvPr/>
        </p:nvSpPr>
        <p:spPr>
          <a:xfrm>
            <a:off x="4837913" y="2589813"/>
            <a:ext cx="72031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 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Report Pilot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확산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41D52F-7A0E-E433-42ED-0D5F93131219}"/>
              </a:ext>
            </a:extLst>
          </p:cNvPr>
          <p:cNvSpPr txBox="1"/>
          <p:nvPr/>
        </p:nvSpPr>
        <p:spPr>
          <a:xfrm>
            <a:off x="6718474" y="2602783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자동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이상진단 검증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46FE4FEC-8E98-3F9B-A224-AD314E2CF9A9}"/>
              </a:ext>
            </a:extLst>
          </p:cNvPr>
          <p:cNvCxnSpPr>
            <a:cxnSpLocks/>
            <a:stCxn id="88" idx="7"/>
            <a:endCxn id="90" idx="3"/>
          </p:cNvCxnSpPr>
          <p:nvPr/>
        </p:nvCxnSpPr>
        <p:spPr>
          <a:xfrm rot="16200000" flipH="1">
            <a:off x="4527451" y="2033295"/>
            <a:ext cx="701388" cy="319212"/>
          </a:xfrm>
          <a:prstGeom prst="curvedConnector5">
            <a:avLst>
              <a:gd name="adj1" fmla="val -32593"/>
              <a:gd name="adj2" fmla="val 50000"/>
              <a:gd name="adj3" fmla="val 132593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A2424B6A-1EAE-15CE-76BA-A86E1E44B85D}"/>
              </a:ext>
            </a:extLst>
          </p:cNvPr>
          <p:cNvSpPr/>
          <p:nvPr/>
        </p:nvSpPr>
        <p:spPr>
          <a:xfrm>
            <a:off x="1805447" y="241186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85BDD78-6BDD-DE1B-E9D8-F3DCFAC3E76E}"/>
              </a:ext>
            </a:extLst>
          </p:cNvPr>
          <p:cNvSpPr/>
          <p:nvPr/>
        </p:nvSpPr>
        <p:spPr>
          <a:xfrm>
            <a:off x="2334545" y="24212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BD028AB0-5765-2C64-F026-B9451F128474}"/>
              </a:ext>
            </a:extLst>
          </p:cNvPr>
          <p:cNvSpPr/>
          <p:nvPr/>
        </p:nvSpPr>
        <p:spPr>
          <a:xfrm>
            <a:off x="2727553" y="182111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23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C7F9AEE0-E383-DFED-E40F-A58205B42154}"/>
              </a:ext>
            </a:extLst>
          </p:cNvPr>
          <p:cNvSpPr/>
          <p:nvPr/>
        </p:nvSpPr>
        <p:spPr>
          <a:xfrm>
            <a:off x="4922888" y="18200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102826E2-D3CF-9EEA-7604-64A601D02987}"/>
              </a:ext>
            </a:extLst>
          </p:cNvPr>
          <p:cNvSpPr/>
          <p:nvPr/>
        </p:nvSpPr>
        <p:spPr>
          <a:xfrm>
            <a:off x="4595627" y="182111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12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CBF26080-8D39-8E92-223D-086654C9A162}"/>
              </a:ext>
            </a:extLst>
          </p:cNvPr>
          <p:cNvSpPr/>
          <p:nvPr/>
        </p:nvSpPr>
        <p:spPr>
          <a:xfrm>
            <a:off x="5016663" y="242068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C8AEB7EC-9F2B-3806-9272-D9050101AD28}"/>
              </a:ext>
            </a:extLst>
          </p:cNvPr>
          <p:cNvSpPr/>
          <p:nvPr/>
        </p:nvSpPr>
        <p:spPr>
          <a:xfrm>
            <a:off x="7089539" y="178101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78418996-CE3A-7768-D5DB-2E9F89A0EE1D}"/>
              </a:ext>
            </a:extLst>
          </p:cNvPr>
          <p:cNvSpPr/>
          <p:nvPr/>
        </p:nvSpPr>
        <p:spPr>
          <a:xfrm>
            <a:off x="6036926" y="24517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CDCD6B-4C99-ED1D-1384-F38279B4C799}"/>
              </a:ext>
            </a:extLst>
          </p:cNvPr>
          <p:cNvSpPr txBox="1"/>
          <p:nvPr/>
        </p:nvSpPr>
        <p:spPr>
          <a:xfrm>
            <a:off x="634219" y="3853239"/>
            <a:ext cx="4432668" cy="2727350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5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데이터 표준화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</a:t>
            </a:r>
            <a:br>
              <a:rPr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1" lang="en-US" altLang="ko-KR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ESS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데이터와 사내 데이터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(PACK/LINK)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연계 및 추적성 확보 완료 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kumimoji="1"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ESS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데이터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Davinci W/F 6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 과제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업무 효율성 성과 달성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ESS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장기 운영 데이터 활용을 위한 과거 데이터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Migration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방안 수립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연간 사용량 및 장기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목적으로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23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01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이후 데이터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Migration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63830" indent="-163830" defTabSz="844083" fontAlgn="base">
              <a:lnSpc>
                <a:spcPct val="15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데이터 활용</a:t>
            </a:r>
            <a:br>
              <a:rPr lang="en-US" altLang="ko-K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AI 운영 </a:t>
            </a:r>
            <a:r>
              <a:rPr lang="ko-KR" altLang="en-US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Report에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대해 실제 운영 고객 (</a:t>
            </a:r>
            <a:r>
              <a:rPr lang="ko-KR" altLang="en-US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Pilot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4ea + </a:t>
            </a:r>
            <a:r>
              <a:rPr lang="ko-KR" altLang="en-US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Eaas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2ea) 사이트에 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대해 </a:t>
            </a:r>
            <a:r>
              <a:rPr lang="ko-KR" altLang="en-US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Report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생성하여 고객 VOE 수집/개선 진행  (8월) 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진단개발팀 개발 중인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ML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 모델을 자사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Davinci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시스템에 적용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운영하여 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 화재 이슈 대응 개선을 위한 방향 협의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(8/28)</a:t>
            </a:r>
            <a:endParaRPr kumimoji="1"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821717-DAC2-456C-55C3-E49DF099C35A}"/>
              </a:ext>
            </a:extLst>
          </p:cNvPr>
          <p:cNvSpPr txBox="1"/>
          <p:nvPr/>
        </p:nvSpPr>
        <p:spPr>
          <a:xfrm>
            <a:off x="5872418" y="2602783"/>
            <a:ext cx="51833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진단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Spec.</a:t>
            </a: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표준화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104" name="연결선: 구부러짐 103">
            <a:extLst>
              <a:ext uri="{FF2B5EF4-FFF2-40B4-BE49-F238E27FC236}">
                <a16:creationId xmlns:a16="http://schemas.microsoft.com/office/drawing/2014/main" id="{E5DB8CD3-B6A3-A56C-FA7A-2468185268E3}"/>
              </a:ext>
            </a:extLst>
          </p:cNvPr>
          <p:cNvCxnSpPr>
            <a:cxnSpLocks/>
            <a:stCxn id="88" idx="6"/>
            <a:endCxn id="93" idx="0"/>
          </p:cNvCxnSpPr>
          <p:nvPr/>
        </p:nvCxnSpPr>
        <p:spPr>
          <a:xfrm>
            <a:off x="4739627" y="1893119"/>
            <a:ext cx="1369299" cy="558582"/>
          </a:xfrm>
          <a:prstGeom prst="curvedConnector2">
            <a:avLst/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77EF599-9F1F-1A72-2A57-CAE90156DD35}"/>
              </a:ext>
            </a:extLst>
          </p:cNvPr>
          <p:cNvSpPr txBox="1"/>
          <p:nvPr/>
        </p:nvSpPr>
        <p:spPr>
          <a:xfrm>
            <a:off x="2710576" y="2838672"/>
            <a:ext cx="1228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Pilot </a:t>
            </a:r>
            <a:r>
              <a:rPr lang="ko-KR" altLang="en-US" sz="800" b="1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 사이트 </a:t>
            </a:r>
            <a:r>
              <a:rPr lang="en-US" altLang="ko-KR" sz="800" b="1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800" b="1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선정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32EF22BC-ECB7-4705-7AFE-456C0669A432}"/>
              </a:ext>
            </a:extLst>
          </p:cNvPr>
          <p:cNvCxnSpPr>
            <a:cxnSpLocks/>
          </p:cNvCxnSpPr>
          <p:nvPr/>
        </p:nvCxnSpPr>
        <p:spPr>
          <a:xfrm>
            <a:off x="1509971" y="3157588"/>
            <a:ext cx="578406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타원 109">
            <a:extLst>
              <a:ext uri="{FF2B5EF4-FFF2-40B4-BE49-F238E27FC236}">
                <a16:creationId xmlns:a16="http://schemas.microsoft.com/office/drawing/2014/main" id="{7EF72EB9-8051-5600-5157-A0C7B6178C86}"/>
              </a:ext>
            </a:extLst>
          </p:cNvPr>
          <p:cNvSpPr/>
          <p:nvPr/>
        </p:nvSpPr>
        <p:spPr>
          <a:xfrm>
            <a:off x="7066320" y="244106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843D52B-74DA-2DC3-C537-FDBE7414C57D}"/>
              </a:ext>
            </a:extLst>
          </p:cNvPr>
          <p:cNvSpPr txBox="1"/>
          <p:nvPr/>
        </p:nvSpPr>
        <p:spPr>
          <a:xfrm>
            <a:off x="2511395" y="2592282"/>
            <a:ext cx="72031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Report Pilot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착수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9B5B9BA3-2184-F514-B105-E88635CF54DB}"/>
              </a:ext>
            </a:extLst>
          </p:cNvPr>
          <p:cNvSpPr/>
          <p:nvPr/>
        </p:nvSpPr>
        <p:spPr>
          <a:xfrm>
            <a:off x="2830558" y="24212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5F42C6B-4C7E-4F6F-F8E9-EFBFA66538D5}"/>
              </a:ext>
            </a:extLst>
          </p:cNvPr>
          <p:cNvSpPr txBox="1"/>
          <p:nvPr/>
        </p:nvSpPr>
        <p:spPr>
          <a:xfrm>
            <a:off x="3921794" y="2574880"/>
            <a:ext cx="72031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Report Pilot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운영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89008142-DC3F-D4FD-D428-A48914103B6E}"/>
              </a:ext>
            </a:extLst>
          </p:cNvPr>
          <p:cNvSpPr/>
          <p:nvPr/>
        </p:nvSpPr>
        <p:spPr>
          <a:xfrm>
            <a:off x="4260789" y="241753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6" name="연결선: 구부러짐 125">
            <a:extLst>
              <a:ext uri="{FF2B5EF4-FFF2-40B4-BE49-F238E27FC236}">
                <a16:creationId xmlns:a16="http://schemas.microsoft.com/office/drawing/2014/main" id="{F7039D53-DAC2-D135-AA46-282612523733}"/>
              </a:ext>
            </a:extLst>
          </p:cNvPr>
          <p:cNvCxnSpPr>
            <a:cxnSpLocks/>
            <a:stCxn id="88" idx="2"/>
            <a:endCxn id="125" idx="0"/>
          </p:cNvCxnSpPr>
          <p:nvPr/>
        </p:nvCxnSpPr>
        <p:spPr>
          <a:xfrm rot="10800000" flipV="1">
            <a:off x="4332789" y="1893118"/>
            <a:ext cx="262838" cy="524415"/>
          </a:xfrm>
          <a:prstGeom prst="curvedConnector2">
            <a:avLst/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타원 126">
            <a:extLst>
              <a:ext uri="{FF2B5EF4-FFF2-40B4-BE49-F238E27FC236}">
                <a16:creationId xmlns:a16="http://schemas.microsoft.com/office/drawing/2014/main" id="{05B33606-0732-53BB-1E78-AB539002E1CD}"/>
              </a:ext>
            </a:extLst>
          </p:cNvPr>
          <p:cNvSpPr/>
          <p:nvPr/>
        </p:nvSpPr>
        <p:spPr>
          <a:xfrm>
            <a:off x="2970275" y="30809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AB86E8F-17FE-FC83-FA0F-D020E902F534}"/>
              </a:ext>
            </a:extLst>
          </p:cNvPr>
          <p:cNvSpPr txBox="1"/>
          <p:nvPr/>
        </p:nvSpPr>
        <p:spPr>
          <a:xfrm>
            <a:off x="2464738" y="3178728"/>
            <a:ext cx="1092139" cy="565146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(Phase1) ML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기반 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위험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Cell  Daily 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 착수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7BFD7F8-D170-F141-CD52-4C08FF4D52EF}"/>
              </a:ext>
            </a:extLst>
          </p:cNvPr>
          <p:cNvSpPr txBox="1"/>
          <p:nvPr/>
        </p:nvSpPr>
        <p:spPr>
          <a:xfrm>
            <a:off x="3868297" y="3234737"/>
            <a:ext cx="951919" cy="44203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Grouping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검증 및 테스트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E85B0F57-B60C-81A6-3D94-CF7AB0173590}"/>
              </a:ext>
            </a:extLst>
          </p:cNvPr>
          <p:cNvSpPr/>
          <p:nvPr/>
        </p:nvSpPr>
        <p:spPr>
          <a:xfrm>
            <a:off x="4277892" y="30809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4" name="연결선: 구부러짐 133">
            <a:extLst>
              <a:ext uri="{FF2B5EF4-FFF2-40B4-BE49-F238E27FC236}">
                <a16:creationId xmlns:a16="http://schemas.microsoft.com/office/drawing/2014/main" id="{576E9811-252F-3F9E-BC76-FE3AEA40951D}"/>
              </a:ext>
            </a:extLst>
          </p:cNvPr>
          <p:cNvCxnSpPr>
            <a:cxnSpLocks/>
            <a:stCxn id="88" idx="5"/>
            <a:endCxn id="130" idx="6"/>
          </p:cNvCxnSpPr>
          <p:nvPr/>
        </p:nvCxnSpPr>
        <p:spPr>
          <a:xfrm rot="5400000">
            <a:off x="3965762" y="2400162"/>
            <a:ext cx="1208909" cy="296647"/>
          </a:xfrm>
          <a:prstGeom prst="curvedConnector2">
            <a:avLst/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208E2035-4325-82F8-5D6C-2231FAC3514F}"/>
              </a:ext>
            </a:extLst>
          </p:cNvPr>
          <p:cNvSpPr/>
          <p:nvPr/>
        </p:nvSpPr>
        <p:spPr>
          <a:xfrm>
            <a:off x="5026563" y="30809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BFF50EB-630E-A48B-DEE4-02DCF7EB8FD0}"/>
              </a:ext>
            </a:extLst>
          </p:cNvPr>
          <p:cNvSpPr txBox="1"/>
          <p:nvPr/>
        </p:nvSpPr>
        <p:spPr>
          <a:xfrm>
            <a:off x="4676134" y="3242680"/>
            <a:ext cx="951919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진단 로직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확정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D101A3F1-1EDC-CC7D-C737-3B133977F32D}"/>
              </a:ext>
            </a:extLst>
          </p:cNvPr>
          <p:cNvSpPr/>
          <p:nvPr/>
        </p:nvSpPr>
        <p:spPr>
          <a:xfrm>
            <a:off x="5402441" y="308132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94D1C00-8A70-8945-BB0F-BB63C73308CE}"/>
              </a:ext>
            </a:extLst>
          </p:cNvPr>
          <p:cNvSpPr txBox="1"/>
          <p:nvPr/>
        </p:nvSpPr>
        <p:spPr>
          <a:xfrm>
            <a:off x="5265653" y="3185422"/>
            <a:ext cx="951919" cy="31892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(Phase2)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kumimoji="0" lang="ko-KR" altLang="en-US" sz="80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과검율</a:t>
            </a: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  <a:r>
              <a:rPr kumimoji="0" lang="ko-KR" altLang="en-US" sz="80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유출율</a:t>
            </a: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개선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234F6F1F-42E1-E282-09AD-E3B70A06D990}"/>
              </a:ext>
            </a:extLst>
          </p:cNvPr>
          <p:cNvSpPr/>
          <p:nvPr/>
        </p:nvSpPr>
        <p:spPr>
          <a:xfrm>
            <a:off x="7048548" y="30748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ADBA64D-E9A6-82D9-2C88-1CA5CD798877}"/>
              </a:ext>
            </a:extLst>
          </p:cNvPr>
          <p:cNvSpPr txBox="1"/>
          <p:nvPr/>
        </p:nvSpPr>
        <p:spPr>
          <a:xfrm>
            <a:off x="6590360" y="3299068"/>
            <a:ext cx="951919" cy="19581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검증 및 운영</a:t>
            </a:r>
            <a:endParaRPr kumimoji="0" lang="en-US" altLang="ko-KR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3B57901-70C9-7DFB-EB21-EC671B33BAFF}"/>
              </a:ext>
            </a:extLst>
          </p:cNvPr>
          <p:cNvSpPr txBox="1"/>
          <p:nvPr/>
        </p:nvSpPr>
        <p:spPr>
          <a:xfrm>
            <a:off x="1966864" y="3152495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04495-1AFF-74B5-7D9A-CCF53741351D}"/>
              </a:ext>
            </a:extLst>
          </p:cNvPr>
          <p:cNvSpPr txBox="1"/>
          <p:nvPr/>
        </p:nvSpPr>
        <p:spPr>
          <a:xfrm>
            <a:off x="5296724" y="3835382"/>
            <a:ext cx="4617189" cy="2969724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5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4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데이터 표준화</a:t>
            </a:r>
            <a:r>
              <a:rPr lang="en-US" altLang="ko-KR" sz="14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4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</a:t>
            </a:r>
            <a:b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ESS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운영 데이터 다빈치 활용을 위한 추가 설명회 진행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 ESS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진단개발팀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ESS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QA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en-US" altLang="ko-KR" sz="105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운영데이터 표준화를 위한 마이그레이션 진행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(~12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: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마이그레이션을 위한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SW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및 인프라 구성을 위한 투자 심의 진행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(~9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163830" indent="-163830" defTabSz="844083" fontAlgn="base">
              <a:lnSpc>
                <a:spcPct val="15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데이터 활용</a:t>
            </a:r>
            <a:b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AI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Report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우선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사이트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(17개)에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대해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Report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발행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및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: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협의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예정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(9월) :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대형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사이트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우선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적용을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통해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물량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Risk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AI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Report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전사이트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확산을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위한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아키텍쳐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및 Data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연계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(9월)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ML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 로직 다빈치 적용 진행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(9/S~)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: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진단개발팀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다빈치팀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품질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팀 각 담당자 지정하여 정기 협의체 진행 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4AA7B7-822E-8AA8-1972-D8EB5BE85EB6}"/>
              </a:ext>
            </a:extLst>
          </p:cNvPr>
          <p:cNvGrpSpPr/>
          <p:nvPr/>
        </p:nvGrpSpPr>
        <p:grpSpPr>
          <a:xfrm>
            <a:off x="7758397" y="16901"/>
            <a:ext cx="1818614" cy="604476"/>
            <a:chOff x="4232920" y="49957"/>
            <a:chExt cx="1818614" cy="60447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BCBA256-3C05-31CA-2BFB-F4FE5D9842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4672EC-B564-E58C-94EE-BD714E7AF2DB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346417F-F66F-4A79-B052-549D1A5BCA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4A7088-2882-E77F-CEF7-665931D8E583}"/>
                </a:ext>
              </a:extLst>
            </p:cNvPr>
            <p:cNvSpPr txBox="1"/>
            <p:nvPr/>
          </p:nvSpPr>
          <p:spPr>
            <a:xfrm>
              <a:off x="4458469" y="477133"/>
              <a:ext cx="1593065" cy="1675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연간 목표 차질 예상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C77FF0D-D544-7BF4-D7EC-9E234FC399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DA7388-B7A9-C6F1-F7BB-F763F4D5BE15}"/>
                </a:ext>
              </a:extLst>
            </p:cNvPr>
            <p:cNvSpPr txBox="1"/>
            <p:nvPr/>
          </p:nvSpPr>
          <p:spPr>
            <a:xfrm>
              <a:off x="4458469" y="264895"/>
              <a:ext cx="1422825" cy="1675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5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</a:t>
            </a:r>
            <a:r>
              <a:rPr lang="ko-KR" altLang="en-US">
                <a:latin typeface="Arial Narrow"/>
                <a:ea typeface="LG스마트체 Regular"/>
              </a:rPr>
              <a:t>제조 운영 </a:t>
            </a:r>
            <a:r>
              <a:rPr lang="en-US" altLang="ko-KR">
                <a:latin typeface="Arial Narrow"/>
                <a:ea typeface="LG스마트체 Regular"/>
              </a:rPr>
              <a:t>AX BM/PD </a:t>
            </a:r>
            <a:r>
              <a:rPr lang="ko-KR" altLang="en-US">
                <a:latin typeface="Arial Narrow"/>
                <a:ea typeface="LG스마트체 Regular"/>
              </a:rPr>
              <a:t>개선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54751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BM/PD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AX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제조운영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Loss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Q : BM/PD 20%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 공정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COT/Roll Press/PKG/L&amp;S/AZS/NTC)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535145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8146AB-93D7-4C39-8E08-1CD3BC858E83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6EAE1DE-4238-4CDC-9248-E01FCFA7A05C}"/>
              </a:ext>
            </a:extLst>
          </p:cNvPr>
          <p:cNvCxnSpPr>
            <a:cxnSpLocks/>
          </p:cNvCxnSpPr>
          <p:nvPr/>
        </p:nvCxnSpPr>
        <p:spPr>
          <a:xfrm>
            <a:off x="1458687" y="2022877"/>
            <a:ext cx="678855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EE018A8-5C26-42D5-B180-CFAC20356082}"/>
              </a:ext>
            </a:extLst>
          </p:cNvPr>
          <p:cNvSpPr txBox="1"/>
          <p:nvPr/>
        </p:nvSpPr>
        <p:spPr>
          <a:xfrm>
            <a:off x="1936715" y="2076290"/>
            <a:ext cx="438189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D6FAC56-8B48-4FBA-ABF4-8C8403513741}"/>
              </a:ext>
            </a:extLst>
          </p:cNvPr>
          <p:cNvSpPr txBox="1"/>
          <p:nvPr/>
        </p:nvSpPr>
        <p:spPr>
          <a:xfrm>
            <a:off x="741480" y="1864265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EMS 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BM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Agent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개발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9FB2B09B-AA37-45AB-9F20-D73FEC5F1948}"/>
              </a:ext>
            </a:extLst>
          </p:cNvPr>
          <p:cNvSpPr/>
          <p:nvPr/>
        </p:nvSpPr>
        <p:spPr>
          <a:xfrm>
            <a:off x="2787245" y="999755"/>
            <a:ext cx="324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15" name="그룹 1">
            <a:extLst>
              <a:ext uri="{FF2B5EF4-FFF2-40B4-BE49-F238E27FC236}">
                <a16:creationId xmlns:a16="http://schemas.microsoft.com/office/drawing/2014/main" id="{0F22DD07-56A9-4D18-9FCA-686476AE5046}"/>
              </a:ext>
            </a:extLst>
          </p:cNvPr>
          <p:cNvGrpSpPr/>
          <p:nvPr/>
        </p:nvGrpSpPr>
        <p:grpSpPr>
          <a:xfrm>
            <a:off x="6523737" y="1509607"/>
            <a:ext cx="205184" cy="1670547"/>
            <a:chOff x="2020628" y="1123354"/>
            <a:chExt cx="205184" cy="5005022"/>
          </a:xfrm>
        </p:grpSpPr>
        <p:grpSp>
          <p:nvGrpSpPr>
            <p:cNvPr id="116" name="그룹 2">
              <a:extLst>
                <a:ext uri="{FF2B5EF4-FFF2-40B4-BE49-F238E27FC236}">
                  <a16:creationId xmlns:a16="http://schemas.microsoft.com/office/drawing/2014/main" id="{06579EF2-FFC8-4115-9C2B-54F05CED6CF4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120" name="직선 연결선 167">
                <a:extLst>
                  <a:ext uri="{FF2B5EF4-FFF2-40B4-BE49-F238E27FC236}">
                    <a16:creationId xmlns:a16="http://schemas.microsoft.com/office/drawing/2014/main" id="{9669F816-FAB6-4DAF-9267-13C603DDE6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121" name="이등변 삼각형 7">
                <a:extLst>
                  <a:ext uri="{FF2B5EF4-FFF2-40B4-BE49-F238E27FC236}">
                    <a16:creationId xmlns:a16="http://schemas.microsoft.com/office/drawing/2014/main" id="{A09B542C-B3CB-44C4-A4B8-7354EB814C56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19" name="Text Box 4">
              <a:extLst>
                <a:ext uri="{FF2B5EF4-FFF2-40B4-BE49-F238E27FC236}">
                  <a16:creationId xmlns:a16="http://schemas.microsoft.com/office/drawing/2014/main" id="{4A569193-A705-42EA-A7D3-A3B9DAAA5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24" name="그룹 1">
            <a:extLst>
              <a:ext uri="{FF2B5EF4-FFF2-40B4-BE49-F238E27FC236}">
                <a16:creationId xmlns:a16="http://schemas.microsoft.com/office/drawing/2014/main" id="{35482C0B-D31F-4794-BF55-C236585D84E9}"/>
              </a:ext>
            </a:extLst>
          </p:cNvPr>
          <p:cNvGrpSpPr/>
          <p:nvPr/>
        </p:nvGrpSpPr>
        <p:grpSpPr>
          <a:xfrm>
            <a:off x="8912274" y="1484784"/>
            <a:ext cx="205184" cy="1639668"/>
            <a:chOff x="2020628" y="1123354"/>
            <a:chExt cx="205184" cy="4912508"/>
          </a:xfrm>
        </p:grpSpPr>
        <p:grpSp>
          <p:nvGrpSpPr>
            <p:cNvPr id="132" name="그룹 2">
              <a:extLst>
                <a:ext uri="{FF2B5EF4-FFF2-40B4-BE49-F238E27FC236}">
                  <a16:creationId xmlns:a16="http://schemas.microsoft.com/office/drawing/2014/main" id="{ADBCD9E1-794E-4C0B-9C3B-FA3AFA0586CE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136" name="직선 연결선 167">
                <a:extLst>
                  <a:ext uri="{FF2B5EF4-FFF2-40B4-BE49-F238E27FC236}">
                    <a16:creationId xmlns:a16="http://schemas.microsoft.com/office/drawing/2014/main" id="{6EBC15AD-AEF2-45BD-954C-938D8A233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137" name="이등변 삼각형 7">
                <a:extLst>
                  <a:ext uri="{FF2B5EF4-FFF2-40B4-BE49-F238E27FC236}">
                    <a16:creationId xmlns:a16="http://schemas.microsoft.com/office/drawing/2014/main" id="{E95918B5-92CD-465F-B237-4B648E0576F0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33" name="Text Box 4">
              <a:extLst>
                <a:ext uri="{FF2B5EF4-FFF2-40B4-BE49-F238E27FC236}">
                  <a16:creationId xmlns:a16="http://schemas.microsoft.com/office/drawing/2014/main" id="{C04F6CA9-EE73-4848-B223-798A284D8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타원 149">
            <a:extLst>
              <a:ext uri="{FF2B5EF4-FFF2-40B4-BE49-F238E27FC236}">
                <a16:creationId xmlns:a16="http://schemas.microsoft.com/office/drawing/2014/main" id="{DD2519E2-ACBB-4636-BD1A-A4A8FC37CE06}"/>
              </a:ext>
            </a:extLst>
          </p:cNvPr>
          <p:cNvSpPr/>
          <p:nvPr/>
        </p:nvSpPr>
        <p:spPr>
          <a:xfrm>
            <a:off x="2072842" y="19576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E0060-A9F6-FF91-C137-BE892403E453}"/>
              </a:ext>
            </a:extLst>
          </p:cNvPr>
          <p:cNvSpPr txBox="1"/>
          <p:nvPr/>
        </p:nvSpPr>
        <p:spPr>
          <a:xfrm>
            <a:off x="741480" y="2654140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검사기 기인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BM/PD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저감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98102F6-45BA-CC85-F464-79A9BDA46F72}"/>
              </a:ext>
            </a:extLst>
          </p:cNvPr>
          <p:cNvSpPr/>
          <p:nvPr/>
        </p:nvSpPr>
        <p:spPr>
          <a:xfrm>
            <a:off x="2841364" y="19576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9B7B3A-1867-B93C-84C2-3D835FCF0F68}"/>
              </a:ext>
            </a:extLst>
          </p:cNvPr>
          <p:cNvSpPr txBox="1"/>
          <p:nvPr/>
        </p:nvSpPr>
        <p:spPr>
          <a:xfrm>
            <a:off x="2746943" y="2076290"/>
            <a:ext cx="43818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투자심의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AC6C4D5-FCAC-3B07-AA9A-02A456823DF4}"/>
              </a:ext>
            </a:extLst>
          </p:cNvPr>
          <p:cNvSpPr/>
          <p:nvPr/>
        </p:nvSpPr>
        <p:spPr>
          <a:xfrm>
            <a:off x="5059937" y="19576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3EA470-30FC-5EE9-8FB8-E44751E35CDF}"/>
              </a:ext>
            </a:extLst>
          </p:cNvPr>
          <p:cNvSpPr txBox="1"/>
          <p:nvPr/>
        </p:nvSpPr>
        <p:spPr>
          <a:xfrm>
            <a:off x="4759121" y="2061268"/>
            <a:ext cx="577650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설계 및 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BBF559-2C04-18DA-77C2-CE351F63BA3A}"/>
              </a:ext>
            </a:extLst>
          </p:cNvPr>
          <p:cNvSpPr txBox="1"/>
          <p:nvPr/>
        </p:nvSpPr>
        <p:spPr>
          <a:xfrm>
            <a:off x="6721888" y="2061268"/>
            <a:ext cx="55360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테스트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0C36FDC-2975-4D70-BDE6-7FEE6E6787CE}"/>
              </a:ext>
            </a:extLst>
          </p:cNvPr>
          <p:cNvSpPr/>
          <p:nvPr/>
        </p:nvSpPr>
        <p:spPr>
          <a:xfrm>
            <a:off x="6923205" y="19576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967F7-E45E-7210-4259-3BF4D15C2804}"/>
              </a:ext>
            </a:extLst>
          </p:cNvPr>
          <p:cNvSpPr txBox="1"/>
          <p:nvPr/>
        </p:nvSpPr>
        <p:spPr>
          <a:xfrm>
            <a:off x="732809" y="4995564"/>
            <a:ext cx="4234272" cy="1847878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>
                <a:latin typeface="Arial Narrow"/>
                <a:ea typeface="LG스마트체 Regular"/>
              </a:rPr>
              <a:t>검사기 관리를 통한 검사기 기인 </a:t>
            </a:r>
            <a:r>
              <a:rPr lang="en-US" altLang="ko-KR" sz="1200">
                <a:latin typeface="Arial Narrow"/>
                <a:ea typeface="LG스마트체 Regular"/>
              </a:rPr>
              <a:t>BM/PD </a:t>
            </a:r>
            <a:r>
              <a:rPr lang="ko-KR" altLang="en-US" sz="1200">
                <a:latin typeface="Arial Narrow"/>
                <a:ea typeface="LG스마트체 Regular"/>
              </a:rPr>
              <a:t>저감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/>
                <a:ea typeface="LG스마트체 Regular"/>
              </a:rPr>
              <a:t>- SPC : WA </a:t>
            </a:r>
            <a:r>
              <a:rPr lang="ko-KR" altLang="en-US" sz="1200">
                <a:latin typeface="Arial Narrow"/>
                <a:ea typeface="LG스마트체 Regular"/>
              </a:rPr>
              <a:t>법인 및 생산</a:t>
            </a:r>
            <a:r>
              <a:rPr lang="en-US" altLang="ko-KR" sz="1200">
                <a:latin typeface="Arial Narrow"/>
                <a:ea typeface="LG스마트체 Regular"/>
              </a:rPr>
              <a:t>DX</a:t>
            </a:r>
            <a:r>
              <a:rPr lang="ko-KR" altLang="en-US" sz="1200">
                <a:latin typeface="Arial Narrow"/>
                <a:ea typeface="LG스마트체 Regular"/>
              </a:rPr>
              <a:t>추진팀과 </a:t>
            </a:r>
            <a:r>
              <a:rPr lang="en-US" altLang="ko-KR" sz="1200">
                <a:latin typeface="Arial Narrow"/>
                <a:ea typeface="LG스마트체 Regular"/>
              </a:rPr>
              <a:t>SPC AI Agent </a:t>
            </a:r>
            <a:r>
              <a:rPr lang="ko-KR" altLang="en-US" sz="1200">
                <a:latin typeface="Arial Narrow"/>
                <a:ea typeface="LG스마트체 Regular"/>
              </a:rPr>
              <a:t>활용 협의 진행 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       - </a:t>
            </a:r>
            <a:r>
              <a:rPr lang="ko-KR" altLang="en-US" sz="1200">
                <a:latin typeface="Arial Narrow"/>
                <a:ea typeface="LG스마트체 Regular"/>
              </a:rPr>
              <a:t>현업 사용자 의견 수렴 결과</a:t>
            </a:r>
            <a:r>
              <a:rPr lang="en-US" altLang="ko-KR" sz="1200">
                <a:latin typeface="Arial Narrow"/>
                <a:ea typeface="LG스마트체 Regular"/>
              </a:rPr>
              <a:t>, </a:t>
            </a:r>
            <a:r>
              <a:rPr lang="ko-KR" altLang="en-US" sz="1200">
                <a:latin typeface="Arial Narrow"/>
                <a:ea typeface="LG스마트체 Regular"/>
              </a:rPr>
              <a:t>현재 </a:t>
            </a:r>
            <a:r>
              <a:rPr lang="en-US" altLang="ko-KR" sz="1200">
                <a:latin typeface="Arial Narrow"/>
                <a:ea typeface="LG스마트체 Regular"/>
              </a:rPr>
              <a:t>SPC </a:t>
            </a:r>
            <a:r>
              <a:rPr lang="ko-KR" altLang="en-US" sz="1200">
                <a:latin typeface="Arial Narrow"/>
                <a:ea typeface="LG스마트체 Regular"/>
              </a:rPr>
              <a:t>기능 활용도가 높음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       - </a:t>
            </a:r>
            <a:r>
              <a:rPr lang="ko-KR" altLang="en-US" sz="1200">
                <a:latin typeface="Arial Narrow"/>
                <a:ea typeface="LG스마트체 Regular"/>
              </a:rPr>
              <a:t>운영상 추가 개선이 필요한 </a:t>
            </a:r>
            <a:r>
              <a:rPr lang="en-US" altLang="ko-KR" sz="1200">
                <a:latin typeface="Arial Narrow"/>
                <a:ea typeface="LG스마트체 Regular"/>
              </a:rPr>
              <a:t>BM/PD AI </a:t>
            </a:r>
            <a:r>
              <a:rPr lang="ko-KR" altLang="en-US" sz="1200">
                <a:latin typeface="Arial Narrow"/>
                <a:ea typeface="LG스마트체 Regular"/>
              </a:rPr>
              <a:t>활용 요구사항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         </a:t>
            </a:r>
            <a:r>
              <a:rPr lang="ko-KR" altLang="en-US" sz="1200">
                <a:latin typeface="Arial Narrow"/>
                <a:ea typeface="LG스마트체 Regular"/>
              </a:rPr>
              <a:t> 확인되지 않음 (</a:t>
            </a:r>
            <a:r>
              <a:rPr lang="en-US" altLang="ko-KR" sz="1200">
                <a:latin typeface="Arial Narrow"/>
                <a:ea typeface="LG스마트체 Regular"/>
              </a:rPr>
              <a:t>0</a:t>
            </a:r>
            <a:r>
              <a:rPr lang="ko-KR" altLang="en-US" sz="1200">
                <a:latin typeface="Arial Narrow"/>
                <a:ea typeface="LG스마트체 Regular"/>
              </a:rPr>
              <a:t>7</a:t>
            </a:r>
            <a:r>
              <a:rPr lang="en-US" altLang="ko-KR" sz="1200">
                <a:latin typeface="Arial Narrow"/>
                <a:ea typeface="LG스마트체 Regular"/>
              </a:rPr>
              <a:t>.16</a:t>
            </a:r>
            <a:r>
              <a:rPr lang="ko-KR" altLang="en-US" sz="1200">
                <a:latin typeface="Arial Narrow"/>
                <a:ea typeface="LG스마트체 Regular"/>
              </a:rPr>
              <a:t>)</a:t>
            </a:r>
            <a:br>
              <a:rPr lang="ko-KR" altLang="en-US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FDC : </a:t>
            </a:r>
            <a:r>
              <a:rPr lang="ko-KR" altLang="en-US" sz="1200">
                <a:latin typeface="Arial Narrow"/>
                <a:ea typeface="LG스마트체 Regular"/>
              </a:rPr>
              <a:t>전극</a:t>
            </a:r>
            <a:r>
              <a:rPr lang="en-US" altLang="ko-KR" sz="1200">
                <a:latin typeface="Arial Narrow"/>
                <a:ea typeface="LG스마트체 Regular"/>
              </a:rPr>
              <a:t>/</a:t>
            </a:r>
            <a:r>
              <a:rPr lang="ko-KR" altLang="en-US" sz="1200">
                <a:latin typeface="Arial Narrow"/>
                <a:ea typeface="LG스마트체 Regular"/>
              </a:rPr>
              <a:t>조립 데이터 수집 진행 </a:t>
            </a:r>
            <a:r>
              <a:rPr lang="en-US" altLang="ko-KR" sz="1200">
                <a:latin typeface="Arial Narrow"/>
                <a:ea typeface="LG스마트체 Regular"/>
              </a:rPr>
              <a:t>(26.06)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/>
                <a:ea typeface="LG스마트체 Regular"/>
              </a:rPr>
              <a:t>           WA/HD : </a:t>
            </a:r>
            <a:r>
              <a:rPr lang="ko-KR" altLang="en-US" sz="1200">
                <a:latin typeface="Arial Narrow"/>
                <a:ea typeface="LG스마트체 Regular"/>
              </a:rPr>
              <a:t>전극</a:t>
            </a:r>
            <a:r>
              <a:rPr lang="en-US" altLang="ko-KR" sz="1200">
                <a:latin typeface="Arial Narrow"/>
                <a:ea typeface="LG스마트체 Regular"/>
              </a:rPr>
              <a:t>/</a:t>
            </a:r>
            <a:r>
              <a:rPr lang="ko-KR" altLang="en-US" sz="1200">
                <a:latin typeface="Arial Narrow"/>
                <a:ea typeface="LG스마트체 Regular"/>
              </a:rPr>
              <a:t>조립 완료</a:t>
            </a:r>
            <a:r>
              <a:rPr lang="en-US" altLang="ko-KR" sz="1200">
                <a:latin typeface="Arial Narrow"/>
                <a:ea typeface="LG스마트체 Regular"/>
              </a:rPr>
              <a:t>, NB/NA/OC NFF/MI </a:t>
            </a:r>
            <a:r>
              <a:rPr lang="ko-KR" altLang="en-US" sz="1200">
                <a:latin typeface="Arial Narrow"/>
                <a:ea typeface="LG스마트체 Regular"/>
              </a:rPr>
              <a:t>진행중 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         </a:t>
            </a:r>
            <a:r>
              <a:rPr lang="ko-KR" altLang="en-US" sz="1200">
                <a:latin typeface="Arial Narrow"/>
                <a:ea typeface="LG스마트체 Regular"/>
              </a:rPr>
              <a:t>검사기 이상감지 </a:t>
            </a:r>
            <a:r>
              <a:rPr lang="en-US" altLang="ko-KR" sz="1200">
                <a:latin typeface="Arial Narrow"/>
                <a:ea typeface="LG스마트체 Regular"/>
              </a:rPr>
              <a:t>Agent AI</a:t>
            </a:r>
            <a:r>
              <a:rPr lang="ko-KR" altLang="en-US" sz="1200">
                <a:latin typeface="Arial Narrow"/>
                <a:ea typeface="LG스마트체 Regular"/>
              </a:rPr>
              <a:t> 테스트 및 </a:t>
            </a:r>
            <a:r>
              <a:rPr lang="en-US" altLang="ko-KR" sz="1200">
                <a:latin typeface="Arial Narrow"/>
                <a:ea typeface="LG스마트체 Regular"/>
              </a:rPr>
              <a:t>SLT </a:t>
            </a:r>
            <a:r>
              <a:rPr lang="ko-KR" altLang="en-US" sz="1200">
                <a:latin typeface="Arial Narrow"/>
                <a:ea typeface="LG스마트체 Regular"/>
              </a:rPr>
              <a:t>전 호기 적용완료</a:t>
            </a:r>
            <a:r>
              <a:rPr lang="en-US" altLang="ko-KR" sz="1200">
                <a:latin typeface="Arial Narrow"/>
                <a:ea typeface="LG스마트체 Regular"/>
              </a:rPr>
              <a:t>(6</a:t>
            </a:r>
            <a:r>
              <a:rPr lang="ko-KR" altLang="en-US" sz="1200">
                <a:latin typeface="Arial Narrow"/>
                <a:ea typeface="LG스마트체 Regular"/>
              </a:rPr>
              <a:t>월</a:t>
            </a:r>
            <a:r>
              <a:rPr lang="en-US" altLang="ko-KR" sz="1200">
                <a:latin typeface="Arial Narrow"/>
                <a:ea typeface="LG스마트체 Regular"/>
              </a:rPr>
              <a:t>)</a:t>
            </a:r>
            <a:r>
              <a:rPr lang="ko-KR" altLang="en-US" sz="1200">
                <a:latin typeface="Arial Narrow"/>
                <a:ea typeface="LG스마트체 Regular"/>
              </a:rPr>
              <a:t> </a:t>
            </a:r>
            <a:endParaRPr lang="en-US" altLang="ko-KR" sz="1200" b="0" i="0" u="none" strike="noStrike"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0BC44-C73D-58B1-78B4-6B8D3027D92A}"/>
              </a:ext>
            </a:extLst>
          </p:cNvPr>
          <p:cNvSpPr txBox="1"/>
          <p:nvPr/>
        </p:nvSpPr>
        <p:spPr>
          <a:xfrm>
            <a:off x="5034303" y="4995564"/>
            <a:ext cx="4871697" cy="1847878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dirty="0">
                <a:latin typeface="Arial Narrow"/>
                <a:ea typeface="LG스마트체 Regular"/>
              </a:rPr>
              <a:t>검사기 관리를 통한 검사기 기인 </a:t>
            </a:r>
            <a:r>
              <a:rPr lang="en-US" altLang="ko-KR" sz="1200" dirty="0">
                <a:latin typeface="Arial Narrow"/>
                <a:ea typeface="LG스마트체 Regular"/>
              </a:rPr>
              <a:t>BM/PD </a:t>
            </a:r>
            <a:r>
              <a:rPr lang="ko-KR" altLang="en-US" sz="1200" dirty="0">
                <a:latin typeface="Arial Narrow"/>
                <a:ea typeface="LG스마트체 Regular"/>
              </a:rPr>
              <a:t>저감</a:t>
            </a:r>
            <a:b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- SPC : SPC AI Agent </a:t>
            </a:r>
            <a:r>
              <a:rPr lang="ko-KR" altLang="en-US" sz="1200" dirty="0">
                <a:latin typeface="Arial Narrow"/>
                <a:ea typeface="LG스마트체 Regular"/>
              </a:rPr>
              <a:t>적용 과제 </a:t>
            </a:r>
            <a:r>
              <a:rPr lang="en-US" altLang="ko-KR" sz="1200" dirty="0">
                <a:latin typeface="Arial Narrow"/>
                <a:ea typeface="LG스마트체 Regular"/>
              </a:rPr>
              <a:t>Hold </a:t>
            </a:r>
            <a:r>
              <a:rPr lang="ko-KR" altLang="en-US" sz="1200" dirty="0">
                <a:latin typeface="Arial Narrow"/>
                <a:ea typeface="LG스마트체 Regular"/>
              </a:rPr>
              <a:t>후 현업 </a:t>
            </a:r>
            <a:r>
              <a:rPr lang="en-US" altLang="ko-KR" sz="1200" dirty="0">
                <a:latin typeface="Arial Narrow"/>
                <a:ea typeface="LG스마트체 Regular"/>
              </a:rPr>
              <a:t>AI </a:t>
            </a:r>
            <a:r>
              <a:rPr lang="ko-KR" altLang="en-US" sz="1200" dirty="0">
                <a:latin typeface="Arial Narrow"/>
                <a:ea typeface="LG스마트체 Regular"/>
              </a:rPr>
              <a:t>활용 수요 발생 시 우선 검토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            </a:t>
            </a:r>
            <a:r>
              <a:rPr lang="ko-KR" altLang="en-US" sz="1200" dirty="0">
                <a:latin typeface="Arial Narrow"/>
                <a:ea typeface="LG스마트체 Regular"/>
              </a:rPr>
              <a:t> 과제로 관리</a:t>
            </a:r>
            <a:r>
              <a:rPr lang="en-US" altLang="ko-KR" sz="1200" dirty="0">
                <a:latin typeface="Arial Narrow"/>
                <a:ea typeface="LG스마트체 Regular"/>
              </a:rPr>
              <a:t>. SPC </a:t>
            </a:r>
            <a:r>
              <a:rPr lang="ko-KR" altLang="en-US" sz="1200" dirty="0">
                <a:latin typeface="Arial Narrow"/>
                <a:ea typeface="LG스마트체 Regular"/>
              </a:rPr>
              <a:t>데이터 기반 </a:t>
            </a:r>
            <a:r>
              <a:rPr lang="en-US" altLang="ko-KR" sz="1200" dirty="0">
                <a:latin typeface="Arial Narrow"/>
                <a:ea typeface="LG스마트체 Regular"/>
              </a:rPr>
              <a:t>BM/PD </a:t>
            </a:r>
            <a:r>
              <a:rPr lang="ko-KR" altLang="en-US" sz="1200" dirty="0">
                <a:latin typeface="Arial Narrow"/>
                <a:ea typeface="LG스마트체 Regular"/>
              </a:rPr>
              <a:t>이상징후 탐지</a:t>
            </a:r>
            <a:r>
              <a:rPr lang="en-US" altLang="ko-KR" sz="1200" dirty="0">
                <a:latin typeface="Arial Narrow"/>
                <a:ea typeface="LG스마트체 Regular"/>
              </a:rPr>
              <a:t>·</a:t>
            </a:r>
            <a:r>
              <a:rPr lang="ko-KR" altLang="en-US" sz="1200" dirty="0">
                <a:latin typeface="Arial Narrow"/>
                <a:ea typeface="LG스마트체 Regular"/>
              </a:rPr>
              <a:t>요약분석 등 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             </a:t>
            </a:r>
            <a:r>
              <a:rPr lang="ko-KR" altLang="en-US" sz="1200" dirty="0">
                <a:latin typeface="Arial Narrow"/>
                <a:ea typeface="LG스마트체 Regular"/>
              </a:rPr>
              <a:t>적용 후보 과제 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ko-KR" altLang="en-US" sz="1200" dirty="0">
                <a:latin typeface="Arial Narrow"/>
                <a:ea typeface="LG스마트체 Regular"/>
              </a:rPr>
              <a:t>지속 발굴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- FDC : OC</a:t>
            </a:r>
            <a:r>
              <a:rPr lang="ko-KR" altLang="en-US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>
                <a:latin typeface="Arial Narrow"/>
                <a:ea typeface="LG스마트체 Regular"/>
              </a:rPr>
              <a:t>NFF,</a:t>
            </a:r>
            <a:r>
              <a:rPr lang="ko-KR" altLang="en-US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>
                <a:latin typeface="Arial Narrow"/>
                <a:ea typeface="LG스마트체 Regular"/>
              </a:rPr>
              <a:t>MI,</a:t>
            </a:r>
            <a:r>
              <a:rPr lang="ko-KR" altLang="en-US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>
                <a:latin typeface="Arial Narrow"/>
                <a:ea typeface="LG스마트체 Regular"/>
              </a:rPr>
              <a:t>NB, NA </a:t>
            </a:r>
            <a:r>
              <a:rPr lang="ko-KR" altLang="en-US" sz="1200" dirty="0">
                <a:latin typeface="Arial Narrow"/>
                <a:ea typeface="LG스마트체 Regular"/>
              </a:rPr>
              <a:t>전극 검사기 데이터 수집 진행 </a:t>
            </a:r>
            <a:r>
              <a:rPr lang="en-US" altLang="ko-KR" sz="1200" dirty="0">
                <a:latin typeface="Arial Narrow"/>
                <a:ea typeface="LG스마트체 Regular"/>
              </a:rPr>
              <a:t>(26.08) </a:t>
            </a:r>
            <a:b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             OT, GM1,GM2 </a:t>
            </a:r>
            <a:r>
              <a:rPr lang="ko-KR" altLang="en-US" sz="1200" dirty="0">
                <a:latin typeface="Arial Narrow"/>
                <a:ea typeface="LG스마트체 Regular"/>
              </a:rPr>
              <a:t>확산 논의 (26.08)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             ROL </a:t>
            </a:r>
            <a:r>
              <a:rPr lang="ko-KR" altLang="en-US" sz="1200" dirty="0">
                <a:latin typeface="Arial Narrow"/>
                <a:ea typeface="LG스마트체 Regular"/>
              </a:rPr>
              <a:t>설비</a:t>
            </a:r>
            <a:r>
              <a:rPr lang="en-US" altLang="ko-KR" sz="1200" dirty="0">
                <a:latin typeface="Arial Narrow"/>
                <a:ea typeface="LG스마트체 Regular"/>
              </a:rPr>
              <a:t> Pilot </a:t>
            </a:r>
            <a:r>
              <a:rPr lang="ko-KR" altLang="en-US" sz="1200" dirty="0">
                <a:latin typeface="Arial Narrow"/>
                <a:ea typeface="LG스마트체 Regular"/>
              </a:rPr>
              <a:t>적용을 위한 </a:t>
            </a:r>
            <a:r>
              <a:rPr lang="en-US" altLang="ko-KR" sz="1200" dirty="0">
                <a:latin typeface="Arial Narrow"/>
                <a:ea typeface="LG스마트체 Regular"/>
              </a:rPr>
              <a:t>Agent </a:t>
            </a:r>
            <a:r>
              <a:rPr lang="ko-KR" altLang="en-US" sz="1200" dirty="0">
                <a:latin typeface="Arial Narrow"/>
                <a:ea typeface="LG스마트체 Regular"/>
              </a:rPr>
              <a:t>검증 완료법인 </a:t>
            </a:r>
            <a:r>
              <a:rPr lang="en-US" altLang="ko-KR" sz="1200" dirty="0">
                <a:latin typeface="Arial Narrow"/>
                <a:ea typeface="LG스마트체 Regular"/>
              </a:rPr>
              <a:t>AI </a:t>
            </a:r>
            <a:r>
              <a:rPr lang="ko-KR" altLang="en-US" sz="1200" dirty="0">
                <a:latin typeface="Arial Narrow"/>
                <a:ea typeface="LG스마트체 Regular"/>
              </a:rPr>
              <a:t>활용 사례 축적 시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            </a:t>
            </a:r>
            <a:r>
              <a:rPr lang="ko-KR" altLang="en-US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>
                <a:latin typeface="Arial Narrow"/>
                <a:ea typeface="LG스마트체 Regular"/>
              </a:rPr>
              <a:t>SPC AI Agent </a:t>
            </a:r>
            <a:r>
              <a:rPr lang="ko-KR" altLang="en-US" sz="1200" dirty="0">
                <a:latin typeface="Arial Narrow"/>
                <a:ea typeface="LG스마트체 Regular"/>
              </a:rPr>
              <a:t>단계적 확대 검토</a:t>
            </a:r>
            <a:endParaRPr lang="en-US" altLang="ko-KR" sz="1200" dirty="0">
              <a:latin typeface="Arial Narrow"/>
              <a:ea typeface="LG스마트체 Regular"/>
            </a:endParaRPr>
          </a:p>
        </p:txBody>
      </p:sp>
      <p:sp>
        <p:nvSpPr>
          <p:cNvPr id="10" name="실행 단추: 돌아가기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91B6169-9B6B-F548-080B-CD6656DD5535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91E09DE-72F0-AAD5-7D59-431CF0CBC239}"/>
              </a:ext>
            </a:extLst>
          </p:cNvPr>
          <p:cNvSpPr>
            <a:spLocks noChangeAspect="1"/>
          </p:cNvSpPr>
          <p:nvPr/>
        </p:nvSpPr>
        <p:spPr>
          <a:xfrm>
            <a:off x="9148182" y="1108749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1F11DFC-EB23-9BB7-3BFD-7D15C28A071A}"/>
              </a:ext>
            </a:extLst>
          </p:cNvPr>
          <p:cNvCxnSpPr>
            <a:cxnSpLocks/>
          </p:cNvCxnSpPr>
          <p:nvPr/>
        </p:nvCxnSpPr>
        <p:spPr>
          <a:xfrm>
            <a:off x="1458687" y="2778088"/>
            <a:ext cx="786949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942572B0-959D-CF0D-6AD9-0C95D7ED4EB7}"/>
              </a:ext>
            </a:extLst>
          </p:cNvPr>
          <p:cNvSpPr/>
          <p:nvPr/>
        </p:nvSpPr>
        <p:spPr>
          <a:xfrm>
            <a:off x="2725498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5C00D-00F1-02B9-29FD-334D4FDEB17C}"/>
              </a:ext>
            </a:extLst>
          </p:cNvPr>
          <p:cNvSpPr txBox="1"/>
          <p:nvPr/>
        </p:nvSpPr>
        <p:spPr>
          <a:xfrm>
            <a:off x="2463895" y="2810650"/>
            <a:ext cx="64497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SPC / FDC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관리항목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정의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20EEEE79-1B9E-B0D3-CD59-315D38E2C49A}"/>
              </a:ext>
            </a:extLst>
          </p:cNvPr>
          <p:cNvSpPr/>
          <p:nvPr/>
        </p:nvSpPr>
        <p:spPr>
          <a:xfrm>
            <a:off x="3363488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1DD6A-5FE4-442A-11D3-007226A9DD9F}"/>
              </a:ext>
            </a:extLst>
          </p:cNvPr>
          <p:cNvSpPr txBox="1"/>
          <p:nvPr/>
        </p:nvSpPr>
        <p:spPr>
          <a:xfrm>
            <a:off x="3176105" y="2814839"/>
            <a:ext cx="529559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개선항목별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투자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1B69773-1CA0-B040-E8B4-1CFB59A99639}"/>
              </a:ext>
            </a:extLst>
          </p:cNvPr>
          <p:cNvSpPr/>
          <p:nvPr/>
        </p:nvSpPr>
        <p:spPr>
          <a:xfrm>
            <a:off x="4869133" y="27138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B209A9-38EE-827E-D72D-1328D73FC59A}"/>
              </a:ext>
            </a:extLst>
          </p:cNvPr>
          <p:cNvSpPr txBox="1"/>
          <p:nvPr/>
        </p:nvSpPr>
        <p:spPr>
          <a:xfrm>
            <a:off x="4774475" y="2817542"/>
            <a:ext cx="359641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제반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확보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14E9729-FE1D-510F-E62F-0608F8821530}"/>
              </a:ext>
            </a:extLst>
          </p:cNvPr>
          <p:cNvSpPr/>
          <p:nvPr/>
        </p:nvSpPr>
        <p:spPr>
          <a:xfrm>
            <a:off x="7734557" y="27163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CBA1BF-63B5-B4F8-4A09-1E5BB00EB1B0}"/>
              </a:ext>
            </a:extLst>
          </p:cNvPr>
          <p:cNvSpPr txBox="1"/>
          <p:nvPr/>
        </p:nvSpPr>
        <p:spPr>
          <a:xfrm>
            <a:off x="7653623" y="2820021"/>
            <a:ext cx="25544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58E6ED-D6E8-4AE9-CE16-8CC9E956BE40}"/>
              </a:ext>
            </a:extLst>
          </p:cNvPr>
          <p:cNvSpPr txBox="1"/>
          <p:nvPr/>
        </p:nvSpPr>
        <p:spPr>
          <a:xfrm>
            <a:off x="1843389" y="2810650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대상법인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선정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50EA328-2CF8-EB09-D9E0-609F1A210D2E}"/>
              </a:ext>
            </a:extLst>
          </p:cNvPr>
          <p:cNvSpPr/>
          <p:nvPr/>
        </p:nvSpPr>
        <p:spPr>
          <a:xfrm>
            <a:off x="1986358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8776DD0-4793-ED46-BD2B-D7ACB721BA53}"/>
              </a:ext>
            </a:extLst>
          </p:cNvPr>
          <p:cNvSpPr/>
          <p:nvPr/>
        </p:nvSpPr>
        <p:spPr>
          <a:xfrm>
            <a:off x="5440422" y="27138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28C2FF-C584-6B55-75DE-972D1CCAD87A}"/>
              </a:ext>
            </a:extLst>
          </p:cNvPr>
          <p:cNvSpPr txBox="1"/>
          <p:nvPr/>
        </p:nvSpPr>
        <p:spPr>
          <a:xfrm>
            <a:off x="5345764" y="2817542"/>
            <a:ext cx="359640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AI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회의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43BA629-1C9A-D1EE-C085-075109D1FC64}"/>
              </a:ext>
            </a:extLst>
          </p:cNvPr>
          <p:cNvSpPr/>
          <p:nvPr/>
        </p:nvSpPr>
        <p:spPr>
          <a:xfrm>
            <a:off x="4426751" y="27138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1BF4FC-9421-B91A-9471-3E5FA088E576}"/>
              </a:ext>
            </a:extLst>
          </p:cNvPr>
          <p:cNvSpPr txBox="1"/>
          <p:nvPr/>
        </p:nvSpPr>
        <p:spPr>
          <a:xfrm>
            <a:off x="4363352" y="2817542"/>
            <a:ext cx="297124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AI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Demo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9EC12F03-5ED2-6AB0-4697-7B1008B552E2}"/>
              </a:ext>
            </a:extLst>
          </p:cNvPr>
          <p:cNvSpPr/>
          <p:nvPr/>
        </p:nvSpPr>
        <p:spPr>
          <a:xfrm>
            <a:off x="6568640" y="27138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178A70-1DD4-596A-055F-48131AC36B9D}"/>
              </a:ext>
            </a:extLst>
          </p:cNvPr>
          <p:cNvSpPr txBox="1"/>
          <p:nvPr/>
        </p:nvSpPr>
        <p:spPr>
          <a:xfrm>
            <a:off x="6526078" y="2817542"/>
            <a:ext cx="25544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설계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155164F-0C77-F28E-576A-5606C62C161A}"/>
              </a:ext>
            </a:extLst>
          </p:cNvPr>
          <p:cNvSpPr/>
          <p:nvPr/>
        </p:nvSpPr>
        <p:spPr>
          <a:xfrm>
            <a:off x="8384174" y="27163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3621D6-EED5-413F-182D-02AF99CF641F}"/>
              </a:ext>
            </a:extLst>
          </p:cNvPr>
          <p:cNvSpPr txBox="1"/>
          <p:nvPr/>
        </p:nvSpPr>
        <p:spPr>
          <a:xfrm>
            <a:off x="8245531" y="2820021"/>
            <a:ext cx="37086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테스트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AF6F16F-2D8C-0A39-49EF-E0324FDF58D5}"/>
              </a:ext>
            </a:extLst>
          </p:cNvPr>
          <p:cNvSpPr/>
          <p:nvPr/>
        </p:nvSpPr>
        <p:spPr>
          <a:xfrm>
            <a:off x="8732368" y="27163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471EEF-42CC-E26F-6DD0-491B18CC4F62}"/>
              </a:ext>
            </a:extLst>
          </p:cNvPr>
          <p:cNvSpPr txBox="1"/>
          <p:nvPr/>
        </p:nvSpPr>
        <p:spPr>
          <a:xfrm>
            <a:off x="8681707" y="2820021"/>
            <a:ext cx="25544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운영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81402C7-1FFF-FB26-30E5-89674DF09589}"/>
              </a:ext>
            </a:extLst>
          </p:cNvPr>
          <p:cNvSpPr/>
          <p:nvPr/>
        </p:nvSpPr>
        <p:spPr>
          <a:xfrm>
            <a:off x="6216794" y="271388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16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CD2B71-847D-99A0-1AF9-72B24E6F8C0F}"/>
              </a:ext>
            </a:extLst>
          </p:cNvPr>
          <p:cNvSpPr txBox="1"/>
          <p:nvPr/>
        </p:nvSpPr>
        <p:spPr>
          <a:xfrm>
            <a:off x="6174232" y="2817542"/>
            <a:ext cx="25544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투자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16F84-C295-A008-71AA-EC0EFB8E6C2C}"/>
              </a:ext>
            </a:extLst>
          </p:cNvPr>
          <p:cNvSpPr txBox="1"/>
          <p:nvPr/>
        </p:nvSpPr>
        <p:spPr>
          <a:xfrm>
            <a:off x="711038" y="3766240"/>
            <a:ext cx="4437472" cy="1231171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71450" indent="-171450" defTabSz="844083" fontAlgn="base">
              <a:lnSpc>
                <a:spcPct val="0"/>
              </a:lnSpc>
              <a:spcAft>
                <a:spcPts val="400"/>
              </a:spcAft>
              <a:buSzPct val="85000"/>
              <a:buFont typeface="Wingdings"/>
              <a:buChar char="q"/>
              <a:defRPr/>
            </a:pPr>
            <a:r>
              <a:rPr lang="en-US" altLang="ko-KR" sz="1200" dirty="0" err="1">
                <a:latin typeface="Arial Narrow"/>
                <a:ea typeface="LG스마트체 Regular"/>
              </a:rPr>
              <a:t>긴급정비</a:t>
            </a:r>
            <a:r>
              <a:rPr lang="en-US" altLang="ko-KR" sz="1200" dirty="0">
                <a:latin typeface="Arial Narrow"/>
                <a:ea typeface="LG스마트체 Regular"/>
              </a:rPr>
              <a:t>(BM) </a:t>
            </a:r>
            <a:r>
              <a:rPr lang="en-US" altLang="ko-KR" sz="1200" dirty="0" err="1">
                <a:latin typeface="Arial Narrow"/>
                <a:ea typeface="LG스마트체 Regular"/>
              </a:rPr>
              <a:t>업무체계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고도화</a:t>
            </a:r>
            <a:endParaRPr lang="ko-KR" altLang="en-US" sz="1200" dirty="0">
              <a:latin typeface="Arial Narrow"/>
              <a:ea typeface="LG스마트체 Regular"/>
            </a:endParaRPr>
          </a:p>
          <a:p>
            <a:pPr defTabSz="844083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altLang="ko-KR" sz="1200" dirty="0">
                <a:latin typeface="Arial Narrow"/>
                <a:ea typeface="LG스마트체 Regular"/>
              </a:rPr>
              <a:t>      - </a:t>
            </a:r>
            <a:r>
              <a:rPr lang="en-US" altLang="ko-KR" sz="1200" dirty="0" err="1">
                <a:latin typeface="Arial Narrow"/>
                <a:ea typeface="LG스마트체 Regular"/>
              </a:rPr>
              <a:t>시스템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기능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개선을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통한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실시간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업무체계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정립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 err="1">
                <a:latin typeface="Arial Narrow"/>
                <a:ea typeface="LG스마트체 Regular"/>
              </a:rPr>
              <a:t>완료</a:t>
            </a:r>
            <a:r>
              <a:rPr lang="en-US" altLang="ko-KR" sz="1200" dirty="0">
                <a:latin typeface="Arial Narrow"/>
                <a:ea typeface="LG스마트체 Regular"/>
              </a:rPr>
              <a:t>(08.27)</a:t>
            </a:r>
            <a:br>
              <a:rPr lang="en-US" altLang="ko-KR" sz="1200" dirty="0">
                <a:latin typeface="Arial Narrow"/>
                <a:ea typeface="LG스마트체 Regular"/>
              </a:rPr>
            </a:br>
            <a:r>
              <a:rPr lang="en-US" altLang="ko-KR" sz="1200" dirty="0">
                <a:latin typeface="Arial Narrow"/>
                <a:ea typeface="LG스마트체 Regular"/>
              </a:rPr>
              <a:t>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200" dirty="0">
                <a:latin typeface="Arial Narrow"/>
                <a:ea typeface="LG스마트체 Regular"/>
              </a:rPr>
              <a:t>       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</a:t>
            </a:r>
            <a:r>
              <a:rPr lang="en-US" altLang="ko-KR" sz="1200" dirty="0">
                <a:latin typeface="Arial Narrow"/>
                <a:ea typeface="LG스마트체 Regular"/>
              </a:rPr>
              <a:t> BM </a:t>
            </a:r>
            <a:r>
              <a:rPr lang="ko-KR" altLang="en-US" sz="1200" dirty="0" err="1">
                <a:latin typeface="Arial Narrow"/>
                <a:ea typeface="LG스마트체 Regular"/>
              </a:rPr>
              <a:t>작업오더</a:t>
            </a:r>
            <a:r>
              <a:rPr lang="ko-KR" altLang="en-US" sz="1200" dirty="0">
                <a:latin typeface="Arial Narrow"/>
                <a:ea typeface="LG스마트체 Regular"/>
              </a:rPr>
              <a:t> </a:t>
            </a:r>
            <a:r>
              <a:rPr lang="en-US" altLang="ko-KR" sz="1200" dirty="0">
                <a:latin typeface="Arial Narrow"/>
                <a:ea typeface="LG스마트체 Regular"/>
              </a:rPr>
              <a:t>(</a:t>
            </a:r>
            <a:r>
              <a:rPr lang="en-US" altLang="ko-KR" sz="1200" dirty="0" err="1">
                <a:latin typeface="Arial Narrow"/>
                <a:ea typeface="LG스마트체 Regular"/>
              </a:rPr>
              <a:t>고장등급A</a:t>
            </a:r>
            <a:r>
              <a:rPr lang="en-US" altLang="ko-KR" sz="1200" dirty="0">
                <a:latin typeface="Arial Narrow"/>
                <a:ea typeface="LG스마트체 Regular"/>
              </a:rPr>
              <a:t>) </a:t>
            </a:r>
            <a:r>
              <a:rPr lang="ko-KR" altLang="en-US" sz="1200" dirty="0">
                <a:latin typeface="Arial Narrow"/>
                <a:ea typeface="LG스마트체 Regular"/>
              </a:rPr>
              <a:t>처리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ko-KR" altLang="en-US" sz="1200" dirty="0">
                <a:latin typeface="Arial Narrow"/>
                <a:ea typeface="LG스마트체 Regular"/>
              </a:rPr>
              <a:t>시</a:t>
            </a:r>
            <a:r>
              <a:rPr lang="en-US" altLang="ko-KR" sz="1200" dirty="0">
                <a:latin typeface="Arial Narrow"/>
                <a:ea typeface="LG스마트체 Regular"/>
              </a:rPr>
              <a:t> TL</a:t>
            </a:r>
            <a:r>
              <a:rPr lang="ko-KR" altLang="en-US" sz="1200" dirty="0">
                <a:latin typeface="Arial Narrow"/>
                <a:ea typeface="LG스마트체 Regular"/>
              </a:rPr>
              <a:t> 전결</a:t>
            </a:r>
            <a:r>
              <a:rPr lang="en-US" altLang="ko-KR" sz="1200" dirty="0">
                <a:latin typeface="Arial Narrow"/>
                <a:ea typeface="LG스마트체 Regular"/>
              </a:rPr>
              <a:t> </a:t>
            </a:r>
            <a:r>
              <a:rPr lang="ko-KR" altLang="en-US" sz="1200" dirty="0">
                <a:latin typeface="Arial Narrow"/>
                <a:ea typeface="LG스마트체 Regular"/>
              </a:rPr>
              <a:t>기능 배포완료</a:t>
            </a:r>
            <a:br>
              <a:rPr lang="ko-KR" altLang="en-US" sz="1200" dirty="0">
                <a:latin typeface="Arial Narrow"/>
                <a:ea typeface="LG스마트체 Regular"/>
              </a:rPr>
            </a:br>
            <a:r>
              <a:rPr lang="ko-KR" altLang="en-US" sz="1200" dirty="0">
                <a:latin typeface="Arial Narrow"/>
                <a:ea typeface="LG스마트체 Regular"/>
              </a:rPr>
              <a:t>            - 전법인 설비 조직 TL 및 코어멤버 설명회, 교육 완료. </a:t>
            </a:r>
            <a:br>
              <a:rPr lang="ko-KR" altLang="en-US" sz="1200" dirty="0">
                <a:latin typeface="Arial Narrow"/>
                <a:ea typeface="LG스마트체 Regular"/>
              </a:rPr>
            </a:br>
            <a:r>
              <a:rPr lang="ko-KR" altLang="en-US" sz="1200" dirty="0">
                <a:latin typeface="Arial Narrow"/>
                <a:ea typeface="LG스마트체 Regular"/>
              </a:rPr>
              <a:t>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ko-KR" altLang="en-US" sz="1200" dirty="0">
                <a:latin typeface="Arial Narrow"/>
                <a:ea typeface="LG스마트체 Regular"/>
              </a:rPr>
              <a:t>BM 데이터 분석을 통한 BM 정비기준정보 초안작성검토</a:t>
            </a:r>
            <a:br>
              <a:rPr lang="ko-KR" altLang="en-US" sz="1200" dirty="0">
                <a:latin typeface="Arial Narrow"/>
                <a:ea typeface="LG스마트체 Regular"/>
              </a:rPr>
            </a:br>
            <a:r>
              <a:rPr lang="ko-KR" altLang="en-US" sz="1200" dirty="0">
                <a:latin typeface="Arial Narrow"/>
                <a:ea typeface="LG스마트체 Regular"/>
              </a:rPr>
              <a:t>            - WA PKG Data 수집/</a:t>
            </a:r>
            <a:r>
              <a:rPr lang="ko-KR" altLang="en-US" sz="1200" dirty="0" err="1">
                <a:latin typeface="Arial Narrow"/>
                <a:ea typeface="LG스마트체 Regular"/>
              </a:rPr>
              <a:t>전처리</a:t>
            </a:r>
            <a:r>
              <a:rPr lang="ko-KR" altLang="en-US" sz="1200" dirty="0">
                <a:latin typeface="Arial Narrow"/>
                <a:ea typeface="LG스마트체 Regular"/>
              </a:rPr>
              <a:t> 완료(EMS/B-ELX/카카오톡, '26.08) </a:t>
            </a:r>
            <a:r>
              <a:rPr lang="en-US" altLang="ko-KR" sz="1200" dirty="0">
                <a:latin typeface="Arial Narrow"/>
                <a:ea typeface="LG스마트체 Regular"/>
              </a:rPr>
              <a:t>                                  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89EC3-5299-D910-5268-EC685FE5BAB6}"/>
              </a:ext>
            </a:extLst>
          </p:cNvPr>
          <p:cNvSpPr txBox="1"/>
          <p:nvPr/>
        </p:nvSpPr>
        <p:spPr>
          <a:xfrm>
            <a:off x="5036294" y="3766239"/>
            <a:ext cx="4437472" cy="789255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71450" indent="-171450" defTabSz="844083" fontAlgn="base">
              <a:lnSpc>
                <a:spcPct val="0"/>
              </a:lnSpc>
              <a:spcAft>
                <a:spcPts val="400"/>
              </a:spcAft>
              <a:buSzPct val="85000"/>
              <a:buFont typeface="Wingdings"/>
              <a:buChar char="q"/>
              <a:defRPr/>
            </a:pPr>
            <a:r>
              <a:rPr lang="en-US" altLang="ko-KR" sz="1200" err="1">
                <a:latin typeface="Arial Narrow"/>
                <a:ea typeface="LG스마트체 Regular"/>
              </a:rPr>
              <a:t>긴급정비</a:t>
            </a:r>
            <a:r>
              <a:rPr lang="en-US" altLang="ko-KR" sz="1200">
                <a:latin typeface="Arial Narrow"/>
                <a:ea typeface="LG스마트체 Regular"/>
              </a:rPr>
              <a:t>(BM) </a:t>
            </a:r>
            <a:r>
              <a:rPr lang="en-US" altLang="ko-KR" sz="1200" err="1">
                <a:latin typeface="Arial Narrow"/>
                <a:ea typeface="LG스마트체 Regular"/>
              </a:rPr>
              <a:t>업무체계</a:t>
            </a:r>
            <a:r>
              <a:rPr lang="en-US" altLang="ko-KR" sz="1200">
                <a:latin typeface="Arial Narrow"/>
                <a:ea typeface="LG스마트체 Regular"/>
              </a:rPr>
              <a:t> </a:t>
            </a:r>
            <a:r>
              <a:rPr lang="en-US" altLang="ko-KR" sz="1200" err="1">
                <a:latin typeface="Arial Narrow"/>
                <a:ea typeface="LG스마트체 Regular"/>
              </a:rPr>
              <a:t>고도화</a:t>
            </a:r>
            <a:endParaRPr lang="ko-KR" altLang="en-US" sz="1200" err="1">
              <a:latin typeface="Arial Narrow"/>
              <a:ea typeface="LG스마트체 Regular"/>
            </a:endParaRPr>
          </a:p>
          <a:p>
            <a:pPr defTabSz="844083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altLang="ko-KR" sz="1200">
                <a:latin typeface="Arial Narrow"/>
                <a:ea typeface="LG스마트체 Regular"/>
              </a:rPr>
              <a:t>      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ko-KR" altLang="en-US" sz="1200">
                <a:latin typeface="Arial Narrow"/>
                <a:ea typeface="LG스마트체 Regular"/>
              </a:rPr>
              <a:t>BM 데이터 분석을 통한 BM 정비기준정보 초안작성검토 </a:t>
            </a:r>
            <a:br>
              <a:rPr lang="ko-KR" altLang="en-US" sz="1200">
                <a:latin typeface="Arial Narrow"/>
                <a:ea typeface="LG스마트체 Regular"/>
              </a:rPr>
            </a:br>
            <a:r>
              <a:rPr lang="ko-KR" altLang="en-US" sz="1200">
                <a:latin typeface="Arial Narrow"/>
                <a:ea typeface="LG스마트체 Regular"/>
              </a:rPr>
              <a:t>            - WA PKG 데이터 RAG 및 Hybrid 검색기반 구축 (~09.04)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          - </a:t>
            </a:r>
            <a:r>
              <a:rPr lang="en-US" altLang="ko-KR" sz="1200" err="1">
                <a:latin typeface="Arial Narrow"/>
                <a:ea typeface="LG스마트체 Regular"/>
              </a:rPr>
              <a:t>원인</a:t>
            </a:r>
            <a:r>
              <a:rPr lang="en-US" altLang="ko-KR" sz="1200">
                <a:latin typeface="Arial Narrow"/>
                <a:ea typeface="LG스마트체 Regular"/>
              </a:rPr>
              <a:t>/</a:t>
            </a:r>
            <a:r>
              <a:rPr lang="ko-KR" altLang="en-US" sz="1200" err="1">
                <a:latin typeface="Arial Narrow"/>
                <a:ea typeface="LG스마트체 Regular"/>
              </a:rPr>
              <a:t>조치</a:t>
            </a:r>
            <a:r>
              <a:rPr lang="en-US" altLang="ko-KR" sz="1200">
                <a:latin typeface="Arial Narrow"/>
                <a:ea typeface="LG스마트체 Regular"/>
              </a:rPr>
              <a:t> </a:t>
            </a:r>
            <a:r>
              <a:rPr lang="en-US" sz="1200">
                <a:latin typeface="Arial Narrow"/>
                <a:ea typeface="LG스마트체 Regular"/>
              </a:rPr>
              <a:t>Agent </a:t>
            </a:r>
            <a:r>
              <a:rPr lang="ko-KR" altLang="en-US" sz="1200">
                <a:latin typeface="Arial Narrow"/>
                <a:ea typeface="LG스마트체 Regular"/>
              </a:rPr>
              <a:t>및</a:t>
            </a:r>
            <a:r>
              <a:rPr lang="en-US" sz="1200">
                <a:latin typeface="Arial Narrow"/>
                <a:ea typeface="LG스마트체 Regular"/>
              </a:rPr>
              <a:t> </a:t>
            </a:r>
            <a:r>
              <a:rPr lang="en-US" sz="1200" err="1">
                <a:latin typeface="Arial Narrow"/>
                <a:ea typeface="LG스마트체 Regular"/>
              </a:rPr>
              <a:t>평가모델</a:t>
            </a:r>
            <a:r>
              <a:rPr lang="en-US" sz="1200">
                <a:latin typeface="Arial Narrow"/>
                <a:ea typeface="LG스마트체 Regular"/>
              </a:rPr>
              <a:t> </a:t>
            </a:r>
            <a:r>
              <a:rPr lang="en-US" sz="1200" err="1">
                <a:latin typeface="Arial Narrow"/>
                <a:ea typeface="LG스마트체 Regular"/>
              </a:rPr>
              <a:t>개발</a:t>
            </a:r>
            <a:r>
              <a:rPr lang="en-US" sz="1200">
                <a:latin typeface="Arial Narrow"/>
                <a:ea typeface="LG스마트체 Regular"/>
              </a:rPr>
              <a:t> 중(~'26.09)</a:t>
            </a:r>
            <a:endParaRPr lang="en-US" altLang="ko-KR" sz="1200">
              <a:latin typeface="Arial Narrow"/>
              <a:ea typeface="LG스마트체 Regular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9EB3784-8AB1-D4D6-A130-90F09C5799F4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522774E-2AFB-90E0-FCB9-160F0765E2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894C27-98F7-F8A9-08A5-D5FA14005E23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87ED6939-40C9-0CE7-695A-91CFB97854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50F815-451F-9236-746B-5ED1F67B223B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BECFE07-491B-540D-65C4-B7CB79A67D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5BCEFF-AACF-118F-62D1-0636ECEB4BCB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55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A027B90-FDCA-26F3-6C43-DEC1314D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0" y="154454"/>
            <a:ext cx="9190502" cy="325384"/>
          </a:xfrm>
        </p:spPr>
        <p:txBody>
          <a:bodyPr wrap="square">
            <a:no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제조 운영 </a:t>
            </a:r>
            <a:r>
              <a:rPr lang="en-US" altLang="ko-KR">
                <a:latin typeface="Arial Narrow"/>
                <a:ea typeface="LG스마트체 Regular"/>
              </a:rPr>
              <a:t>AX BM/PD </a:t>
            </a:r>
            <a:r>
              <a:rPr lang="ko-KR" altLang="en-US">
                <a:latin typeface="Arial Narrow"/>
                <a:ea typeface="LG스마트체 Regular"/>
              </a:rPr>
              <a:t>개선</a:t>
            </a:r>
            <a:r>
              <a:rPr lang="en-US" altLang="ko-KR">
                <a:latin typeface="Arial Narrow"/>
                <a:ea typeface="LG스마트체 Regular"/>
              </a:rPr>
              <a:t>_FDC </a:t>
            </a:r>
            <a:r>
              <a:rPr lang="ko-KR" altLang="en-US">
                <a:latin typeface="Arial Narrow"/>
                <a:ea typeface="LG스마트체 Regular"/>
              </a:rPr>
              <a:t>검사 설비 이상감지를 연동한 </a:t>
            </a:r>
            <a:r>
              <a:rPr lang="en-US" altLang="ko-KR">
                <a:latin typeface="Arial Narrow"/>
                <a:ea typeface="LG스마트체 Regular"/>
              </a:rPr>
              <a:t>Agent AI </a:t>
            </a:r>
            <a:r>
              <a:rPr lang="ko-KR" altLang="en-US">
                <a:latin typeface="Arial Narrow"/>
                <a:ea typeface="LG스마트체 Regular"/>
              </a:rPr>
              <a:t>개발</a:t>
            </a:r>
            <a:r>
              <a:rPr lang="en-US" altLang="ko-KR">
                <a:latin typeface="Arial Narrow"/>
                <a:ea typeface="LG스마트체 Regular"/>
              </a:rPr>
              <a:t>_PoC </a:t>
            </a:r>
            <a:endParaRPr lang="ko-KR" altLang="en-US">
              <a:latin typeface="Arial Narrow"/>
              <a:ea typeface="LG스마트체 Regular"/>
            </a:endParaRPr>
          </a:p>
        </p:txBody>
      </p:sp>
      <p:sp>
        <p:nvSpPr>
          <p:cNvPr id="5" name="TextBox 72">
            <a:extLst>
              <a:ext uri="{FF2B5EF4-FFF2-40B4-BE49-F238E27FC236}">
                <a16:creationId xmlns:a16="http://schemas.microsoft.com/office/drawing/2014/main" id="{08D386ED-2903-B03C-C153-67AE4462D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1" y="590261"/>
            <a:ext cx="9726472" cy="1434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Aft>
                <a:spcPct val="0"/>
              </a:spcAft>
              <a:buNone/>
              <a:defRPr/>
            </a:pP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검사기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PC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의 리소스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(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메모리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, CPU) 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증가 시 검사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PC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로 인한 생산 라인 가동 중단으로 이어지는 리스크를 차단하기 위해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PC 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리소스를 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FDC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를</a:t>
            </a:r>
            <a:b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</a:b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활용하여 모니터링하고 이를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Agent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가 자율 조치하는 솔루션을 도입하여 장애 예측과 선제 조치 솔루션을 도입하기 위함 </a:t>
            </a:r>
            <a:endParaRPr lang="en-US" altLang="ko-KR" sz="14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  <a:cs typeface="Malgun Gothic Semilight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92E7FD0-6F71-9FA0-1711-86DB94DCB561}"/>
              </a:ext>
            </a:extLst>
          </p:cNvPr>
          <p:cNvGrpSpPr/>
          <p:nvPr/>
        </p:nvGrpSpPr>
        <p:grpSpPr>
          <a:xfrm>
            <a:off x="650080" y="2052413"/>
            <a:ext cx="8014094" cy="2970666"/>
            <a:chOff x="1935662" y="2839308"/>
            <a:chExt cx="5169162" cy="2360221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72C5CD-5CDB-B7F0-B74F-057F4570AAB0}"/>
                </a:ext>
              </a:extLst>
            </p:cNvPr>
            <p:cNvSpPr/>
            <p:nvPr/>
          </p:nvSpPr>
          <p:spPr>
            <a:xfrm>
              <a:off x="5780870" y="4046621"/>
              <a:ext cx="1233058" cy="1152908"/>
            </a:xfrm>
            <a:prstGeom prst="rect">
              <a:avLst/>
            </a:prstGeom>
            <a:solidFill>
              <a:sysClr val="window" lastClr="FFFFFF">
                <a:lumMod val="75000"/>
                <a:alpha val="3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234531A-E4F0-DBEA-F19C-AA519FE1FC2B}"/>
                </a:ext>
              </a:extLst>
            </p:cNvPr>
            <p:cNvSpPr/>
            <p:nvPr/>
          </p:nvSpPr>
          <p:spPr>
            <a:xfrm>
              <a:off x="3073204" y="2881046"/>
              <a:ext cx="3930911" cy="1049306"/>
            </a:xfrm>
            <a:prstGeom prst="rect">
              <a:avLst/>
            </a:prstGeom>
            <a:solidFill>
              <a:srgbClr val="FFFFCC">
                <a:alpha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28997AC-E616-855F-91B3-0C713A863B08}"/>
                </a:ext>
              </a:extLst>
            </p:cNvPr>
            <p:cNvSpPr/>
            <p:nvPr/>
          </p:nvSpPr>
          <p:spPr>
            <a:xfrm>
              <a:off x="1935662" y="3045756"/>
              <a:ext cx="882952" cy="228311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검사 </a:t>
              </a: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PC</a:t>
              </a: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AF88DFB-36A6-F547-32DA-E97E23AF961A}"/>
                </a:ext>
              </a:extLst>
            </p:cNvPr>
            <p:cNvSpPr/>
            <p:nvPr/>
          </p:nvSpPr>
          <p:spPr>
            <a:xfrm>
              <a:off x="3271437" y="3045756"/>
              <a:ext cx="882952" cy="228311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 수집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958ACF6-9100-FE08-BE0C-C46C7E77E802}"/>
                </a:ext>
              </a:extLst>
            </p:cNvPr>
            <p:cNvSpPr/>
            <p:nvPr/>
          </p:nvSpPr>
          <p:spPr>
            <a:xfrm>
              <a:off x="4607212" y="3045756"/>
              <a:ext cx="882952" cy="228311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모델링</a:t>
              </a: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7199A9E-CE19-41B2-D5BD-D60EBF3F878C}"/>
                </a:ext>
              </a:extLst>
            </p:cNvPr>
            <p:cNvSpPr/>
            <p:nvPr/>
          </p:nvSpPr>
          <p:spPr>
            <a:xfrm>
              <a:off x="4607212" y="3561948"/>
              <a:ext cx="882952" cy="228311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이상감지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52C6C756-F93A-883C-E1EE-73280BA54D3B}"/>
                </a:ext>
              </a:extLst>
            </p:cNvPr>
            <p:cNvSpPr/>
            <p:nvPr/>
          </p:nvSpPr>
          <p:spPr>
            <a:xfrm>
              <a:off x="5968193" y="3045756"/>
              <a:ext cx="882952" cy="228311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조치결과 입력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07DE7CC2-18B0-8092-6303-3942A9EE0A97}"/>
                </a:ext>
              </a:extLst>
            </p:cNvPr>
            <p:cNvSpPr/>
            <p:nvPr/>
          </p:nvSpPr>
          <p:spPr>
            <a:xfrm>
              <a:off x="4607212" y="4080557"/>
              <a:ext cx="882952" cy="377509"/>
            </a:xfrm>
            <a:prstGeom prst="rect">
              <a:avLst/>
            </a:prstGeom>
            <a:solidFill>
              <a:srgbClr val="1F497D">
                <a:lumMod val="50000"/>
              </a:srgbClr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조치 판단</a:t>
              </a:r>
              <a:endParaRPr kumimoji="0" lang="en-US" altLang="ko-KR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(AI Agent)</a:t>
              </a:r>
              <a:endPara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5AA45586-77D7-828D-9793-23035733C592}"/>
                </a:ext>
              </a:extLst>
            </p:cNvPr>
            <p:cNvCxnSpPr>
              <a:stCxn id="69" idx="3"/>
              <a:endCxn id="70" idx="1"/>
            </p:cNvCxnSpPr>
            <p:nvPr/>
          </p:nvCxnSpPr>
          <p:spPr>
            <a:xfrm>
              <a:off x="2818614" y="3159912"/>
              <a:ext cx="452823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DE796773-AAF7-8271-13AD-5CD20A97E2E9}"/>
                </a:ext>
              </a:extLst>
            </p:cNvPr>
            <p:cNvCxnSpPr>
              <a:cxnSpLocks/>
              <a:stCxn id="70" idx="3"/>
              <a:endCxn id="71" idx="1"/>
            </p:cNvCxnSpPr>
            <p:nvPr/>
          </p:nvCxnSpPr>
          <p:spPr>
            <a:xfrm>
              <a:off x="4154389" y="3159912"/>
              <a:ext cx="452823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68D1AB1F-8C18-B737-0D5A-FD3BD9107D2A}"/>
                </a:ext>
              </a:extLst>
            </p:cNvPr>
            <p:cNvCxnSpPr>
              <a:cxnSpLocks/>
              <a:stCxn id="71" idx="2"/>
              <a:endCxn id="72" idx="0"/>
            </p:cNvCxnSpPr>
            <p:nvPr/>
          </p:nvCxnSpPr>
          <p:spPr>
            <a:xfrm>
              <a:off x="5048688" y="3274067"/>
              <a:ext cx="0" cy="28788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3605761E-5865-CFEE-750B-8D7EE497AAC8}"/>
                </a:ext>
              </a:extLst>
            </p:cNvPr>
            <p:cNvCxnSpPr>
              <a:cxnSpLocks/>
              <a:stCxn id="72" idx="2"/>
              <a:endCxn id="74" idx="0"/>
            </p:cNvCxnSpPr>
            <p:nvPr/>
          </p:nvCxnSpPr>
          <p:spPr>
            <a:xfrm>
              <a:off x="5048688" y="3790259"/>
              <a:ext cx="0" cy="29029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79" name="연결선: 꺾임 78">
              <a:extLst>
                <a:ext uri="{FF2B5EF4-FFF2-40B4-BE49-F238E27FC236}">
                  <a16:creationId xmlns:a16="http://schemas.microsoft.com/office/drawing/2014/main" id="{205E9850-3B36-B225-3F65-7D35743BB9B1}"/>
                </a:ext>
              </a:extLst>
            </p:cNvPr>
            <p:cNvCxnSpPr>
              <a:cxnSpLocks/>
              <a:stCxn id="74" idx="3"/>
              <a:endCxn id="73" idx="2"/>
            </p:cNvCxnSpPr>
            <p:nvPr/>
          </p:nvCxnSpPr>
          <p:spPr>
            <a:xfrm flipV="1">
              <a:off x="5490164" y="3274067"/>
              <a:ext cx="919505" cy="995245"/>
            </a:xfrm>
            <a:prstGeom prst="bentConnector2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80" name="연결선: 꺾임 79">
              <a:extLst>
                <a:ext uri="{FF2B5EF4-FFF2-40B4-BE49-F238E27FC236}">
                  <a16:creationId xmlns:a16="http://schemas.microsoft.com/office/drawing/2014/main" id="{6860977C-7BDA-62BC-C4AA-3489E8B0044F}"/>
                </a:ext>
              </a:extLst>
            </p:cNvPr>
            <p:cNvCxnSpPr>
              <a:cxnSpLocks/>
              <a:stCxn id="74" idx="1"/>
              <a:endCxn id="69" idx="2"/>
            </p:cNvCxnSpPr>
            <p:nvPr/>
          </p:nvCxnSpPr>
          <p:spPr>
            <a:xfrm rot="10800000">
              <a:off x="2377138" y="3274068"/>
              <a:ext cx="2230074" cy="995245"/>
            </a:xfrm>
            <a:prstGeom prst="bentConnector2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B5F859F-AEF6-0F47-5FDA-BE0CF32C711C}"/>
                </a:ext>
              </a:extLst>
            </p:cNvPr>
            <p:cNvSpPr txBox="1"/>
            <p:nvPr/>
          </p:nvSpPr>
          <p:spPr>
            <a:xfrm>
              <a:off x="3045025" y="2839308"/>
              <a:ext cx="5561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ea typeface="LG스마트체 Regular"/>
                </a:rPr>
                <a:t>[FDC]</a:t>
              </a: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35224BF-B6AA-5089-B2CB-ECBE72241D4D}"/>
                </a:ext>
              </a:extLst>
            </p:cNvPr>
            <p:cNvSpPr txBox="1"/>
            <p:nvPr/>
          </p:nvSpPr>
          <p:spPr>
            <a:xfrm>
              <a:off x="2879888" y="3139351"/>
              <a:ext cx="40535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ea typeface="LG스마트체 Regular"/>
                </a:rPr>
                <a:t>1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ea typeface="LG스마트체 Regular"/>
                </a:rPr>
                <a:t>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1F329DD-2C78-E398-E81A-928AD1E38A86}"/>
                </a:ext>
              </a:extLst>
            </p:cNvPr>
            <p:cNvSpPr txBox="1"/>
            <p:nvPr/>
          </p:nvSpPr>
          <p:spPr>
            <a:xfrm>
              <a:off x="5048473" y="3254767"/>
              <a:ext cx="4416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ea typeface="LG스마트체 Regular"/>
                </a:rPr>
                <a:t>10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ea typeface="LG스마트체 Regular"/>
                </a:rPr>
                <a:t>분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59F0838A-1D4B-BFD9-890C-E1A8AEF30FE8}"/>
                </a:ext>
              </a:extLst>
            </p:cNvPr>
            <p:cNvSpPr/>
            <p:nvPr/>
          </p:nvSpPr>
          <p:spPr>
            <a:xfrm>
              <a:off x="5984904" y="4349767"/>
              <a:ext cx="882952" cy="228311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설비상태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276B6F91-7328-EABE-BB4E-B88DFFCDD8AB}"/>
                </a:ext>
              </a:extLst>
            </p:cNvPr>
            <p:cNvSpPr/>
            <p:nvPr/>
          </p:nvSpPr>
          <p:spPr>
            <a:xfrm>
              <a:off x="5984904" y="4620024"/>
              <a:ext cx="882952" cy="228311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Loss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정보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37D0805-0014-EB85-BF2D-2CCB030AAA98}"/>
                </a:ext>
              </a:extLst>
            </p:cNvPr>
            <p:cNvSpPr/>
            <p:nvPr/>
          </p:nvSpPr>
          <p:spPr>
            <a:xfrm>
              <a:off x="5984904" y="4875640"/>
              <a:ext cx="882952" cy="228311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재료교체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8A849B4-E4D5-52DD-CDF5-CCD7602E24D9}"/>
                </a:ext>
              </a:extLst>
            </p:cNvPr>
            <p:cNvSpPr txBox="1"/>
            <p:nvPr/>
          </p:nvSpPr>
          <p:spPr>
            <a:xfrm>
              <a:off x="6548642" y="4025638"/>
              <a:ext cx="5561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ea typeface="LG스마트체 Regular"/>
                </a:rPr>
                <a:t>[MES]</a:t>
              </a: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</a:endParaRPr>
            </a:p>
          </p:txBody>
        </p:sp>
        <p:cxnSp>
          <p:nvCxnSpPr>
            <p:cNvPr id="88" name="연결선: 꺾임 87">
              <a:extLst>
                <a:ext uri="{FF2B5EF4-FFF2-40B4-BE49-F238E27FC236}">
                  <a16:creationId xmlns:a16="http://schemas.microsoft.com/office/drawing/2014/main" id="{2620FC73-E0D2-83BD-768F-91EFB02DF876}"/>
                </a:ext>
              </a:extLst>
            </p:cNvPr>
            <p:cNvCxnSpPr>
              <a:cxnSpLocks/>
              <a:stCxn id="89" idx="1"/>
              <a:endCxn id="74" idx="2"/>
            </p:cNvCxnSpPr>
            <p:nvPr/>
          </p:nvCxnSpPr>
          <p:spPr>
            <a:xfrm rot="10800000">
              <a:off x="5048688" y="4458066"/>
              <a:ext cx="814784" cy="283222"/>
            </a:xfrm>
            <a:prstGeom prst="bentConnector2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sp>
          <p:nvSpPr>
            <p:cNvPr id="89" name="왼쪽 대괄호 88">
              <a:extLst>
                <a:ext uri="{FF2B5EF4-FFF2-40B4-BE49-F238E27FC236}">
                  <a16:creationId xmlns:a16="http://schemas.microsoft.com/office/drawing/2014/main" id="{C7734953-800E-3D07-3DA9-9C4039144744}"/>
                </a:ext>
              </a:extLst>
            </p:cNvPr>
            <p:cNvSpPr/>
            <p:nvPr/>
          </p:nvSpPr>
          <p:spPr>
            <a:xfrm>
              <a:off x="5863472" y="4463922"/>
              <a:ext cx="104721" cy="554731"/>
            </a:xfrm>
            <a:prstGeom prst="leftBracket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A8BC864-A71B-6040-2FFD-475CAD862054}"/>
                </a:ext>
              </a:extLst>
            </p:cNvPr>
            <p:cNvSpPr txBox="1"/>
            <p:nvPr/>
          </p:nvSpPr>
          <p:spPr>
            <a:xfrm>
              <a:off x="3046706" y="4042112"/>
              <a:ext cx="1469610" cy="183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재부팅 명령수행</a:t>
              </a: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, 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결과</a:t>
              </a: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 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전송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98F9B8C-299E-83EB-E61D-376D57F2BEA0}"/>
                </a:ext>
              </a:extLst>
            </p:cNvPr>
            <p:cNvSpPr txBox="1"/>
            <p:nvPr/>
          </p:nvSpPr>
          <p:spPr>
            <a:xfrm>
              <a:off x="4890036" y="3820650"/>
              <a:ext cx="864094" cy="223857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이상발생정보</a:t>
              </a:r>
              <a:b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(REST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API)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C33276E-B3CD-E185-7343-1B2DF526E0A6}"/>
                </a:ext>
              </a:extLst>
            </p:cNvPr>
            <p:cNvSpPr txBox="1"/>
            <p:nvPr/>
          </p:nvSpPr>
          <p:spPr>
            <a:xfrm>
              <a:off x="5829448" y="3553555"/>
              <a:ext cx="649707" cy="223857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조치결과</a:t>
              </a:r>
              <a:b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(REST API)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48BE94D-9C55-862E-CE2E-E2D0D0794196}"/>
                </a:ext>
              </a:extLst>
            </p:cNvPr>
            <p:cNvSpPr/>
            <p:nvPr/>
          </p:nvSpPr>
          <p:spPr>
            <a:xfrm>
              <a:off x="3285241" y="4529863"/>
              <a:ext cx="1172535" cy="228313"/>
            </a:xfrm>
            <a:prstGeom prst="rect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9250" rIns="29250" rtlCol="0" anchor="ctr"/>
            <a:lstStyle/>
            <a:p>
              <a:pPr marL="0" marR="0" lvl="0" indent="0" algn="ctr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담당자에게 이메일 발송</a:t>
              </a:r>
            </a:p>
          </p:txBody>
        </p:sp>
        <p:cxnSp>
          <p:nvCxnSpPr>
            <p:cNvPr id="94" name="연결선: 꺾임 93">
              <a:extLst>
                <a:ext uri="{FF2B5EF4-FFF2-40B4-BE49-F238E27FC236}">
                  <a16:creationId xmlns:a16="http://schemas.microsoft.com/office/drawing/2014/main" id="{508977DB-719E-C453-4BB1-982AD640F46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457776" y="4446543"/>
              <a:ext cx="359960" cy="213106"/>
            </a:xfrm>
            <a:prstGeom prst="bentConnector3">
              <a:avLst>
                <a:gd name="adj1" fmla="val 237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1CF442D-072F-F1B6-3A7F-5034AB8ED52B}"/>
                </a:ext>
              </a:extLst>
            </p:cNvPr>
            <p:cNvSpPr txBox="1"/>
            <p:nvPr/>
          </p:nvSpPr>
          <p:spPr>
            <a:xfrm>
              <a:off x="4380800" y="4743325"/>
              <a:ext cx="1658911" cy="403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5725" marR="0" lvl="0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메모리 </a:t>
              </a:r>
              <a:r>
                <a:rPr kumimoji="0" lang="ko-KR" altLang="en-US" sz="900" b="0" i="0" u="none" strike="noStrike" kern="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사용율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 예측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/>
                <a:ea typeface="LG스마트체 Regular"/>
              </a:endParaRPr>
            </a:p>
            <a:p>
              <a:pPr marL="85725" marR="0" lvl="0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설비 재료 교체 시점 예상</a:t>
              </a: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 </a:t>
              </a:r>
            </a:p>
            <a:p>
              <a:pPr marL="85725" marR="0" lvl="0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LG스마트체 Regular"/>
                  <a:ea typeface="LG스마트체 Regular"/>
                </a:rPr>
                <a:t>조치 프로세스 판단</a:t>
              </a:r>
            </a:p>
          </p:txBody>
        </p:sp>
      </p:grpSp>
      <p:sp>
        <p:nvSpPr>
          <p:cNvPr id="96" name="Rectangle 2">
            <a:extLst>
              <a:ext uri="{FF2B5EF4-FFF2-40B4-BE49-F238E27FC236}">
                <a16:creationId xmlns:a16="http://schemas.microsoft.com/office/drawing/2014/main" id="{00F9753E-B8B6-7903-B1E4-9F2EF6F27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10" y="1231940"/>
            <a:ext cx="1492832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ko-KR" altLang="en-US" sz="12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기술 </a:t>
            </a:r>
            <a:r>
              <a:rPr lang="en-US" altLang="ko-KR" sz="12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Concept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97" name="Rectangle 2">
            <a:extLst>
              <a:ext uri="{FF2B5EF4-FFF2-40B4-BE49-F238E27FC236}">
                <a16:creationId xmlns:a16="http://schemas.microsoft.com/office/drawing/2014/main" id="{EEC6E248-9322-DB4D-001C-EF2AEDA14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42" y="1463731"/>
            <a:ext cx="9025316" cy="62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① 검사기 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PC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의 자원을 수집하기 위한 검사기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-FDC 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데이터 수집 연동 및 이상감지 모델링 설정 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실시간 이상감지 알람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)</a:t>
            </a:r>
            <a:b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② 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검사기 이상감지 발생 시 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FDC-Agent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간 이상감지 정보 송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수신 및 비 정상 메모리 </a:t>
            </a:r>
            <a:r>
              <a:rPr lang="ko-KR" altLang="en-US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사용율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상승 경향을 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AI Agent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가 예측하여 장애 징후 예측</a:t>
            </a:r>
            <a:b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③ 검사기 재 부팅을 위해 생산 라인의 가동 상황 분석 및 생산에 영향을 주지 않은 시간에 재부팅을 수행 </a:t>
            </a:r>
            <a:endParaRPr kumimoji="0" lang="ko-KR" alt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98" name="Rectangle 2">
            <a:extLst>
              <a:ext uri="{FF2B5EF4-FFF2-40B4-BE49-F238E27FC236}">
                <a16:creationId xmlns:a16="http://schemas.microsoft.com/office/drawing/2014/main" id="{0BA45619-008B-7F4E-FEDE-B0966C7A8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10" y="4928333"/>
            <a:ext cx="1492832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ko-KR" altLang="en-US" sz="12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진행현황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3" name="Rectangle 2">
            <a:extLst>
              <a:ext uri="{FF2B5EF4-FFF2-40B4-BE49-F238E27FC236}">
                <a16:creationId xmlns:a16="http://schemas.microsoft.com/office/drawing/2014/main" id="{D1C84CBD-22F5-CBDA-1F48-E5DAD5702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42" y="5230093"/>
            <a:ext cx="9016799" cy="62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- SLT 266대 Agent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연동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완료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(26.06), FDC Portal 내 Agent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연계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UI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개발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및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패치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완료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(26.07) </a:t>
            </a:r>
            <a:br>
              <a:rPr lang="en-US" altLang="ko-KR" sz="1200">
                <a:latin typeface="LG스마트체 Regular" panose="020B0600000101010101" pitchFamily="50" charset="-127"/>
                <a:ea typeface="LG스마트체 Regular"/>
                <a:cs typeface="Arial"/>
              </a:rPr>
            </a:b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- ROL, NND, LNS, PKG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대표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설비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연계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및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검증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진행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 중 (26.07, w. 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제조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DX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추진팀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, WA</a:t>
            </a:r>
            <a:r>
              <a:rPr lang="ko-KR" altLang="en-US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법인</a:t>
            </a:r>
            <a:r>
              <a:rPr lang="en-US" altLang="ko-KR" sz="12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  <a:cs typeface="Arial"/>
              </a:rPr>
              <a:t>)</a:t>
            </a:r>
            <a:b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</a:br>
            <a:endParaRPr lang="en-US" altLang="ko-KR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/>
              <a:cs typeface="Arial"/>
            </a:endParaRPr>
          </a:p>
        </p:txBody>
      </p:sp>
      <p:sp>
        <p:nvSpPr>
          <p:cNvPr id="3" name="실행 단추: 돌아가기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F434D6E-0A49-95BB-E492-C3F9ED3BC5BC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5155DB-7DB5-69A7-2A31-10FA88659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222" y="5440371"/>
            <a:ext cx="2307034" cy="12166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2C0351B-7608-ECFE-1BBE-9D235E06F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295" y="5228714"/>
            <a:ext cx="1495734" cy="44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200">
                <a:latin typeface="LG스마트체 Regular" panose="020B0600000101010101" pitchFamily="50" charset="-127"/>
                <a:ea typeface="LG스마트체 Regular"/>
                <a:cs typeface="Arial"/>
              </a:rPr>
              <a:t>Agent </a:t>
            </a:r>
            <a:r>
              <a:rPr lang="en-US" altLang="ko-KR" sz="1200" err="1">
                <a:latin typeface="LG스마트체 Regular" panose="020B0600000101010101" pitchFamily="50" charset="-127"/>
                <a:ea typeface="LG스마트체 Regular"/>
                <a:cs typeface="Arial"/>
              </a:rPr>
              <a:t>연계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/>
                <a:cs typeface="Arial"/>
              </a:rPr>
              <a:t> </a:t>
            </a:r>
            <a:r>
              <a:rPr lang="en-US" altLang="ko-KR" sz="1200" err="1">
                <a:latin typeface="LG스마트체 Regular" panose="020B0600000101010101" pitchFamily="50" charset="-127"/>
                <a:ea typeface="LG스마트체 Regular"/>
                <a:cs typeface="Arial"/>
              </a:rPr>
              <a:t>설정</a:t>
            </a:r>
            <a:r>
              <a:rPr lang="en-US" altLang="ko-KR" sz="1200">
                <a:latin typeface="LG스마트체 Regular" panose="020B0600000101010101" pitchFamily="50" charset="-127"/>
                <a:ea typeface="LG스마트체 Regular"/>
                <a:cs typeface="Arial"/>
              </a:rPr>
              <a:t> UI</a:t>
            </a:r>
            <a:b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</a:br>
            <a:endParaRPr lang="en-US" altLang="ko-KR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0503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5466131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</a:t>
            </a:r>
            <a:r>
              <a:rPr lang="ko-KR" altLang="en-US">
                <a:latin typeface="Arial Narrow"/>
                <a:ea typeface="LG스마트체 Regular"/>
              </a:rPr>
              <a:t>기반 </a:t>
            </a:r>
            <a:r>
              <a:rPr lang="en-US" altLang="ko-KR">
                <a:latin typeface="Arial Narrow"/>
                <a:ea typeface="LG스마트체 Regular"/>
              </a:rPr>
              <a:t>ESS </a:t>
            </a:r>
            <a:r>
              <a:rPr lang="ko-KR" altLang="en-US" err="1">
                <a:latin typeface="Arial Narrow"/>
                <a:ea typeface="LG스마트체 Regular"/>
              </a:rPr>
              <a:t>수율</a:t>
            </a:r>
            <a:r>
              <a:rPr lang="ko-KR" altLang="en-US">
                <a:latin typeface="Arial Narrow"/>
                <a:ea typeface="LG스마트체 Regular"/>
              </a:rPr>
              <a:t> 개선 </a:t>
            </a:r>
          </a:p>
        </p:txBody>
      </p:sp>
      <p:sp>
        <p:nvSpPr>
          <p:cNvPr id="9" name="실행 단추: 돌아가기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BFF076A-12B8-674A-01DE-54A3B409AC95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C6186D8-2B38-288C-0C10-4569B90A9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138968"/>
              </p:ext>
            </p:extLst>
          </p:nvPr>
        </p:nvGraphicFramePr>
        <p:xfrm>
          <a:off x="735049" y="761673"/>
          <a:ext cx="8862107" cy="987525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</a:t>
                      </a:r>
                      <a:r>
                        <a:rPr lang="en-US" altLang="ko-KR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94.9% / MI_L 94.2% / OT 94.7% / HD 92.7%[3Q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</a:t>
                      </a:r>
                      <a:r>
                        <a:rPr lang="en-US" altLang="ko-KR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Q: ESS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全 라인 셀 수율 달성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(MI 95.6%, MI_L 95.0%, OT 95.5%, HD 94.0%)</a:t>
                      </a:r>
                      <a:b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D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‘26.12</a:t>
                      </a:r>
                      <a:r>
                        <a:rPr kumimoji="1" lang="ko-KR" altLang="en-US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lang="en-US" altLang="ko-KR" sz="1000" b="1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1000" b="1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MI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LAM, STK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수율 분석 효율화 과제 적용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[3Q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팀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리드타임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90%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단축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라미위치 불량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6hr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 hr),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D:’26.12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     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(CDO)</a:t>
                      </a:r>
                      <a:b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0% (</a:t>
                      </a:r>
                      <a:r>
                        <a:rPr lang="ko-KR" altLang="en-US" sz="1000" b="1" i="0" u="none" strike="noStrike" spc="-7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b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en-US" sz="1000" b="1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CE0E7130-A40C-E12B-1805-486B7E291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102325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C22BEF9-D3EF-0192-51A8-18A3A2E34308}"/>
              </a:ext>
            </a:extLst>
          </p:cNvPr>
          <p:cNvSpPr/>
          <p:nvPr/>
        </p:nvSpPr>
        <p:spPr>
          <a:xfrm>
            <a:off x="2787245" y="999755"/>
            <a:ext cx="324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CDO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E8B27A8F-9F9B-3BE8-3906-368D9CD62F2D}"/>
              </a:ext>
            </a:extLst>
          </p:cNvPr>
          <p:cNvSpPr>
            <a:spLocks noChangeAspect="1"/>
          </p:cNvSpPr>
          <p:nvPr/>
        </p:nvSpPr>
        <p:spPr>
          <a:xfrm>
            <a:off x="9148182" y="1108749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64EB5EB-3978-B6C5-2D48-23716963B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863403"/>
            <a:ext cx="448035" cy="928417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244949-FF28-1EEC-0A14-C4834C934AEF}"/>
              </a:ext>
            </a:extLst>
          </p:cNvPr>
          <p:cNvGrpSpPr/>
          <p:nvPr/>
        </p:nvGrpSpPr>
        <p:grpSpPr>
          <a:xfrm>
            <a:off x="839581" y="2941163"/>
            <a:ext cx="4008771" cy="341334"/>
            <a:chOff x="961536" y="4488828"/>
            <a:chExt cx="4008771" cy="341334"/>
          </a:xfrm>
        </p:grpSpPr>
        <p:sp>
          <p:nvSpPr>
            <p:cNvPr id="5" name="제목 9">
              <a:extLst>
                <a:ext uri="{FF2B5EF4-FFF2-40B4-BE49-F238E27FC236}">
                  <a16:creationId xmlns:a16="http://schemas.microsoft.com/office/drawing/2014/main" id="{00D47FC7-AE42-A85F-7611-DADEB8848842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6" name="직선 연결선 2">
              <a:extLst>
                <a:ext uri="{FF2B5EF4-FFF2-40B4-BE49-F238E27FC236}">
                  <a16:creationId xmlns:a16="http://schemas.microsoft.com/office/drawing/2014/main" id="{B431A4C9-2088-5D6F-7560-82EA25BA57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35F4B3-EC30-AEA7-A2AC-9E5DCEB5214E}"/>
              </a:ext>
            </a:extLst>
          </p:cNvPr>
          <p:cNvGrpSpPr/>
          <p:nvPr/>
        </p:nvGrpSpPr>
        <p:grpSpPr>
          <a:xfrm>
            <a:off x="5141076" y="2948869"/>
            <a:ext cx="4553251" cy="333628"/>
            <a:chOff x="5152724" y="4496534"/>
            <a:chExt cx="4221222" cy="333628"/>
          </a:xfrm>
        </p:grpSpPr>
        <p:sp>
          <p:nvSpPr>
            <p:cNvPr id="8" name="제목 9">
              <a:extLst>
                <a:ext uri="{FF2B5EF4-FFF2-40B4-BE49-F238E27FC236}">
                  <a16:creationId xmlns:a16="http://schemas.microsoft.com/office/drawing/2014/main" id="{388DAEE7-9319-8183-D54B-05C024F7908C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10" name="직선 연결선 2">
              <a:extLst>
                <a:ext uri="{FF2B5EF4-FFF2-40B4-BE49-F238E27FC236}">
                  <a16:creationId xmlns:a16="http://schemas.microsoft.com/office/drawing/2014/main" id="{5C20B034-F49F-4DF4-A1B2-E300F811C62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" name="Rectangle 4">
            <a:extLst>
              <a:ext uri="{FF2B5EF4-FFF2-40B4-BE49-F238E27FC236}">
                <a16:creationId xmlns:a16="http://schemas.microsoft.com/office/drawing/2014/main" id="{A225E7AB-1EF9-6044-2C39-6B72F9D10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2870292"/>
            <a:ext cx="448035" cy="3703282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066E043-3099-322E-AE14-B31FAC516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617176"/>
              </p:ext>
            </p:extLst>
          </p:nvPr>
        </p:nvGraphicFramePr>
        <p:xfrm>
          <a:off x="735048" y="1883653"/>
          <a:ext cx="8862108" cy="908167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17704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177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3384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grpSp>
        <p:nvGrpSpPr>
          <p:cNvPr id="28" name="그룹 1">
            <a:extLst>
              <a:ext uri="{FF2B5EF4-FFF2-40B4-BE49-F238E27FC236}">
                <a16:creationId xmlns:a16="http://schemas.microsoft.com/office/drawing/2014/main" id="{B4510AB1-6D73-A6BC-704A-1DC39A207C61}"/>
              </a:ext>
            </a:extLst>
          </p:cNvPr>
          <p:cNvGrpSpPr/>
          <p:nvPr/>
        </p:nvGrpSpPr>
        <p:grpSpPr>
          <a:xfrm>
            <a:off x="6586393" y="1805865"/>
            <a:ext cx="205184" cy="985955"/>
            <a:chOff x="2020628" y="1123354"/>
            <a:chExt cx="205184" cy="2953959"/>
          </a:xfrm>
        </p:grpSpPr>
        <p:grpSp>
          <p:nvGrpSpPr>
            <p:cNvPr id="29" name="그룹 2">
              <a:extLst>
                <a:ext uri="{FF2B5EF4-FFF2-40B4-BE49-F238E27FC236}">
                  <a16:creationId xmlns:a16="http://schemas.microsoft.com/office/drawing/2014/main" id="{CAD95BB8-7F50-5533-AEAF-CF11300C83A6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2499253"/>
              <a:chOff x="4167960" y="2510051"/>
              <a:chExt cx="120667" cy="2590842"/>
            </a:xfrm>
          </p:grpSpPr>
          <p:cxnSp>
            <p:nvCxnSpPr>
              <p:cNvPr id="31" name="직선 연결선 167">
                <a:extLst>
                  <a:ext uri="{FF2B5EF4-FFF2-40B4-BE49-F238E27FC236}">
                    <a16:creationId xmlns:a16="http://schemas.microsoft.com/office/drawing/2014/main" id="{FB8B6935-253E-6660-FC9E-A82C3FBB4E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2414965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32" name="이등변 삼각형 7">
                <a:extLst>
                  <a:ext uri="{FF2B5EF4-FFF2-40B4-BE49-F238E27FC236}">
                    <a16:creationId xmlns:a16="http://schemas.microsoft.com/office/drawing/2014/main" id="{F1FEAED1-BAF4-42E3-E62A-D8A585EDBEA0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30" name="Text Box 4">
              <a:extLst>
                <a:ext uri="{FF2B5EF4-FFF2-40B4-BE49-F238E27FC236}">
                  <a16:creationId xmlns:a16="http://schemas.microsoft.com/office/drawing/2014/main" id="{7743C716-B3EF-6BEA-9E12-2999BF219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33" name="그룹 1">
            <a:extLst>
              <a:ext uri="{FF2B5EF4-FFF2-40B4-BE49-F238E27FC236}">
                <a16:creationId xmlns:a16="http://schemas.microsoft.com/office/drawing/2014/main" id="{28C5D78F-1DC5-AD1B-A0DF-904FF728873B}"/>
              </a:ext>
            </a:extLst>
          </p:cNvPr>
          <p:cNvGrpSpPr/>
          <p:nvPr/>
        </p:nvGrpSpPr>
        <p:grpSpPr>
          <a:xfrm>
            <a:off x="9350424" y="1799509"/>
            <a:ext cx="205184" cy="1010778"/>
            <a:chOff x="2020628" y="1123354"/>
            <a:chExt cx="205184" cy="3028330"/>
          </a:xfrm>
        </p:grpSpPr>
        <p:grpSp>
          <p:nvGrpSpPr>
            <p:cNvPr id="59" name="그룹 2">
              <a:extLst>
                <a:ext uri="{FF2B5EF4-FFF2-40B4-BE49-F238E27FC236}">
                  <a16:creationId xmlns:a16="http://schemas.microsoft.com/office/drawing/2014/main" id="{AEB3E186-13FC-9F96-5F33-CC32A7D184A9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2573624"/>
              <a:chOff x="4167960" y="2510051"/>
              <a:chExt cx="120667" cy="2667938"/>
            </a:xfrm>
          </p:grpSpPr>
          <p:cxnSp>
            <p:nvCxnSpPr>
              <p:cNvPr id="61" name="직선 연결선 167">
                <a:extLst>
                  <a:ext uri="{FF2B5EF4-FFF2-40B4-BE49-F238E27FC236}">
                    <a16:creationId xmlns:a16="http://schemas.microsoft.com/office/drawing/2014/main" id="{0C6B6E0D-BD13-B775-A155-E166E4BF0B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2492061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62" name="이등변 삼각형 7">
                <a:extLst>
                  <a:ext uri="{FF2B5EF4-FFF2-40B4-BE49-F238E27FC236}">
                    <a16:creationId xmlns:a16="http://schemas.microsoft.com/office/drawing/2014/main" id="{B650AE68-3C25-8B44-0CEF-901699017437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60" name="Text Box 4">
              <a:extLst>
                <a:ext uri="{FF2B5EF4-FFF2-40B4-BE49-F238E27FC236}">
                  <a16:creationId xmlns:a16="http://schemas.microsoft.com/office/drawing/2014/main" id="{39F28A59-C345-643C-1D3F-8DD4F0C09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kern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0745866-1014-7C24-3FA9-6DCB21332BE0}"/>
              </a:ext>
            </a:extLst>
          </p:cNvPr>
          <p:cNvSpPr txBox="1"/>
          <p:nvPr/>
        </p:nvSpPr>
        <p:spPr>
          <a:xfrm>
            <a:off x="816727" y="3292117"/>
            <a:ext cx="4410593" cy="3123547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AX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기반의 </a:t>
            </a:r>
            <a:r>
              <a:rPr kumimoji="1" lang="ko-KR" altLang="en-US" sz="1200" b="1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자동분석 효율화 과제 개발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일정 내 목표 달성 가능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-. LAM, STK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파이프라인 구축 완료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(3/31) </a:t>
            </a:r>
            <a:endParaRPr lang="en-US" altLang="ko-KR" sz="12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LAM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기본 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AI Agent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개발 완료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(4/10)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및 검증 완료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(4/30)</a:t>
            </a: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STK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기본 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AI Agent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개발 완료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(4/30) </a:t>
            </a: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lang="en-US" altLang="ko-KR" sz="14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LAM/STK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AI Agent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기능 개발 완료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(5/30)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1) LAM, STK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 대상에 대한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ML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기반 분석 기능적용 完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(3/27)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2) LAM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파라미터의 비정형 문서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조치이력 정보 연계 개발 完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(4/30)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3) STK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공정 문서 기반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RAG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기능 개발 完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(5/22) 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4) STK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공정 설비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LOSS,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조치 이력 정보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연계 기능 개발 完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(5/22) 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5) STK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공정 자유질의 분석 기능 개발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完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(5/30)</a:t>
            </a: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MI/OT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법인 공정기술 팀 대상 설명회 및 기능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OPEN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完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(6/30)</a:t>
            </a: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해외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법인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VOE 2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건 반영 및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STK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 리포트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Auto-Mailing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完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(8/28) 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C6FB4B-6A21-C3B0-EB30-CC2EB91EAF3C}"/>
              </a:ext>
            </a:extLst>
          </p:cNvPr>
          <p:cNvSpPr txBox="1"/>
          <p:nvPr/>
        </p:nvSpPr>
        <p:spPr>
          <a:xfrm>
            <a:off x="5123225" y="3244900"/>
            <a:ext cx="4582301" cy="739883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AX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기반의 </a:t>
            </a:r>
            <a:r>
              <a:rPr kumimoji="1" lang="ko-KR" altLang="en-US" sz="1200" b="1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자동분석 효율화 과제 </a:t>
            </a:r>
            <a:br>
              <a:rPr lang="en-US" altLang="ko-KR" sz="14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해외 법인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VOE 2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건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조치 내역 필수 키워드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유의인자 파라미터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우선순위 조정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반영 완료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(8/28)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및 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Agent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안정화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(~26.09)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45BA2D7-D98D-14C7-3F1F-650671D59EF6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C7BC851-2ADC-C0D8-ADE1-C0D79EEA90B7}"/>
              </a:ext>
            </a:extLst>
          </p:cNvPr>
          <p:cNvCxnSpPr>
            <a:cxnSpLocks/>
          </p:cNvCxnSpPr>
          <p:nvPr/>
        </p:nvCxnSpPr>
        <p:spPr>
          <a:xfrm>
            <a:off x="5480387" y="2365979"/>
            <a:ext cx="265358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52EFF13-390A-C4C7-85C5-F73D21DC18D0}"/>
              </a:ext>
            </a:extLst>
          </p:cNvPr>
          <p:cNvSpPr txBox="1"/>
          <p:nvPr/>
        </p:nvSpPr>
        <p:spPr>
          <a:xfrm>
            <a:off x="7821896" y="2416262"/>
            <a:ext cx="233003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법인</a:t>
            </a:r>
            <a:b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확산</a:t>
            </a:r>
            <a:endParaRPr kumimoji="0" lang="en-US" altLang="ko-KR" sz="7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E388AD-C595-EEAC-3F4D-FF7E99D102B3}"/>
              </a:ext>
            </a:extLst>
          </p:cNvPr>
          <p:cNvSpPr txBox="1"/>
          <p:nvPr/>
        </p:nvSpPr>
        <p:spPr>
          <a:xfrm>
            <a:off x="3027395" y="2425835"/>
            <a:ext cx="428570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</a:t>
            </a: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LAM</a:t>
            </a:r>
            <a:b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Agent</a:t>
            </a: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개발</a:t>
            </a:r>
            <a:endParaRPr lang="en-US" altLang="ko-KR" sz="7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E114FD0-06CD-BC8D-C8E4-F35DA08DB7C8}"/>
              </a:ext>
            </a:extLst>
          </p:cNvPr>
          <p:cNvCxnSpPr>
            <a:cxnSpLocks/>
          </p:cNvCxnSpPr>
          <p:nvPr/>
        </p:nvCxnSpPr>
        <p:spPr>
          <a:xfrm>
            <a:off x="2257425" y="2360003"/>
            <a:ext cx="273791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4ABCA86B-246E-F451-E6B6-FBA703F3907C}"/>
              </a:ext>
            </a:extLst>
          </p:cNvPr>
          <p:cNvSpPr/>
          <p:nvPr/>
        </p:nvSpPr>
        <p:spPr>
          <a:xfrm>
            <a:off x="3192682" y="228800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342AB91-AD28-9E5A-3F91-9F406FF5B311}"/>
              </a:ext>
            </a:extLst>
          </p:cNvPr>
          <p:cNvSpPr/>
          <p:nvPr/>
        </p:nvSpPr>
        <p:spPr>
          <a:xfrm>
            <a:off x="2752786" y="228800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7893840-C4A8-65C8-68BD-D69D8431D570}"/>
              </a:ext>
            </a:extLst>
          </p:cNvPr>
          <p:cNvSpPr/>
          <p:nvPr/>
        </p:nvSpPr>
        <p:spPr>
          <a:xfrm>
            <a:off x="5004293" y="228800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16C5A1-A4B2-4C06-1595-0D03941E0AD4}"/>
              </a:ext>
            </a:extLst>
          </p:cNvPr>
          <p:cNvSpPr txBox="1"/>
          <p:nvPr/>
        </p:nvSpPr>
        <p:spPr>
          <a:xfrm>
            <a:off x="4848352" y="2425835"/>
            <a:ext cx="616121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MI/WA </a:t>
            </a: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법인</a:t>
            </a:r>
            <a:b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대상 기능 오픈</a:t>
            </a:r>
            <a:endParaRPr kumimoji="0" lang="en-US" altLang="ko-KR" sz="7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022F7E-9907-26E6-D8CF-1A72708DA1BE}"/>
              </a:ext>
            </a:extLst>
          </p:cNvPr>
          <p:cNvSpPr txBox="1"/>
          <p:nvPr/>
        </p:nvSpPr>
        <p:spPr>
          <a:xfrm>
            <a:off x="3944060" y="2447686"/>
            <a:ext cx="757711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MI/WA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분석 기능 </a:t>
            </a:r>
            <a:r>
              <a:rPr kumimoji="0" lang="ko-KR" altLang="en-US" sz="7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고도화</a:t>
            </a:r>
            <a:endParaRPr kumimoji="0" lang="en-US" altLang="ko-KR" sz="7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5CDF10-03E6-7F27-C50E-4F281136341D}"/>
              </a:ext>
            </a:extLst>
          </p:cNvPr>
          <p:cNvSpPr txBox="1"/>
          <p:nvPr/>
        </p:nvSpPr>
        <p:spPr>
          <a:xfrm>
            <a:off x="2537544" y="2453494"/>
            <a:ext cx="56162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Data </a:t>
            </a:r>
            <a:r>
              <a:rPr kumimoji="1" lang="en-US" altLang="ko-KR" sz="7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PipeLine</a:t>
            </a: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구축</a:t>
            </a:r>
            <a:endParaRPr kumimoji="1"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0BE8C4A-3460-6241-C906-0454DC237496}"/>
              </a:ext>
            </a:extLst>
          </p:cNvPr>
          <p:cNvSpPr/>
          <p:nvPr/>
        </p:nvSpPr>
        <p:spPr>
          <a:xfrm>
            <a:off x="4290855" y="228800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2BB533DB-4F76-CCCB-2EBB-8E7559D1ED4E}"/>
              </a:ext>
            </a:extLst>
          </p:cNvPr>
          <p:cNvSpPr/>
          <p:nvPr/>
        </p:nvSpPr>
        <p:spPr>
          <a:xfrm>
            <a:off x="3544007" y="228800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2FC7C1-051E-7D33-124F-F63F9271CD47}"/>
              </a:ext>
            </a:extLst>
          </p:cNvPr>
          <p:cNvSpPr txBox="1"/>
          <p:nvPr/>
        </p:nvSpPr>
        <p:spPr>
          <a:xfrm>
            <a:off x="3369820" y="2425835"/>
            <a:ext cx="449409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</a:t>
            </a: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STK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Agent</a:t>
            </a: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개발</a:t>
            </a:r>
            <a:endParaRPr kumimoji="0" lang="en-US" altLang="ko-KR" sz="7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224CE3-A3BF-61FC-05CE-DA9803D3BCD5}"/>
              </a:ext>
            </a:extLst>
          </p:cNvPr>
          <p:cNvSpPr txBox="1"/>
          <p:nvPr/>
        </p:nvSpPr>
        <p:spPr>
          <a:xfrm>
            <a:off x="1891271" y="4122066"/>
            <a:ext cx="129254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RAG</a:t>
            </a:r>
            <a:r>
              <a:rPr lang="ko-KR" altLang="en-US" sz="80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기능 없음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A416466C-97BC-C1CC-6E10-197CAB5B26F4}"/>
              </a:ext>
            </a:extLst>
          </p:cNvPr>
          <p:cNvSpPr/>
          <p:nvPr/>
        </p:nvSpPr>
        <p:spPr>
          <a:xfrm>
            <a:off x="6195690" y="228800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A8DB09-6313-3837-F144-8B7C645E4BF6}"/>
              </a:ext>
            </a:extLst>
          </p:cNvPr>
          <p:cNvSpPr txBox="1"/>
          <p:nvPr/>
        </p:nvSpPr>
        <p:spPr>
          <a:xfrm>
            <a:off x="6161013" y="2425835"/>
            <a:ext cx="313154" cy="288147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기능 </a:t>
            </a:r>
            <a:endParaRPr lang="en-US" altLang="ko-KR" sz="7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안정화</a:t>
            </a:r>
            <a:endParaRPr kumimoji="0" lang="en-US" altLang="ko-KR" sz="7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AAE4F65-CEB3-1C60-28EA-C0ACEFE8AD45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C187038-4C70-5048-7859-5D6D79B94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4BA374-C091-FEA0-6EB2-493AE8C1B263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DA838AF-9594-499F-895B-17A2ACB2B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2A68CC-E884-E82B-70A8-0C27527EF950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8B2E45E-A1A6-46FA-7A82-B2D809F7B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B8A6D2-2A18-B45A-3A19-EBC69A80F209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656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</a:t>
            </a:r>
            <a:r>
              <a:rPr lang="ko-KR" altLang="en-US">
                <a:latin typeface="Arial Narrow"/>
                <a:ea typeface="LG스마트체 Regular"/>
              </a:rPr>
              <a:t>기반 업무 효율화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858487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AX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수작업 업무 제거​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C : 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업무 시간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79.2hr/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 절감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(9.9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 절감효과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)​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D : ’26.12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7%(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9FB2B09B-AA37-45AB-9F20-D73FEC5F1948}"/>
              </a:ext>
            </a:extLst>
          </p:cNvPr>
          <p:cNvSpPr/>
          <p:nvPr/>
        </p:nvSpPr>
        <p:spPr>
          <a:xfrm>
            <a:off x="2787245" y="999755"/>
            <a:ext cx="324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DBB42-D170-CB37-AD1E-62B2DA4B4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3"/>
            <a:ext cx="448035" cy="202365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383D822-F088-09FA-2E12-DC4A71A97201}"/>
              </a:ext>
            </a:extLst>
          </p:cNvPr>
          <p:cNvGrpSpPr/>
          <p:nvPr/>
        </p:nvGrpSpPr>
        <p:grpSpPr>
          <a:xfrm>
            <a:off x="839581" y="3484167"/>
            <a:ext cx="4008771" cy="341334"/>
            <a:chOff x="961536" y="4488828"/>
            <a:chExt cx="4008771" cy="341334"/>
          </a:xfrm>
        </p:grpSpPr>
        <p:sp>
          <p:nvSpPr>
            <p:cNvPr id="8" name="제목 9">
              <a:extLst>
                <a:ext uri="{FF2B5EF4-FFF2-40B4-BE49-F238E27FC236}">
                  <a16:creationId xmlns:a16="http://schemas.microsoft.com/office/drawing/2014/main" id="{6038F741-7B90-3441-02D6-07DDD2D24438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10" name="직선 연결선 2">
              <a:extLst>
                <a:ext uri="{FF2B5EF4-FFF2-40B4-BE49-F238E27FC236}">
                  <a16:creationId xmlns:a16="http://schemas.microsoft.com/office/drawing/2014/main" id="{772DED6C-DC6D-ACC2-A3F6-7F8268AB4C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653CEBC-C152-10BA-A99D-06EA3828A0C8}"/>
              </a:ext>
            </a:extLst>
          </p:cNvPr>
          <p:cNvGrpSpPr/>
          <p:nvPr/>
        </p:nvGrpSpPr>
        <p:grpSpPr>
          <a:xfrm>
            <a:off x="5141076" y="3491873"/>
            <a:ext cx="4553251" cy="333628"/>
            <a:chOff x="5152724" y="4496534"/>
            <a:chExt cx="4221222" cy="333628"/>
          </a:xfrm>
        </p:grpSpPr>
        <p:sp>
          <p:nvSpPr>
            <p:cNvPr id="24" name="제목 9">
              <a:extLst>
                <a:ext uri="{FF2B5EF4-FFF2-40B4-BE49-F238E27FC236}">
                  <a16:creationId xmlns:a16="http://schemas.microsoft.com/office/drawing/2014/main" id="{81DC0836-EF9C-988D-6C46-4051FC55EA9A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42" name="직선 연결선 2">
              <a:extLst>
                <a:ext uri="{FF2B5EF4-FFF2-40B4-BE49-F238E27FC236}">
                  <a16:creationId xmlns:a16="http://schemas.microsoft.com/office/drawing/2014/main" id="{AC8789AB-71C6-731F-2D91-3342238D4B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" name="Rectangle 4">
            <a:extLst>
              <a:ext uri="{FF2B5EF4-FFF2-40B4-BE49-F238E27FC236}">
                <a16:creationId xmlns:a16="http://schemas.microsoft.com/office/drawing/2014/main" id="{D769468E-C22D-F230-4A92-F47E6417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590847"/>
            <a:ext cx="448035" cy="3051467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B2C91B0-4C7F-3141-DA71-B40994A66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47622"/>
              </p:ext>
            </p:extLst>
          </p:nvPr>
        </p:nvGraphicFramePr>
        <p:xfrm>
          <a:off x="735048" y="1521549"/>
          <a:ext cx="8862108" cy="2012228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3447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43447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43447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491253"/>
                  </a:ext>
                </a:extLst>
              </a:tr>
              <a:tr h="43447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890568"/>
                  </a:ext>
                </a:extLst>
              </a:tr>
            </a:tbl>
          </a:graphicData>
        </a:graphic>
      </p:graphicFrame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B6120F7-59ED-EFD1-9F4D-BC02DDA76A34}"/>
              </a:ext>
            </a:extLst>
          </p:cNvPr>
          <p:cNvCxnSpPr>
            <a:cxnSpLocks/>
          </p:cNvCxnSpPr>
          <p:nvPr/>
        </p:nvCxnSpPr>
        <p:spPr>
          <a:xfrm>
            <a:off x="1458687" y="1885717"/>
            <a:ext cx="678855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4273976-FE54-AED7-41F5-12AAADEE36F9}"/>
              </a:ext>
            </a:extLst>
          </p:cNvPr>
          <p:cNvSpPr txBox="1"/>
          <p:nvPr/>
        </p:nvSpPr>
        <p:spPr>
          <a:xfrm>
            <a:off x="2662850" y="1939130"/>
            <a:ext cx="577649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문서 표준화 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요건정의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5DF495-84BD-A4F7-3A23-27FABFE53167}"/>
              </a:ext>
            </a:extLst>
          </p:cNvPr>
          <p:cNvSpPr txBox="1"/>
          <p:nvPr/>
        </p:nvSpPr>
        <p:spPr>
          <a:xfrm>
            <a:off x="741480" y="1864265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부품 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PPAP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문서 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자동분석</a:t>
            </a:r>
          </a:p>
        </p:txBody>
      </p:sp>
      <p:grpSp>
        <p:nvGrpSpPr>
          <p:cNvPr id="51" name="그룹 1">
            <a:extLst>
              <a:ext uri="{FF2B5EF4-FFF2-40B4-BE49-F238E27FC236}">
                <a16:creationId xmlns:a16="http://schemas.microsoft.com/office/drawing/2014/main" id="{D1077CE5-0A25-1971-00A9-F32771C803E1}"/>
              </a:ext>
            </a:extLst>
          </p:cNvPr>
          <p:cNvGrpSpPr/>
          <p:nvPr/>
        </p:nvGrpSpPr>
        <p:grpSpPr>
          <a:xfrm>
            <a:off x="6555412" y="1586827"/>
            <a:ext cx="277091" cy="1905924"/>
            <a:chOff x="2020628" y="1123354"/>
            <a:chExt cx="205184" cy="5005022"/>
          </a:xfrm>
        </p:grpSpPr>
        <p:grpSp>
          <p:nvGrpSpPr>
            <p:cNvPr id="53" name="그룹 2">
              <a:extLst>
                <a:ext uri="{FF2B5EF4-FFF2-40B4-BE49-F238E27FC236}">
                  <a16:creationId xmlns:a16="http://schemas.microsoft.com/office/drawing/2014/main" id="{EB37FF0E-5BF7-535A-30F3-FE6FEBF9F7B0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55" name="직선 연결선 167">
                <a:extLst>
                  <a:ext uri="{FF2B5EF4-FFF2-40B4-BE49-F238E27FC236}">
                    <a16:creationId xmlns:a16="http://schemas.microsoft.com/office/drawing/2014/main" id="{487A8E35-4DA8-4E1D-76FF-41A3C8C7C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6" name="이등변 삼각형 7">
                <a:extLst>
                  <a:ext uri="{FF2B5EF4-FFF2-40B4-BE49-F238E27FC236}">
                    <a16:creationId xmlns:a16="http://schemas.microsoft.com/office/drawing/2014/main" id="{A7519E17-F96B-4021-CACB-5F2414413B9D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54" name="Text Box 4">
              <a:extLst>
                <a:ext uri="{FF2B5EF4-FFF2-40B4-BE49-F238E27FC236}">
                  <a16:creationId xmlns:a16="http://schemas.microsoft.com/office/drawing/2014/main" id="{5849D487-B7FE-ECA8-1F5E-2FA6840C1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57" name="그룹 1">
            <a:extLst>
              <a:ext uri="{FF2B5EF4-FFF2-40B4-BE49-F238E27FC236}">
                <a16:creationId xmlns:a16="http://schemas.microsoft.com/office/drawing/2014/main" id="{C2679C5F-475C-11A5-2379-7675EF8F5278}"/>
              </a:ext>
            </a:extLst>
          </p:cNvPr>
          <p:cNvGrpSpPr/>
          <p:nvPr/>
        </p:nvGrpSpPr>
        <p:grpSpPr>
          <a:xfrm>
            <a:off x="8026449" y="1484784"/>
            <a:ext cx="205184" cy="2040810"/>
            <a:chOff x="2020628" y="1123354"/>
            <a:chExt cx="205184" cy="4912508"/>
          </a:xfrm>
        </p:grpSpPr>
        <p:grpSp>
          <p:nvGrpSpPr>
            <p:cNvPr id="58" name="그룹 2">
              <a:extLst>
                <a:ext uri="{FF2B5EF4-FFF2-40B4-BE49-F238E27FC236}">
                  <a16:creationId xmlns:a16="http://schemas.microsoft.com/office/drawing/2014/main" id="{42BCBB69-E427-661B-DB54-2BF2C11A3D1F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60" name="직선 연결선 167">
                <a:extLst>
                  <a:ext uri="{FF2B5EF4-FFF2-40B4-BE49-F238E27FC236}">
                    <a16:creationId xmlns:a16="http://schemas.microsoft.com/office/drawing/2014/main" id="{59AEE020-97A4-7514-6F63-18509E4A8A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61" name="이등변 삼각형 7">
                <a:extLst>
                  <a:ext uri="{FF2B5EF4-FFF2-40B4-BE49-F238E27FC236}">
                    <a16:creationId xmlns:a16="http://schemas.microsoft.com/office/drawing/2014/main" id="{9F00350A-685E-7EDC-F363-27EEF80CE483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59" name="Text Box 4">
              <a:extLst>
                <a:ext uri="{FF2B5EF4-FFF2-40B4-BE49-F238E27FC236}">
                  <a16:creationId xmlns:a16="http://schemas.microsoft.com/office/drawing/2014/main" id="{46F274DB-2684-A44D-921B-35F0D8FB0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F56F569-A835-2736-24B6-DA0299502809}"/>
              </a:ext>
            </a:extLst>
          </p:cNvPr>
          <p:cNvCxnSpPr>
            <a:cxnSpLocks/>
          </p:cNvCxnSpPr>
          <p:nvPr/>
        </p:nvCxnSpPr>
        <p:spPr>
          <a:xfrm flipV="1">
            <a:off x="4997300" y="3545213"/>
            <a:ext cx="0" cy="31190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54A81AF7-7560-A26E-DC42-E97D955901DA}"/>
              </a:ext>
            </a:extLst>
          </p:cNvPr>
          <p:cNvSpPr/>
          <p:nvPr/>
        </p:nvSpPr>
        <p:spPr>
          <a:xfrm>
            <a:off x="2860247" y="18204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B86980-3289-F6D7-682A-BA548CFDA94F}"/>
              </a:ext>
            </a:extLst>
          </p:cNvPr>
          <p:cNvSpPr txBox="1"/>
          <p:nvPr/>
        </p:nvSpPr>
        <p:spPr>
          <a:xfrm>
            <a:off x="741480" y="2287341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교정 성적서 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 입력 및 분석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6E9E379-DB59-89B8-EC28-B0DDF17F211F}"/>
              </a:ext>
            </a:extLst>
          </p:cNvPr>
          <p:cNvCxnSpPr>
            <a:cxnSpLocks/>
          </p:cNvCxnSpPr>
          <p:nvPr/>
        </p:nvCxnSpPr>
        <p:spPr>
          <a:xfrm>
            <a:off x="1493047" y="2343928"/>
            <a:ext cx="602796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5E37ABBE-19C3-EE64-BAA2-140D093BF037}"/>
              </a:ext>
            </a:extLst>
          </p:cNvPr>
          <p:cNvSpPr/>
          <p:nvPr/>
        </p:nvSpPr>
        <p:spPr>
          <a:xfrm>
            <a:off x="3586433" y="18204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391937-9B4A-78EE-A1CB-8B25A9D10FDF}"/>
              </a:ext>
            </a:extLst>
          </p:cNvPr>
          <p:cNvSpPr txBox="1"/>
          <p:nvPr/>
        </p:nvSpPr>
        <p:spPr>
          <a:xfrm>
            <a:off x="3276724" y="1939130"/>
            <a:ext cx="760391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공수 적절성 검토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투자심의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7A6FE540-2F01-240C-6A76-E760E06428D6}"/>
              </a:ext>
            </a:extLst>
          </p:cNvPr>
          <p:cNvSpPr/>
          <p:nvPr/>
        </p:nvSpPr>
        <p:spPr>
          <a:xfrm>
            <a:off x="5762882" y="18204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E91EAD-3A29-9AF7-0B8D-7BE8CCD9DD4C}"/>
              </a:ext>
            </a:extLst>
          </p:cNvPr>
          <p:cNvSpPr txBox="1"/>
          <p:nvPr/>
        </p:nvSpPr>
        <p:spPr>
          <a:xfrm>
            <a:off x="5559221" y="1924108"/>
            <a:ext cx="577650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설계 및 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E905F8-9D2E-9F5A-3421-82C497DA04CD}"/>
              </a:ext>
            </a:extLst>
          </p:cNvPr>
          <p:cNvSpPr txBox="1"/>
          <p:nvPr/>
        </p:nvSpPr>
        <p:spPr>
          <a:xfrm>
            <a:off x="5174005" y="2049730"/>
            <a:ext cx="10278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AI Agent, 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화면 개발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EDB27449-E4BC-A5BD-B3C9-FF60905BB63E}"/>
              </a:ext>
            </a:extLst>
          </p:cNvPr>
          <p:cNvSpPr/>
          <p:nvPr/>
        </p:nvSpPr>
        <p:spPr>
          <a:xfrm>
            <a:off x="6575233" y="18204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6C24BA-2399-5227-044A-51E31AE8E9DD}"/>
              </a:ext>
            </a:extLst>
          </p:cNvPr>
          <p:cNvSpPr txBox="1"/>
          <p:nvPr/>
        </p:nvSpPr>
        <p:spPr>
          <a:xfrm>
            <a:off x="6391446" y="1976718"/>
            <a:ext cx="553604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통합 테스트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53979E6A-4691-FE3F-EF34-F0EEBD0C8C68}"/>
              </a:ext>
            </a:extLst>
          </p:cNvPr>
          <p:cNvSpPr/>
          <p:nvPr/>
        </p:nvSpPr>
        <p:spPr>
          <a:xfrm>
            <a:off x="7321567" y="181201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D06849-839B-4474-8139-81F610A0EA5D}"/>
              </a:ext>
            </a:extLst>
          </p:cNvPr>
          <p:cNvSpPr txBox="1"/>
          <p:nvPr/>
        </p:nvSpPr>
        <p:spPr>
          <a:xfrm>
            <a:off x="7022370" y="1967651"/>
            <a:ext cx="87580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오픈 및 사용자 교육</a:t>
            </a:r>
            <a:endParaRPr lang="en-US" altLang="ko-KR" sz="800" kern="0" noProof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안정화 대응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09E8D070-7B0A-4975-FB95-85AF0FD27D2E}"/>
              </a:ext>
            </a:extLst>
          </p:cNvPr>
          <p:cNvSpPr/>
          <p:nvPr/>
        </p:nvSpPr>
        <p:spPr>
          <a:xfrm>
            <a:off x="1858638" y="226532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586712-476F-4AEA-03AF-84EC9581F40B}"/>
              </a:ext>
            </a:extLst>
          </p:cNvPr>
          <p:cNvSpPr txBox="1"/>
          <p:nvPr/>
        </p:nvSpPr>
        <p:spPr>
          <a:xfrm>
            <a:off x="1693580" y="2368690"/>
            <a:ext cx="48627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As is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업무 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현황 파악 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E03B7FC-CC3E-1420-4B7B-D1A52531C6F7}"/>
              </a:ext>
            </a:extLst>
          </p:cNvPr>
          <p:cNvSpPr/>
          <p:nvPr/>
        </p:nvSpPr>
        <p:spPr>
          <a:xfrm>
            <a:off x="3935864" y="22487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63B459-31C2-B20E-6D71-EBFCE98158B4}"/>
              </a:ext>
            </a:extLst>
          </p:cNvPr>
          <p:cNvSpPr txBox="1"/>
          <p:nvPr/>
        </p:nvSpPr>
        <p:spPr>
          <a:xfrm>
            <a:off x="2509537" y="2365352"/>
            <a:ext cx="792451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To be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프로세스 및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화면 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293E2D56-DBB4-2B52-40CB-3F7BB583BD07}"/>
              </a:ext>
            </a:extLst>
          </p:cNvPr>
          <p:cNvSpPr/>
          <p:nvPr/>
        </p:nvSpPr>
        <p:spPr>
          <a:xfrm>
            <a:off x="4363029" y="22414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184E9A-484D-A90E-5879-3C305919F577}"/>
              </a:ext>
            </a:extLst>
          </p:cNvPr>
          <p:cNvSpPr txBox="1"/>
          <p:nvPr/>
        </p:nvSpPr>
        <p:spPr>
          <a:xfrm>
            <a:off x="4222717" y="2370847"/>
            <a:ext cx="760391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공수 적절성 검토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투자심의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07F02A7E-C369-6AFD-507E-7EEC3691B4F2}"/>
              </a:ext>
            </a:extLst>
          </p:cNvPr>
          <p:cNvSpPr/>
          <p:nvPr/>
        </p:nvSpPr>
        <p:spPr>
          <a:xfrm>
            <a:off x="5762882" y="227192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DE459D-DD23-FC5F-4356-7DF116ED034A}"/>
              </a:ext>
            </a:extLst>
          </p:cNvPr>
          <p:cNvSpPr txBox="1"/>
          <p:nvPr/>
        </p:nvSpPr>
        <p:spPr>
          <a:xfrm>
            <a:off x="5559221" y="2375582"/>
            <a:ext cx="577650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설계 및 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E5D826C8-E68C-121A-3D73-7768F79B95DA}"/>
              </a:ext>
            </a:extLst>
          </p:cNvPr>
          <p:cNvSpPr/>
          <p:nvPr/>
        </p:nvSpPr>
        <p:spPr>
          <a:xfrm>
            <a:off x="6538675" y="22726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F7A74B2-55EC-1EDB-5E93-9F74AF94F124}"/>
              </a:ext>
            </a:extLst>
          </p:cNvPr>
          <p:cNvSpPr txBox="1"/>
          <p:nvPr/>
        </p:nvSpPr>
        <p:spPr>
          <a:xfrm>
            <a:off x="6308659" y="2376276"/>
            <a:ext cx="553604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통합 테스트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F5933634-7EE2-88E9-4350-547188E4AE85}"/>
              </a:ext>
            </a:extLst>
          </p:cNvPr>
          <p:cNvSpPr/>
          <p:nvPr/>
        </p:nvSpPr>
        <p:spPr>
          <a:xfrm>
            <a:off x="7263258" y="227440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374C7FE-A486-5888-9345-4FC6202D4956}"/>
              </a:ext>
            </a:extLst>
          </p:cNvPr>
          <p:cNvSpPr txBox="1"/>
          <p:nvPr/>
        </p:nvSpPr>
        <p:spPr>
          <a:xfrm>
            <a:off x="719728" y="3859050"/>
            <a:ext cx="4258319" cy="3078792"/>
          </a:xfrm>
          <a:prstGeom prst="rect">
            <a:avLst/>
          </a:prstGeom>
          <a:solidFill>
            <a:schemeClr val="bg1"/>
          </a:solidFill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,Sans-Serif" panose="05000000000000000000" pitchFamily="2" charset="2"/>
              <a:buChar char="q"/>
              <a:defRPr/>
            </a:pPr>
            <a:r>
              <a:rPr kumimoji="1" lang="ko-KR" sz="1000" b="1" dirty="0">
                <a:latin typeface="Arial Narrow"/>
                <a:ea typeface="LG스마트체 Regular"/>
              </a:rPr>
              <a:t>부품 </a:t>
            </a:r>
            <a:r>
              <a:rPr kumimoji="1" lang="en-US" sz="1000" b="1" dirty="0">
                <a:latin typeface="Arial Narrow"/>
                <a:ea typeface="LG스마트체 Regular"/>
              </a:rPr>
              <a:t>PPAP</a:t>
            </a:r>
            <a:r>
              <a:rPr kumimoji="1" lang="ko-KR" altLang="en-US" sz="1000" b="1" dirty="0">
                <a:latin typeface="Arial Narrow"/>
                <a:ea typeface="LG스마트체 Regular"/>
              </a:rPr>
              <a:t> </a:t>
            </a:r>
            <a:r>
              <a:rPr kumimoji="1" lang="ko-KR" sz="1000" b="1" dirty="0">
                <a:latin typeface="Arial Narrow"/>
                <a:ea typeface="LG스마트체 Regular"/>
              </a:rPr>
              <a:t>문서</a:t>
            </a:r>
            <a:r>
              <a:rPr kumimoji="1" lang="ko-KR" altLang="en-US" sz="1000" b="1" dirty="0">
                <a:latin typeface="Arial Narrow"/>
                <a:ea typeface="LG스마트체 Regular"/>
              </a:rPr>
              <a:t> 자동 분석</a:t>
            </a:r>
            <a:r>
              <a:rPr kumimoji="1" lang="en-US" altLang="ko-KR" sz="1000" b="1" dirty="0">
                <a:latin typeface="Arial Narrow"/>
                <a:ea typeface="LG스마트체 Regular"/>
              </a:rPr>
              <a:t>(</a:t>
            </a:r>
            <a:r>
              <a:rPr kumimoji="1" lang="ko-KR" altLang="en-US" sz="1000" b="1" dirty="0">
                <a:latin typeface="Arial Narrow"/>
                <a:ea typeface="LG스마트체 Regular"/>
              </a:rPr>
              <a:t>일정 내 목표 달성 가능</a:t>
            </a:r>
            <a:r>
              <a:rPr kumimoji="1" lang="en-US" altLang="ko-KR" sz="1000" b="1" dirty="0">
                <a:latin typeface="Arial Narrow"/>
                <a:ea typeface="LG스마트체 Regular"/>
              </a:rPr>
              <a:t>)</a:t>
            </a:r>
            <a:r>
              <a:rPr kumimoji="1" lang="ko-KR" altLang="en-US" sz="1000" b="1" dirty="0">
                <a:latin typeface="Arial Narrow"/>
                <a:ea typeface="LG스마트체 Regular"/>
              </a:rPr>
              <a:t> </a:t>
            </a:r>
            <a:br>
              <a:rPr lang="en-US" sz="1000" dirty="0">
                <a:latin typeface="Arial Narrow"/>
                <a:ea typeface="LG스마트체 Regular" panose="020B0600000101010101" pitchFamily="50" charset="-127"/>
              </a:rPr>
            </a:br>
            <a:r>
              <a:rPr kumimoji="1" lang="en-US" altLang="ko-KR" sz="1000" dirty="0">
                <a:latin typeface="Arial Narrow"/>
                <a:ea typeface="LG스마트체 Regular"/>
              </a:rPr>
              <a:t>- </a:t>
            </a:r>
            <a:r>
              <a:rPr lang="ko-KR" altLang="en-US" sz="1000" dirty="0">
                <a:latin typeface="Arial Narrow"/>
                <a:ea typeface="LG스마트체 Regular"/>
              </a:rPr>
              <a:t>실 문서기반 현업 참여를 통한 </a:t>
            </a:r>
            <a:r>
              <a:rPr lang="en-US" altLang="ko-KR" sz="1000" dirty="0">
                <a:latin typeface="Arial Narrow"/>
                <a:ea typeface="LG스마트체 Regular"/>
              </a:rPr>
              <a:t>Simulation </a:t>
            </a:r>
            <a:r>
              <a:rPr lang="ko-KR" altLang="en-US" sz="1000" dirty="0">
                <a:latin typeface="Arial Narrow"/>
                <a:ea typeface="LG스마트체 Regular"/>
              </a:rPr>
              <a:t>검증 완료</a:t>
            </a:r>
            <a:r>
              <a:rPr lang="en-US" altLang="ko-KR" sz="1000" dirty="0">
                <a:latin typeface="Arial Narrow"/>
                <a:ea typeface="LG스마트체 Regular"/>
              </a:rPr>
              <a:t>(Cell/Pack </a:t>
            </a:r>
            <a:r>
              <a:rPr lang="ko-KR" altLang="en-US" sz="1000" dirty="0">
                <a:latin typeface="Arial Narrow"/>
                <a:ea typeface="LG스마트체 Regular"/>
              </a:rPr>
              <a:t>각 </a:t>
            </a:r>
            <a:r>
              <a:rPr lang="en-US" altLang="ko-KR" sz="1000" dirty="0">
                <a:latin typeface="Arial Narrow"/>
                <a:ea typeface="LG스마트체 Regular"/>
              </a:rPr>
              <a:t>5EA </a:t>
            </a:r>
            <a:r>
              <a:rPr lang="ko-KR" altLang="en-US" sz="1000" dirty="0">
                <a:latin typeface="Arial Narrow"/>
                <a:ea typeface="LG스마트체 Regular"/>
              </a:rPr>
              <a:t>부품</a:t>
            </a:r>
            <a:r>
              <a:rPr lang="en-US" altLang="ko-KR" sz="1000" dirty="0">
                <a:latin typeface="Arial Narrow"/>
                <a:ea typeface="LG스마트체 Regular"/>
              </a:rPr>
              <a:t>, ’26.08)</a:t>
            </a:r>
            <a:br>
              <a:rPr lang="en-US" altLang="ko-KR" sz="1000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Arial Narrow"/>
                <a:ea typeface="LG스마트체 Regular"/>
              </a:rPr>
              <a:t>- </a:t>
            </a:r>
            <a:r>
              <a:rPr lang="ko-KR" altLang="en-US" sz="1000" dirty="0">
                <a:latin typeface="Arial Narrow"/>
                <a:ea typeface="LG스마트체 Regular"/>
              </a:rPr>
              <a:t>시스템 </a:t>
            </a:r>
            <a:r>
              <a:rPr lang="en-US" altLang="ko-KR" sz="1000" dirty="0">
                <a:latin typeface="Arial Narrow"/>
                <a:ea typeface="LG스마트체 Regular"/>
              </a:rPr>
              <a:t>UI</a:t>
            </a:r>
            <a:r>
              <a:rPr lang="ko-KR" altLang="en-US" sz="1000" dirty="0">
                <a:latin typeface="Arial Narrow"/>
                <a:ea typeface="LG스마트체 Regular"/>
              </a:rPr>
              <a:t>기반 통합 </a:t>
            </a:r>
            <a:r>
              <a:rPr lang="en-US" altLang="ko-KR" sz="1000" dirty="0">
                <a:latin typeface="Arial Narrow"/>
                <a:ea typeface="LG스마트체 Regular"/>
              </a:rPr>
              <a:t>/ </a:t>
            </a:r>
            <a:r>
              <a:rPr lang="ko-KR" altLang="en-US" sz="1000" dirty="0">
                <a:latin typeface="Arial Narrow"/>
                <a:ea typeface="LG스마트체 Regular"/>
              </a:rPr>
              <a:t>사용자 테스트 진행 완료 </a:t>
            </a:r>
            <a:r>
              <a:rPr lang="en-US" altLang="ko-KR" sz="1000" dirty="0">
                <a:latin typeface="Arial Narrow"/>
                <a:ea typeface="LG스마트체 Regular"/>
              </a:rPr>
              <a:t>(’26.08)</a:t>
            </a:r>
          </a:p>
          <a:p>
            <a:pPr marL="163830" indent="-163830" defTabSz="844083">
              <a:lnSpc>
                <a:spcPct val="120000"/>
              </a:lnSpc>
              <a:spcAft>
                <a:spcPts val="600"/>
              </a:spcAft>
              <a:buSzPct val="85000"/>
              <a:buFont typeface="Wingdings,Sans-Serif"/>
              <a:buChar char="q"/>
              <a:defRPr/>
            </a:pPr>
            <a:r>
              <a:rPr lang="ko-KR" altLang="en-US" sz="1000" b="1" dirty="0">
                <a:latin typeface="Arial Narrow"/>
                <a:ea typeface="LG스마트체 Regular"/>
              </a:rPr>
              <a:t>검</a:t>
            </a:r>
            <a:r>
              <a:rPr lang="en-US" altLang="ko-KR" sz="1000" b="1" dirty="0">
                <a:latin typeface="Arial Narrow"/>
                <a:ea typeface="LG스마트체 Regular"/>
              </a:rPr>
              <a:t>/</a:t>
            </a:r>
            <a:r>
              <a:rPr lang="ko-KR" altLang="en-US" sz="1000" b="1" dirty="0">
                <a:latin typeface="Arial Narrow"/>
                <a:ea typeface="LG스마트체 Regular"/>
              </a:rPr>
              <a:t>교정 </a:t>
            </a:r>
            <a:r>
              <a:rPr lang="ko-KR" sz="1000" b="1" dirty="0">
                <a:latin typeface="Arial Narrow"/>
                <a:ea typeface="LG스마트체 Regular"/>
              </a:rPr>
              <a:t>성적서 자동 입력 및 </a:t>
            </a:r>
            <a:r>
              <a:rPr lang="ko-KR" altLang="en-US" sz="1000" b="1" dirty="0">
                <a:latin typeface="Arial Narrow"/>
                <a:ea typeface="LG스마트체 Regular"/>
              </a:rPr>
              <a:t>분석</a:t>
            </a:r>
            <a:r>
              <a:rPr lang="en-US" altLang="ko-KR" sz="1000" b="1" dirty="0">
                <a:latin typeface="Arial Narrow"/>
                <a:ea typeface="LG스마트체 Regular"/>
              </a:rPr>
              <a:t>(</a:t>
            </a:r>
            <a:r>
              <a:rPr lang="ko-KR" altLang="en-US" sz="1000" b="1" dirty="0">
                <a:latin typeface="Arial Narrow"/>
                <a:ea typeface="LG스마트체 Regular"/>
              </a:rPr>
              <a:t>일정 내 목표 달성 가능</a:t>
            </a:r>
            <a:r>
              <a:rPr lang="en-US" altLang="ko-KR" sz="1000" b="1" dirty="0">
                <a:latin typeface="Arial Narrow"/>
                <a:ea typeface="LG스마트체 Regular"/>
              </a:rPr>
              <a:t>)</a:t>
            </a:r>
            <a:br>
              <a:rPr lang="en-US" altLang="ko-KR" sz="1000" b="1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Arial Narrow"/>
                <a:ea typeface="LG스마트체 Regular"/>
              </a:rPr>
              <a:t>- </a:t>
            </a:r>
            <a:r>
              <a:rPr lang="ko-KR" altLang="en-US" sz="1000" dirty="0">
                <a:latin typeface="Arial Narrow"/>
                <a:ea typeface="LG스마트체 Regular"/>
              </a:rPr>
              <a:t>성적서 </a:t>
            </a:r>
            <a:r>
              <a:rPr lang="en-US" altLang="ko-KR" sz="1000" dirty="0">
                <a:latin typeface="Arial Narrow"/>
                <a:ea typeface="LG스마트체 Regular"/>
              </a:rPr>
              <a:t>Abnormal Case </a:t>
            </a:r>
            <a:r>
              <a:rPr lang="ko-KR" altLang="en-US" sz="1000" dirty="0">
                <a:latin typeface="Arial Narrow"/>
                <a:ea typeface="LG스마트체 Regular"/>
              </a:rPr>
              <a:t>검증</a:t>
            </a:r>
            <a:r>
              <a:rPr lang="en-US" altLang="ko-KR" sz="1000" dirty="0"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latin typeface="Arial Narrow"/>
                <a:ea typeface="LG스마트체 Regular"/>
              </a:rPr>
              <a:t>기기번호</a:t>
            </a:r>
            <a:r>
              <a:rPr lang="en-US" altLang="ko-KR" sz="1000" dirty="0"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latin typeface="Arial Narrow"/>
                <a:ea typeface="LG스마트체 Regular"/>
              </a:rPr>
              <a:t>관리번호</a:t>
            </a:r>
            <a:r>
              <a:rPr lang="en-US" altLang="ko-KR" sz="1000" dirty="0"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latin typeface="Arial Narrow"/>
                <a:ea typeface="LG스마트체 Regular"/>
              </a:rPr>
              <a:t>교정날짜</a:t>
            </a:r>
            <a:r>
              <a:rPr lang="en-US" altLang="ko-KR" sz="1000" dirty="0"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latin typeface="Arial Narrow"/>
                <a:ea typeface="LG스마트체 Regular"/>
              </a:rPr>
              <a:t>검증항목</a:t>
            </a:r>
            <a:r>
              <a:rPr lang="en-US" altLang="ko-KR" sz="1000" dirty="0">
                <a:latin typeface="Arial Narrow"/>
                <a:ea typeface="LG스마트체 Regular"/>
              </a:rPr>
              <a:t>)</a:t>
            </a:r>
            <a:br>
              <a:rPr lang="en-US" altLang="ko-KR" sz="1000" b="1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Arial Narrow"/>
                <a:ea typeface="LG스마트체 Regular"/>
              </a:rPr>
              <a:t>- AI </a:t>
            </a:r>
            <a:r>
              <a:rPr lang="ko-KR" altLang="en-US" sz="1000" dirty="0">
                <a:latin typeface="Arial Narrow"/>
                <a:ea typeface="LG스마트체 Regular"/>
              </a:rPr>
              <a:t>모델 부하 및 처리시간 검증을 위한 대량 성적서 </a:t>
            </a:r>
            <a:r>
              <a:rPr lang="en-US" altLang="ko-KR" sz="1000" dirty="0">
                <a:latin typeface="Arial Narrow"/>
                <a:ea typeface="LG스마트체 Regular"/>
              </a:rPr>
              <a:t>AI </a:t>
            </a:r>
            <a:r>
              <a:rPr lang="ko-KR" altLang="en-US" sz="1000" dirty="0">
                <a:latin typeface="Arial Narrow"/>
                <a:ea typeface="LG스마트체 Regular"/>
              </a:rPr>
              <a:t>검토 테스트 진행 중</a:t>
            </a:r>
            <a:endParaRPr lang="en-US" altLang="ko-KR" sz="1000" dirty="0">
              <a:latin typeface="Arial Narrow"/>
              <a:ea typeface="LG스마트체 Regular"/>
            </a:endParaRPr>
          </a:p>
          <a:p>
            <a:pPr marL="163830" indent="-163830" defTabSz="844083">
              <a:lnSpc>
                <a:spcPct val="120000"/>
              </a:lnSpc>
              <a:spcAft>
                <a:spcPts val="600"/>
              </a:spcAft>
              <a:buSzPct val="85000"/>
              <a:buFont typeface="Wingdings,Sans-Serif"/>
              <a:buChar char="q"/>
              <a:defRPr/>
            </a:pPr>
            <a:r>
              <a:rPr lang="ko-KR" altLang="en-US" sz="1000" b="1" dirty="0">
                <a:latin typeface="Arial Narrow"/>
                <a:ea typeface="LG스마트체 Regular"/>
              </a:rPr>
              <a:t>친환경 문서 자동 검토</a:t>
            </a:r>
            <a:br>
              <a:rPr lang="en-US" altLang="ko-KR" sz="1000" dirty="0">
                <a:latin typeface="Arial Narrow"/>
                <a:ea typeface="LG스마트체 Regular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AI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위한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요건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정의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및 </a:t>
            </a:r>
            <a:r>
              <a:rPr lang="ko-KR" altLang="en-US" sz="1000" dirty="0">
                <a:latin typeface="Arial Narrow"/>
                <a:ea typeface="LG스마트체 Regular"/>
              </a:rPr>
              <a:t>투자 심의 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lang="en-US" altLang="ko-KR" sz="1000" dirty="0">
                <a:latin typeface="Arial Narrow"/>
                <a:ea typeface="LG스마트체 Regular"/>
              </a:rPr>
              <a:t>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26.06)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AI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문서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추출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API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기능 개발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(~‘26.08)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000" dirty="0">
                <a:latin typeface="Arial Narrow"/>
                <a:ea typeface="LG스마트체 Regular"/>
              </a:rPr>
              <a:t>: </a:t>
            </a:r>
            <a:r>
              <a:rPr lang="en-US" altLang="ko-KR" sz="1000" dirty="0" err="1">
                <a:latin typeface="Arial Narrow"/>
                <a:ea typeface="LG스마트체 Regular"/>
              </a:rPr>
              <a:t>예외</a:t>
            </a:r>
            <a:r>
              <a:rPr lang="en-US" altLang="ko-KR" sz="1000" dirty="0">
                <a:latin typeface="Arial Narrow"/>
                <a:ea typeface="LG스마트체 Regular"/>
              </a:rPr>
              <a:t> Case </a:t>
            </a:r>
            <a:r>
              <a:rPr lang="en-US" altLang="ko-KR" sz="1000" dirty="0" err="1">
                <a:latin typeface="Arial Narrow"/>
                <a:ea typeface="LG스마트체 Regular"/>
              </a:rPr>
              <a:t>문서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en-US" altLang="ko-KR" sz="1000" dirty="0" err="1">
                <a:latin typeface="Arial Narrow"/>
                <a:ea typeface="LG스마트체 Regular"/>
              </a:rPr>
              <a:t>대응을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en-US" altLang="ko-KR" sz="1000" dirty="0" err="1">
                <a:latin typeface="Arial Narrow"/>
                <a:ea typeface="LG스마트체 Regular"/>
              </a:rPr>
              <a:t>위한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en-US" altLang="ko-KR" sz="1000" dirty="0" err="1">
                <a:latin typeface="Arial Narrow"/>
                <a:ea typeface="LG스마트체 Regular"/>
              </a:rPr>
              <a:t>프롬프트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en-US" altLang="ko-KR" sz="1000" dirty="0" err="1">
                <a:latin typeface="Arial Narrow"/>
                <a:ea typeface="LG스마트체 Regular"/>
              </a:rPr>
              <a:t>튜닝</a:t>
            </a:r>
            <a:r>
              <a:rPr lang="en-US" altLang="ko-KR" sz="1000" dirty="0">
                <a:latin typeface="Arial Narrow"/>
                <a:ea typeface="LG스마트체 Regular"/>
              </a:rPr>
              <a:t> </a:t>
            </a:r>
            <a:r>
              <a:rPr lang="en-US" altLang="ko-KR" sz="1000" dirty="0" err="1">
                <a:latin typeface="Arial Narrow"/>
                <a:ea typeface="LG스마트체 Regular"/>
              </a:rPr>
              <a:t>진행중</a:t>
            </a:r>
            <a:endParaRPr lang="en-US" altLang="ko-KR" sz="1000" dirty="0">
              <a:latin typeface="Arial Narrow"/>
              <a:ea typeface="LG스마트체 Regular"/>
            </a:endParaRPr>
          </a:p>
          <a:p>
            <a:pPr marL="163830" indent="-163830" defTabSz="844083">
              <a:lnSpc>
                <a:spcPct val="120000"/>
              </a:lnSpc>
              <a:spcAft>
                <a:spcPts val="600"/>
              </a:spcAft>
              <a:buSzPct val="85000"/>
              <a:buFont typeface="Wingdings,Sans-Serif"/>
              <a:buChar char="q"/>
              <a:defRPr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판정 알고리즘 학습 자동화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(ESAZ DAP)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플랫폼과 검사기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총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96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연동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100%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완료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(7/1),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교육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(6/29,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.46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검사기술팀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                                                                                                                                       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플랫폼 오픈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(6/22)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따른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VOE 17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 완료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건대해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수립일정에 따라 진행중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플랫폼 업데이트 및 배포 진행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(9/9)                                                                                   - AZ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증설 대상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 예가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(0.33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), 21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51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 예가 산정 중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(’26.07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1017F5-AC73-5C2E-65E3-3B07E8DA2364}"/>
              </a:ext>
            </a:extLst>
          </p:cNvPr>
          <p:cNvSpPr txBox="1"/>
          <p:nvPr/>
        </p:nvSpPr>
        <p:spPr>
          <a:xfrm>
            <a:off x="5158547" y="3876136"/>
            <a:ext cx="4739898" cy="2524794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,Sans-Serif" panose="05000000000000000000" pitchFamily="2" charset="2"/>
              <a:buChar char="q"/>
              <a:defRPr/>
            </a:pPr>
            <a:r>
              <a:rPr kumimoji="1" lang="ko-KR" sz="1000" dirty="0">
                <a:latin typeface="Arial Narrow"/>
                <a:ea typeface="LG스마트체 Regular"/>
              </a:rPr>
              <a:t>부품 </a:t>
            </a:r>
            <a:r>
              <a:rPr kumimoji="1" lang="en-US" sz="1000" dirty="0">
                <a:latin typeface="Arial Narrow"/>
                <a:ea typeface="LG스마트체 Regular"/>
              </a:rPr>
              <a:t>PPAP</a:t>
            </a:r>
            <a:r>
              <a:rPr kumimoji="1" lang="ko-KR" sz="1000" dirty="0">
                <a:latin typeface="Arial Narrow"/>
                <a:ea typeface="LG스마트체 Regular"/>
              </a:rPr>
              <a:t> 문서 자동</a:t>
            </a:r>
            <a:r>
              <a:rPr kumimoji="1" lang="ko-KR" altLang="en-US" sz="1000" dirty="0">
                <a:latin typeface="Arial Narrow"/>
                <a:ea typeface="LG스마트체 Regular"/>
              </a:rPr>
              <a:t> </a:t>
            </a:r>
            <a:r>
              <a:rPr kumimoji="1" lang="ko-KR" sz="1000" dirty="0">
                <a:latin typeface="Arial Narrow"/>
                <a:ea typeface="LG스마트체 Regular"/>
              </a:rPr>
              <a:t>분석</a:t>
            </a:r>
            <a:r>
              <a:rPr kumimoji="1" lang="ko-KR" altLang="en-US" sz="1000" dirty="0">
                <a:latin typeface="Arial Narrow"/>
                <a:ea typeface="LG스마트체 Regular"/>
              </a:rPr>
              <a:t> </a:t>
            </a:r>
            <a:br>
              <a:rPr lang="en-US" altLang="ko-KR" sz="1000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Arial Narrow"/>
                <a:ea typeface="LG스마트체 Regular"/>
              </a:rPr>
              <a:t>-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오픈 및 운영 안정화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(VoE </a:t>
            </a:r>
            <a:r>
              <a:rPr lang="ko-KR" altLang="en-US" sz="1000" dirty="0">
                <a:latin typeface="Arial Narrow"/>
                <a:ea typeface="LG스마트체 Regular"/>
              </a:rPr>
              <a:t>청취 및 개선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000" dirty="0">
                <a:latin typeface="Arial Narrow"/>
                <a:ea typeface="LG스마트체 Regular"/>
              </a:rPr>
              <a:t>(~’26.09)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</a:t>
            </a:r>
            <a:r>
              <a:rPr lang="ko-KR" altLang="en-US" sz="1000" dirty="0">
                <a:latin typeface="Arial Narrow"/>
                <a:ea typeface="LG스마트체 Regular"/>
              </a:rPr>
              <a:t>업무 효율화 개선 수준 파악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(~’26.10)</a:t>
            </a:r>
            <a:endParaRPr lang="en-US" altLang="ko-KR" sz="1000" dirty="0">
              <a:latin typeface="Arial Narrow"/>
              <a:ea typeface="LG스마트체 Regular"/>
            </a:endParaRPr>
          </a:p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,Sans-Serif" panose="05000000000000000000" pitchFamily="2" charset="2"/>
              <a:buChar char="q"/>
              <a:defRPr/>
            </a:pPr>
            <a:r>
              <a:rPr lang="ko-KR" altLang="en-US" sz="1000" dirty="0">
                <a:latin typeface="Arial Narrow"/>
                <a:ea typeface="LG스마트체 Regular"/>
              </a:rPr>
              <a:t>검</a:t>
            </a:r>
            <a:r>
              <a:rPr lang="en-US" altLang="ko-KR" sz="1000" dirty="0">
                <a:latin typeface="Arial Narrow"/>
                <a:ea typeface="LG스마트체 Regular"/>
              </a:rPr>
              <a:t>/</a:t>
            </a:r>
            <a:r>
              <a:rPr lang="ko-KR" altLang="en-US" sz="1000" dirty="0">
                <a:latin typeface="Arial Narrow"/>
                <a:ea typeface="LG스마트체 Regular"/>
              </a:rPr>
              <a:t>교정 성적서 자동 입력 및 분석</a:t>
            </a:r>
            <a:br>
              <a:rPr lang="en-US" sz="1000" dirty="0">
                <a:latin typeface="Arial Narrow"/>
                <a:ea typeface="LG스마트체 Regular"/>
              </a:rPr>
            </a:b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법인 별 순차 오픈 및 운영 안정화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(WA/HM : ’26.09,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국내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북미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’26.10)</a:t>
            </a:r>
            <a:b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업무 효율화 개선 수준 파악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(’26.10 ~ 11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,Sans-Serif" panose="05000000000000000000" pitchFamily="2" charset="2"/>
              <a:buChar char="q"/>
              <a:defRPr/>
            </a:pPr>
            <a:r>
              <a:rPr lang="ko-KR" altLang="en-US" sz="1000" dirty="0">
                <a:latin typeface="Arial Narrow"/>
                <a:ea typeface="LG스마트체 Regular"/>
              </a:rPr>
              <a:t>친환경 문서 자동 검토</a:t>
            </a:r>
            <a:br>
              <a:rPr lang="en-US" altLang="ko-KR" sz="1000" dirty="0">
                <a:latin typeface="Arial Narrow"/>
                <a:ea typeface="LG스마트체 Regular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시스템 설계 및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Agent </a:t>
            </a:r>
            <a:r>
              <a:rPr lang="ko-KR" altLang="en-US" sz="1000" dirty="0">
                <a:latin typeface="Arial Narrow"/>
                <a:ea typeface="LG스마트체 Regular"/>
              </a:rPr>
              <a:t>개발완료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(~’26.08)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통합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사용자 </a:t>
            </a:r>
            <a:r>
              <a:rPr lang="ko-KR" altLang="en-US" sz="1000" dirty="0">
                <a:latin typeface="Arial Narrow"/>
                <a:ea typeface="LG스마트체 Regular"/>
              </a:rPr>
              <a:t>테스트 및 검증 </a:t>
            </a:r>
            <a:r>
              <a:rPr lang="en-US" altLang="ko-KR" sz="1000" dirty="0">
                <a:latin typeface="Arial Narrow"/>
                <a:ea typeface="LG스마트체 Regular"/>
              </a:rPr>
              <a:t>(~’26.09)</a:t>
            </a:r>
            <a:br>
              <a:rPr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오픈 및 적용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(~’26.10)</a:t>
            </a:r>
            <a:endParaRPr lang="en-US" altLang="ko-KR" sz="1000" dirty="0">
              <a:latin typeface="Arial Narrow"/>
              <a:ea typeface="LG스마트체 Regular"/>
            </a:endParaRPr>
          </a:p>
          <a:p>
            <a:pPr marL="163830" indent="-163830" defTabSz="844083">
              <a:lnSpc>
                <a:spcPct val="120000"/>
              </a:lnSpc>
              <a:spcAft>
                <a:spcPts val="600"/>
              </a:spcAft>
              <a:buSzPct val="85000"/>
              <a:buFont typeface="Wingdings,Sans-Serif" panose="05000000000000000000" pitchFamily="2" charset="2"/>
              <a:buChar char="q"/>
              <a:defRPr/>
            </a:pPr>
            <a:r>
              <a:rPr lang="ko-KR" altLang="en-US" sz="1000" dirty="0">
                <a:latin typeface="Arial Narrow"/>
                <a:ea typeface="LG스마트체 Regular"/>
              </a:rPr>
              <a:t>검사 판정 알고리즘 학습 자동화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ESAZ DAP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 안정화 및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VOE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(~’26.10)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883F1A-0585-4461-52BF-F663014A476F}"/>
              </a:ext>
            </a:extLst>
          </p:cNvPr>
          <p:cNvSpPr txBox="1"/>
          <p:nvPr/>
        </p:nvSpPr>
        <p:spPr>
          <a:xfrm>
            <a:off x="741480" y="3150941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검사 판정 알고리즘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관리 자동화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2FB0B13A-BA79-4E61-EA75-0DBFA8665BCE}"/>
              </a:ext>
            </a:extLst>
          </p:cNvPr>
          <p:cNvCxnSpPr>
            <a:cxnSpLocks/>
          </p:cNvCxnSpPr>
          <p:nvPr/>
        </p:nvCxnSpPr>
        <p:spPr>
          <a:xfrm>
            <a:off x="1458687" y="3209888"/>
            <a:ext cx="602796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>
            <a:extLst>
              <a:ext uri="{FF2B5EF4-FFF2-40B4-BE49-F238E27FC236}">
                <a16:creationId xmlns:a16="http://schemas.microsoft.com/office/drawing/2014/main" id="{FA2F61E6-E4DF-21F5-E175-FF615AFF9DE9}"/>
              </a:ext>
            </a:extLst>
          </p:cNvPr>
          <p:cNvSpPr/>
          <p:nvPr/>
        </p:nvSpPr>
        <p:spPr>
          <a:xfrm>
            <a:off x="2055488" y="31365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A4EB27E-FBBA-ACF0-1932-273A5BA13E95}"/>
              </a:ext>
            </a:extLst>
          </p:cNvPr>
          <p:cNvSpPr txBox="1"/>
          <p:nvPr/>
        </p:nvSpPr>
        <p:spPr>
          <a:xfrm>
            <a:off x="1911314" y="3245960"/>
            <a:ext cx="43818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대상선정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1197A500-8C9F-93F9-881E-D84BB225032A}"/>
              </a:ext>
            </a:extLst>
          </p:cNvPr>
          <p:cNvSpPr/>
          <p:nvPr/>
        </p:nvSpPr>
        <p:spPr>
          <a:xfrm>
            <a:off x="2766688" y="31365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3739FDA-1385-CCE5-E2F2-062931C5AAED}"/>
              </a:ext>
            </a:extLst>
          </p:cNvPr>
          <p:cNvSpPr txBox="1"/>
          <p:nvPr/>
        </p:nvSpPr>
        <p:spPr>
          <a:xfrm>
            <a:off x="2622515" y="3245960"/>
            <a:ext cx="438189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2053F9B8-320D-C990-B77E-33DB93828233}"/>
              </a:ext>
            </a:extLst>
          </p:cNvPr>
          <p:cNvSpPr/>
          <p:nvPr/>
        </p:nvSpPr>
        <p:spPr>
          <a:xfrm>
            <a:off x="4989188" y="31365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AC85EC53-1758-8DB3-F201-8D2F7A570C8E}"/>
              </a:ext>
            </a:extLst>
          </p:cNvPr>
          <p:cNvSpPr/>
          <p:nvPr/>
        </p:nvSpPr>
        <p:spPr>
          <a:xfrm>
            <a:off x="4227188" y="31365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CBC4FBF-AE84-B388-B41B-6D6A07AD3404}"/>
              </a:ext>
            </a:extLst>
          </p:cNvPr>
          <p:cNvSpPr txBox="1"/>
          <p:nvPr/>
        </p:nvSpPr>
        <p:spPr>
          <a:xfrm>
            <a:off x="4070316" y="3245960"/>
            <a:ext cx="438189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자동학습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CDCBF22-B3B9-48AA-F1BC-89C803E8A3A9}"/>
              </a:ext>
            </a:extLst>
          </p:cNvPr>
          <p:cNvSpPr txBox="1"/>
          <p:nvPr/>
        </p:nvSpPr>
        <p:spPr>
          <a:xfrm>
            <a:off x="4768258" y="3245960"/>
            <a:ext cx="55360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공정별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플래폼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연계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655C24CF-87F6-B8DE-725F-93A7FA1BE13C}"/>
              </a:ext>
            </a:extLst>
          </p:cNvPr>
          <p:cNvSpPr/>
          <p:nvPr/>
        </p:nvSpPr>
        <p:spPr>
          <a:xfrm>
            <a:off x="5732138" y="313654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8A9EC5F-E54A-8376-A8C5-F7A03AF42C4E}"/>
              </a:ext>
            </a:extLst>
          </p:cNvPr>
          <p:cNvSpPr txBox="1"/>
          <p:nvPr/>
        </p:nvSpPr>
        <p:spPr>
          <a:xfrm>
            <a:off x="5660288" y="3245960"/>
            <a:ext cx="255445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확산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BEEF0858-1F42-F88B-2FF2-15971C3196E2}"/>
              </a:ext>
            </a:extLst>
          </p:cNvPr>
          <p:cNvSpPr/>
          <p:nvPr/>
        </p:nvSpPr>
        <p:spPr>
          <a:xfrm>
            <a:off x="6538675" y="313749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40BAA95-5BEB-6DBD-94A6-CF8ADF5045B8}"/>
              </a:ext>
            </a:extLst>
          </p:cNvPr>
          <p:cNvSpPr txBox="1"/>
          <p:nvPr/>
        </p:nvSpPr>
        <p:spPr>
          <a:xfrm>
            <a:off x="6414702" y="3245960"/>
            <a:ext cx="34681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사용자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인계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860440BD-C30A-EF37-64B6-7A76C2217796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실행 단추: 돌아가기 12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A894930-D712-784D-FA1B-FD17491B617D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6F231-2DEA-91FD-7F88-89BBC9F768AC}"/>
              </a:ext>
            </a:extLst>
          </p:cNvPr>
          <p:cNvSpPr txBox="1"/>
          <p:nvPr/>
        </p:nvSpPr>
        <p:spPr>
          <a:xfrm>
            <a:off x="749824" y="2677624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친환경 문서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자동 검토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1EA97DBF-7726-3606-5EC6-31421FC9D66C}"/>
              </a:ext>
            </a:extLst>
          </p:cNvPr>
          <p:cNvCxnSpPr>
            <a:cxnSpLocks/>
          </p:cNvCxnSpPr>
          <p:nvPr/>
        </p:nvCxnSpPr>
        <p:spPr>
          <a:xfrm>
            <a:off x="1465419" y="2847835"/>
            <a:ext cx="678855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229EF9B-F879-32F0-22FC-55809A257884}"/>
              </a:ext>
            </a:extLst>
          </p:cNvPr>
          <p:cNvSpPr txBox="1"/>
          <p:nvPr/>
        </p:nvSpPr>
        <p:spPr>
          <a:xfrm>
            <a:off x="2697827" y="2901248"/>
            <a:ext cx="438189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EC7D0C6D-9B76-11B8-1E2F-692EA436770A}"/>
              </a:ext>
            </a:extLst>
          </p:cNvPr>
          <p:cNvSpPr/>
          <p:nvPr/>
        </p:nvSpPr>
        <p:spPr>
          <a:xfrm>
            <a:off x="2833954" y="278257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2434FBBB-66D4-7B39-2A13-65350F7CC4B0}"/>
              </a:ext>
            </a:extLst>
          </p:cNvPr>
          <p:cNvSpPr/>
          <p:nvPr/>
        </p:nvSpPr>
        <p:spPr>
          <a:xfrm>
            <a:off x="4791653" y="278257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17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00F19B7-6473-BC14-9717-5C0523FB8314}"/>
              </a:ext>
            </a:extLst>
          </p:cNvPr>
          <p:cNvSpPr txBox="1"/>
          <p:nvPr/>
        </p:nvSpPr>
        <p:spPr>
          <a:xfrm>
            <a:off x="4651511" y="2901248"/>
            <a:ext cx="43818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투자심의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5B7CBD4-EBFF-5FD6-B68B-37799841701C}"/>
              </a:ext>
            </a:extLst>
          </p:cNvPr>
          <p:cNvSpPr txBox="1"/>
          <p:nvPr/>
        </p:nvSpPr>
        <p:spPr>
          <a:xfrm>
            <a:off x="6326048" y="2886226"/>
            <a:ext cx="577650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설계 및 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5B56ADA-BA10-B681-4898-589C2DD533AE}"/>
              </a:ext>
            </a:extLst>
          </p:cNvPr>
          <p:cNvSpPr txBox="1"/>
          <p:nvPr/>
        </p:nvSpPr>
        <p:spPr>
          <a:xfrm>
            <a:off x="5997982" y="2983273"/>
            <a:ext cx="10278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AI Agent, 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화면 개발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5E2EFA38-397D-7A07-2439-454EAB3E4E35}"/>
              </a:ext>
            </a:extLst>
          </p:cNvPr>
          <p:cNvSpPr/>
          <p:nvPr/>
        </p:nvSpPr>
        <p:spPr>
          <a:xfrm>
            <a:off x="6572760" y="278257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B09D7CC0-1142-F4F2-C6F4-077CB30127B0}"/>
              </a:ext>
            </a:extLst>
          </p:cNvPr>
          <p:cNvSpPr/>
          <p:nvPr/>
        </p:nvSpPr>
        <p:spPr>
          <a:xfrm>
            <a:off x="8020817" y="278257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D43CD23-3D70-3F62-4690-502688947A3D}"/>
              </a:ext>
            </a:extLst>
          </p:cNvPr>
          <p:cNvSpPr txBox="1"/>
          <p:nvPr/>
        </p:nvSpPr>
        <p:spPr>
          <a:xfrm>
            <a:off x="7654916" y="2886226"/>
            <a:ext cx="87580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오픈 및 사용자 교육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5EE07822-A74A-E608-955B-0874D8110F6A}"/>
              </a:ext>
            </a:extLst>
          </p:cNvPr>
          <p:cNvSpPr/>
          <p:nvPr/>
        </p:nvSpPr>
        <p:spPr>
          <a:xfrm>
            <a:off x="7304537" y="27806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B7B4632-554D-2E0F-DED2-8340D23EBFA0}"/>
              </a:ext>
            </a:extLst>
          </p:cNvPr>
          <p:cNvSpPr txBox="1"/>
          <p:nvPr/>
        </p:nvSpPr>
        <p:spPr>
          <a:xfrm>
            <a:off x="6939161" y="2884321"/>
            <a:ext cx="669021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테스트 및 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2A45D-FC85-E030-4EEB-B57C552126D0}"/>
              </a:ext>
            </a:extLst>
          </p:cNvPr>
          <p:cNvSpPr txBox="1"/>
          <p:nvPr/>
        </p:nvSpPr>
        <p:spPr>
          <a:xfrm>
            <a:off x="3646840" y="2370847"/>
            <a:ext cx="62734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Agent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선정 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및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PoC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4AAD2C-DBFF-DE4E-8617-3595714E6CA9}"/>
              </a:ext>
            </a:extLst>
          </p:cNvPr>
          <p:cNvSpPr/>
          <p:nvPr/>
        </p:nvSpPr>
        <p:spPr>
          <a:xfrm>
            <a:off x="2140693" y="1803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53A3942-128B-7110-9807-45E7F234753C}"/>
              </a:ext>
            </a:extLst>
          </p:cNvPr>
          <p:cNvSpPr/>
          <p:nvPr/>
        </p:nvSpPr>
        <p:spPr>
          <a:xfrm>
            <a:off x="2894864" y="223693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44B68B-903A-7E43-E671-A6F19AD7288E}"/>
              </a:ext>
            </a:extLst>
          </p:cNvPr>
          <p:cNvSpPr txBox="1"/>
          <p:nvPr/>
        </p:nvSpPr>
        <p:spPr>
          <a:xfrm>
            <a:off x="1927007" y="1973783"/>
            <a:ext cx="62734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Agent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선정 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및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PoC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3400B-50A5-CDA3-8323-51D1AF4A5941}"/>
              </a:ext>
            </a:extLst>
          </p:cNvPr>
          <p:cNvSpPr txBox="1"/>
          <p:nvPr/>
        </p:nvSpPr>
        <p:spPr>
          <a:xfrm>
            <a:off x="6969354" y="2407526"/>
            <a:ext cx="87580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오픈 및 사용자 교육</a:t>
            </a:r>
            <a:endParaRPr lang="en-US" altLang="ko-KR" sz="800" kern="0" noProof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안정화 대응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C1CD4DB-A444-CEAE-98A6-391873EE48D4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3479D39-E038-2A93-5CA1-D392A231A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8A760A-F821-F644-3A2F-B0CB670EEA96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438F037-D408-4551-BEF6-F6F515B4C8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B2EF0A-6A33-7F05-2A10-70369D524418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67E58C4-CBC9-0746-E222-D0F745F2FA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BE6E9EA-D1A5-E7F4-E2D5-6CB5CE8D3AC4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957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126496"/>
            <a:ext cx="7210129" cy="360000"/>
          </a:xfrm>
        </p:spPr>
        <p:txBody>
          <a:bodyPr wrap="square" anchor="t">
            <a:no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</a:t>
            </a:r>
            <a:r>
              <a:rPr lang="ko-KR" altLang="en-US">
                <a:latin typeface="Arial Narrow"/>
                <a:ea typeface="LG스마트체 Regular"/>
              </a:rPr>
              <a:t>기반 업무 효율화</a:t>
            </a:r>
            <a:endParaRPr lang="en-US" altLang="ko-KR">
              <a:latin typeface="Arial Narrow"/>
              <a:ea typeface="LG스마트체 Regular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693034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롤맵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데이터 활용 생산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C :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D :  ‘26.12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7%(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4752D5FB-100E-4D0B-8FCC-F6419B044192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실행 단추: 돌아가기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F1D6169-8580-DB77-B0F1-2746FDFF578D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C2361A3-63B6-99F3-2ED0-7AA7447C1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73531"/>
            <a:ext cx="448035" cy="504106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진척</a:t>
            </a:r>
            <a:endParaRPr lang="en-US" altLang="ko-KR" sz="1300" b="1" kern="0" spc="-5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253BF-397C-F827-3774-4572FF18C172}"/>
              </a:ext>
            </a:extLst>
          </p:cNvPr>
          <p:cNvSpPr txBox="1"/>
          <p:nvPr/>
        </p:nvSpPr>
        <p:spPr>
          <a:xfrm>
            <a:off x="764486" y="1552065"/>
            <a:ext cx="8998350" cy="2996205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,Sans-Serif" panose="05000000000000000000" pitchFamily="2" charset="2"/>
              <a:buChar char="q"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롤맵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대표라인 확산전개 및 안정화 진행 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과제 적용 병행하여 생산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진행 중입니다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북미 양산 대표라인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ESHD, ESOT, ESHG, ESMI, ESMI_LS  / NFF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대표라인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ESOC2)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로딩량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데이터 기반한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재조건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조정 완료시점 개선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고정길이 → 로딩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계측값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ㆍ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ESOT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조건조정 완료시점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고정값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(40m)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폐기에서 </a:t>
            </a:r>
            <a:r>
              <a:rPr lang="ko-KR" alt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웹게이지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로딩량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기반 양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극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16.2m,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음극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23.9m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(1Line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 完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2Line 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月 적용예정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defTabSz="844083" fontAlgn="base">
              <a:lnSpc>
                <a:spcPct val="90000"/>
              </a:lnSpc>
              <a:spcAft>
                <a:spcPts val="600"/>
              </a:spcAft>
              <a:buSzPct val="85000"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ㆍ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ESHD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조건조정 완료시점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고정값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(50m)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폐기에서 </a:t>
            </a:r>
            <a:r>
              <a:rPr lang="ko-KR" alt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웹게이지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로딩량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기반 양극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.0m,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음극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20.0m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(1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Line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 完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ㆍ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ESHG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로딩 안정화 구간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고정값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45m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음극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19.6m,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양극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29.8m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예상으로 법인 공유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(5/27)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후 데이터 모니터링 하고 있습니다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웹게이지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불량 배출 목적으로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우선 사용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품질측면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하고 있으며 조건조정시 생산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기능은 타 법인 적용 결과 모니터링 후 적용 예정입니다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ㆍ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ESMI : 26.8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月 </a:t>
            </a:r>
            <a:r>
              <a:rPr lang="ko-KR" alt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롤맵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 수평전개시 검증 후 적용 예정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(8/24~9/18),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호기 대상 배출기능 적용 모니터링 중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(8/27~)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입니다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슬리터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이음매 구간 파단 개선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이음매 구간 감속 주행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-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ESOC2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NFF 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이음매 구간 잦은 파단으로 해당 구간 자동 감속 주행 기능 검토 및 사양 작성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(~5/30), MES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시스템 개발 및 설비 제어 적용 예정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(~9/15)</a:t>
            </a:r>
            <a:endParaRPr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전공정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불량정보 기반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슬리터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Lane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별 불량 배출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로딩량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NG,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롤프레스 두께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외관 불량 등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: ESWA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대표라인 양산 적용을 위한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삼익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신규 프로그램 안정화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지속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대표라인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Tagless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음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3, 6, 7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7/2~)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잔여 라인별 검증 및 양산 적용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(~10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국내 원격지원 전환 및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Pending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Issue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주단위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정기 협의체 운영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9F8C4-BB3B-11D2-87E5-B7329A005365}"/>
              </a:ext>
            </a:extLst>
          </p:cNvPr>
          <p:cNvSpPr txBox="1"/>
          <p:nvPr/>
        </p:nvSpPr>
        <p:spPr>
          <a:xfrm>
            <a:off x="797609" y="4774619"/>
            <a:ext cx="8832670" cy="507831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,Sans-Serif" panose="05000000000000000000" pitchFamily="2" charset="2"/>
              <a:buChar char="q"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효과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R="0" lvl="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tabLst/>
              <a:defRPr/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코터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로딩량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데이터 기반한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재조건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조정 완료시점 개선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고정길이 → 로딩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계측값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6395A54-8F12-06E9-7926-C5A94AE74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819782"/>
              </p:ext>
            </p:extLst>
          </p:nvPr>
        </p:nvGraphicFramePr>
        <p:xfrm>
          <a:off x="1055311" y="5249081"/>
          <a:ext cx="8414937" cy="131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332">
                  <a:extLst>
                    <a:ext uri="{9D8B030D-6E8A-4147-A177-3AD203B41FA5}">
                      <a16:colId xmlns:a16="http://schemas.microsoft.com/office/drawing/2014/main" val="2235445224"/>
                    </a:ext>
                  </a:extLst>
                </a:gridCol>
                <a:gridCol w="615821">
                  <a:extLst>
                    <a:ext uri="{9D8B030D-6E8A-4147-A177-3AD203B41FA5}">
                      <a16:colId xmlns:a16="http://schemas.microsoft.com/office/drawing/2014/main" val="3810602632"/>
                    </a:ext>
                  </a:extLst>
                </a:gridCol>
                <a:gridCol w="1770446">
                  <a:extLst>
                    <a:ext uri="{9D8B030D-6E8A-4147-A177-3AD203B41FA5}">
                      <a16:colId xmlns:a16="http://schemas.microsoft.com/office/drawing/2014/main" val="4131052512"/>
                    </a:ext>
                  </a:extLst>
                </a:gridCol>
                <a:gridCol w="1770446">
                  <a:extLst>
                    <a:ext uri="{9D8B030D-6E8A-4147-A177-3AD203B41FA5}">
                      <a16:colId xmlns:a16="http://schemas.microsoft.com/office/drawing/2014/main" val="2048213703"/>
                    </a:ext>
                  </a:extLst>
                </a:gridCol>
                <a:gridCol w="1946498">
                  <a:extLst>
                    <a:ext uri="{9D8B030D-6E8A-4147-A177-3AD203B41FA5}">
                      <a16:colId xmlns:a16="http://schemas.microsoft.com/office/drawing/2014/main" val="1332724453"/>
                    </a:ext>
                  </a:extLst>
                </a:gridCol>
                <a:gridCol w="1594394">
                  <a:extLst>
                    <a:ext uri="{9D8B030D-6E8A-4147-A177-3AD203B41FA5}">
                      <a16:colId xmlns:a16="http://schemas.microsoft.com/office/drawing/2014/main" val="206097386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조건조정랏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’26.3~8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月</a:t>
                      </a:r>
                    </a:p>
                  </a:txBody>
                  <a:tcPr marL="18000" marR="18000" marT="18000" marB="18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길이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비용산출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Lot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*Loss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(m)*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단가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562827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(m)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*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(m)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77585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15.9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12,634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854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1,080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23.5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25,326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207603"/>
                  </a:ext>
                </a:extLst>
              </a:tr>
              <a:tr h="6560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ESHD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324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30.0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9,720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03352"/>
                  </a:ext>
                </a:extLst>
              </a:tr>
              <a:tr h="656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196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20.0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3,920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469287"/>
                  </a:ext>
                </a:extLst>
              </a:tr>
              <a:tr h="65608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                                                                                                                                        Sum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51,600m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5.36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25626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BCEDFC7-A5F5-6B77-3866-176DCD1CA323}"/>
              </a:ext>
            </a:extLst>
          </p:cNvPr>
          <p:cNvSpPr txBox="1"/>
          <p:nvPr/>
        </p:nvSpPr>
        <p:spPr>
          <a:xfrm>
            <a:off x="5903939" y="5040311"/>
            <a:ext cx="37263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JF2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err="1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점보롤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단가 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1m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 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18,756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1m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 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4,081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환율 </a:t>
            </a:r>
            <a:r>
              <a:rPr lang="en-US" altLang="ko-KR" sz="800" dirty="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r>
              <a:rPr lang="ko-KR" altLang="en-US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月 </a:t>
            </a:r>
            <a:r>
              <a:rPr lang="en-US" altLang="ko-KR" sz="800" dirty="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1,476.12</a:t>
            </a:r>
            <a:r>
              <a:rPr lang="en-US" altLang="ko-KR" sz="80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9BDB700-E1E7-68CB-C165-C5B7527C8DF3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753A538-DC75-F471-187D-8102FA6177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A22F4C-5078-DC2E-6111-2EE7E1BD7E1F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780C70-918A-67C4-6306-E739E59309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70ED92-D335-831C-F238-C6B2BF1D1E6B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F361301-8407-39D8-ED3B-9EBE887231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73A051-2E1D-6857-E56D-80D4CC97C0FB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517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</a:t>
            </a:r>
            <a:r>
              <a:rPr lang="ko-KR" altLang="en-US">
                <a:latin typeface="Arial Narrow"/>
                <a:ea typeface="LG스마트체 Regular"/>
              </a:rPr>
              <a:t>기반 업무 효율화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18506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수주대응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(RFx)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건설투자비 산출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L/T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단축</a:t>
                      </a:r>
                      <a:b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Q :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건설공사 견적산출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Agent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일→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66%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단축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D : ‘26.12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6%(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4752D5FB-100E-4D0B-8FCC-F6419B044192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실행 단추: 돌아가기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4D71B9F-B455-C8F2-9771-7445657BE027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DF23073-B6FB-B44F-A2E4-FC0150365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48734"/>
            <a:ext cx="448035" cy="133947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9D07D-2DE0-1A16-D80F-4DDBBE05BE9B}"/>
              </a:ext>
            </a:extLst>
          </p:cNvPr>
          <p:cNvSpPr txBox="1"/>
          <p:nvPr/>
        </p:nvSpPr>
        <p:spPr>
          <a:xfrm>
            <a:off x="751508" y="1546373"/>
            <a:ext cx="9154492" cy="12574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건설개조공사 투자비 산출 모델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완료 및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Simulation/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정합성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검증 완료</a:t>
            </a:r>
            <a:b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 dirty="0">
                <a:latin typeface="Arial Narrow"/>
                <a:ea typeface="LG스마트체 Regular"/>
              </a:rPr>
              <a:t> - </a:t>
            </a:r>
            <a:r>
              <a:rPr kumimoji="1" lang="ko-KR" altLang="en-US" sz="1100" dirty="0">
                <a:latin typeface="Arial Narrow"/>
                <a:ea typeface="LG스마트체 Regular"/>
              </a:rPr>
              <a:t>정확도 → </a:t>
            </a:r>
            <a:r>
              <a:rPr kumimoji="1" lang="en-US" altLang="ko-KR" sz="1100" dirty="0">
                <a:latin typeface="Arial Narrow"/>
                <a:ea typeface="LG스마트체 Regular"/>
              </a:rPr>
              <a:t>-10.5%~+9.6%(Avg. </a:t>
            </a:r>
            <a:r>
              <a:rPr kumimoji="1" lang="ko-KR" altLang="en-US" sz="1100" dirty="0">
                <a:latin typeface="Arial Narrow"/>
                <a:ea typeface="LG스마트체 Regular"/>
              </a:rPr>
              <a:t>정확도 </a:t>
            </a:r>
            <a:r>
              <a:rPr kumimoji="1" lang="en-US" altLang="ko-KR" sz="1100" dirty="0">
                <a:latin typeface="Arial Narrow"/>
                <a:ea typeface="LG스마트체 Regular"/>
              </a:rPr>
              <a:t>9.35%), L/T → </a:t>
            </a:r>
            <a:r>
              <a:rPr kumimoji="1" lang="ko-KR" altLang="en-US" sz="1100" dirty="0">
                <a:latin typeface="Arial Narrow"/>
                <a:ea typeface="LG스마트체 Regular"/>
              </a:rPr>
              <a:t>실별 공사항목 구성</a:t>
            </a:r>
            <a:r>
              <a:rPr kumimoji="1" lang="en-US" altLang="ko-KR" sz="1100" dirty="0">
                <a:latin typeface="Arial Narrow"/>
                <a:ea typeface="LG스마트체 Regular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</a:rPr>
              <a:t>비용정보 검색 등 소모 시간 단축 </a:t>
            </a:r>
            <a:r>
              <a:rPr kumimoji="1" lang="en-US" altLang="ko-KR" sz="1100" dirty="0">
                <a:latin typeface="Arial Narrow"/>
                <a:ea typeface="LG스마트체 Regular"/>
              </a:rPr>
              <a:t>2</a:t>
            </a:r>
            <a:r>
              <a:rPr kumimoji="1" lang="ko-KR" altLang="en-US" sz="1100" dirty="0">
                <a:latin typeface="Arial Narrow"/>
                <a:ea typeface="LG스마트체 Regular"/>
              </a:rPr>
              <a:t>일 이내</a:t>
            </a:r>
            <a:r>
              <a:rPr kumimoji="1" lang="en-US" altLang="ko-KR" sz="1100" dirty="0">
                <a:latin typeface="Arial Narrow"/>
                <a:ea typeface="LG스마트체 Regular"/>
              </a:rPr>
              <a:t>(66%) </a:t>
            </a:r>
          </a:p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오차범위 축소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(Avg.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정확도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위한 환경 조건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증축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Factor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도출</a:t>
            </a:r>
            <a:b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환경조건을 고려한 실 구분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(CR, DR,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활성화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일반공조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 err="1">
                <a:latin typeface="Arial Narrow"/>
                <a:ea typeface="LG스마트체 Regular"/>
                <a:sym typeface="Wingdings" panose="05000000000000000000" pitchFamily="2" charset="2"/>
              </a:rPr>
              <a:t>비공조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 등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에 따른 </a:t>
            </a:r>
            <a:r>
              <a:rPr kumimoji="1" lang="ko-KR" altLang="en-US" sz="1100" dirty="0" err="1">
                <a:latin typeface="Arial Narrow"/>
                <a:ea typeface="LG스마트체 Regular"/>
                <a:sym typeface="Wingdings" panose="05000000000000000000" pitchFamily="2" charset="2"/>
              </a:rPr>
              <a:t>공종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(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건축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기계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전기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 별 공사비 지수 도출</a:t>
            </a:r>
            <a:br>
              <a:rPr kumimoji="1" lang="en-US" altLang="ko-KR" sz="1100" dirty="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</a:br>
            <a:r>
              <a:rPr kumimoji="1" lang="ko-KR" altLang="en-US" sz="1200" dirty="0">
                <a:latin typeface="Arial Narrow"/>
                <a:ea typeface="LG스마트체 Regular"/>
                <a:sym typeface="Wingdings" panose="05000000000000000000" pitchFamily="2" charset="2"/>
              </a:rPr>
              <a:t> </a:t>
            </a:r>
            <a:r>
              <a:rPr kumimoji="1" lang="en-US" altLang="ko-KR" sz="1200" dirty="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-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구조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증축 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Factor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구성 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: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실 단위 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Work Option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구성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(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골조 증축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장비 기초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중층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100" dirty="0" err="1">
                <a:latin typeface="Arial Narrow"/>
                <a:ea typeface="LG스마트체 Regular"/>
                <a:sym typeface="Wingdings" panose="05000000000000000000" pitchFamily="2" charset="2"/>
              </a:rPr>
              <a:t>테크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 증설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latin typeface="Arial Narrow"/>
                <a:ea typeface="LG스마트체 Regular"/>
                <a:sym typeface="Wingdings" panose="05000000000000000000" pitchFamily="2" charset="2"/>
              </a:rPr>
              <a:t>공용 인프라 등</a:t>
            </a:r>
            <a:r>
              <a:rPr kumimoji="1" lang="en-US" altLang="ko-KR" sz="1100" dirty="0">
                <a:latin typeface="Arial Narrow"/>
                <a:ea typeface="LG스마트체 Regular"/>
                <a:sym typeface="Wingdings" panose="05000000000000000000" pitchFamily="2" charset="2"/>
              </a:rPr>
              <a:t>)</a:t>
            </a:r>
            <a:endParaRPr kumimoji="1" lang="en-US" altLang="ko-KR" sz="1100" dirty="0">
              <a:latin typeface="Arial Narrow"/>
              <a:ea typeface="LG스마트체 Regular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E72BD-4E80-401D-B802-85A0B6F3D7E8}"/>
              </a:ext>
            </a:extLst>
          </p:cNvPr>
          <p:cNvSpPr/>
          <p:nvPr/>
        </p:nvSpPr>
        <p:spPr>
          <a:xfrm>
            <a:off x="168410" y="2851619"/>
            <a:ext cx="186150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환경 조건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Factor]</a:t>
            </a:r>
            <a:endParaRPr lang="ko-KR" altLang="en-US" sz="1050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B8EEEA-4735-66A3-44EF-E86C1EC15333}"/>
              </a:ext>
            </a:extLst>
          </p:cNvPr>
          <p:cNvSpPr/>
          <p:nvPr/>
        </p:nvSpPr>
        <p:spPr>
          <a:xfrm>
            <a:off x="5016611" y="2849986"/>
            <a:ext cx="40989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(Lv3)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단위 </a:t>
            </a:r>
            <a:r>
              <a:rPr lang="ko-KR" altLang="en-US" sz="10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</a:t>
            </a:r>
            <a:r>
              <a:rPr lang="en-US" altLang="ko-KR" sz="10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증축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Work Option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가산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050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5C40E00-68C7-736D-E898-1CFA2B425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848582"/>
              </p:ext>
            </p:extLst>
          </p:nvPr>
        </p:nvGraphicFramePr>
        <p:xfrm>
          <a:off x="242300" y="3107650"/>
          <a:ext cx="4505191" cy="1710672"/>
        </p:xfrm>
        <a:graphic>
          <a:graphicData uri="http://schemas.openxmlformats.org/drawingml/2006/table">
            <a:tbl>
              <a:tblPr firstRow="1" bandRow="1"/>
              <a:tblGrid>
                <a:gridCol w="1566808">
                  <a:extLst>
                    <a:ext uri="{9D8B030D-6E8A-4147-A177-3AD203B41FA5}">
                      <a16:colId xmlns:a16="http://schemas.microsoft.com/office/drawing/2014/main" val="975973529"/>
                    </a:ext>
                  </a:extLst>
                </a:gridCol>
                <a:gridCol w="979461">
                  <a:extLst>
                    <a:ext uri="{9D8B030D-6E8A-4147-A177-3AD203B41FA5}">
                      <a16:colId xmlns:a16="http://schemas.microsoft.com/office/drawing/2014/main" val="1651473320"/>
                    </a:ext>
                  </a:extLst>
                </a:gridCol>
                <a:gridCol w="979461">
                  <a:extLst>
                    <a:ext uri="{9D8B030D-6E8A-4147-A177-3AD203B41FA5}">
                      <a16:colId xmlns:a16="http://schemas.microsoft.com/office/drawing/2014/main" val="4030938677"/>
                    </a:ext>
                  </a:extLst>
                </a:gridCol>
                <a:gridCol w="979461">
                  <a:extLst>
                    <a:ext uri="{9D8B030D-6E8A-4147-A177-3AD203B41FA5}">
                      <a16:colId xmlns:a16="http://schemas.microsoft.com/office/drawing/2014/main" val="182481817"/>
                    </a:ext>
                  </a:extLst>
                </a:gridCol>
              </a:tblGrid>
              <a:tr h="1122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 구분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국내 개조공사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4910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건축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기계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252202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DR(−43℃) · RH 0.5%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11.34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7.77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3.05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3672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DR(−34℃) · RH 1%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6.77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5.43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3.49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56827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DR(−17℃) · RH 5%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6.16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3.42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2.42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90598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CR ※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4.97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1.10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0.97</a:t>
                      </a:r>
                      <a:endParaRPr 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46163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활성화(AC)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5.24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1.51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2.31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989323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일반공조 (기준)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1.00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charset="0"/>
                        </a:rPr>
                        <a:t>1.00</a:t>
                      </a:r>
                      <a:endParaRPr 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1.00</a:t>
                      </a:r>
                      <a:endParaRPr 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64242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C795951-37D0-B984-F78C-F14BBA5E46AA}"/>
              </a:ext>
            </a:extLst>
          </p:cNvPr>
          <p:cNvSpPr txBox="1"/>
          <p:nvPr/>
        </p:nvSpPr>
        <p:spPr>
          <a:xfrm>
            <a:off x="134567" y="5391774"/>
            <a:ext cx="4390068" cy="432000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080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개조공사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 프로젝트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전고체전지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(OC4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각형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Pilot(OC5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건식전극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(OC1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건식전극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(OC8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), Pilot 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호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(OC8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의 실 그룹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금액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면적 추출 및 분석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indent="-1080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일반공조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대비 공사비 비율화를 통한 등급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공종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별 계수 산출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  <a:p>
            <a:pPr marL="171450" indent="-1080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DB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구축된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Reference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비용에서 실별 구분정보에 따른 계수를 역산하여 재정리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 면적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Input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 실 구분 선택을 통한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Factor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예정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indent="-1080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실선택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Default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공조 조건으로 인하여 공사비 증감이 반영되지 않는 부분에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대한 정합성 확보 예상되며 개조공사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Simulation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통한 오차축소 범위 검증 예정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(~9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72F3D88-454D-2A41-0E41-FCC187ED6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071660"/>
              </p:ext>
            </p:extLst>
          </p:nvPr>
        </p:nvGraphicFramePr>
        <p:xfrm>
          <a:off x="5091965" y="3107650"/>
          <a:ext cx="4505190" cy="1065648"/>
        </p:xfrm>
        <a:graphic>
          <a:graphicData uri="http://schemas.openxmlformats.org/drawingml/2006/table">
            <a:tbl>
              <a:tblPr firstRow="1" bandRow="1"/>
              <a:tblGrid>
                <a:gridCol w="2002072">
                  <a:extLst>
                    <a:ext uri="{9D8B030D-6E8A-4147-A177-3AD203B41FA5}">
                      <a16:colId xmlns:a16="http://schemas.microsoft.com/office/drawing/2014/main" val="975973529"/>
                    </a:ext>
                  </a:extLst>
                </a:gridCol>
                <a:gridCol w="1251559">
                  <a:extLst>
                    <a:ext uri="{9D8B030D-6E8A-4147-A177-3AD203B41FA5}">
                      <a16:colId xmlns:a16="http://schemas.microsoft.com/office/drawing/2014/main" val="1651473320"/>
                    </a:ext>
                  </a:extLst>
                </a:gridCol>
                <a:gridCol w="1251559">
                  <a:extLst>
                    <a:ext uri="{9D8B030D-6E8A-4147-A177-3AD203B41FA5}">
                      <a16:colId xmlns:a16="http://schemas.microsoft.com/office/drawing/2014/main" val="4030938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옵션 유형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물량 단위</a:t>
                      </a: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단가</a:t>
                      </a:r>
                      <a:r>
                        <a:rPr lang="en-US" altLang="ko-KR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방법론</a:t>
                      </a:r>
                      <a:r>
                        <a:rPr lang="en-US" altLang="ko-KR" sz="10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252202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골조 증축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구조보강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철골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파일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)</a:t>
                      </a:r>
                      <a:endParaRPr lang="en-US" sz="9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평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err="1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charset="0"/>
                        </a:rPr>
                        <a:t>평단가</a:t>
                      </a:r>
                      <a:endParaRPr lang="en-US" altLang="ko-KR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3672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장비 기초</a:t>
                      </a:r>
                      <a:r>
                        <a:rPr lang="en-US" altLang="ko-KR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레미콘</a:t>
                      </a:r>
                      <a:r>
                        <a:rPr lang="en-US" altLang="ko-KR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)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m</a:t>
                      </a:r>
                      <a:r>
                        <a:rPr lang="en-US" sz="900" baseline="300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3</a:t>
                      </a:r>
                      <a:endParaRPr lang="en-US" sz="900" baseline="300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Main-Sub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56827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중층</a:t>
                      </a:r>
                      <a:r>
                        <a:rPr lang="en-US" altLang="ko-KR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/</a:t>
                      </a:r>
                      <a:r>
                        <a:rPr lang="ko-KR" altLang="en-US" sz="900" b="0" err="1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테크</a:t>
                      </a:r>
                      <a:r>
                        <a:rPr lang="ko-KR" altLang="en-US" sz="900" b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 증설</a:t>
                      </a:r>
                      <a:endParaRPr 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charset="0"/>
                        </a:rPr>
                        <a:t>평</a:t>
                      </a:r>
                      <a:endParaRPr 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err="1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charset="0"/>
                        </a:rPr>
                        <a:t>평단가</a:t>
                      </a:r>
                      <a:endParaRPr 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90598"/>
                  </a:ext>
                </a:extLst>
              </a:tr>
              <a:tr h="15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공용 인프라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화물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, E/V, </a:t>
                      </a:r>
                      <a:r>
                        <a:rPr lang="ko-KR" altLang="en-US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램프</a:t>
                      </a:r>
                      <a:r>
                        <a:rPr lang="en-US" altLang="ko-KR" sz="900" b="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)</a:t>
                      </a:r>
                      <a:endParaRPr lang="en-US" sz="900" b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개소</a:t>
                      </a:r>
                      <a:endParaRPr 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>
                          <a:solidFill>
                            <a:srgbClr val="222222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Malgun Gothic" pitchFamily="34" charset="-120"/>
                        </a:rPr>
                        <a:t>Main-Sub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461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4CC8749-BE49-B3D4-204D-5911573CA345}"/>
              </a:ext>
            </a:extLst>
          </p:cNvPr>
          <p:cNvSpPr txBox="1"/>
          <p:nvPr/>
        </p:nvSpPr>
        <p:spPr>
          <a:xfrm>
            <a:off x="5054319" y="4167839"/>
            <a:ext cx="4390068" cy="1285607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171450" indent="-108000">
              <a:spcBef>
                <a:spcPts val="600"/>
              </a:spcBef>
              <a:buFont typeface="Wingdings" panose="05000000000000000000" pitchFamily="2" charset="2"/>
              <a:buChar char="§"/>
              <a:defRPr sz="105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구조</a:t>
            </a:r>
            <a:r>
              <a:rPr lang="en-US" altLang="ko-KR" dirty="0"/>
              <a:t>/</a:t>
            </a:r>
            <a:r>
              <a:rPr lang="ko-KR" altLang="en-US" dirty="0"/>
              <a:t>증축이 필요한 경우 </a:t>
            </a:r>
            <a:r>
              <a:rPr lang="ko-KR" altLang="en-US" dirty="0" err="1"/>
              <a:t>실별로</a:t>
            </a:r>
            <a:r>
              <a:rPr lang="ko-KR" altLang="en-US" dirty="0"/>
              <a:t> 적용하도록 구성</a:t>
            </a:r>
            <a:endParaRPr lang="en-US" altLang="ko-KR" dirty="0"/>
          </a:p>
          <a:p>
            <a:r>
              <a:rPr lang="ko-KR" altLang="en-US" dirty="0"/>
              <a:t>구조</a:t>
            </a:r>
            <a:r>
              <a:rPr lang="en-US" altLang="ko-KR" dirty="0"/>
              <a:t>/</a:t>
            </a:r>
            <a:r>
              <a:rPr lang="ko-KR" altLang="en-US" dirty="0"/>
              <a:t>증축을 위한 </a:t>
            </a:r>
            <a:r>
              <a:rPr lang="en-US" altLang="ko-KR" dirty="0"/>
              <a:t>4</a:t>
            </a:r>
            <a:r>
              <a:rPr lang="ko-KR" altLang="en-US" dirty="0"/>
              <a:t>가지 유형의 옵션 카탈로그 구성하여</a:t>
            </a:r>
            <a:r>
              <a:rPr lang="en-US" altLang="ko-KR" dirty="0"/>
              <a:t>, </a:t>
            </a:r>
            <a:r>
              <a:rPr lang="ko-KR" altLang="en-US" dirty="0"/>
              <a:t>선택 시 대표 물량 입력을 </a:t>
            </a:r>
            <a:br>
              <a:rPr lang="en-US" altLang="ko-KR" dirty="0"/>
            </a:br>
            <a:r>
              <a:rPr lang="ko-KR" altLang="en-US" dirty="0"/>
              <a:t>통한 빠른 비용 산출 환경 구축</a:t>
            </a:r>
            <a:endParaRPr lang="en-US" altLang="ko-KR" dirty="0"/>
          </a:p>
          <a:p>
            <a:r>
              <a:rPr lang="ko-KR" altLang="en-US" dirty="0"/>
              <a:t>특정 실 귀속 불가 항목</a:t>
            </a:r>
            <a:r>
              <a:rPr lang="en-US" altLang="ko-KR" dirty="0"/>
              <a:t>(</a:t>
            </a:r>
            <a:r>
              <a:rPr lang="ko-KR" altLang="en-US" dirty="0"/>
              <a:t>공용 증축</a:t>
            </a:r>
            <a:r>
              <a:rPr lang="en-US" altLang="ko-KR" dirty="0"/>
              <a:t>)</a:t>
            </a:r>
            <a:r>
              <a:rPr lang="ko-KR" altLang="en-US" dirty="0"/>
              <a:t>의 경우</a:t>
            </a:r>
            <a:r>
              <a:rPr lang="en-US" altLang="ko-KR" dirty="0"/>
              <a:t>, </a:t>
            </a:r>
            <a:r>
              <a:rPr lang="ko-KR" altLang="en-US" dirty="0"/>
              <a:t>공용 구역 실로 귀속하여 별도 구성</a:t>
            </a:r>
            <a:endParaRPr lang="en-US" altLang="ko-KR" dirty="0"/>
          </a:p>
          <a:p>
            <a:r>
              <a:rPr lang="ko-KR" altLang="en-US" dirty="0"/>
              <a:t>개조공사 </a:t>
            </a:r>
            <a:r>
              <a:rPr lang="en-US" altLang="ko-KR" dirty="0"/>
              <a:t>Simulation</a:t>
            </a:r>
            <a:r>
              <a:rPr lang="ko-KR" altLang="en-US" dirty="0"/>
              <a:t>을 통한 오차 축소 범위 검증 예정</a:t>
            </a:r>
            <a:r>
              <a:rPr lang="en-US" altLang="ko-KR" dirty="0"/>
              <a:t>(~9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D8B7C1-47DE-3D15-BE1A-A09E1E58A353}"/>
              </a:ext>
            </a:extLst>
          </p:cNvPr>
          <p:cNvSpPr/>
          <p:nvPr/>
        </p:nvSpPr>
        <p:spPr>
          <a:xfrm>
            <a:off x="5016611" y="5454924"/>
            <a:ext cx="40989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Factor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검토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050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AC1F90-B5DD-D87A-79D3-19B2E585A8AC}"/>
              </a:ext>
            </a:extLst>
          </p:cNvPr>
          <p:cNvSpPr txBox="1"/>
          <p:nvPr/>
        </p:nvSpPr>
        <p:spPr>
          <a:xfrm>
            <a:off x="5054319" y="5846282"/>
            <a:ext cx="4390068" cy="432000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171450" indent="-108000">
              <a:spcBef>
                <a:spcPts val="600"/>
              </a:spcBef>
              <a:buFont typeface="Wingdings" panose="05000000000000000000" pitchFamily="2" charset="2"/>
              <a:buChar char="§"/>
              <a:defRPr sz="105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000" dirty="0"/>
              <a:t>잔존비용 계수</a:t>
            </a:r>
            <a:r>
              <a:rPr lang="en-US" altLang="ko-KR" sz="1000" dirty="0"/>
              <a:t>+</a:t>
            </a:r>
            <a:r>
              <a:rPr lang="ko-KR" altLang="en-US" sz="1000" dirty="0"/>
              <a:t>재사용율 등을 검토하여 설비 재사용율</a:t>
            </a:r>
            <a:r>
              <a:rPr lang="en-US" altLang="ko-KR" sz="1000" dirty="0"/>
              <a:t>(</a:t>
            </a:r>
            <a:r>
              <a:rPr lang="ko-KR" altLang="en-US" sz="1000" dirty="0"/>
              <a:t>기계</a:t>
            </a:r>
            <a:r>
              <a:rPr lang="en-US" altLang="ko-KR" sz="1000" dirty="0"/>
              <a:t>)</a:t>
            </a:r>
            <a:r>
              <a:rPr lang="ko-KR" altLang="en-US" sz="1000" dirty="0"/>
              <a:t>에 대한 </a:t>
            </a:r>
            <a:r>
              <a:rPr lang="en-US" altLang="ko-KR" sz="1000" dirty="0"/>
              <a:t>Factor </a:t>
            </a:r>
            <a:br>
              <a:rPr lang="en-US" altLang="ko-KR" sz="1000" dirty="0"/>
            </a:br>
            <a:r>
              <a:rPr lang="ko-KR" altLang="en-US" sz="1000" dirty="0"/>
              <a:t>적용 방안 검토</a:t>
            </a:r>
            <a:r>
              <a:rPr lang="en-US" altLang="ko-KR" sz="1000" dirty="0"/>
              <a:t>(~9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/>
              <a:t>난이도 </a:t>
            </a:r>
            <a:r>
              <a:rPr lang="ko-KR" altLang="en-US" sz="1000" dirty="0" err="1"/>
              <a:t>요율</a:t>
            </a:r>
            <a:r>
              <a:rPr lang="ko-KR" altLang="en-US" sz="1000" dirty="0"/>
              <a:t> </a:t>
            </a:r>
            <a:r>
              <a:rPr lang="en-US" altLang="ko-KR" sz="1000" dirty="0"/>
              <a:t>4</a:t>
            </a:r>
            <a:r>
              <a:rPr lang="ko-KR" altLang="en-US" sz="1000" dirty="0"/>
              <a:t>요인</a:t>
            </a:r>
            <a:r>
              <a:rPr lang="en-US" altLang="ko-KR" sz="1000" dirty="0"/>
              <a:t>(</a:t>
            </a:r>
            <a:r>
              <a:rPr lang="ko-KR" altLang="en-US" sz="1000" dirty="0"/>
              <a:t>작업 제한</a:t>
            </a:r>
            <a:r>
              <a:rPr lang="en-US" altLang="ko-KR" sz="1000" dirty="0"/>
              <a:t>, </a:t>
            </a:r>
            <a:r>
              <a:rPr lang="ko-KR" altLang="en-US" sz="1000" dirty="0"/>
              <a:t>협소작업</a:t>
            </a:r>
            <a:r>
              <a:rPr lang="en-US" altLang="ko-KR" sz="1000" dirty="0"/>
              <a:t>, </a:t>
            </a:r>
            <a:r>
              <a:rPr lang="ko-KR" altLang="en-US" sz="1000" dirty="0"/>
              <a:t>이동 </a:t>
            </a:r>
            <a:r>
              <a:rPr lang="en-US" altLang="ko-KR" sz="1000" dirty="0"/>
              <a:t>Loss, </a:t>
            </a:r>
            <a:r>
              <a:rPr lang="ko-KR" altLang="en-US" sz="1000" dirty="0"/>
              <a:t>작업량</a:t>
            </a:r>
            <a:r>
              <a:rPr lang="en-US" altLang="ko-KR" sz="1000" dirty="0"/>
              <a:t>)</a:t>
            </a:r>
            <a:r>
              <a:rPr lang="ko-KR" altLang="en-US" sz="1000" dirty="0"/>
              <a:t>에 대한 </a:t>
            </a:r>
            <a:r>
              <a:rPr lang="en-US" altLang="ko-KR" sz="1000" dirty="0"/>
              <a:t>Factor </a:t>
            </a:r>
            <a:r>
              <a:rPr lang="ko-KR" altLang="en-US" sz="1000" dirty="0"/>
              <a:t>도출 </a:t>
            </a:r>
            <a:br>
              <a:rPr lang="en-US" altLang="ko-KR" sz="1000" dirty="0"/>
            </a:br>
            <a:r>
              <a:rPr lang="ko-KR" altLang="en-US" sz="1000" dirty="0"/>
              <a:t>가능성 검토</a:t>
            </a:r>
            <a:r>
              <a:rPr lang="en-US" altLang="ko-KR" sz="1000" dirty="0"/>
              <a:t>(~9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9836251-A919-6255-F38A-F8487859AB99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A8C5F89-05F7-BD6D-27A9-B6B7EBB789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737D50-FCDE-6549-1FA0-4BDF6A7E2464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32917E2-4ADB-617E-A340-3F793B3047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189265-A571-21D0-B473-52D034060C86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FA59AA4-4043-2444-26CF-3913087941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CE2DD2-FF1D-954F-F8A0-581978A0D87E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6992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 </a:t>
            </a:r>
            <a:r>
              <a:rPr lang="ko-KR" altLang="en-US">
                <a:latin typeface="Arial Narrow"/>
                <a:ea typeface="LG스마트체 Regular"/>
              </a:rPr>
              <a:t>기반 구축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85279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 기반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IVS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적용을 통한 작업자 업무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Load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저감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Q : 19,612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 운영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('26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단독법인 인원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D : ’26.9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33782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8146AB-93D7-4C39-8E08-1CD3BC858E83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113" name="타원 112">
            <a:extLst>
              <a:ext uri="{FF2B5EF4-FFF2-40B4-BE49-F238E27FC236}">
                <a16:creationId xmlns:a16="http://schemas.microsoft.com/office/drawing/2014/main" id="{4752D5FB-100E-4D0B-8FCC-F6419B044192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667C3E4-7E7C-7AE4-BEC7-520ECE3FC3A0}"/>
              </a:ext>
            </a:extLst>
          </p:cNvPr>
          <p:cNvSpPr txBox="1"/>
          <p:nvPr/>
        </p:nvSpPr>
        <p:spPr>
          <a:xfrm>
            <a:off x="703604" y="3661766"/>
            <a:ext cx="4437472" cy="300184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0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기능 </a:t>
            </a:r>
            <a:r>
              <a:rPr lang="en-US" altLang="ko-KR" sz="10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Pro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알고리즘</a:t>
            </a:r>
            <a:r>
              <a:rPr lang="en-US" altLang="ko-KR" sz="10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ESHM </a:t>
            </a:r>
            <a:r>
              <a:rPr lang="ko-KR" altLang="en-US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다빈치 유휴 자원 확보 완료</a:t>
            </a:r>
            <a: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(26.01)</a:t>
            </a:r>
            <a:br>
              <a:rPr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IVS </a:t>
            </a:r>
            <a:r>
              <a:rPr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시스템 </a:t>
            </a:r>
            <a:r>
              <a:rPr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Open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대표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개소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IVS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판정 적용 완료</a:t>
            </a:r>
            <a:r>
              <a:rPr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임시서버</a:t>
            </a:r>
            <a:r>
              <a:rPr lang="en-US" altLang="ko-KR" sz="1000" b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3/31)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IVS NG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 조치 결과 시스템 연동 기능 적용 완료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(6/1)</a:t>
            </a:r>
          </a:p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000" b="1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서버</a:t>
            </a:r>
            <a:br>
              <a:rPr lang="en-US" altLang="ko-KR" sz="1000" b="0" i="0" u="none" strike="noStrike" dirty="0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- 4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본 서버 구축을 위한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H/W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선발주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진행 완료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(1/28)</a:t>
            </a:r>
            <a:b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임시 서버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운영 서버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전환 완료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(4/28)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등록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배포 화면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Open(4/28) </a:t>
            </a:r>
            <a:r>
              <a:rPr kumimoji="1"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IVS</a:t>
            </a:r>
            <a:r>
              <a:rPr kumimoji="1"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알고리즘 확산 준비 완료</a:t>
            </a:r>
            <a:endParaRPr kumimoji="1"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 기능 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(Basic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Basic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및 학습 기능 화면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Open(7/9)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: 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PLC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Trigger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판정 기능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특정 주기 별 판정 기능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: 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 이미지 업로드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IVS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App(Multimodal AI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Basic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 학습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기능 사용자 교육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(8/10~8/13, 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누적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66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PLC Trigger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판정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Basic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대표호기 탑재 완료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(8/13)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: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학습용 이미지 추출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(8/11),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 학습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(8/12), Trigger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신호 생성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(8/12),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탑재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(8/13)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5605B-11C4-02F4-3FC1-D711E9EEBB79}"/>
              </a:ext>
            </a:extLst>
          </p:cNvPr>
          <p:cNvSpPr txBox="1"/>
          <p:nvPr/>
        </p:nvSpPr>
        <p:spPr>
          <a:xfrm>
            <a:off x="741480" y="1959515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임시서버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83572-75FC-CB1D-0D44-76590CAE31AD}"/>
              </a:ext>
            </a:extLst>
          </p:cNvPr>
          <p:cNvSpPr txBox="1"/>
          <p:nvPr/>
        </p:nvSpPr>
        <p:spPr>
          <a:xfrm>
            <a:off x="741480" y="2654140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운영서버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29DC19E-B89E-D25B-1858-4C38DC051E72}"/>
              </a:ext>
            </a:extLst>
          </p:cNvPr>
          <p:cNvCxnSpPr>
            <a:cxnSpLocks/>
          </p:cNvCxnSpPr>
          <p:nvPr/>
        </p:nvCxnSpPr>
        <p:spPr>
          <a:xfrm>
            <a:off x="1458687" y="2778088"/>
            <a:ext cx="811076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D27BD9-F94A-C8CA-D23C-404EB21F2396}"/>
              </a:ext>
            </a:extLst>
          </p:cNvPr>
          <p:cNvSpPr txBox="1"/>
          <p:nvPr/>
        </p:nvSpPr>
        <p:spPr>
          <a:xfrm>
            <a:off x="1843388" y="2810650"/>
            <a:ext cx="43818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투자심의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947E23B-1AB5-C698-E273-ED605AAE8A54}"/>
              </a:ext>
            </a:extLst>
          </p:cNvPr>
          <p:cNvSpPr/>
          <p:nvPr/>
        </p:nvSpPr>
        <p:spPr>
          <a:xfrm>
            <a:off x="1986358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A5A7C42-6DA9-7687-7526-3B91CAA8F596}"/>
              </a:ext>
            </a:extLst>
          </p:cNvPr>
          <p:cNvCxnSpPr>
            <a:cxnSpLocks/>
          </p:cNvCxnSpPr>
          <p:nvPr/>
        </p:nvCxnSpPr>
        <p:spPr>
          <a:xfrm>
            <a:off x="1458687" y="2073238"/>
            <a:ext cx="187506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>
            <a:extLst>
              <a:ext uri="{FF2B5EF4-FFF2-40B4-BE49-F238E27FC236}">
                <a16:creationId xmlns:a16="http://schemas.microsoft.com/office/drawing/2014/main" id="{7E0D7F6B-F133-7DE6-E466-AD5486A32D3A}"/>
              </a:ext>
            </a:extLst>
          </p:cNvPr>
          <p:cNvSpPr/>
          <p:nvPr/>
        </p:nvSpPr>
        <p:spPr>
          <a:xfrm>
            <a:off x="1786333" y="200243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37F18D-68E5-D327-B169-343EC2A8A321}"/>
              </a:ext>
            </a:extLst>
          </p:cNvPr>
          <p:cNvSpPr txBox="1"/>
          <p:nvPr/>
        </p:nvSpPr>
        <p:spPr>
          <a:xfrm>
            <a:off x="1640640" y="2167139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판정기능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35A2F52-AEFB-2BC7-C8B0-D3AAEF3ABA7D}"/>
              </a:ext>
            </a:extLst>
          </p:cNvPr>
          <p:cNvSpPr/>
          <p:nvPr/>
        </p:nvSpPr>
        <p:spPr>
          <a:xfrm>
            <a:off x="2776933" y="200243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6D2B0F-503D-526B-139B-F396D3FE40B9}"/>
              </a:ext>
            </a:extLst>
          </p:cNvPr>
          <p:cNvSpPr txBox="1"/>
          <p:nvPr/>
        </p:nvSpPr>
        <p:spPr>
          <a:xfrm>
            <a:off x="2622789" y="2167139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임시서버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Open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4EA7F86-4228-43DA-FB10-0C81943A47B9}"/>
              </a:ext>
            </a:extLst>
          </p:cNvPr>
          <p:cNvSpPr/>
          <p:nvPr/>
        </p:nvSpPr>
        <p:spPr>
          <a:xfrm>
            <a:off x="2770129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C26203-2C68-BC57-280B-A3BD9BAB01C9}"/>
              </a:ext>
            </a:extLst>
          </p:cNvPr>
          <p:cNvSpPr txBox="1"/>
          <p:nvPr/>
        </p:nvSpPr>
        <p:spPr>
          <a:xfrm>
            <a:off x="2622788" y="2859289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학습기능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548CAD2-47B0-F497-7C85-264508F335B5}"/>
              </a:ext>
            </a:extLst>
          </p:cNvPr>
          <p:cNvSpPr/>
          <p:nvPr/>
        </p:nvSpPr>
        <p:spPr>
          <a:xfrm>
            <a:off x="4471929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9A8B72-337B-7A30-07EC-D4104C554C48}"/>
              </a:ext>
            </a:extLst>
          </p:cNvPr>
          <p:cNvSpPr txBox="1"/>
          <p:nvPr/>
        </p:nvSpPr>
        <p:spPr>
          <a:xfrm>
            <a:off x="4337288" y="2859289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학습기능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F45EBA9-73D2-1080-F429-739E5B319C61}"/>
              </a:ext>
            </a:extLst>
          </p:cNvPr>
          <p:cNvSpPr/>
          <p:nvPr/>
        </p:nvSpPr>
        <p:spPr>
          <a:xfrm>
            <a:off x="3544829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FEEEAF8-FCB3-45D2-E1C4-CA7088198621}"/>
              </a:ext>
            </a:extLst>
          </p:cNvPr>
          <p:cNvSpPr/>
          <p:nvPr/>
        </p:nvSpPr>
        <p:spPr>
          <a:xfrm>
            <a:off x="3138429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3B238E-B881-74A9-55D5-9EB7AE18C9DD}"/>
              </a:ext>
            </a:extLst>
          </p:cNvPr>
          <p:cNvSpPr txBox="1"/>
          <p:nvPr/>
        </p:nvSpPr>
        <p:spPr>
          <a:xfrm>
            <a:off x="3030425" y="2865639"/>
            <a:ext cx="346817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본서버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셋업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F1AB0B-32C5-AD4E-D01D-0587495278D5}"/>
              </a:ext>
            </a:extLst>
          </p:cNvPr>
          <p:cNvSpPr txBox="1"/>
          <p:nvPr/>
        </p:nvSpPr>
        <p:spPr>
          <a:xfrm>
            <a:off x="3449525" y="2865639"/>
            <a:ext cx="346817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본서버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58" name="구부러진 연결선 351">
            <a:extLst>
              <a:ext uri="{FF2B5EF4-FFF2-40B4-BE49-F238E27FC236}">
                <a16:creationId xmlns:a16="http://schemas.microsoft.com/office/drawing/2014/main" id="{CF59D2AE-0C48-C1EA-0014-9AB20B27DF48}"/>
              </a:ext>
            </a:extLst>
          </p:cNvPr>
          <p:cNvCxnSpPr>
            <a:cxnSpLocks/>
            <a:stCxn id="44" idx="6"/>
            <a:endCxn id="54" idx="0"/>
          </p:cNvCxnSpPr>
          <p:nvPr/>
        </p:nvCxnSpPr>
        <p:spPr>
          <a:xfrm>
            <a:off x="2920933" y="2074435"/>
            <a:ext cx="695896" cy="632850"/>
          </a:xfrm>
          <a:prstGeom prst="curvedConnector2">
            <a:avLst/>
          </a:prstGeom>
          <a:noFill/>
          <a:ln w="9525" cap="flat" cmpd="sng" algn="ctr">
            <a:solidFill>
              <a:srgbClr val="FFFFFF">
                <a:lumMod val="65000"/>
              </a:srgbClr>
            </a:solidFill>
            <a:prstDash val="solid"/>
            <a:tailEnd type="triangle"/>
          </a:ln>
          <a:effectLst/>
        </p:spPr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EAE6AF58-B51E-9D0C-4838-9BB106A7932A}"/>
              </a:ext>
            </a:extLst>
          </p:cNvPr>
          <p:cNvSpPr/>
          <p:nvPr/>
        </p:nvSpPr>
        <p:spPr>
          <a:xfrm>
            <a:off x="5678443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C3BCBE-7790-BAFE-689C-72C87CFD922F}"/>
              </a:ext>
            </a:extLst>
          </p:cNvPr>
          <p:cNvSpPr txBox="1"/>
          <p:nvPr/>
        </p:nvSpPr>
        <p:spPr>
          <a:xfrm>
            <a:off x="5544186" y="2859289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학습기능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적용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FF869394-18BB-9CD4-9B76-7AC352E19796}"/>
              </a:ext>
            </a:extLst>
          </p:cNvPr>
          <p:cNvSpPr/>
          <p:nvPr/>
        </p:nvSpPr>
        <p:spPr>
          <a:xfrm>
            <a:off x="7302702" y="270728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F5354C-2C73-703E-8829-CBE1F8FB0CDA}"/>
              </a:ext>
            </a:extLst>
          </p:cNvPr>
          <p:cNvSpPr txBox="1"/>
          <p:nvPr/>
        </p:nvSpPr>
        <p:spPr>
          <a:xfrm>
            <a:off x="7155360" y="2859289"/>
            <a:ext cx="43818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알고리즘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확산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115" name="그룹 1">
            <a:extLst>
              <a:ext uri="{FF2B5EF4-FFF2-40B4-BE49-F238E27FC236}">
                <a16:creationId xmlns:a16="http://schemas.microsoft.com/office/drawing/2014/main" id="{0F22DD07-56A9-4D18-9FCA-686476AE5046}"/>
              </a:ext>
            </a:extLst>
          </p:cNvPr>
          <p:cNvGrpSpPr/>
          <p:nvPr/>
        </p:nvGrpSpPr>
        <p:grpSpPr>
          <a:xfrm>
            <a:off x="6594974" y="1509607"/>
            <a:ext cx="205184" cy="1670547"/>
            <a:chOff x="2020628" y="1123354"/>
            <a:chExt cx="205184" cy="5005022"/>
          </a:xfrm>
        </p:grpSpPr>
        <p:grpSp>
          <p:nvGrpSpPr>
            <p:cNvPr id="116" name="그룹 2">
              <a:extLst>
                <a:ext uri="{FF2B5EF4-FFF2-40B4-BE49-F238E27FC236}">
                  <a16:creationId xmlns:a16="http://schemas.microsoft.com/office/drawing/2014/main" id="{06579EF2-FFC8-4115-9C2B-54F05CED6CF4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120" name="직선 연결선 167">
                <a:extLst>
                  <a:ext uri="{FF2B5EF4-FFF2-40B4-BE49-F238E27FC236}">
                    <a16:creationId xmlns:a16="http://schemas.microsoft.com/office/drawing/2014/main" id="{9669F816-FAB6-4DAF-9267-13C603DDE6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121" name="이등변 삼각형 7">
                <a:extLst>
                  <a:ext uri="{FF2B5EF4-FFF2-40B4-BE49-F238E27FC236}">
                    <a16:creationId xmlns:a16="http://schemas.microsoft.com/office/drawing/2014/main" id="{A09B542C-B3CB-44C4-A4B8-7354EB814C56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19" name="Text Box 4">
              <a:extLst>
                <a:ext uri="{FF2B5EF4-FFF2-40B4-BE49-F238E27FC236}">
                  <a16:creationId xmlns:a16="http://schemas.microsoft.com/office/drawing/2014/main" id="{4A569193-A705-42EA-A7D3-A3B9DAAA5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24" name="그룹 1">
            <a:extLst>
              <a:ext uri="{FF2B5EF4-FFF2-40B4-BE49-F238E27FC236}">
                <a16:creationId xmlns:a16="http://schemas.microsoft.com/office/drawing/2014/main" id="{35482C0B-D31F-4794-BF55-C236585D84E9}"/>
              </a:ext>
            </a:extLst>
          </p:cNvPr>
          <p:cNvGrpSpPr/>
          <p:nvPr/>
        </p:nvGrpSpPr>
        <p:grpSpPr>
          <a:xfrm>
            <a:off x="8912274" y="1484784"/>
            <a:ext cx="205184" cy="1639668"/>
            <a:chOff x="2020628" y="1123354"/>
            <a:chExt cx="205184" cy="4912508"/>
          </a:xfrm>
        </p:grpSpPr>
        <p:grpSp>
          <p:nvGrpSpPr>
            <p:cNvPr id="132" name="그룹 2">
              <a:extLst>
                <a:ext uri="{FF2B5EF4-FFF2-40B4-BE49-F238E27FC236}">
                  <a16:creationId xmlns:a16="http://schemas.microsoft.com/office/drawing/2014/main" id="{ADBCD9E1-794E-4C0B-9C3B-FA3AFA0586CE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136" name="직선 연결선 167">
                <a:extLst>
                  <a:ext uri="{FF2B5EF4-FFF2-40B4-BE49-F238E27FC236}">
                    <a16:creationId xmlns:a16="http://schemas.microsoft.com/office/drawing/2014/main" id="{6EBC15AD-AEF2-45BD-954C-938D8A233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137" name="이등변 삼각형 7">
                <a:extLst>
                  <a:ext uri="{FF2B5EF4-FFF2-40B4-BE49-F238E27FC236}">
                    <a16:creationId xmlns:a16="http://schemas.microsoft.com/office/drawing/2014/main" id="{E95918B5-92CD-465F-B237-4B648E0576F0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33" name="Text Box 4">
              <a:extLst>
                <a:ext uri="{FF2B5EF4-FFF2-40B4-BE49-F238E27FC236}">
                  <a16:creationId xmlns:a16="http://schemas.microsoft.com/office/drawing/2014/main" id="{C04F6CA9-EE73-4848-B223-798A284D8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7" name="실행 단추: 돌아가기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4D71B9F-B455-C8F2-9771-7445657BE027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24ACC-F725-034B-AFBD-64ACE56F30EF}"/>
              </a:ext>
            </a:extLst>
          </p:cNvPr>
          <p:cNvSpPr txBox="1"/>
          <p:nvPr/>
        </p:nvSpPr>
        <p:spPr>
          <a:xfrm>
            <a:off x="5154954" y="3687716"/>
            <a:ext cx="4611346" cy="63196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확산</a:t>
            </a:r>
            <a:b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- Pro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알고리즘 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카메라 </a:t>
            </a:r>
            <a:r>
              <a:rPr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화각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고정 작업 진행중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(8/30~),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순차 확산 전개 예정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(~9/30)</a:t>
            </a:r>
            <a:b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- Basic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 호기 알고리즘 운영 및 성능 검증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(~9/30)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D2A91F0-E383-8615-7B8E-104ADF86E069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3626807-90DF-9088-69F8-0AF25BC07B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5AEC7B-A7E0-B7FC-FEF7-C5DB87DE38E8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E63F861-C439-9A30-B1AC-68A6FA1F5B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C2A0F6-F6E0-8BF1-C00B-F3585C5A6827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5CCE8E2-2A9A-D741-BF07-A0817A90DB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07736D-5D5F-A922-5ADC-008B7B5938FF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875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4">
            <a:extLst>
              <a:ext uri="{FF2B5EF4-FFF2-40B4-BE49-F238E27FC236}">
                <a16:creationId xmlns:a16="http://schemas.microsoft.com/office/drawing/2014/main" id="{E5A8BC40-C62B-4E90-A33D-4D150AD7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 </a:t>
            </a:r>
            <a:r>
              <a:rPr lang="ko-KR" altLang="en-US">
                <a:latin typeface="Arial Narrow"/>
                <a:ea typeface="LG스마트체 Regular"/>
              </a:rPr>
              <a:t>기반 구축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’25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예측을 위한 모델링 검증 환경 구축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Q :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 적확도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D : ‘26.9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469315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4752D5FB-100E-4D0B-8FCC-F6419B044192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741927A-822A-9D8D-191D-8A7ED616C763}"/>
              </a:ext>
            </a:extLst>
          </p:cNvPr>
          <p:cNvSpPr txBox="1"/>
          <p:nvPr/>
        </p:nvSpPr>
        <p:spPr>
          <a:xfrm>
            <a:off x="5197856" y="3732438"/>
            <a:ext cx="4473929" cy="781368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Codespace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내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VM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 구축</a:t>
            </a:r>
            <a:endParaRPr kumimoji="1" lang="en-US" altLang="ko-KR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en-US" altLang="ko-KR" sz="11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Codespace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망 내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FADE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운영서버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VM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생성 완료되어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(8/31)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방화벽 해제 및 서버 셋업 진행 중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(~9/11)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8B7B89F-9F02-02CA-DAAD-7702AF5F2379}"/>
              </a:ext>
            </a:extLst>
          </p:cNvPr>
          <p:cNvSpPr txBox="1"/>
          <p:nvPr/>
        </p:nvSpPr>
        <p:spPr>
          <a:xfrm>
            <a:off x="839580" y="5132698"/>
            <a:ext cx="4157719" cy="1390765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Data Extractor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FADE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화면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UI</a:t>
            </a:r>
            <a:endParaRPr kumimoji="1" lang="en-US" altLang="ko-KR" sz="1200" b="1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FADE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UI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화면 상세 요건 논의 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(8/25)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1)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 상세 요건 논의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8/25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서초 대면 미팅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2)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원통형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 상세 요건 논의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8/24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오창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대면 미팅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UI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완료하여 개발 환경 반영 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(8/28),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기준정보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DB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설계 진행 중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(~9/9)</a:t>
            </a: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3" name="실행 단추: 돌아가기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A427E17-7BE9-BBE6-27E0-166DA98A6EEC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93E8CE8D-F838-40D1-8BEC-9C72A68558D3}"/>
              </a:ext>
            </a:extLst>
          </p:cNvPr>
          <p:cNvGraphicFramePr>
            <a:graphicFrameLocks noGrp="1"/>
          </p:cNvGraphicFramePr>
          <p:nvPr/>
        </p:nvGraphicFramePr>
        <p:xfrm>
          <a:off x="735049" y="1505326"/>
          <a:ext cx="8862109" cy="1687456"/>
        </p:xfrm>
        <a:graphic>
          <a:graphicData uri="http://schemas.openxmlformats.org/drawingml/2006/table">
            <a:tbl>
              <a:tblPr/>
              <a:tblGrid>
                <a:gridCol w="751768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51768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698732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  <a:gridCol w="698733">
                  <a:extLst>
                    <a:ext uri="{9D8B030D-6E8A-4147-A177-3AD203B41FA5}">
                      <a16:colId xmlns:a16="http://schemas.microsoft.com/office/drawing/2014/main" val="2359673791"/>
                    </a:ext>
                  </a:extLst>
                </a:gridCol>
                <a:gridCol w="698732">
                  <a:extLst>
                    <a:ext uri="{9D8B030D-6E8A-4147-A177-3AD203B41FA5}">
                      <a16:colId xmlns:a16="http://schemas.microsoft.com/office/drawing/2014/main" val="222231889"/>
                    </a:ext>
                  </a:extLst>
                </a:gridCol>
              </a:tblGrid>
              <a:tr h="144000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‘26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’27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68948"/>
                  </a:ext>
                </a:extLst>
              </a:tr>
              <a:tr h="144000"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349864"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349864"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349864"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157385"/>
                  </a:ext>
                </a:extLst>
              </a:tr>
              <a:tr h="349864"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4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290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433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578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722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2867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011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155" algn="l" defTabSz="914290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381856"/>
                  </a:ext>
                </a:extLst>
              </a:tr>
            </a:tbl>
          </a:graphicData>
        </a:graphic>
      </p:graphicFrame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21237891-EFDA-CDDC-A9A5-AA6150D5C2FF}"/>
              </a:ext>
            </a:extLst>
          </p:cNvPr>
          <p:cNvCxnSpPr>
            <a:cxnSpLocks/>
          </p:cNvCxnSpPr>
          <p:nvPr/>
        </p:nvCxnSpPr>
        <p:spPr>
          <a:xfrm>
            <a:off x="779462" y="1955702"/>
            <a:ext cx="8817694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2776795-95F2-B4FB-C3B1-E54B032136B7}"/>
              </a:ext>
            </a:extLst>
          </p:cNvPr>
          <p:cNvSpPr txBox="1"/>
          <p:nvPr/>
        </p:nvSpPr>
        <p:spPr>
          <a:xfrm>
            <a:off x="1379650" y="1990915"/>
            <a:ext cx="438188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요건정의</a:t>
            </a: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D2B8D56B-A4DF-A534-47F8-025C1D2135CE}"/>
              </a:ext>
            </a:extLst>
          </p:cNvPr>
          <p:cNvSpPr/>
          <p:nvPr/>
        </p:nvSpPr>
        <p:spPr>
          <a:xfrm>
            <a:off x="2105090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F74A51CE-2D4F-FE38-B94A-3E1C8068E187}"/>
              </a:ext>
            </a:extLst>
          </p:cNvPr>
          <p:cNvSpPr/>
          <p:nvPr/>
        </p:nvSpPr>
        <p:spPr>
          <a:xfrm>
            <a:off x="3589604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D609BB56-B117-1F81-B15D-8507F9A639A3}"/>
              </a:ext>
            </a:extLst>
          </p:cNvPr>
          <p:cNvSpPr txBox="1"/>
          <p:nvPr/>
        </p:nvSpPr>
        <p:spPr>
          <a:xfrm>
            <a:off x="3357021" y="1991466"/>
            <a:ext cx="438189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투자심의</a:t>
            </a:r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944021A5-755B-636B-92E0-7ACE6603CC7E}"/>
              </a:ext>
            </a:extLst>
          </p:cNvPr>
          <p:cNvSpPr/>
          <p:nvPr/>
        </p:nvSpPr>
        <p:spPr>
          <a:xfrm>
            <a:off x="5119231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601680B2-4172-76BB-06C4-526E1FD13F01}"/>
              </a:ext>
            </a:extLst>
          </p:cNvPr>
          <p:cNvSpPr/>
          <p:nvPr/>
        </p:nvSpPr>
        <p:spPr>
          <a:xfrm>
            <a:off x="6293613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</a:rPr>
              <a:t>15</a:t>
            </a:r>
            <a:endParaRPr lang="ko-KR" altLang="en-US" sz="10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7446D2A1-8539-10B3-0400-E0135007FF1A}"/>
              </a:ext>
            </a:extLst>
          </p:cNvPr>
          <p:cNvSpPr/>
          <p:nvPr/>
        </p:nvSpPr>
        <p:spPr>
          <a:xfrm>
            <a:off x="3024272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65ED08F-66F4-A535-0E3D-264A5CC509B6}"/>
              </a:ext>
            </a:extLst>
          </p:cNvPr>
          <p:cNvSpPr txBox="1"/>
          <p:nvPr/>
        </p:nvSpPr>
        <p:spPr>
          <a:xfrm>
            <a:off x="4143861" y="1990915"/>
            <a:ext cx="1289383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인프라 환경 구축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시스템 설계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7A1A0BC0-57AC-14E1-C35E-A8D8CAC308F3}"/>
              </a:ext>
            </a:extLst>
          </p:cNvPr>
          <p:cNvSpPr txBox="1"/>
          <p:nvPr/>
        </p:nvSpPr>
        <p:spPr>
          <a:xfrm>
            <a:off x="2723069" y="1998908"/>
            <a:ext cx="671091" cy="195814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인프라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검토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443F3B6-3FD8-1E9A-0134-DD39832BAD23}"/>
              </a:ext>
            </a:extLst>
          </p:cNvPr>
          <p:cNvSpPr txBox="1"/>
          <p:nvPr/>
        </p:nvSpPr>
        <p:spPr>
          <a:xfrm>
            <a:off x="5392834" y="1784214"/>
            <a:ext cx="891838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시스템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(Phase1)</a:t>
            </a:r>
            <a:endParaRPr kumimoji="1" lang="ko-KR" altLang="en-US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972DADB-F255-BBBD-8FD5-B262E8FBC10E}"/>
              </a:ext>
            </a:extLst>
          </p:cNvPr>
          <p:cNvSpPr txBox="1"/>
          <p:nvPr/>
        </p:nvSpPr>
        <p:spPr>
          <a:xfrm>
            <a:off x="6183411" y="1975706"/>
            <a:ext cx="410937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 b="1">
                <a:solidFill>
                  <a:srgbClr val="006600"/>
                </a:solidFill>
                <a:latin typeface="Arial Narrow"/>
                <a:ea typeface="LG스마트체 Regular"/>
                <a:cs typeface="Arial"/>
              </a:rPr>
              <a:t>Open</a:t>
            </a:r>
            <a:endParaRPr lang="en-US" altLang="ko-KR" sz="800" b="1">
              <a:solidFill>
                <a:srgbClr val="006600"/>
              </a:solidFill>
              <a:latin typeface="Arial Narrow"/>
              <a:ea typeface="LG스마트체 Regular"/>
              <a:cs typeface="Arial"/>
            </a:endParaRPr>
          </a:p>
          <a:p>
            <a:pPr algn="ctr">
              <a:defRPr/>
            </a:pPr>
            <a:r>
              <a:rPr kumimoji="1" lang="en-US" altLang="ko-KR" sz="800">
                <a:solidFill>
                  <a:srgbClr val="006600"/>
                </a:solidFill>
                <a:latin typeface="Arial Narrow"/>
                <a:ea typeface="LG스마트체 Regular"/>
                <a:cs typeface="Arial"/>
              </a:rPr>
              <a:t>(Phase1)</a:t>
            </a:r>
            <a:endParaRPr lang="ko-KR" altLang="en-US" sz="800">
              <a:solidFill>
                <a:srgbClr val="006600"/>
              </a:solidFill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F7A9E4C0-5AD0-5B9D-7DF7-965D299B041B}"/>
              </a:ext>
            </a:extLst>
          </p:cNvPr>
          <p:cNvSpPr/>
          <p:nvPr/>
        </p:nvSpPr>
        <p:spPr>
          <a:xfrm>
            <a:off x="7764148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64C3B9B-E82D-A921-FB23-46133C86CCE0}"/>
              </a:ext>
            </a:extLst>
          </p:cNvPr>
          <p:cNvSpPr txBox="1"/>
          <p:nvPr/>
        </p:nvSpPr>
        <p:spPr>
          <a:xfrm>
            <a:off x="6738549" y="1785302"/>
            <a:ext cx="891838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시스템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(Phase2)</a:t>
            </a:r>
            <a:endParaRPr kumimoji="1" lang="ko-KR" altLang="en-US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A72B815-6351-0AA6-F2EB-05609880D7A6}"/>
              </a:ext>
            </a:extLst>
          </p:cNvPr>
          <p:cNvSpPr txBox="1"/>
          <p:nvPr/>
        </p:nvSpPr>
        <p:spPr>
          <a:xfrm>
            <a:off x="7630679" y="1975706"/>
            <a:ext cx="410937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Open</a:t>
            </a:r>
          </a:p>
          <a:p>
            <a:pPr algn="ctr">
              <a:defRPr/>
            </a:pP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(Phase2)</a:t>
            </a:r>
            <a:endParaRPr kumimoji="1" lang="ko-KR" altLang="en-US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BBE67586-42D6-6239-6D67-6BF3C2126CCA}"/>
              </a:ext>
            </a:extLst>
          </p:cNvPr>
          <p:cNvCxnSpPr>
            <a:cxnSpLocks/>
          </p:cNvCxnSpPr>
          <p:nvPr/>
        </p:nvCxnSpPr>
        <p:spPr>
          <a:xfrm>
            <a:off x="4054306" y="2335824"/>
            <a:ext cx="5542850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8386F8FA-7A20-CD2E-DEAF-AAD260E41594}"/>
              </a:ext>
            </a:extLst>
          </p:cNvPr>
          <p:cNvCxnSpPr>
            <a:cxnSpLocks/>
          </p:cNvCxnSpPr>
          <p:nvPr/>
        </p:nvCxnSpPr>
        <p:spPr>
          <a:xfrm>
            <a:off x="4054306" y="2678412"/>
            <a:ext cx="5542850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F88BE61B-2728-74DC-AA78-CC527489C98F}"/>
              </a:ext>
            </a:extLst>
          </p:cNvPr>
          <p:cNvCxnSpPr>
            <a:cxnSpLocks/>
          </p:cNvCxnSpPr>
          <p:nvPr/>
        </p:nvCxnSpPr>
        <p:spPr>
          <a:xfrm>
            <a:off x="4054306" y="3036552"/>
            <a:ext cx="5542850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258" name="타원 257">
            <a:extLst>
              <a:ext uri="{FF2B5EF4-FFF2-40B4-BE49-F238E27FC236}">
                <a16:creationId xmlns:a16="http://schemas.microsoft.com/office/drawing/2014/main" id="{20AD4683-ACBB-8FF1-0513-F8ED264F117F}"/>
              </a:ext>
            </a:extLst>
          </p:cNvPr>
          <p:cNvSpPr/>
          <p:nvPr/>
        </p:nvSpPr>
        <p:spPr>
          <a:xfrm>
            <a:off x="5114284" y="2279878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9" name="타원 258">
            <a:extLst>
              <a:ext uri="{FF2B5EF4-FFF2-40B4-BE49-F238E27FC236}">
                <a16:creationId xmlns:a16="http://schemas.microsoft.com/office/drawing/2014/main" id="{3D7C903A-31A0-54F9-52CD-AABAAF0AA8E0}"/>
              </a:ext>
            </a:extLst>
          </p:cNvPr>
          <p:cNvSpPr/>
          <p:nvPr/>
        </p:nvSpPr>
        <p:spPr>
          <a:xfrm>
            <a:off x="5867733" y="2279878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0531A6A-3880-2E15-585F-F16142D4B0B1}"/>
              </a:ext>
            </a:extLst>
          </p:cNvPr>
          <p:cNvSpPr txBox="1"/>
          <p:nvPr/>
        </p:nvSpPr>
        <p:spPr>
          <a:xfrm>
            <a:off x="4488639" y="2349054"/>
            <a:ext cx="736347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파이프라인 설계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5B49C96-08D2-6B56-67D4-BDF36CBD69E5}"/>
              </a:ext>
            </a:extLst>
          </p:cNvPr>
          <p:cNvSpPr txBox="1"/>
          <p:nvPr/>
        </p:nvSpPr>
        <p:spPr>
          <a:xfrm>
            <a:off x="5936932" y="2349054"/>
            <a:ext cx="736347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파이프라인 개발</a:t>
            </a:r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A1EDC461-21A4-852D-ECE4-F452897A6622}"/>
              </a:ext>
            </a:extLst>
          </p:cNvPr>
          <p:cNvSpPr/>
          <p:nvPr/>
        </p:nvSpPr>
        <p:spPr>
          <a:xfrm>
            <a:off x="6713206" y="2279878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88634F2-80D9-EB2D-F633-C8C7A3A31585}"/>
              </a:ext>
            </a:extLst>
          </p:cNvPr>
          <p:cNvSpPr txBox="1"/>
          <p:nvPr/>
        </p:nvSpPr>
        <p:spPr>
          <a:xfrm>
            <a:off x="6813826" y="2349054"/>
            <a:ext cx="1472125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마트 적재 개발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수집 테스트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8BE386F-8F8E-A9C0-E05A-C7E2E8BC6274}"/>
              </a:ext>
            </a:extLst>
          </p:cNvPr>
          <p:cNvSpPr txBox="1"/>
          <p:nvPr/>
        </p:nvSpPr>
        <p:spPr>
          <a:xfrm>
            <a:off x="736920" y="1829053"/>
            <a:ext cx="610584" cy="283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Master Plan</a:t>
            </a:r>
            <a:endParaRPr kumimoji="0" lang="ko-KR" altLang="en-US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97D9F292-FCC7-B1E8-395C-9F5B03DCB876}"/>
              </a:ext>
            </a:extLst>
          </p:cNvPr>
          <p:cNvSpPr/>
          <p:nvPr/>
        </p:nvSpPr>
        <p:spPr>
          <a:xfrm>
            <a:off x="1408973" y="1883702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CBC4BB2-8750-5A3D-CEA9-DAC880A4B319}"/>
              </a:ext>
            </a:extLst>
          </p:cNvPr>
          <p:cNvSpPr txBox="1"/>
          <p:nvPr/>
        </p:nvSpPr>
        <p:spPr>
          <a:xfrm>
            <a:off x="1834607" y="1990915"/>
            <a:ext cx="644975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아키텍처 설계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51C440D-B9C9-6C76-2CAE-3762AE58AD20}"/>
              </a:ext>
            </a:extLst>
          </p:cNvPr>
          <p:cNvSpPr txBox="1"/>
          <p:nvPr/>
        </p:nvSpPr>
        <p:spPr>
          <a:xfrm>
            <a:off x="3122329" y="2180399"/>
            <a:ext cx="854663" cy="283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데이터 파이프라인 구축</a:t>
            </a:r>
            <a:endParaRPr kumimoji="0" lang="ko-KR" altLang="en-US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DB02D19C-EB05-86D2-E7F6-2E539FB61BD4}"/>
              </a:ext>
            </a:extLst>
          </p:cNvPr>
          <p:cNvSpPr txBox="1"/>
          <p:nvPr/>
        </p:nvSpPr>
        <p:spPr>
          <a:xfrm>
            <a:off x="2748199" y="2871803"/>
            <a:ext cx="1228794" cy="283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Data Extractor 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및 </a:t>
            </a:r>
            <a:r>
              <a: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Web UI </a:t>
            </a: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CC3AE649-ECD1-3BD0-E635-DC7DFDCE0AC5}"/>
              </a:ext>
            </a:extLst>
          </p:cNvPr>
          <p:cNvSpPr txBox="1"/>
          <p:nvPr/>
        </p:nvSpPr>
        <p:spPr>
          <a:xfrm>
            <a:off x="3122329" y="2531745"/>
            <a:ext cx="854663" cy="283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인프라 환경 구축</a:t>
            </a:r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4AB4ACC7-6458-DF5F-0E29-4E2290CB2F8A}"/>
              </a:ext>
            </a:extLst>
          </p:cNvPr>
          <p:cNvSpPr/>
          <p:nvPr/>
        </p:nvSpPr>
        <p:spPr>
          <a:xfrm>
            <a:off x="5119231" y="2590469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4EB9998B-FD50-876A-8331-D569E2CD7C1E}"/>
              </a:ext>
            </a:extLst>
          </p:cNvPr>
          <p:cNvSpPr txBox="1"/>
          <p:nvPr/>
        </p:nvSpPr>
        <p:spPr>
          <a:xfrm>
            <a:off x="4534324" y="2668933"/>
            <a:ext cx="644976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개발환경 설치</a:t>
            </a:r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205B0E18-8F50-2401-0990-84D79226276D}"/>
              </a:ext>
            </a:extLst>
          </p:cNvPr>
          <p:cNvSpPr/>
          <p:nvPr/>
        </p:nvSpPr>
        <p:spPr>
          <a:xfrm>
            <a:off x="5517141" y="2590469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DC246D55-010E-C16B-E7CE-4C3460CE9BB3}"/>
              </a:ext>
            </a:extLst>
          </p:cNvPr>
          <p:cNvSpPr txBox="1"/>
          <p:nvPr/>
        </p:nvSpPr>
        <p:spPr>
          <a:xfrm>
            <a:off x="5578302" y="2668933"/>
            <a:ext cx="689860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DB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ETL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구축</a:t>
            </a:r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EAFA15C7-5DFF-FBD5-B0D0-12E8AF270268}"/>
              </a:ext>
            </a:extLst>
          </p:cNvPr>
          <p:cNvSpPr/>
          <p:nvPr/>
        </p:nvSpPr>
        <p:spPr>
          <a:xfrm>
            <a:off x="7362820" y="2590469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11F8D4C0-22BD-DFB4-3589-70CEE8EA0A4E}"/>
              </a:ext>
            </a:extLst>
          </p:cNvPr>
          <p:cNvSpPr txBox="1"/>
          <p:nvPr/>
        </p:nvSpPr>
        <p:spPr>
          <a:xfrm>
            <a:off x="7180714" y="2668933"/>
            <a:ext cx="1289383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검증 환경 테스트 및 개선</a:t>
            </a:r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5932AA0A-CF3A-4025-A3E8-2C5BFFFD65A7}"/>
              </a:ext>
            </a:extLst>
          </p:cNvPr>
          <p:cNvSpPr/>
          <p:nvPr/>
        </p:nvSpPr>
        <p:spPr>
          <a:xfrm>
            <a:off x="5515995" y="2948906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3413E9D9-D3DF-D4B6-3007-A4AB01655082}"/>
              </a:ext>
            </a:extLst>
          </p:cNvPr>
          <p:cNvSpPr txBox="1"/>
          <p:nvPr/>
        </p:nvSpPr>
        <p:spPr>
          <a:xfrm>
            <a:off x="5289063" y="3048581"/>
            <a:ext cx="609709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Data Extractor</a:t>
            </a:r>
          </a:p>
          <a:p>
            <a:pPr algn="ctr">
              <a:defRPr/>
            </a:pP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기능설계</a:t>
            </a:r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BF17E6D1-F0A7-E632-615E-FADF03D8616C}"/>
              </a:ext>
            </a:extLst>
          </p:cNvPr>
          <p:cNvSpPr/>
          <p:nvPr/>
        </p:nvSpPr>
        <p:spPr>
          <a:xfrm>
            <a:off x="7036714" y="2948906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0B242A31-2B11-E075-D832-919B9789DE31}"/>
              </a:ext>
            </a:extLst>
          </p:cNvPr>
          <p:cNvSpPr txBox="1"/>
          <p:nvPr/>
        </p:nvSpPr>
        <p:spPr>
          <a:xfrm>
            <a:off x="6811791" y="3034307"/>
            <a:ext cx="1230071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Data Extractor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기능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화면 개발</a:t>
            </a:r>
          </a:p>
        </p:txBody>
      </p:sp>
      <p:sp>
        <p:nvSpPr>
          <p:cNvPr id="283" name="타원 282">
            <a:extLst>
              <a:ext uri="{FF2B5EF4-FFF2-40B4-BE49-F238E27FC236}">
                <a16:creationId xmlns:a16="http://schemas.microsoft.com/office/drawing/2014/main" id="{660030F0-448C-2559-CCDA-C342A2CA698F}"/>
              </a:ext>
            </a:extLst>
          </p:cNvPr>
          <p:cNvSpPr/>
          <p:nvPr/>
        </p:nvSpPr>
        <p:spPr>
          <a:xfrm>
            <a:off x="5112881" y="2956233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7329EDC8-70C1-7A60-3817-3E0B8045CC95}"/>
              </a:ext>
            </a:extLst>
          </p:cNvPr>
          <p:cNvSpPr txBox="1"/>
          <p:nvPr/>
        </p:nvSpPr>
        <p:spPr>
          <a:xfrm>
            <a:off x="4772553" y="3057463"/>
            <a:ext cx="364450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UI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설계</a:t>
            </a:r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CDADECE5-AAF0-53F7-4995-5139FAEF07C9}"/>
              </a:ext>
            </a:extLst>
          </p:cNvPr>
          <p:cNvSpPr/>
          <p:nvPr/>
        </p:nvSpPr>
        <p:spPr>
          <a:xfrm>
            <a:off x="5873727" y="2956233"/>
            <a:ext cx="144000" cy="144000"/>
          </a:xfrm>
          <a:prstGeom prst="ellipse">
            <a:avLst/>
          </a:prstGeom>
          <a:solidFill>
            <a:sysClr val="window" lastClr="FFFFFF"/>
          </a:solidFill>
          <a:ln w="6350">
            <a:solidFill>
              <a:sysClr val="windowText" lastClr="00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CAE9587E-F0DC-9609-97B7-B1B08921B0D4}"/>
              </a:ext>
            </a:extLst>
          </p:cNvPr>
          <p:cNvSpPr txBox="1"/>
          <p:nvPr/>
        </p:nvSpPr>
        <p:spPr>
          <a:xfrm>
            <a:off x="5961126" y="3050926"/>
            <a:ext cx="555208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UI 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IF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</a:t>
            </a:r>
            <a:endParaRPr kumimoji="1"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85" name="그룹 1">
            <a:extLst>
              <a:ext uri="{FF2B5EF4-FFF2-40B4-BE49-F238E27FC236}">
                <a16:creationId xmlns:a16="http://schemas.microsoft.com/office/drawing/2014/main" id="{168C56D7-C6E5-8611-67CB-270ACA159968}"/>
              </a:ext>
            </a:extLst>
          </p:cNvPr>
          <p:cNvGrpSpPr/>
          <p:nvPr/>
        </p:nvGrpSpPr>
        <p:grpSpPr>
          <a:xfrm>
            <a:off x="7716930" y="1453238"/>
            <a:ext cx="205184" cy="1720396"/>
            <a:chOff x="2020628" y="1123354"/>
            <a:chExt cx="205184" cy="5154372"/>
          </a:xfrm>
        </p:grpSpPr>
        <p:grpSp>
          <p:nvGrpSpPr>
            <p:cNvPr id="86" name="그룹 2">
              <a:extLst>
                <a:ext uri="{FF2B5EF4-FFF2-40B4-BE49-F238E27FC236}">
                  <a16:creationId xmlns:a16="http://schemas.microsoft.com/office/drawing/2014/main" id="{BF08CC4A-D79D-17F4-CA0A-8426D276BC52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699666"/>
              <a:chOff x="4167960" y="2510051"/>
              <a:chExt cx="120667" cy="4871893"/>
            </a:xfrm>
          </p:grpSpPr>
          <p:cxnSp>
            <p:nvCxnSpPr>
              <p:cNvPr id="88" name="직선 연결선 167">
                <a:extLst>
                  <a:ext uri="{FF2B5EF4-FFF2-40B4-BE49-F238E27FC236}">
                    <a16:creationId xmlns:a16="http://schemas.microsoft.com/office/drawing/2014/main" id="{E7CBB4E8-3ADD-DC9E-8B30-8AF70ED46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5"/>
                <a:ext cx="0" cy="4696019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89" name="이등변 삼각형 7">
                <a:extLst>
                  <a:ext uri="{FF2B5EF4-FFF2-40B4-BE49-F238E27FC236}">
                    <a16:creationId xmlns:a16="http://schemas.microsoft.com/office/drawing/2014/main" id="{90028609-42A1-A29D-228B-DE17FF4000A2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87" name="Text Box 4">
              <a:extLst>
                <a:ext uri="{FF2B5EF4-FFF2-40B4-BE49-F238E27FC236}">
                  <a16:creationId xmlns:a16="http://schemas.microsoft.com/office/drawing/2014/main" id="{08443408-9D92-126F-F810-6730E129DB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kern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80" name="그룹 1">
            <a:extLst>
              <a:ext uri="{FF2B5EF4-FFF2-40B4-BE49-F238E27FC236}">
                <a16:creationId xmlns:a16="http://schemas.microsoft.com/office/drawing/2014/main" id="{D4B1D6E6-DEDD-0E52-50BD-F41148DF7050}"/>
              </a:ext>
            </a:extLst>
          </p:cNvPr>
          <p:cNvGrpSpPr/>
          <p:nvPr/>
        </p:nvGrpSpPr>
        <p:grpSpPr>
          <a:xfrm>
            <a:off x="5282647" y="1453238"/>
            <a:ext cx="205184" cy="1756397"/>
            <a:chOff x="2020628" y="1123354"/>
            <a:chExt cx="205184" cy="5262229"/>
          </a:xfrm>
        </p:grpSpPr>
        <p:grpSp>
          <p:nvGrpSpPr>
            <p:cNvPr id="81" name="그룹 2">
              <a:extLst>
                <a:ext uri="{FF2B5EF4-FFF2-40B4-BE49-F238E27FC236}">
                  <a16:creationId xmlns:a16="http://schemas.microsoft.com/office/drawing/2014/main" id="{8597F225-38CA-5381-848F-ECA3C5593FF5}"/>
                </a:ext>
              </a:extLst>
            </p:cNvPr>
            <p:cNvGrpSpPr/>
            <p:nvPr/>
          </p:nvGrpSpPr>
          <p:grpSpPr>
            <a:xfrm>
              <a:off x="2072680" y="1578059"/>
              <a:ext cx="120667" cy="4807524"/>
              <a:chOff x="4167960" y="2510051"/>
              <a:chExt cx="120667" cy="4983706"/>
            </a:xfrm>
          </p:grpSpPr>
          <p:cxnSp>
            <p:nvCxnSpPr>
              <p:cNvPr id="83" name="직선 연결선 167">
                <a:extLst>
                  <a:ext uri="{FF2B5EF4-FFF2-40B4-BE49-F238E27FC236}">
                    <a16:creationId xmlns:a16="http://schemas.microsoft.com/office/drawing/2014/main" id="{265A55F3-A506-5D60-6BFF-7EC6774B7C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807829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84" name="이등변 삼각형 7">
                <a:extLst>
                  <a:ext uri="{FF2B5EF4-FFF2-40B4-BE49-F238E27FC236}">
                    <a16:creationId xmlns:a16="http://schemas.microsoft.com/office/drawing/2014/main" id="{C0088AAC-6556-C07D-1413-77B60B1E9E04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82" name="Text Box 4">
              <a:extLst>
                <a:ext uri="{FF2B5EF4-FFF2-40B4-BE49-F238E27FC236}">
                  <a16:creationId xmlns:a16="http://schemas.microsoft.com/office/drawing/2014/main" id="{7DC5DC98-E5CD-1388-AF02-21A04D11E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87" name="TextBox 286">
            <a:extLst>
              <a:ext uri="{FF2B5EF4-FFF2-40B4-BE49-F238E27FC236}">
                <a16:creationId xmlns:a16="http://schemas.microsoft.com/office/drawing/2014/main" id="{80E0D3F5-A1EE-406A-329D-D824165066CB}"/>
              </a:ext>
            </a:extLst>
          </p:cNvPr>
          <p:cNvSpPr txBox="1"/>
          <p:nvPr/>
        </p:nvSpPr>
        <p:spPr>
          <a:xfrm>
            <a:off x="5166700" y="4696983"/>
            <a:ext cx="4553250" cy="98450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DAVINCI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FADE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파이프라인 성능 테스트</a:t>
            </a:r>
            <a:endParaRPr kumimoji="1" lang="en-US" altLang="ko-KR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80975" lvl="1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1) DAVINCI </a:t>
            </a:r>
            <a:r>
              <a:rPr kumimoji="1" lang="en-US" altLang="ko-KR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GreenPlum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DB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조회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성능테스트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(8/28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없음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2) WA DAVINCI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FADE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테스트 환경 데이터 전송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N/W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테스트 예정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(~9/9)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압축 성능 테스트 예정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(~9/9)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4F9F64F-DF3C-08CD-62EC-CE3B2EC74FCE}"/>
              </a:ext>
            </a:extLst>
          </p:cNvPr>
          <p:cNvSpPr txBox="1"/>
          <p:nvPr/>
        </p:nvSpPr>
        <p:spPr>
          <a:xfrm>
            <a:off x="810390" y="3747329"/>
            <a:ext cx="4037962" cy="1187633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파이프라인 구축</a:t>
            </a:r>
            <a:endParaRPr kumimoji="1" lang="en-US" altLang="ko-KR" sz="1200" b="1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80975" lvl="0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최적 압축 방식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압축률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압축시간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선정을 위한 데이터 압축 테스트 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(8/14) 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DAVINCI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FADE</a:t>
            </a:r>
            <a:r>
              <a:rPr kumimoji="1" lang="en-US" altLang="ko-KR" sz="1100" baseline="30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파이프라인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(FDC/SPC/MES/</a:t>
            </a:r>
            <a:r>
              <a:rPr kumimoji="1" lang="en-US" altLang="ko-KR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cIoT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설계 완료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(8/28)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260AA-5A2C-60FE-9D7B-EE64FE1E13B8}"/>
              </a:ext>
            </a:extLst>
          </p:cNvPr>
          <p:cNvSpPr txBox="1"/>
          <p:nvPr/>
        </p:nvSpPr>
        <p:spPr>
          <a:xfrm>
            <a:off x="804250" y="6598409"/>
            <a:ext cx="3250056" cy="24558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lvl="0" defTabSz="844083" fontAlgn="base">
              <a:lnSpc>
                <a:spcPct val="120000"/>
              </a:lnSpc>
              <a:spcAft>
                <a:spcPts val="600"/>
              </a:spcAft>
              <a:buSzPct val="85000"/>
              <a:defRPr/>
            </a:pPr>
            <a:r>
              <a:rPr kumimoji="1"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1) FDC Algorithm Development Environment (FDC </a:t>
            </a:r>
            <a:r>
              <a:rPr kumimoji="1"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알고리즘 개발 환경</a:t>
            </a:r>
            <a:r>
              <a:rPr kumimoji="1"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1D2D55-C788-9A19-4EBD-0382E7A72D42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F3340E6-AC28-632F-D1C9-AAEE4121D3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F83EEC-0D74-4C84-80F8-2905F553A6BB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968B14C-E996-528E-BB37-82B9F017C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065D33-558E-CB94-9203-E4F126743BB7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1082EF8-70C9-1220-E71A-5971C8D85E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C52B88-E2A8-A362-0C28-C993BC80BB38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37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8310-3757-63A7-60FE-E9118B1B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3">
            <a:extLst>
              <a:ext uri="{FF2B5EF4-FFF2-40B4-BE49-F238E27FC236}">
                <a16:creationId xmlns:a16="http://schemas.microsoft.com/office/drawing/2014/main" id="{9640F33B-0927-1BA9-AA03-E6E52D764338}"/>
              </a:ext>
            </a:extLst>
          </p:cNvPr>
          <p:cNvSpPr txBox="1">
            <a:spLocks/>
          </p:cNvSpPr>
          <p:nvPr/>
        </p:nvSpPr>
        <p:spPr>
          <a:xfrm>
            <a:off x="134567" y="61085"/>
            <a:ext cx="7210129" cy="417500"/>
          </a:xfrm>
        </p:spPr>
        <p:txBody>
          <a:bodyPr wrap="square" lIns="91440" tIns="45720" rIns="91440" bIns="45720" anchor="t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유첨</a:t>
            </a:r>
            <a:r>
              <a:rPr lang="en-US" altLang="ko-KR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.</a:t>
            </a:r>
            <a:r>
              <a:rPr lang="ko-KR" altLang="en-US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KPI 8</a:t>
            </a:r>
            <a:r>
              <a:rPr lang="ko-KR" altLang="en-US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월 진척 사항</a:t>
            </a:r>
            <a:r>
              <a:rPr lang="en-US" altLang="ko-KR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_AX </a:t>
            </a:r>
            <a:r>
              <a:rPr lang="ko-KR" altLang="en-US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기반 구축</a:t>
            </a:r>
            <a:r>
              <a:rPr lang="en-US" altLang="ko-KR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(FDC </a:t>
            </a:r>
            <a:r>
              <a:rPr lang="ko-KR" altLang="en-US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사전 예측 모델링 검증 환경 구축</a:t>
            </a:r>
            <a:r>
              <a:rPr lang="en-US" altLang="ko-KR" sz="1800" b="1" kern="0">
                <a:solidFill>
                  <a:schemeClr val="tx1"/>
                </a:solidFill>
                <a:latin typeface="Arial Narrow"/>
                <a:ea typeface="LG스마트체 Regular"/>
              </a:rPr>
              <a:t>)</a:t>
            </a:r>
            <a:endParaRPr lang="ko-KR" altLang="en-US" sz="1800" b="1" kern="0">
              <a:solidFill>
                <a:schemeClr val="tx1"/>
              </a:solidFill>
              <a:latin typeface="Arial Narrow"/>
              <a:ea typeface="LG스마트체 Regular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9147B5E-47B8-20D6-E9F8-FFB20316154A}"/>
              </a:ext>
            </a:extLst>
          </p:cNvPr>
          <p:cNvSpPr/>
          <p:nvPr/>
        </p:nvSpPr>
        <p:spPr>
          <a:xfrm>
            <a:off x="555406" y="1614183"/>
            <a:ext cx="2402221" cy="1823525"/>
          </a:xfrm>
          <a:prstGeom prst="roundRect">
            <a:avLst>
              <a:gd name="adj" fmla="val 8933"/>
            </a:avLst>
          </a:prstGeom>
          <a:solidFill>
            <a:srgbClr val="4472C4">
              <a:lumMod val="20000"/>
              <a:lumOff val="80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endParaRPr lang="ko-KR" altLang="en-US" kern="0">
              <a:solidFill>
                <a:prstClr val="white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C55B39-8D5D-E361-645C-E831D066291B}"/>
              </a:ext>
            </a:extLst>
          </p:cNvPr>
          <p:cNvSpPr/>
          <p:nvPr/>
        </p:nvSpPr>
        <p:spPr>
          <a:xfrm>
            <a:off x="3151133" y="1625470"/>
            <a:ext cx="5847993" cy="1812239"/>
          </a:xfrm>
          <a:prstGeom prst="roundRect">
            <a:avLst>
              <a:gd name="adj" fmla="val 7923"/>
            </a:avLst>
          </a:prstGeom>
          <a:solidFill>
            <a:srgbClr val="70AD47">
              <a:lumMod val="40000"/>
              <a:lumOff val="60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endParaRPr lang="ko-KR" altLang="en-US" kern="0">
              <a:solidFill>
                <a:prstClr val="white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D1FF1BC-5A97-419F-DF26-FC0524C95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548238"/>
              </p:ext>
            </p:extLst>
          </p:nvPr>
        </p:nvGraphicFramePr>
        <p:xfrm>
          <a:off x="783475" y="3842398"/>
          <a:ext cx="8196421" cy="2581877"/>
        </p:xfrm>
        <a:graphic>
          <a:graphicData uri="http://schemas.openxmlformats.org/drawingml/2006/table">
            <a:tbl>
              <a:tblPr firstRow="1" bandRow="1"/>
              <a:tblGrid>
                <a:gridCol w="692494">
                  <a:extLst>
                    <a:ext uri="{9D8B030D-6E8A-4147-A177-3AD203B41FA5}">
                      <a16:colId xmlns:a16="http://schemas.microsoft.com/office/drawing/2014/main" val="975973529"/>
                    </a:ext>
                  </a:extLst>
                </a:gridCol>
                <a:gridCol w="922153">
                  <a:extLst>
                    <a:ext uri="{9D8B030D-6E8A-4147-A177-3AD203B41FA5}">
                      <a16:colId xmlns:a16="http://schemas.microsoft.com/office/drawing/2014/main" val="165147332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82481817"/>
                    </a:ext>
                  </a:extLst>
                </a:gridCol>
                <a:gridCol w="4295774">
                  <a:extLst>
                    <a:ext uri="{9D8B030D-6E8A-4147-A177-3AD203B41FA5}">
                      <a16:colId xmlns:a16="http://schemas.microsoft.com/office/drawing/2014/main" val="516606733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개발항목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+mn-lt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세부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49101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아이템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806878"/>
                  </a:ext>
                </a:extLst>
              </a:tr>
              <a:tr h="315368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en-US" altLang="ko-KR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(SW)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다빈치</a:t>
                      </a:r>
                      <a:endParaRPr lang="ko-KR" altLang="en-US" sz="1100" b="1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수집 파이프 라인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08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Raw Data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 자동화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수집시간 단축을 위한 파이프라인</a:t>
                      </a:r>
                      <a:r>
                        <a:rPr lang="en-US" altLang="ko-KR" sz="1100" b="0" baseline="30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구축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FDC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다빈치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(S2-&gt;S3)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필요 데이터 수집 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3672"/>
                  </a:ext>
                </a:extLst>
              </a:tr>
              <a:tr h="3780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Interface</a:t>
                      </a:r>
                      <a:endParaRPr lang="en-US" altLang="ko-KR" sz="1100" b="1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각 법인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Davinci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 FDC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개발환경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08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각 </a:t>
                      </a:r>
                      <a:r>
                        <a:rPr lang="ko-KR" altLang="en-US" sz="1100" b="0" kern="120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법인별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수집된 데이터를 개발환경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Mart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I/F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25485"/>
                  </a:ext>
                </a:extLst>
              </a:tr>
              <a:tr h="335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FDC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개발환경 </a:t>
                      </a:r>
                      <a:endParaRPr lang="en-US" altLang="ko-KR" sz="1100" b="1" u="none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선별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UI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(Data Extractor)</a:t>
                      </a:r>
                    </a:p>
                  </a:txBody>
                  <a:tcPr marL="108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사용자가 몇 번의 클릭으로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UI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통해 필요 데이터를 다빈치 내 전용 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스토리지로 데이터 수집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09252"/>
                  </a:ext>
                </a:extLst>
              </a:tr>
              <a:tr h="335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전 처리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 Data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Mart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08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분석을 위한 데이터를 전 처리 하여 적재함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714605"/>
                  </a:ext>
                </a:extLst>
              </a:tr>
              <a:tr h="37259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en-US" altLang="ko-KR" sz="1100" b="1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개발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학습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환경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(VM) 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개발에 필요한 다양한 기능을 제공하여 개발 효율성 증대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GitHub/Copilot Code Space VM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서비스 제공 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08879"/>
                  </a:ext>
                </a:extLst>
              </a:tr>
              <a:tr h="330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en-US" altLang="ko-KR" sz="1100" b="1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UI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화면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08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필요 데이터 연계 및 알고리즘 개발 프로세스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UI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제공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236678"/>
                  </a:ext>
                </a:extLst>
              </a:tr>
            </a:tbl>
          </a:graphicData>
        </a:graphic>
      </p:graphicFrame>
      <p:sp>
        <p:nvSpPr>
          <p:cNvPr id="6" name="TextBox 72">
            <a:extLst>
              <a:ext uri="{FF2B5EF4-FFF2-40B4-BE49-F238E27FC236}">
                <a16:creationId xmlns:a16="http://schemas.microsoft.com/office/drawing/2014/main" id="{0AFD1B91-92F2-D391-1E0D-439C21063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132" y="517834"/>
            <a:ext cx="9006986" cy="1068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Aft>
                <a:spcPct val="0"/>
              </a:spcAft>
              <a:buNone/>
              <a:defRPr/>
            </a:pP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본  과제의 개발 범위는 다빈치 내 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①데이터 수집 파이프 라인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 다빈치 ↔ 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개발환경 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Interface ,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 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Data Extractor, 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환경 내 ④ 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Mart,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⑤ 개발 환경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⑥ </a:t>
            </a:r>
            <a:r>
              <a:rPr lang="en-US" altLang="ko-KR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UI </a:t>
            </a:r>
            <a:r>
              <a:rPr lang="ko-KR" altLang="en-US" sz="1400" b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이며 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FDC 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데이터 분석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,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 알고리즘 개발 환경 구축에 필요한 기능 개발하고자 합니다</a:t>
            </a:r>
            <a:r>
              <a:rPr lang="en-US" altLang="ko-KR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.</a:t>
            </a:r>
            <a:r>
              <a:rPr lang="ko-KR" altLang="en-US" sz="14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  <a:cs typeface="Malgun Gothic Semilight"/>
              </a:rPr>
              <a:t>      </a:t>
            </a:r>
            <a:endParaRPr lang="en-US" altLang="ko-KR" sz="14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  <a:cs typeface="Malgun Gothic Semilight"/>
            </a:endParaRPr>
          </a:p>
        </p:txBody>
      </p:sp>
      <p:sp>
        <p:nvSpPr>
          <p:cNvPr id="7" name="오각형 106">
            <a:extLst>
              <a:ext uri="{FF2B5EF4-FFF2-40B4-BE49-F238E27FC236}">
                <a16:creationId xmlns:a16="http://schemas.microsoft.com/office/drawing/2014/main" id="{9EBE3786-EBA2-671E-B19C-D639150975BA}"/>
              </a:ext>
            </a:extLst>
          </p:cNvPr>
          <p:cNvSpPr/>
          <p:nvPr/>
        </p:nvSpPr>
        <p:spPr>
          <a:xfrm>
            <a:off x="7995072" y="1112638"/>
            <a:ext cx="860368" cy="313860"/>
          </a:xfrm>
          <a:prstGeom prst="homePlate">
            <a:avLst>
              <a:gd name="adj" fmla="val 26923"/>
            </a:avLst>
          </a:prstGeom>
          <a:solidFill>
            <a:srgbClr val="FFFFFF"/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배포</a:t>
            </a:r>
          </a:p>
        </p:txBody>
      </p:sp>
      <p:sp>
        <p:nvSpPr>
          <p:cNvPr id="8" name="오각형 91">
            <a:extLst>
              <a:ext uri="{FF2B5EF4-FFF2-40B4-BE49-F238E27FC236}">
                <a16:creationId xmlns:a16="http://schemas.microsoft.com/office/drawing/2014/main" id="{069EEB1B-6DE8-6D7D-F009-6F2FD5F18227}"/>
              </a:ext>
            </a:extLst>
          </p:cNvPr>
          <p:cNvSpPr/>
          <p:nvPr/>
        </p:nvSpPr>
        <p:spPr>
          <a:xfrm>
            <a:off x="2262377" y="1099547"/>
            <a:ext cx="1843573" cy="340045"/>
          </a:xfrm>
          <a:prstGeom prst="homePlate">
            <a:avLst>
              <a:gd name="adj" fmla="val 26038"/>
            </a:avLst>
          </a:prstGeom>
          <a:solidFill>
            <a:srgbClr val="FFFFFF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데이터</a:t>
            </a:r>
            <a:r>
              <a:rPr kumimoji="1" lang="en-US" altLang="ko-KR" sz="1100" b="1" kern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b="1" kern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전처리</a:t>
            </a:r>
          </a:p>
        </p:txBody>
      </p:sp>
      <p:sp>
        <p:nvSpPr>
          <p:cNvPr id="9" name="오각형 95">
            <a:extLst>
              <a:ext uri="{FF2B5EF4-FFF2-40B4-BE49-F238E27FC236}">
                <a16:creationId xmlns:a16="http://schemas.microsoft.com/office/drawing/2014/main" id="{AF910BA6-EC27-F4CF-A37F-BC52B818CC4A}"/>
              </a:ext>
            </a:extLst>
          </p:cNvPr>
          <p:cNvSpPr/>
          <p:nvPr/>
        </p:nvSpPr>
        <p:spPr>
          <a:xfrm>
            <a:off x="7130685" y="1108556"/>
            <a:ext cx="860368" cy="322027"/>
          </a:xfrm>
          <a:prstGeom prst="homePlate">
            <a:avLst>
              <a:gd name="adj" fmla="val 21886"/>
            </a:avLst>
          </a:prstGeom>
          <a:solidFill>
            <a:srgbClr val="FFFFFF"/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알고리즘관리</a:t>
            </a:r>
          </a:p>
        </p:txBody>
      </p:sp>
      <p:sp>
        <p:nvSpPr>
          <p:cNvPr id="11" name="오각형 95">
            <a:extLst>
              <a:ext uri="{FF2B5EF4-FFF2-40B4-BE49-F238E27FC236}">
                <a16:creationId xmlns:a16="http://schemas.microsoft.com/office/drawing/2014/main" id="{D5D33BE3-F090-9460-F289-D2794213970E}"/>
              </a:ext>
            </a:extLst>
          </p:cNvPr>
          <p:cNvSpPr/>
          <p:nvPr/>
        </p:nvSpPr>
        <p:spPr>
          <a:xfrm>
            <a:off x="4110936" y="1109294"/>
            <a:ext cx="3015730" cy="320551"/>
          </a:xfrm>
          <a:prstGeom prst="homePlate">
            <a:avLst>
              <a:gd name="adj" fmla="val 21756"/>
            </a:avLst>
          </a:prstGeom>
          <a:solidFill>
            <a:srgbClr val="FFFFFF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알고리즘 개발 </a:t>
            </a:r>
            <a:r>
              <a:rPr kumimoji="1" lang="en-US" altLang="ko-KR" sz="11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(</a:t>
            </a:r>
            <a:r>
              <a:rPr kumimoji="1" lang="ko-KR" altLang="en-US" sz="11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개발환경</a:t>
            </a:r>
            <a:r>
              <a:rPr kumimoji="1" lang="en-US" altLang="ko-KR" sz="11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)</a:t>
            </a:r>
            <a:endParaRPr kumimoji="1" lang="ko-KR" altLang="en-US" sz="900" b="1">
              <a:solidFill>
                <a:srgbClr val="000000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12" name="오각형 91">
            <a:extLst>
              <a:ext uri="{FF2B5EF4-FFF2-40B4-BE49-F238E27FC236}">
                <a16:creationId xmlns:a16="http://schemas.microsoft.com/office/drawing/2014/main" id="{AC0F0360-7686-A41D-A2D0-78BE979D7626}"/>
              </a:ext>
            </a:extLst>
          </p:cNvPr>
          <p:cNvSpPr/>
          <p:nvPr/>
        </p:nvSpPr>
        <p:spPr>
          <a:xfrm>
            <a:off x="518015" y="1099547"/>
            <a:ext cx="1715785" cy="340045"/>
          </a:xfrm>
          <a:prstGeom prst="homePlate">
            <a:avLst>
              <a:gd name="adj" fmla="val 26038"/>
            </a:avLst>
          </a:prstGeom>
          <a:solidFill>
            <a:srgbClr val="FFFFFF"/>
          </a:solidFill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데이터</a:t>
            </a:r>
            <a:r>
              <a:rPr kumimoji="1" lang="en-US" altLang="ko-KR" sz="1100" b="1" kern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b="1" kern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수집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B2FEF2-DF16-3CB2-0858-F57D0A3FE4FA}"/>
              </a:ext>
            </a:extLst>
          </p:cNvPr>
          <p:cNvSpPr/>
          <p:nvPr/>
        </p:nvSpPr>
        <p:spPr>
          <a:xfrm>
            <a:off x="767371" y="1779724"/>
            <a:ext cx="655648" cy="246641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WA S2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8B306B-8C85-FB0A-AA7A-6F65F9C3227F}"/>
              </a:ext>
            </a:extLst>
          </p:cNvPr>
          <p:cNvSpPr/>
          <p:nvPr/>
        </p:nvSpPr>
        <p:spPr>
          <a:xfrm>
            <a:off x="824266" y="2724073"/>
            <a:ext cx="541858" cy="246641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MI S2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6515C98-4B93-5143-4C2E-DD597062D46E}"/>
              </a:ext>
            </a:extLst>
          </p:cNvPr>
          <p:cNvSpPr/>
          <p:nvPr/>
        </p:nvSpPr>
        <p:spPr>
          <a:xfrm>
            <a:off x="3238267" y="1724637"/>
            <a:ext cx="899269" cy="1068487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데이터 선별 </a:t>
            </a:r>
            <a:endParaRPr lang="en-US" altLang="ko-KR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  <a:p>
            <a:pPr algn="ctr" defTabSz="457200" latinLnBrk="0"/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사용자 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Tool(UI)</a:t>
            </a:r>
          </a:p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FDC Data Extractor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BF20A31-0312-8481-4842-964B745302C2}"/>
              </a:ext>
            </a:extLst>
          </p:cNvPr>
          <p:cNvSpPr/>
          <p:nvPr/>
        </p:nvSpPr>
        <p:spPr>
          <a:xfrm>
            <a:off x="1519226" y="1511206"/>
            <a:ext cx="432000" cy="23334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457200" latinLnBrk="0">
              <a:defRPr/>
            </a:pPr>
            <a:r>
              <a:rPr lang="ko-KR" altLang="en-US" sz="1000" b="1" kern="0">
                <a:solidFill>
                  <a:prstClr val="white"/>
                </a:solidFill>
                <a:latin typeface="Arial Narrow"/>
                <a:ea typeface="LG스마트체 Regular" panose="020B0600000101010101" pitchFamily="50" charset="-127"/>
              </a:rPr>
              <a:t>다빈치</a:t>
            </a:r>
            <a:endParaRPr lang="en-US" altLang="ko-KR" sz="1000" b="1" kern="0">
              <a:solidFill>
                <a:prstClr val="white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6DDBA56-5AAB-5AB9-A6CC-6B5CFBAF9EBC}"/>
              </a:ext>
            </a:extLst>
          </p:cNvPr>
          <p:cNvSpPr/>
          <p:nvPr/>
        </p:nvSpPr>
        <p:spPr>
          <a:xfrm>
            <a:off x="1181398" y="3034660"/>
            <a:ext cx="851757" cy="31082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457200" latinLnBrk="0">
              <a:defRPr/>
            </a:pPr>
            <a:r>
              <a:rPr lang="ko-KR" altLang="en-US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법인</a:t>
            </a:r>
            <a:r>
              <a:rPr lang="en-US" altLang="ko-KR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FDC</a:t>
            </a:r>
            <a:r>
              <a:rPr lang="ko-KR" altLang="en-US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데이터 </a:t>
            </a:r>
            <a:endParaRPr lang="en-US" altLang="ko-KR" sz="1000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  <a:p>
            <a:pPr algn="ctr" defTabSz="457200" latinLnBrk="0">
              <a:defRPr/>
            </a:pPr>
            <a:r>
              <a:rPr lang="ko-KR" altLang="en-US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각 법인 </a:t>
            </a:r>
            <a:r>
              <a:rPr lang="en-US" altLang="ko-KR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S3 </a:t>
            </a:r>
            <a:r>
              <a:rPr lang="ko-KR" altLang="en-US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수집</a:t>
            </a:r>
            <a:endParaRPr lang="en-US" altLang="ko-KR" sz="1000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2ED3F32-25ED-91E2-ED36-65A43F91E4CA}"/>
              </a:ext>
            </a:extLst>
          </p:cNvPr>
          <p:cNvSpPr/>
          <p:nvPr/>
        </p:nvSpPr>
        <p:spPr>
          <a:xfrm>
            <a:off x="6368037" y="3053786"/>
            <a:ext cx="1260586" cy="248337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lang="en-US" altLang="ko-KR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 </a:t>
            </a:r>
            <a:r>
              <a:rPr lang="ko-KR" altLang="en-US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코드제안</a:t>
            </a:r>
            <a:r>
              <a:rPr lang="en-US" altLang="ko-KR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/ </a:t>
            </a:r>
            <a:r>
              <a:rPr lang="ko-KR" altLang="en-US" sz="1000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완성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D85F500-6C90-E499-E979-DC3273B167CD}"/>
              </a:ext>
            </a:extLst>
          </p:cNvPr>
          <p:cNvSpPr/>
          <p:nvPr/>
        </p:nvSpPr>
        <p:spPr>
          <a:xfrm>
            <a:off x="3940532" y="2869945"/>
            <a:ext cx="537438" cy="220302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Data Mart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B16AE92-51F4-59D5-FEE9-C3C39E890A3F}"/>
              </a:ext>
            </a:extLst>
          </p:cNvPr>
          <p:cNvSpPr/>
          <p:nvPr/>
        </p:nvSpPr>
        <p:spPr>
          <a:xfrm>
            <a:off x="5548065" y="2391806"/>
            <a:ext cx="1462470" cy="412275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개발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/</a:t>
            </a:r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학습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/</a:t>
            </a:r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분석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 </a:t>
            </a:r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환경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(VM)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A2F838D-796F-32BB-CFA9-E44DEFA0D90B}"/>
              </a:ext>
            </a:extLst>
          </p:cNvPr>
          <p:cNvSpPr/>
          <p:nvPr/>
        </p:nvSpPr>
        <p:spPr>
          <a:xfrm>
            <a:off x="7297116" y="2156957"/>
            <a:ext cx="639896" cy="4122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457200" latinLnBrk="0">
              <a:defRPr/>
            </a:pPr>
            <a:r>
              <a:rPr lang="ko-KR" altLang="en-US" sz="1000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테스트</a:t>
            </a:r>
            <a:r>
              <a:rPr lang="en-US" altLang="ko-KR" sz="1000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/</a:t>
            </a:r>
          </a:p>
          <a:p>
            <a:pPr algn="ctr" defTabSz="457200" latinLnBrk="0">
              <a:defRPr/>
            </a:pPr>
            <a:r>
              <a:rPr lang="ko-KR" altLang="en-US" sz="1000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시뮬레이터</a:t>
            </a:r>
            <a:endParaRPr lang="en-US" altLang="ko-KR" sz="1000" kern="0">
              <a:solidFill>
                <a:srgbClr val="FFFFFF">
                  <a:lumMod val="65000"/>
                </a:srgbClr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F11FB12-A52C-3653-162A-EA7D75E4E319}"/>
              </a:ext>
            </a:extLst>
          </p:cNvPr>
          <p:cNvSpPr/>
          <p:nvPr/>
        </p:nvSpPr>
        <p:spPr>
          <a:xfrm>
            <a:off x="8166484" y="2156957"/>
            <a:ext cx="663617" cy="4122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lang="ko-KR" altLang="en-US" sz="1000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시스템 배포</a:t>
            </a:r>
            <a:endParaRPr lang="en-US" altLang="ko-KR" sz="1000" kern="0">
              <a:solidFill>
                <a:srgbClr val="FFFFFF">
                  <a:lumMod val="65000"/>
                </a:srgbClr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D60843A-1C11-F596-DE31-4BB56107A2D9}"/>
              </a:ext>
            </a:extLst>
          </p:cNvPr>
          <p:cNvSpPr/>
          <p:nvPr/>
        </p:nvSpPr>
        <p:spPr>
          <a:xfrm>
            <a:off x="5805340" y="1782877"/>
            <a:ext cx="947921" cy="340723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GitHub</a:t>
            </a:r>
          </a:p>
          <a:p>
            <a:pPr algn="ctr" defTabSz="457200" latinLnBrk="0">
              <a:defRPr/>
            </a:pPr>
            <a:r>
              <a:rPr lang="ko-KR" altLang="en-US" sz="1000" b="1" kern="0" err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코드형상관리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C38DCA8-B0B1-9710-8FC9-A750F5496091}"/>
              </a:ext>
            </a:extLst>
          </p:cNvPr>
          <p:cNvSpPr/>
          <p:nvPr/>
        </p:nvSpPr>
        <p:spPr>
          <a:xfrm>
            <a:off x="6015019" y="3064291"/>
            <a:ext cx="528562" cy="231600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Copilot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633B1BE-DF8A-C714-2922-951D2EA50C6E}"/>
              </a:ext>
            </a:extLst>
          </p:cNvPr>
          <p:cNvCxnSpPr>
            <a:cxnSpLocks/>
          </p:cNvCxnSpPr>
          <p:nvPr/>
        </p:nvCxnSpPr>
        <p:spPr>
          <a:xfrm flipV="1">
            <a:off x="6170043" y="2172230"/>
            <a:ext cx="0" cy="197088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40AFB6B-C1EA-1B0C-5FE2-4DE7B27132BA}"/>
              </a:ext>
            </a:extLst>
          </p:cNvPr>
          <p:cNvCxnSpPr>
            <a:cxnSpLocks/>
          </p:cNvCxnSpPr>
          <p:nvPr/>
        </p:nvCxnSpPr>
        <p:spPr>
          <a:xfrm>
            <a:off x="6335545" y="2145712"/>
            <a:ext cx="0" cy="203195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5028DC-A24F-46FE-585A-53C0F2645A5C}"/>
              </a:ext>
            </a:extLst>
          </p:cNvPr>
          <p:cNvSpPr/>
          <p:nvPr/>
        </p:nvSpPr>
        <p:spPr>
          <a:xfrm>
            <a:off x="3757483" y="3249226"/>
            <a:ext cx="1818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데이터 전송 </a:t>
            </a:r>
            <a:r>
              <a:rPr kumimoji="1" lang="en-US" altLang="ko-KR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(</a:t>
            </a:r>
            <a:r>
              <a:rPr kumimoji="1" lang="ko-KR" altLang="en-US" sz="900" b="1" err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망외</a:t>
            </a:r>
            <a:r>
              <a:rPr kumimoji="1" lang="en-US" altLang="ko-KR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)</a:t>
            </a:r>
          </a:p>
          <a:p>
            <a:pPr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다빈치 </a:t>
            </a:r>
            <a:r>
              <a:rPr kumimoji="1" lang="en-US" altLang="ko-KR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– Code Space(QA</a:t>
            </a:r>
            <a:r>
              <a:rPr kumimoji="1" lang="ko-KR" altLang="en-US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망</a:t>
            </a:r>
            <a:r>
              <a:rPr kumimoji="1" lang="en-US" altLang="ko-KR" sz="900" b="1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)</a:t>
            </a:r>
            <a:endParaRPr kumimoji="1" lang="ko-KR" altLang="en-US" sz="900" b="1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CC5168-B0DF-C8EF-2AED-7D247D94B18C}"/>
              </a:ext>
            </a:extLst>
          </p:cNvPr>
          <p:cNvSpPr/>
          <p:nvPr/>
        </p:nvSpPr>
        <p:spPr>
          <a:xfrm>
            <a:off x="7774498" y="2786364"/>
            <a:ext cx="77457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FA</a:t>
            </a:r>
            <a:r>
              <a:rPr kumimoji="1" lang="ko-KR" altLang="en-US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망 </a:t>
            </a:r>
            <a:r>
              <a:rPr kumimoji="1" lang="en-US" altLang="ko-KR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I/F </a:t>
            </a:r>
            <a:r>
              <a:rPr kumimoji="1" lang="ko-KR" altLang="en-US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연결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1E2DD82-BEB9-2B31-0ECD-04EEA17D0B7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8498292" y="2569231"/>
            <a:ext cx="0" cy="49016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직선 화살표 연결선 2327">
            <a:extLst>
              <a:ext uri="{FF2B5EF4-FFF2-40B4-BE49-F238E27FC236}">
                <a16:creationId xmlns:a16="http://schemas.microsoft.com/office/drawing/2014/main" id="{F79D5F06-A5E0-E5FC-220D-CB01003CBCA5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7010536" y="2363095"/>
            <a:ext cx="286581" cy="23484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CCB7167-828D-0042-8185-0AAF641EBB0A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937013" y="2363094"/>
            <a:ext cx="229471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8685C4-BEBB-9EA0-075A-1C0F750D7F09}"/>
              </a:ext>
            </a:extLst>
          </p:cNvPr>
          <p:cNvSpPr/>
          <p:nvPr/>
        </p:nvSpPr>
        <p:spPr>
          <a:xfrm>
            <a:off x="7548729" y="2578110"/>
            <a:ext cx="919778" cy="2308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코드 전송 </a:t>
            </a:r>
            <a:r>
              <a:rPr kumimoji="1" lang="en-US" altLang="ko-KR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(</a:t>
            </a:r>
            <a:r>
              <a:rPr kumimoji="1" lang="ko-KR" altLang="en-US" sz="900" b="1" err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망외</a:t>
            </a:r>
            <a:r>
              <a:rPr kumimoji="1" lang="en-US" altLang="ko-KR" sz="900" b="1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4E409B1-EB71-01F5-4EF9-72A1382BEE18}"/>
              </a:ext>
            </a:extLst>
          </p:cNvPr>
          <p:cNvSpPr/>
          <p:nvPr/>
        </p:nvSpPr>
        <p:spPr>
          <a:xfrm>
            <a:off x="5337441" y="1513746"/>
            <a:ext cx="1883716" cy="20892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457200" latinLnBrk="0">
              <a:defRPr/>
            </a:pPr>
            <a:r>
              <a:rPr lang="en-US" altLang="ko-KR" sz="1000" b="1" kern="0">
                <a:solidFill>
                  <a:prstClr val="white"/>
                </a:solidFill>
                <a:latin typeface="Arial Narrow"/>
                <a:ea typeface="LG스마트체 Regular" panose="020B0600000101010101" pitchFamily="50" charset="-127"/>
              </a:rPr>
              <a:t>Code Space</a:t>
            </a:r>
            <a:endParaRPr lang="ko-KR" altLang="en-US" sz="1000" b="1" kern="0">
              <a:solidFill>
                <a:prstClr val="white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C87FF80-EA08-FB03-47D5-9337BA560928}"/>
              </a:ext>
            </a:extLst>
          </p:cNvPr>
          <p:cNvSpPr/>
          <p:nvPr/>
        </p:nvSpPr>
        <p:spPr>
          <a:xfrm>
            <a:off x="8129455" y="2973666"/>
            <a:ext cx="678104" cy="341790"/>
          </a:xfrm>
          <a:prstGeom prst="round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457200" latinLnBrk="0">
              <a:defRPr/>
            </a:pPr>
            <a:r>
              <a:rPr lang="en-US" altLang="ko-KR" sz="900" b="1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Legacy</a:t>
            </a:r>
          </a:p>
          <a:p>
            <a:pPr algn="ctr" defTabSz="457200" latinLnBrk="0">
              <a:defRPr/>
            </a:pPr>
            <a:r>
              <a:rPr lang="ko-KR" altLang="en-US" sz="900" b="1" kern="0">
                <a:solidFill>
                  <a:srgbClr val="FFFFFF">
                    <a:lumMod val="65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시스템 연동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B86BDCC-024E-BF60-BDB7-14AC8CDEC833}"/>
              </a:ext>
            </a:extLst>
          </p:cNvPr>
          <p:cNvSpPr/>
          <p:nvPr/>
        </p:nvSpPr>
        <p:spPr>
          <a:xfrm>
            <a:off x="3064831" y="3049508"/>
            <a:ext cx="1860508" cy="33107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r>
              <a:rPr kumimoji="1" lang="en-US" altLang="ko-KR" sz="1000" ker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IT</a:t>
            </a:r>
            <a:r>
              <a:rPr kumimoji="1" lang="ko-KR" altLang="en-US" sz="1000" ker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인프라</a:t>
            </a:r>
            <a:r>
              <a:rPr kumimoji="1" lang="en-US" altLang="ko-KR" sz="1000" ker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ko-KR" altLang="en-US" sz="1000" ker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정보보안 기술검토 필요</a:t>
            </a:r>
            <a:endParaRPr kumimoji="1" lang="en-US" altLang="ko-KR" sz="1000" kern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39085C5-AFA4-5B16-2FE5-4B7A34CEB393}"/>
              </a:ext>
            </a:extLst>
          </p:cNvPr>
          <p:cNvSpPr/>
          <p:nvPr/>
        </p:nvSpPr>
        <p:spPr>
          <a:xfrm>
            <a:off x="1863288" y="1793933"/>
            <a:ext cx="949196" cy="205521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WA S3 Bucker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cxnSp>
        <p:nvCxnSpPr>
          <p:cNvPr id="42" name="직선 화살표 연결선 1066">
            <a:extLst>
              <a:ext uri="{FF2B5EF4-FFF2-40B4-BE49-F238E27FC236}">
                <a16:creationId xmlns:a16="http://schemas.microsoft.com/office/drawing/2014/main" id="{3FB70435-38F3-A5E3-DBC4-AA03F4ADB266}"/>
              </a:ext>
            </a:extLst>
          </p:cNvPr>
          <p:cNvCxnSpPr>
            <a:cxnSpLocks/>
            <a:stCxn id="2273" idx="0"/>
            <a:endCxn id="20" idx="1"/>
          </p:cNvCxnSpPr>
          <p:nvPr/>
        </p:nvCxnSpPr>
        <p:spPr>
          <a:xfrm rot="5400000" flipH="1" flipV="1">
            <a:off x="5123639" y="2445519"/>
            <a:ext cx="272002" cy="576850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EACB4E2-F644-7D40-55A2-B5A06BB3D5F5}"/>
              </a:ext>
            </a:extLst>
          </p:cNvPr>
          <p:cNvCxnSpPr>
            <a:cxnSpLocks/>
          </p:cNvCxnSpPr>
          <p:nvPr/>
        </p:nvCxnSpPr>
        <p:spPr>
          <a:xfrm flipV="1">
            <a:off x="6170613" y="2862172"/>
            <a:ext cx="0" cy="148075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8179D54-1959-1FE5-5F53-4EE2D8C952E5}"/>
              </a:ext>
            </a:extLst>
          </p:cNvPr>
          <p:cNvCxnSpPr>
            <a:cxnSpLocks/>
          </p:cNvCxnSpPr>
          <p:nvPr/>
        </p:nvCxnSpPr>
        <p:spPr>
          <a:xfrm>
            <a:off x="6354315" y="2864532"/>
            <a:ext cx="0" cy="152664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3974E81-E19E-3C5A-BA25-CEC07C51BA0E}"/>
              </a:ext>
            </a:extLst>
          </p:cNvPr>
          <p:cNvCxnSpPr/>
          <p:nvPr/>
        </p:nvCxnSpPr>
        <p:spPr bwMode="auto">
          <a:xfrm>
            <a:off x="1074191" y="3059391"/>
            <a:ext cx="0" cy="143992"/>
          </a:xfrm>
          <a:prstGeom prst="line">
            <a:avLst/>
          </a:prstGeom>
          <a:ln w="28575"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CEA86C-F677-9323-5D26-A2F83834D708}"/>
              </a:ext>
            </a:extLst>
          </p:cNvPr>
          <p:cNvSpPr/>
          <p:nvPr/>
        </p:nvSpPr>
        <p:spPr>
          <a:xfrm>
            <a:off x="2631585" y="2312703"/>
            <a:ext cx="276225" cy="10446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CC8EFC0-B931-8009-684B-04311E9B019E}"/>
              </a:ext>
            </a:extLst>
          </p:cNvPr>
          <p:cNvSpPr/>
          <p:nvPr/>
        </p:nvSpPr>
        <p:spPr>
          <a:xfrm>
            <a:off x="1881988" y="2309640"/>
            <a:ext cx="949196" cy="205521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GM</a:t>
            </a:r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 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S3 Bucker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7DDE947-1FE3-BFEF-92B9-C8232495019A}"/>
              </a:ext>
            </a:extLst>
          </p:cNvPr>
          <p:cNvSpPr/>
          <p:nvPr/>
        </p:nvSpPr>
        <p:spPr>
          <a:xfrm>
            <a:off x="1870284" y="2738322"/>
            <a:ext cx="949196" cy="205521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MI</a:t>
            </a:r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 </a:t>
            </a: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S3 Bucker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cxnSp>
        <p:nvCxnSpPr>
          <p:cNvPr id="54" name="직선 화살표 연결선 1066">
            <a:extLst>
              <a:ext uri="{FF2B5EF4-FFF2-40B4-BE49-F238E27FC236}">
                <a16:creationId xmlns:a16="http://schemas.microsoft.com/office/drawing/2014/main" id="{B274BD85-B93F-B043-6C23-C1D2D7A67120}"/>
              </a:ext>
            </a:extLst>
          </p:cNvPr>
          <p:cNvCxnSpPr>
            <a:cxnSpLocks/>
            <a:stCxn id="2257" idx="2"/>
            <a:endCxn id="13" idx="2"/>
          </p:cNvCxnSpPr>
          <p:nvPr/>
        </p:nvCxnSpPr>
        <p:spPr>
          <a:xfrm rot="10800000">
            <a:off x="1095195" y="2026366"/>
            <a:ext cx="2041232" cy="119347"/>
          </a:xfrm>
          <a:prstGeom prst="bentConnector2">
            <a:avLst/>
          </a:prstGeom>
          <a:noFill/>
          <a:ln w="6350" cap="flat" cmpd="sng" algn="ctr">
            <a:solidFill>
              <a:srgbClr val="FF0000"/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7" name="직선 화살표 연결선 1066">
            <a:extLst>
              <a:ext uri="{FF2B5EF4-FFF2-40B4-BE49-F238E27FC236}">
                <a16:creationId xmlns:a16="http://schemas.microsoft.com/office/drawing/2014/main" id="{2110A920-38BD-FF45-0F3B-7E1DBCF0747F}"/>
              </a:ext>
            </a:extLst>
          </p:cNvPr>
          <p:cNvCxnSpPr>
            <a:cxnSpLocks/>
            <a:stCxn id="2257" idx="2"/>
            <a:endCxn id="63" idx="0"/>
          </p:cNvCxnSpPr>
          <p:nvPr/>
        </p:nvCxnSpPr>
        <p:spPr>
          <a:xfrm rot="10800000" flipV="1">
            <a:off x="1093241" y="2145711"/>
            <a:ext cx="2043186" cy="150695"/>
          </a:xfrm>
          <a:prstGeom prst="bentConnector2">
            <a:avLst/>
          </a:prstGeom>
          <a:noFill/>
          <a:ln w="6350" cap="flat" cmpd="sng" algn="ctr">
            <a:solidFill>
              <a:srgbClr val="FF0000"/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A3EF8BB-6BB5-4A17-B110-AF84D4A5FDB6}"/>
              </a:ext>
            </a:extLst>
          </p:cNvPr>
          <p:cNvSpPr/>
          <p:nvPr/>
        </p:nvSpPr>
        <p:spPr>
          <a:xfrm>
            <a:off x="3227863" y="2029438"/>
            <a:ext cx="84082" cy="23949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60" name="직선 화살표 연결선 1066">
            <a:extLst>
              <a:ext uri="{FF2B5EF4-FFF2-40B4-BE49-F238E27FC236}">
                <a16:creationId xmlns:a16="http://schemas.microsoft.com/office/drawing/2014/main" id="{55714D9B-4F32-0723-CFA6-40241C60F05C}"/>
              </a:ext>
            </a:extLst>
          </p:cNvPr>
          <p:cNvCxnSpPr>
            <a:cxnSpLocks/>
            <a:stCxn id="2257" idx="2"/>
            <a:endCxn id="14" idx="0"/>
          </p:cNvCxnSpPr>
          <p:nvPr/>
        </p:nvCxnSpPr>
        <p:spPr>
          <a:xfrm rot="10800000" flipV="1">
            <a:off x="1095195" y="2145711"/>
            <a:ext cx="2041232" cy="578361"/>
          </a:xfrm>
          <a:prstGeom prst="bentConnector2">
            <a:avLst/>
          </a:prstGeom>
          <a:noFill/>
          <a:ln w="6350" cap="flat" cmpd="sng" algn="ctr">
            <a:solidFill>
              <a:srgbClr val="FF0000"/>
            </a:solidFill>
            <a:prstDash val="sysDash"/>
            <a:miter lim="800000"/>
            <a:tailEnd type="triangle"/>
          </a:ln>
          <a:effectLst/>
        </p:spPr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4D4273F-5DE7-8AE9-1A7D-CD22957D47F2}"/>
              </a:ext>
            </a:extLst>
          </p:cNvPr>
          <p:cNvSpPr/>
          <p:nvPr/>
        </p:nvSpPr>
        <p:spPr>
          <a:xfrm>
            <a:off x="795219" y="2296407"/>
            <a:ext cx="596044" cy="246641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GM S2</a:t>
            </a:r>
            <a:endParaRPr lang="ko-KR" altLang="en-US" sz="1000" b="1" kern="0">
              <a:solidFill>
                <a:prstClr val="black"/>
              </a:solidFill>
              <a:latin typeface="Arial Narrow"/>
              <a:ea typeface="LG스마트체 Regular" panose="020B0600000101010101" pitchFamily="50" charset="-127"/>
            </a:endParaRPr>
          </a:p>
        </p:txBody>
      </p:sp>
      <p:cxnSp>
        <p:nvCxnSpPr>
          <p:cNvPr id="2240" name="직선 화살표 연결선 2239">
            <a:extLst>
              <a:ext uri="{FF2B5EF4-FFF2-40B4-BE49-F238E27FC236}">
                <a16:creationId xmlns:a16="http://schemas.microsoft.com/office/drawing/2014/main" id="{5B38E686-674D-7134-4B68-933641B6A242}"/>
              </a:ext>
            </a:extLst>
          </p:cNvPr>
          <p:cNvCxnSpPr>
            <a:cxnSpLocks/>
            <a:stCxn id="13" idx="3"/>
            <a:endCxn id="41" idx="1"/>
          </p:cNvCxnSpPr>
          <p:nvPr/>
        </p:nvCxnSpPr>
        <p:spPr>
          <a:xfrm flipV="1">
            <a:off x="1423020" y="1896694"/>
            <a:ext cx="440269" cy="635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2" name="직선 화살표 연결선 2241">
            <a:extLst>
              <a:ext uri="{FF2B5EF4-FFF2-40B4-BE49-F238E27FC236}">
                <a16:creationId xmlns:a16="http://schemas.microsoft.com/office/drawing/2014/main" id="{98B3046F-481B-6DE1-735A-2F239353A524}"/>
              </a:ext>
            </a:extLst>
          </p:cNvPr>
          <p:cNvCxnSpPr>
            <a:cxnSpLocks/>
            <a:stCxn id="63" idx="3"/>
            <a:endCxn id="47" idx="1"/>
          </p:cNvCxnSpPr>
          <p:nvPr/>
        </p:nvCxnSpPr>
        <p:spPr>
          <a:xfrm flipV="1">
            <a:off x="1391264" y="2412401"/>
            <a:ext cx="490725" cy="7327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3" name="직선 화살표 연결선 2242">
            <a:extLst>
              <a:ext uri="{FF2B5EF4-FFF2-40B4-BE49-F238E27FC236}">
                <a16:creationId xmlns:a16="http://schemas.microsoft.com/office/drawing/2014/main" id="{C4165BE4-8ABA-8663-7776-E142FAAE4A04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 flipV="1">
            <a:off x="1366124" y="2841083"/>
            <a:ext cx="504160" cy="631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6" name="직선 화살표 연결선 1066">
            <a:extLst>
              <a:ext uri="{FF2B5EF4-FFF2-40B4-BE49-F238E27FC236}">
                <a16:creationId xmlns:a16="http://schemas.microsoft.com/office/drawing/2014/main" id="{7CC0FD9F-6C1E-8558-BCF9-C2F71D87D10D}"/>
              </a:ext>
            </a:extLst>
          </p:cNvPr>
          <p:cNvCxnSpPr>
            <a:cxnSpLocks/>
            <a:stCxn id="41" idx="3"/>
            <a:endCxn id="19" idx="1"/>
          </p:cNvCxnSpPr>
          <p:nvPr/>
        </p:nvCxnSpPr>
        <p:spPr>
          <a:xfrm>
            <a:off x="2812484" y="1896694"/>
            <a:ext cx="1128048" cy="1083403"/>
          </a:xfrm>
          <a:prstGeom prst="bentConnector3">
            <a:avLst>
              <a:gd name="adj1" fmla="val 17914"/>
            </a:avLst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8" name="직선 화살표 연결선 1066">
            <a:extLst>
              <a:ext uri="{FF2B5EF4-FFF2-40B4-BE49-F238E27FC236}">
                <a16:creationId xmlns:a16="http://schemas.microsoft.com/office/drawing/2014/main" id="{6EB9CA8F-A846-C421-3E8C-5EFC55A0BCAA}"/>
              </a:ext>
            </a:extLst>
          </p:cNvPr>
          <p:cNvCxnSpPr>
            <a:cxnSpLocks/>
            <a:stCxn id="47" idx="3"/>
            <a:endCxn id="19" idx="1"/>
          </p:cNvCxnSpPr>
          <p:nvPr/>
        </p:nvCxnSpPr>
        <p:spPr>
          <a:xfrm>
            <a:off x="2831184" y="2412400"/>
            <a:ext cx="1109348" cy="567696"/>
          </a:xfrm>
          <a:prstGeom prst="bentConnector3">
            <a:avLst>
              <a:gd name="adj1" fmla="val 16800"/>
            </a:avLst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9" name="직선 화살표 연결선 1066">
            <a:extLst>
              <a:ext uri="{FF2B5EF4-FFF2-40B4-BE49-F238E27FC236}">
                <a16:creationId xmlns:a16="http://schemas.microsoft.com/office/drawing/2014/main" id="{A78D45F4-940B-A952-B609-2F712914AD54}"/>
              </a:ext>
            </a:extLst>
          </p:cNvPr>
          <p:cNvCxnSpPr>
            <a:cxnSpLocks/>
            <a:stCxn id="48" idx="3"/>
            <a:endCxn id="19" idx="1"/>
          </p:cNvCxnSpPr>
          <p:nvPr/>
        </p:nvCxnSpPr>
        <p:spPr>
          <a:xfrm>
            <a:off x="2819480" y="2841082"/>
            <a:ext cx="1121052" cy="139014"/>
          </a:xfrm>
          <a:prstGeom prst="bentConnector3">
            <a:avLst>
              <a:gd name="adj1" fmla="val 16810"/>
            </a:avLst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251" name="사각형: 둥근 모서리 2250">
            <a:extLst>
              <a:ext uri="{FF2B5EF4-FFF2-40B4-BE49-F238E27FC236}">
                <a16:creationId xmlns:a16="http://schemas.microsoft.com/office/drawing/2014/main" id="{8F092B74-F01E-63D4-52A9-4A38A12EC909}"/>
              </a:ext>
            </a:extLst>
          </p:cNvPr>
          <p:cNvSpPr/>
          <p:nvPr/>
        </p:nvSpPr>
        <p:spPr>
          <a:xfrm>
            <a:off x="1597470" y="2124666"/>
            <a:ext cx="1487203" cy="19441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457200" latinLnBrk="0">
              <a:defRPr/>
            </a:pPr>
            <a:r>
              <a:rPr lang="en-US" altLang="ko-KR" sz="800" kern="0">
                <a:solidFill>
                  <a:srgbClr val="FF0000"/>
                </a:solidFill>
                <a:latin typeface="Arial Narrow"/>
                <a:ea typeface="LG스마트체 Regular" panose="020B0600000101010101" pitchFamily="50" charset="-127"/>
              </a:rPr>
              <a:t>Extractor Master </a:t>
            </a:r>
            <a:r>
              <a:rPr lang="ko-KR" altLang="en-US" sz="800" kern="0">
                <a:solidFill>
                  <a:srgbClr val="FF0000"/>
                </a:solidFill>
                <a:latin typeface="Arial Narrow"/>
                <a:ea typeface="LG스마트체 Regular" panose="020B0600000101010101" pitchFamily="50" charset="-127"/>
              </a:rPr>
              <a:t>정보 전송</a:t>
            </a:r>
          </a:p>
        </p:txBody>
      </p:sp>
      <p:sp>
        <p:nvSpPr>
          <p:cNvPr id="2254" name="타원 2253">
            <a:extLst>
              <a:ext uri="{FF2B5EF4-FFF2-40B4-BE49-F238E27FC236}">
                <a16:creationId xmlns:a16="http://schemas.microsoft.com/office/drawing/2014/main" id="{06278CD1-70BE-24CA-F7BA-78782D241DD2}"/>
              </a:ext>
            </a:extLst>
          </p:cNvPr>
          <p:cNvSpPr/>
          <p:nvPr/>
        </p:nvSpPr>
        <p:spPr bwMode="auto">
          <a:xfrm>
            <a:off x="1541800" y="1806040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55" name="타원 2254">
            <a:extLst>
              <a:ext uri="{FF2B5EF4-FFF2-40B4-BE49-F238E27FC236}">
                <a16:creationId xmlns:a16="http://schemas.microsoft.com/office/drawing/2014/main" id="{6CC5B3D2-F91B-C1F2-326C-E21951C27A37}"/>
              </a:ext>
            </a:extLst>
          </p:cNvPr>
          <p:cNvSpPr/>
          <p:nvPr/>
        </p:nvSpPr>
        <p:spPr bwMode="auto">
          <a:xfrm>
            <a:off x="1541800" y="2313551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56" name="타원 2255">
            <a:extLst>
              <a:ext uri="{FF2B5EF4-FFF2-40B4-BE49-F238E27FC236}">
                <a16:creationId xmlns:a16="http://schemas.microsoft.com/office/drawing/2014/main" id="{058F66F9-7F00-8309-7A17-2A07FF11BECD}"/>
              </a:ext>
            </a:extLst>
          </p:cNvPr>
          <p:cNvSpPr/>
          <p:nvPr/>
        </p:nvSpPr>
        <p:spPr bwMode="auto">
          <a:xfrm>
            <a:off x="1541800" y="2732283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57" name="타원 2256">
            <a:extLst>
              <a:ext uri="{FF2B5EF4-FFF2-40B4-BE49-F238E27FC236}">
                <a16:creationId xmlns:a16="http://schemas.microsoft.com/office/drawing/2014/main" id="{10080191-2388-0CFF-BCF7-487F633EF1CC}"/>
              </a:ext>
            </a:extLst>
          </p:cNvPr>
          <p:cNvSpPr/>
          <p:nvPr/>
        </p:nvSpPr>
        <p:spPr bwMode="auto">
          <a:xfrm>
            <a:off x="3136428" y="2057258"/>
            <a:ext cx="193275" cy="17690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58" name="타원 2257">
            <a:extLst>
              <a:ext uri="{FF2B5EF4-FFF2-40B4-BE49-F238E27FC236}">
                <a16:creationId xmlns:a16="http://schemas.microsoft.com/office/drawing/2014/main" id="{99170099-D471-0F72-957D-B1F6FC564AEF}"/>
              </a:ext>
            </a:extLst>
          </p:cNvPr>
          <p:cNvSpPr/>
          <p:nvPr/>
        </p:nvSpPr>
        <p:spPr bwMode="auto">
          <a:xfrm>
            <a:off x="3399183" y="2882485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59" name="타원 2258">
            <a:extLst>
              <a:ext uri="{FF2B5EF4-FFF2-40B4-BE49-F238E27FC236}">
                <a16:creationId xmlns:a16="http://schemas.microsoft.com/office/drawing/2014/main" id="{364B704F-90B2-9EC2-D79B-BD8E910F3B47}"/>
              </a:ext>
            </a:extLst>
          </p:cNvPr>
          <p:cNvSpPr/>
          <p:nvPr/>
        </p:nvSpPr>
        <p:spPr bwMode="auto">
          <a:xfrm>
            <a:off x="4143024" y="2743082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0" name="타원 2259">
            <a:extLst>
              <a:ext uri="{FF2B5EF4-FFF2-40B4-BE49-F238E27FC236}">
                <a16:creationId xmlns:a16="http://schemas.microsoft.com/office/drawing/2014/main" id="{CA51B823-00F6-3F72-DAFA-46C4ACE9F9DB}"/>
              </a:ext>
            </a:extLst>
          </p:cNvPr>
          <p:cNvSpPr/>
          <p:nvPr/>
        </p:nvSpPr>
        <p:spPr bwMode="auto">
          <a:xfrm>
            <a:off x="6170276" y="2338809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2" name="타원 2261">
            <a:extLst>
              <a:ext uri="{FF2B5EF4-FFF2-40B4-BE49-F238E27FC236}">
                <a16:creationId xmlns:a16="http://schemas.microsoft.com/office/drawing/2014/main" id="{B2D31C38-9735-C02B-2E0F-9C7232B527BC}"/>
              </a:ext>
            </a:extLst>
          </p:cNvPr>
          <p:cNvSpPr/>
          <p:nvPr/>
        </p:nvSpPr>
        <p:spPr bwMode="auto">
          <a:xfrm>
            <a:off x="6170276" y="2967655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3" name="타원 2262">
            <a:extLst>
              <a:ext uri="{FF2B5EF4-FFF2-40B4-BE49-F238E27FC236}">
                <a16:creationId xmlns:a16="http://schemas.microsoft.com/office/drawing/2014/main" id="{B5102736-2D1D-2203-0AB6-FCB4C7C653FB}"/>
              </a:ext>
            </a:extLst>
          </p:cNvPr>
          <p:cNvSpPr/>
          <p:nvPr/>
        </p:nvSpPr>
        <p:spPr bwMode="auto">
          <a:xfrm>
            <a:off x="6182662" y="1665382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4" name="타원 2263">
            <a:extLst>
              <a:ext uri="{FF2B5EF4-FFF2-40B4-BE49-F238E27FC236}">
                <a16:creationId xmlns:a16="http://schemas.microsoft.com/office/drawing/2014/main" id="{2E71E902-D331-3FCA-9D26-4B05BAC5BCA7}"/>
              </a:ext>
            </a:extLst>
          </p:cNvPr>
          <p:cNvSpPr/>
          <p:nvPr/>
        </p:nvSpPr>
        <p:spPr bwMode="auto">
          <a:xfrm>
            <a:off x="4874258" y="2656181"/>
            <a:ext cx="193275" cy="176907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5" name="타원 2264">
            <a:extLst>
              <a:ext uri="{FF2B5EF4-FFF2-40B4-BE49-F238E27FC236}">
                <a16:creationId xmlns:a16="http://schemas.microsoft.com/office/drawing/2014/main" id="{8E7E0E01-76B0-40FC-92CB-2A226EB51F26}"/>
              </a:ext>
            </a:extLst>
          </p:cNvPr>
          <p:cNvSpPr/>
          <p:nvPr/>
        </p:nvSpPr>
        <p:spPr bwMode="auto">
          <a:xfrm>
            <a:off x="2415545" y="4395599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6" name="타원 2265">
            <a:extLst>
              <a:ext uri="{FF2B5EF4-FFF2-40B4-BE49-F238E27FC236}">
                <a16:creationId xmlns:a16="http://schemas.microsoft.com/office/drawing/2014/main" id="{9C51FEAE-89CE-BF13-67BC-21A8B037D512}"/>
              </a:ext>
            </a:extLst>
          </p:cNvPr>
          <p:cNvSpPr/>
          <p:nvPr/>
        </p:nvSpPr>
        <p:spPr bwMode="auto">
          <a:xfrm>
            <a:off x="2415545" y="4773053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8" name="타원 2267">
            <a:extLst>
              <a:ext uri="{FF2B5EF4-FFF2-40B4-BE49-F238E27FC236}">
                <a16:creationId xmlns:a16="http://schemas.microsoft.com/office/drawing/2014/main" id="{D12C579C-477F-2891-666A-7A0A39C333CB}"/>
              </a:ext>
            </a:extLst>
          </p:cNvPr>
          <p:cNvSpPr/>
          <p:nvPr/>
        </p:nvSpPr>
        <p:spPr bwMode="auto">
          <a:xfrm>
            <a:off x="2415545" y="5122059"/>
            <a:ext cx="193275" cy="17690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9" name="타원 2268">
            <a:extLst>
              <a:ext uri="{FF2B5EF4-FFF2-40B4-BE49-F238E27FC236}">
                <a16:creationId xmlns:a16="http://schemas.microsoft.com/office/drawing/2014/main" id="{449563FE-F44F-76A2-3EC5-5984AA89AD23}"/>
              </a:ext>
            </a:extLst>
          </p:cNvPr>
          <p:cNvSpPr/>
          <p:nvPr/>
        </p:nvSpPr>
        <p:spPr bwMode="auto">
          <a:xfrm>
            <a:off x="2415545" y="5451104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71" name="타원 2270">
            <a:extLst>
              <a:ext uri="{FF2B5EF4-FFF2-40B4-BE49-F238E27FC236}">
                <a16:creationId xmlns:a16="http://schemas.microsoft.com/office/drawing/2014/main" id="{7BB82394-27F4-DF8F-56ED-745994F6540E}"/>
              </a:ext>
            </a:extLst>
          </p:cNvPr>
          <p:cNvSpPr/>
          <p:nvPr/>
        </p:nvSpPr>
        <p:spPr bwMode="auto">
          <a:xfrm>
            <a:off x="2415545" y="5820262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72" name="타원 2271">
            <a:extLst>
              <a:ext uri="{FF2B5EF4-FFF2-40B4-BE49-F238E27FC236}">
                <a16:creationId xmlns:a16="http://schemas.microsoft.com/office/drawing/2014/main" id="{4E74ACB3-8B72-E86B-9342-B2C1930F0780}"/>
              </a:ext>
            </a:extLst>
          </p:cNvPr>
          <p:cNvSpPr/>
          <p:nvPr/>
        </p:nvSpPr>
        <p:spPr bwMode="auto">
          <a:xfrm>
            <a:off x="2415545" y="6141167"/>
            <a:ext cx="193275" cy="176907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73" name="사각형: 둥근 모서리 2272">
            <a:extLst>
              <a:ext uri="{FF2B5EF4-FFF2-40B4-BE49-F238E27FC236}">
                <a16:creationId xmlns:a16="http://schemas.microsoft.com/office/drawing/2014/main" id="{03916B0C-F552-AB5A-1C2F-47027CD9005D}"/>
              </a:ext>
            </a:extLst>
          </p:cNvPr>
          <p:cNvSpPr/>
          <p:nvPr/>
        </p:nvSpPr>
        <p:spPr>
          <a:xfrm>
            <a:off x="4702496" y="2869945"/>
            <a:ext cx="537438" cy="220302"/>
          </a:xfrm>
          <a:prstGeom prst="roundRect">
            <a:avLst/>
          </a:prstGeom>
          <a:solidFill>
            <a:srgbClr val="70AD47">
              <a:lumMod val="60000"/>
              <a:lumOff val="40000"/>
            </a:srgbClr>
          </a:solidFill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algn="ctr" defTabSz="457200" latinLnBrk="0"/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UI </a:t>
            </a:r>
            <a:r>
              <a:rPr lang="ko-KR" altLang="en-US" sz="1000" b="1" kern="0">
                <a:solidFill>
                  <a:prstClr val="black"/>
                </a:solidFill>
                <a:latin typeface="Arial Narrow"/>
                <a:ea typeface="LG스마트체 Regular" panose="020B0600000101010101" pitchFamily="50" charset="-127"/>
              </a:rPr>
              <a:t>화면</a:t>
            </a:r>
          </a:p>
        </p:txBody>
      </p:sp>
      <p:cxnSp>
        <p:nvCxnSpPr>
          <p:cNvPr id="2274" name="직선 화살표 연결선 2273">
            <a:extLst>
              <a:ext uri="{FF2B5EF4-FFF2-40B4-BE49-F238E27FC236}">
                <a16:creationId xmlns:a16="http://schemas.microsoft.com/office/drawing/2014/main" id="{79E6C32C-6F00-F13E-B9EE-138BC10ACB64}"/>
              </a:ext>
            </a:extLst>
          </p:cNvPr>
          <p:cNvCxnSpPr>
            <a:cxnSpLocks/>
            <a:stCxn id="19" idx="3"/>
            <a:endCxn id="2273" idx="1"/>
          </p:cNvCxnSpPr>
          <p:nvPr/>
        </p:nvCxnSpPr>
        <p:spPr>
          <a:xfrm>
            <a:off x="4477970" y="2980096"/>
            <a:ext cx="224526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278" name="타원 2277">
            <a:extLst>
              <a:ext uri="{FF2B5EF4-FFF2-40B4-BE49-F238E27FC236}">
                <a16:creationId xmlns:a16="http://schemas.microsoft.com/office/drawing/2014/main" id="{86FDB28E-B7E5-1815-5AB5-E1823D7F65D7}"/>
              </a:ext>
            </a:extLst>
          </p:cNvPr>
          <p:cNvSpPr/>
          <p:nvPr/>
        </p:nvSpPr>
        <p:spPr bwMode="auto">
          <a:xfrm>
            <a:off x="7509864" y="1648987"/>
            <a:ext cx="193275" cy="17690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79" name="TextBox 2278">
            <a:extLst>
              <a:ext uri="{FF2B5EF4-FFF2-40B4-BE49-F238E27FC236}">
                <a16:creationId xmlns:a16="http://schemas.microsoft.com/office/drawing/2014/main" id="{70C95BF7-1526-50F9-9FA9-4D6C59C87A68}"/>
              </a:ext>
            </a:extLst>
          </p:cNvPr>
          <p:cNvSpPr txBox="1"/>
          <p:nvPr/>
        </p:nvSpPr>
        <p:spPr>
          <a:xfrm>
            <a:off x="7755655" y="1606821"/>
            <a:ext cx="674654" cy="2462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kumimoji="1" lang="en-US" altLang="ko-KR"/>
              <a:t>Ph1. </a:t>
            </a:r>
            <a:r>
              <a:rPr kumimoji="1" lang="ko-KR" altLang="en-US"/>
              <a:t>대응</a:t>
            </a:r>
          </a:p>
        </p:txBody>
      </p:sp>
      <p:sp>
        <p:nvSpPr>
          <p:cNvPr id="2280" name="타원 2279">
            <a:extLst>
              <a:ext uri="{FF2B5EF4-FFF2-40B4-BE49-F238E27FC236}">
                <a16:creationId xmlns:a16="http://schemas.microsoft.com/office/drawing/2014/main" id="{EF0526D8-A813-ED92-3887-FE2DF5F9AE25}"/>
              </a:ext>
            </a:extLst>
          </p:cNvPr>
          <p:cNvSpPr/>
          <p:nvPr/>
        </p:nvSpPr>
        <p:spPr bwMode="auto">
          <a:xfrm>
            <a:off x="7509864" y="1872536"/>
            <a:ext cx="193275" cy="17690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81" name="TextBox 2280">
            <a:extLst>
              <a:ext uri="{FF2B5EF4-FFF2-40B4-BE49-F238E27FC236}">
                <a16:creationId xmlns:a16="http://schemas.microsoft.com/office/drawing/2014/main" id="{2982C2E3-35F0-10E2-CEF9-DAC632912D42}"/>
              </a:ext>
            </a:extLst>
          </p:cNvPr>
          <p:cNvSpPr txBox="1"/>
          <p:nvPr/>
        </p:nvSpPr>
        <p:spPr>
          <a:xfrm>
            <a:off x="7755655" y="1840977"/>
            <a:ext cx="674654" cy="2462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kumimoji="1" lang="en-US" altLang="ko-KR"/>
              <a:t>Ph2. </a:t>
            </a:r>
            <a:r>
              <a:rPr kumimoji="1" lang="ko-KR" altLang="en-US"/>
              <a:t>대응</a:t>
            </a:r>
          </a:p>
        </p:txBody>
      </p:sp>
      <p:sp>
        <p:nvSpPr>
          <p:cNvPr id="2283" name="타원 2282">
            <a:extLst>
              <a:ext uri="{FF2B5EF4-FFF2-40B4-BE49-F238E27FC236}">
                <a16:creationId xmlns:a16="http://schemas.microsoft.com/office/drawing/2014/main" id="{C49B230E-1D44-01C5-B5EA-76DC0010DD96}"/>
              </a:ext>
            </a:extLst>
          </p:cNvPr>
          <p:cNvSpPr/>
          <p:nvPr/>
        </p:nvSpPr>
        <p:spPr bwMode="auto">
          <a:xfrm>
            <a:off x="8444927" y="1648987"/>
            <a:ext cx="193275" cy="176907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84" name="TextBox 2283">
            <a:extLst>
              <a:ext uri="{FF2B5EF4-FFF2-40B4-BE49-F238E27FC236}">
                <a16:creationId xmlns:a16="http://schemas.microsoft.com/office/drawing/2014/main" id="{74F45E8A-2138-9CF4-5FD8-F635A5F5927A}"/>
              </a:ext>
            </a:extLst>
          </p:cNvPr>
          <p:cNvSpPr txBox="1"/>
          <p:nvPr/>
        </p:nvSpPr>
        <p:spPr>
          <a:xfrm>
            <a:off x="8692906" y="1613236"/>
            <a:ext cx="956644" cy="2462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kumimoji="1" lang="en-US" altLang="ko-KR"/>
              <a:t>Ph1. / Ph2. </a:t>
            </a:r>
            <a:r>
              <a:rPr kumimoji="1" lang="ko-KR" altLang="en-US"/>
              <a:t>대응</a:t>
            </a:r>
          </a:p>
        </p:txBody>
      </p:sp>
    </p:spTree>
    <p:extLst>
      <p:ext uri="{BB962C8B-B14F-4D97-AF65-F5344CB8AC3E}">
        <p14:creationId xmlns:p14="http://schemas.microsoft.com/office/powerpoint/2010/main" val="37789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D4580-0664-54AF-0A2F-371DDBC4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BB2C56A-3788-488F-958C-B6B6983D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8" y="-796165"/>
            <a:ext cx="4995150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 </a:t>
            </a:r>
            <a:r>
              <a:rPr lang="ko-KR" altLang="en-US">
                <a:latin typeface="Arial Narrow"/>
                <a:ea typeface="LG스마트체 Regular"/>
              </a:rPr>
              <a:t>기반 구축</a:t>
            </a:r>
          </a:p>
        </p:txBody>
      </p:sp>
      <p:sp>
        <p:nvSpPr>
          <p:cNvPr id="3" name="실행 단추: 돌아가기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AF3F17E-09BA-E2F4-FCF4-38779294CDE1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14D37EA9-5303-7441-850B-3E9FFE669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00793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000" b="1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AX</a:t>
                      </a:r>
                      <a:r>
                        <a:rPr lang="ko-KR" sz="1000" b="1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기반 </a:t>
                      </a:r>
                      <a:r>
                        <a:rPr lang="en-US" altLang="ko-KR" sz="1000" b="1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DAVINCI</a:t>
                      </a:r>
                      <a:r>
                        <a:rPr lang="ko-KR" sz="1000" b="1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분석 플랫폼 강화</a:t>
                      </a:r>
                      <a:endParaRPr lang="ko-KR">
                        <a:latin typeface="Arial Narrow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-.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서비스 개발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endParaRPr lang="ko-KR" altLang="en-US" sz="10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 Smart_H Regular"/>
                          <a:cs typeface="+mn-cs"/>
                        </a:rPr>
                        <a:t>※ </a:t>
                      </a:r>
                      <a:r>
                        <a:rPr 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Q : </a:t>
                      </a:r>
                      <a:r>
                        <a:rPr lang="ko-KR" alt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 Smart_H Regular"/>
                          <a:cs typeface="+mn-cs"/>
                        </a:rPr>
                        <a:t>플랫폼 개선 과제 </a:t>
                      </a:r>
                      <a:r>
                        <a:rPr 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3</a:t>
                      </a:r>
                      <a:r>
                        <a:rPr lang="ko-KR" alt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 Smart_H Regular"/>
                          <a:cs typeface="+mn-cs"/>
                        </a:rPr>
                        <a:t>건 적용</a:t>
                      </a:r>
                      <a:br>
                        <a:rPr 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 Smart_H Regular"/>
                          <a:cs typeface="+mn-cs"/>
                        </a:rPr>
                      </a:br>
                      <a:r>
                        <a:rPr 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 Smart_H Regular"/>
                          <a:cs typeface="+mn-cs"/>
                        </a:rPr>
                        <a:t>     D : ‘26.11</a:t>
                      </a:r>
                      <a:r>
                        <a:rPr lang="ko-KR" alt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 Smart_H Regular"/>
                          <a:cs typeface="+mn-cs"/>
                        </a:rPr>
                        <a:t>월 </a:t>
                      </a:r>
                      <a:r>
                        <a:rPr lang="en-US" sz="1000" b="0" i="0" u="none" strike="noStrike" kern="1200" spc="0" baseline="0" noProof="0">
                          <a:solidFill>
                            <a:srgbClr val="0066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(OC,WA)</a:t>
                      </a:r>
                      <a:endParaRPr lang="en-US"/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spc="-70" baseline="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5% (</a:t>
                      </a:r>
                      <a:r>
                        <a:rPr lang="ko-KR" sz="1000" b="1" i="0" u="none" strike="noStrike" spc="-70" baseline="0" noProof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그룹장</a:t>
                      </a:r>
                      <a:r>
                        <a:rPr lang="en-US" altLang="ko-KR" sz="1000" b="1" i="0" u="none" strike="noStrike" spc="-70" baseline="0" noProof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  <a:endParaRPr lang="en-US" sz="1000" b="1" i="0" u="none" strike="noStrike" spc="-70" baseline="0" noProof="0">
                        <a:solidFill>
                          <a:schemeClr val="tx1"/>
                        </a:solidFill>
                        <a:latin typeface="Arial Narrow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담당</a:t>
                      </a:r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6" name="Rectangle 4">
            <a:extLst>
              <a:ext uri="{FF2B5EF4-FFF2-40B4-BE49-F238E27FC236}">
                <a16:creationId xmlns:a16="http://schemas.microsoft.com/office/drawing/2014/main" id="{38424E5B-B745-C677-0D3C-D9516E6C1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82FF285-7C87-4314-F07B-29D43C092235}"/>
              </a:ext>
            </a:extLst>
          </p:cNvPr>
          <p:cNvSpPr/>
          <p:nvPr/>
        </p:nvSpPr>
        <p:spPr>
          <a:xfrm>
            <a:off x="2787245" y="999755"/>
            <a:ext cx="324000" cy="16665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CDO</a:t>
            </a:r>
            <a:endParaRPr lang="ko-KR" altLang="en-US" sz="10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85F5525-319F-C741-9D60-1AEBFF0086A5}"/>
              </a:ext>
            </a:extLst>
          </p:cNvPr>
          <p:cNvSpPr>
            <a:spLocks noChangeAspect="1"/>
          </p:cNvSpPr>
          <p:nvPr/>
        </p:nvSpPr>
        <p:spPr>
          <a:xfrm>
            <a:off x="9169049" y="1107052"/>
            <a:ext cx="180000" cy="180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5307A6-08A0-6A67-132D-EDACD24B338D}"/>
              </a:ext>
            </a:extLst>
          </p:cNvPr>
          <p:cNvGrpSpPr/>
          <p:nvPr/>
        </p:nvGrpSpPr>
        <p:grpSpPr>
          <a:xfrm>
            <a:off x="839581" y="3391497"/>
            <a:ext cx="4008771" cy="341334"/>
            <a:chOff x="961536" y="4488828"/>
            <a:chExt cx="4008771" cy="341334"/>
          </a:xfrm>
        </p:grpSpPr>
        <p:sp>
          <p:nvSpPr>
            <p:cNvPr id="5" name="제목 9">
              <a:extLst>
                <a:ext uri="{FF2B5EF4-FFF2-40B4-BE49-F238E27FC236}">
                  <a16:creationId xmlns:a16="http://schemas.microsoft.com/office/drawing/2014/main" id="{C37EB92D-F2BA-88FB-96D3-5863F12030C5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6" name="직선 연결선 2">
              <a:extLst>
                <a:ext uri="{FF2B5EF4-FFF2-40B4-BE49-F238E27FC236}">
                  <a16:creationId xmlns:a16="http://schemas.microsoft.com/office/drawing/2014/main" id="{630D1C06-F0E9-E98F-5F1F-261BE07BFB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4CA99DF-6B8B-9F96-F64A-18AC7A0AA99C}"/>
              </a:ext>
            </a:extLst>
          </p:cNvPr>
          <p:cNvGrpSpPr/>
          <p:nvPr/>
        </p:nvGrpSpPr>
        <p:grpSpPr>
          <a:xfrm>
            <a:off x="5141076" y="3399203"/>
            <a:ext cx="4553251" cy="333628"/>
            <a:chOff x="5152724" y="4496534"/>
            <a:chExt cx="4221222" cy="333628"/>
          </a:xfrm>
        </p:grpSpPr>
        <p:sp>
          <p:nvSpPr>
            <p:cNvPr id="8" name="제목 9">
              <a:extLst>
                <a:ext uri="{FF2B5EF4-FFF2-40B4-BE49-F238E27FC236}">
                  <a16:creationId xmlns:a16="http://schemas.microsoft.com/office/drawing/2014/main" id="{2C4114DE-CE18-CC5C-0EFE-D41AC9970D39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9" name="직선 연결선 2">
              <a:extLst>
                <a:ext uri="{FF2B5EF4-FFF2-40B4-BE49-F238E27FC236}">
                  <a16:creationId xmlns:a16="http://schemas.microsoft.com/office/drawing/2014/main" id="{5E039A16-DB06-0397-4110-E13073BCA6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Rectangle 4">
            <a:extLst>
              <a:ext uri="{FF2B5EF4-FFF2-40B4-BE49-F238E27FC236}">
                <a16:creationId xmlns:a16="http://schemas.microsoft.com/office/drawing/2014/main" id="{B5BC569B-6F65-DDC6-CAFC-65FD8D6A4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364968"/>
            <a:ext cx="448035" cy="3208605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11FBA0-824B-1B6F-CDAC-80FFA2475F20}"/>
              </a:ext>
            </a:extLst>
          </p:cNvPr>
          <p:cNvSpPr txBox="1"/>
          <p:nvPr/>
        </p:nvSpPr>
        <p:spPr>
          <a:xfrm>
            <a:off x="5146570" y="3740647"/>
            <a:ext cx="4619997" cy="2923044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altLang="ko-KR" sz="1200" b="1">
                <a:latin typeface="Arial Narrow"/>
                <a:ea typeface="LG스마트체 Regular"/>
              </a:rPr>
              <a:t>Automation </a:t>
            </a:r>
            <a:r>
              <a:rPr lang="ko-KR" altLang="en-US" sz="1200" b="1">
                <a:latin typeface="Arial Narrow"/>
                <a:ea typeface="LG스마트체 Regular"/>
              </a:rPr>
              <a:t>메일</a:t>
            </a:r>
            <a:r>
              <a:rPr lang="en-US" altLang="ko-KR" sz="1200" b="1">
                <a:latin typeface="Arial Narrow"/>
                <a:ea typeface="LG스마트체 Regular"/>
              </a:rPr>
              <a:t> </a:t>
            </a:r>
            <a:r>
              <a:rPr lang="ko-KR" altLang="en-US" sz="1200" b="1">
                <a:latin typeface="Arial Narrow"/>
                <a:ea typeface="LG스마트체 Regular"/>
              </a:rPr>
              <a:t>요약</a:t>
            </a:r>
            <a:b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latin typeface="Arial Narrow"/>
                <a:ea typeface="LG스마트체 Regular"/>
                <a:cs typeface="+mn-lt"/>
              </a:rPr>
              <a:t>-.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사용자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활용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가이드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,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멀티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/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싱글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워크플로우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프롬프트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가이드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작성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(9/18)                   -. 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</a:rPr>
              <a:t>AI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메일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요약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기능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개발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완료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후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통합테스트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(9/18) </a:t>
            </a:r>
            <a:br>
              <a:rPr kumimoji="1" lang="en-US" sz="1100">
                <a:latin typeface="Arial Narrow"/>
                <a:ea typeface="LG스마트체 Regular"/>
                <a:cs typeface="+mn-lt"/>
              </a:rPr>
            </a:br>
            <a:r>
              <a:rPr kumimoji="1" lang="en-US" sz="1100">
                <a:latin typeface="Arial Narrow"/>
                <a:ea typeface="LG스마트체 Regular"/>
                <a:cs typeface="+mn-lt"/>
              </a:rPr>
              <a:t>-. 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</a:rPr>
              <a:t>WA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법인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대상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AI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메일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  <a:cs typeface="+mn-lt"/>
              </a:rPr>
              <a:t>요약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 </a:t>
            </a:r>
            <a:r>
              <a:rPr kumimoji="1" lang="en-US" sz="1100" err="1">
                <a:latin typeface="Arial Narrow"/>
                <a:ea typeface="LG스마트체 Regular"/>
                <a:cs typeface="+mn-lt"/>
              </a:rPr>
              <a:t>오픈</a:t>
            </a:r>
            <a:r>
              <a:rPr kumimoji="1" lang="en-US" sz="1100">
                <a:latin typeface="Arial Narrow"/>
                <a:ea typeface="LG스마트체 Regular"/>
                <a:cs typeface="+mn-lt"/>
              </a:rPr>
              <a:t>(9/25)</a:t>
            </a:r>
            <a:endParaRPr lang="en-US"/>
          </a:p>
          <a:p>
            <a:pPr marL="171450" indent="-17145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>
                <a:latin typeface="Arial Narrow"/>
                <a:ea typeface="LG스마트체 Regular"/>
              </a:rPr>
              <a:t>DAVINCI AI </a:t>
            </a:r>
            <a:r>
              <a:rPr lang="ko-KR" altLang="en-US" sz="1200" b="1" err="1">
                <a:latin typeface="Arial Narrow"/>
                <a:ea typeface="LG스마트체 Regular"/>
              </a:rPr>
              <a:t>Agent</a:t>
            </a:r>
            <a:r>
              <a:rPr lang="ko-KR" altLang="en-US" sz="1200" b="1">
                <a:latin typeface="Arial Narrow"/>
                <a:ea typeface="LG스마트체 Regular"/>
              </a:rPr>
              <a:t> 플랫폼 구축</a:t>
            </a:r>
            <a:b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DAVINCI </a:t>
            </a:r>
            <a:r>
              <a:rPr kumimoji="1" lang="ko-KR" altLang="en-US" sz="1100">
                <a:latin typeface="Arial Narrow"/>
                <a:ea typeface="LG스마트체 Regular"/>
              </a:rPr>
              <a:t>전용 </a:t>
            </a:r>
            <a:r>
              <a:rPr kumimoji="1" lang="en-US" altLang="ko-KR" sz="1100" err="1">
                <a:latin typeface="Arial Narrow"/>
                <a:ea typeface="LG스마트체 Regular"/>
              </a:rPr>
              <a:t>MultiCluster</a:t>
            </a:r>
            <a:r>
              <a:rPr kumimoji="1" lang="ko-KR" sz="1100">
                <a:latin typeface="Arial Narrow"/>
                <a:ea typeface="LG스마트체 Regular"/>
              </a:rPr>
              <a:t> 구축 진행</a:t>
            </a:r>
            <a:r>
              <a:rPr kumimoji="1" lang="ko-KR" altLang="en-US" sz="1100">
                <a:latin typeface="Arial Narrow"/>
                <a:ea typeface="LG스마트체 Regular"/>
              </a:rPr>
              <a:t> </a:t>
            </a:r>
            <a:r>
              <a:rPr kumimoji="1" lang="en-US" altLang="ko-KR" sz="1100">
                <a:latin typeface="Arial Narrow"/>
                <a:ea typeface="LG스마트체 Regular"/>
              </a:rPr>
              <a:t>(~8/30)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 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DAVINCI </a:t>
            </a:r>
            <a:r>
              <a:rPr kumimoji="1" lang="en-US" altLang="ko-KR" sz="1100" err="1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운영자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 </a:t>
            </a:r>
            <a:r>
              <a:rPr kumimoji="1" lang="en-US" altLang="ko-KR" sz="1100" err="1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교육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 및 </a:t>
            </a:r>
            <a:r>
              <a:rPr kumimoji="1" lang="en-US" altLang="ko-KR" sz="1100" err="1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사용자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 </a:t>
            </a:r>
            <a:r>
              <a:rPr kumimoji="1" lang="en-US" altLang="ko-KR" sz="1100" err="1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오픈</a:t>
            </a:r>
            <a:r>
              <a:rPr kumimoji="1" lang="en-US" altLang="ko-KR" sz="1100">
                <a:latin typeface="Arial Narrow"/>
                <a:ea typeface="LG스마트체 Regular"/>
                <a:cs typeface="+mn-lt"/>
                <a:sym typeface="Wingdings" panose="05000000000000000000" pitchFamily="2" charset="2"/>
              </a:rPr>
              <a:t>(~9/11)</a:t>
            </a:r>
            <a:br>
              <a:rPr lang="en-US" altLang="ko-KR" sz="1100">
                <a:latin typeface="Arial Narrow"/>
                <a:ea typeface="LG스마트체 Regular"/>
                <a:cs typeface="+mn-lt"/>
              </a:rPr>
            </a:br>
            <a:r>
              <a:rPr lang="en-US" altLang="ko-KR" sz="1100">
                <a:latin typeface="Arial Narrow"/>
                <a:ea typeface="LG스마트체 Regular"/>
                <a:cs typeface="+mn-lt"/>
              </a:rPr>
              <a:t>-. </a:t>
            </a:r>
            <a:r>
              <a:rPr lang="en-US" sz="1100" err="1">
                <a:latin typeface="Arial Narrow"/>
                <a:ea typeface="LG Smart_H Regular"/>
                <a:cs typeface="+mn-lt"/>
              </a:rPr>
              <a:t>특화</a:t>
            </a:r>
            <a:r>
              <a:rPr lang="en-US" sz="1100">
                <a:latin typeface="Arial Narrow"/>
                <a:ea typeface="LG Smart_H Regular"/>
                <a:cs typeface="+mn-lt"/>
              </a:rPr>
              <a:t> </a:t>
            </a:r>
            <a:r>
              <a:rPr lang="en-US" sz="1100" err="1">
                <a:latin typeface="Arial Narrow"/>
                <a:ea typeface="LG Smart_H Regular"/>
                <a:cs typeface="+mn-lt"/>
              </a:rPr>
              <a:t>기능</a:t>
            </a:r>
            <a:r>
              <a:rPr lang="en-US" sz="1100">
                <a:latin typeface="Arial Narrow"/>
                <a:ea typeface="LG Smart_H Regular"/>
                <a:cs typeface="+mn-lt"/>
              </a:rPr>
              <a:t> </a:t>
            </a:r>
            <a:r>
              <a:rPr lang="en-US" sz="1100" err="1">
                <a:latin typeface="Arial Narrow"/>
                <a:ea typeface="LG Smart_H Regular"/>
                <a:cs typeface="+mn-lt"/>
              </a:rPr>
              <a:t>개발</a:t>
            </a:r>
            <a:r>
              <a:rPr lang="en-US" sz="1100">
                <a:latin typeface="Arial Narrow"/>
                <a:ea typeface="LG Smart_H Regular"/>
                <a:cs typeface="+mn-lt"/>
              </a:rPr>
              <a:t> </a:t>
            </a:r>
            <a:r>
              <a:rPr lang="ko-KR" altLang="en-US" sz="1100">
                <a:latin typeface="Arial Narrow"/>
                <a:ea typeface="LG Smart_H Regular"/>
                <a:cs typeface="+mn-lt"/>
              </a:rPr>
              <a:t>준비</a:t>
            </a:r>
            <a:r>
              <a:rPr lang="en-US" altLang="ko-KR" sz="1100">
                <a:latin typeface="Arial Narrow"/>
                <a:ea typeface="LG Smart_H Regular"/>
                <a:cs typeface="+mn-lt"/>
              </a:rPr>
              <a:t>(</a:t>
            </a:r>
            <a:r>
              <a:rPr lang="en-US" sz="1100">
                <a:latin typeface="Arial Narrow"/>
                <a:ea typeface="LG Smart_H Regular"/>
                <a:cs typeface="+mn-lt"/>
              </a:rPr>
              <a:t>~8/30)</a:t>
            </a:r>
            <a:endParaRPr lang="ko-KR" altLang="en-US" sz="1100">
              <a:latin typeface="Arial Narrow"/>
              <a:ea typeface="LG Smart_H Regular"/>
              <a:cs typeface="+mn-lt"/>
            </a:endParaRPr>
          </a:p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>
                <a:latin typeface="Arial Narrow"/>
                <a:ea typeface="LG스마트체 Regular"/>
              </a:rPr>
              <a:t>대용량 데이터 전용 인프라 구축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OC</a:t>
            </a:r>
            <a:r>
              <a:rPr kumimoji="1" lang="ko-KR" altLang="en-US" sz="1100">
                <a:latin typeface="Arial Narrow"/>
                <a:ea typeface="LG스마트체 Regular"/>
              </a:rPr>
              <a:t>법인</a:t>
            </a:r>
            <a:r>
              <a:rPr kumimoji="1" lang="en-US" altLang="ko-KR" sz="1100">
                <a:latin typeface="Arial Narrow"/>
                <a:ea typeface="LG스마트체 Regular"/>
              </a:rPr>
              <a:t> Spark</a:t>
            </a:r>
            <a:r>
              <a:rPr kumimoji="1" lang="ko-KR" altLang="en-US" sz="1100">
                <a:latin typeface="Arial Narrow"/>
                <a:ea typeface="LG스마트체 Regular"/>
              </a:rPr>
              <a:t>를 활용한</a:t>
            </a:r>
            <a:r>
              <a:rPr kumimoji="1" lang="en-US" altLang="ko-KR" sz="1100">
                <a:latin typeface="Arial Narrow"/>
                <a:ea typeface="LG스마트체 Regular"/>
              </a:rPr>
              <a:t> </a:t>
            </a:r>
            <a:r>
              <a:rPr kumimoji="1" lang="ko-KR" altLang="en-US" sz="1100">
                <a:latin typeface="Arial Narrow"/>
                <a:ea typeface="LG스마트체 Regular"/>
              </a:rPr>
              <a:t>대용량 데이터 전용 클러스터 적용</a:t>
            </a:r>
            <a:r>
              <a:rPr kumimoji="1" lang="en-US" altLang="ko-KR" sz="1100">
                <a:latin typeface="Arial Narrow"/>
                <a:ea typeface="LG스마트체 Regular"/>
              </a:rPr>
              <a:t>(~9/18)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    : </a:t>
            </a:r>
            <a:r>
              <a:rPr kumimoji="1" lang="ko-KR" altLang="en-US" sz="1100">
                <a:latin typeface="Arial Narrow"/>
                <a:ea typeface="LG스마트체 Regular"/>
              </a:rPr>
              <a:t>활성화 프로파일 데이터 로직 개선 적용</a:t>
            </a:r>
            <a:r>
              <a:rPr kumimoji="1" lang="en-US" altLang="ko-KR" sz="1100">
                <a:latin typeface="Arial Narrow"/>
                <a:ea typeface="LG스마트체 Regular"/>
              </a:rPr>
              <a:t>(~9/30)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WA</a:t>
            </a:r>
            <a:r>
              <a:rPr kumimoji="1" lang="ko-KR" altLang="en-US" sz="1100">
                <a:latin typeface="Arial Narrow"/>
                <a:ea typeface="LG스마트체 Regular"/>
              </a:rPr>
              <a:t>법인 대용량 전용 클러스터 인프라 셋업 </a:t>
            </a:r>
            <a:r>
              <a:rPr kumimoji="1" lang="en-US" altLang="ko-KR" sz="1100">
                <a:latin typeface="Arial Narrow"/>
                <a:ea typeface="LG스마트체 Regular"/>
              </a:rPr>
              <a:t>(~9/18)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11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71D8E55-ED80-84BB-05D2-DBA5CDD5C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80839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8AA721F-0D6B-98FE-266F-907F52B01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3836"/>
              </p:ext>
            </p:extLst>
          </p:nvPr>
        </p:nvGraphicFramePr>
        <p:xfrm>
          <a:off x="735048" y="1521552"/>
          <a:ext cx="8862108" cy="1786803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45500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45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5493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520433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  <a:tr h="520433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632733"/>
                  </a:ext>
                </a:extLst>
              </a:tr>
            </a:tbl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2D10C7-A881-9B67-5857-D206A19AA158}"/>
              </a:ext>
            </a:extLst>
          </p:cNvPr>
          <p:cNvCxnSpPr>
            <a:cxnSpLocks/>
          </p:cNvCxnSpPr>
          <p:nvPr/>
        </p:nvCxnSpPr>
        <p:spPr>
          <a:xfrm flipV="1">
            <a:off x="2847644" y="1955517"/>
            <a:ext cx="4570057" cy="1209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430D1D0-A41F-2965-C889-850B8769F407}"/>
              </a:ext>
            </a:extLst>
          </p:cNvPr>
          <p:cNvSpPr txBox="1"/>
          <p:nvPr/>
        </p:nvSpPr>
        <p:spPr>
          <a:xfrm>
            <a:off x="820446" y="2342446"/>
            <a:ext cx="605050" cy="362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algn="ctr">
              <a:lnSpc>
                <a:spcPct val="113999"/>
              </a:lnSpc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AI</a:t>
            </a:r>
            <a:r>
              <a:rPr 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Agent</a:t>
            </a:r>
            <a:endParaRPr lang="ko-KR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algn="ctr">
              <a:lnSpc>
                <a:spcPct val="113999"/>
              </a:lnSpc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플랫폼</a:t>
            </a:r>
            <a:endParaRPr lang="ko-KR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D1A812-5E31-4083-204C-06F98FD6727F}"/>
              </a:ext>
            </a:extLst>
          </p:cNvPr>
          <p:cNvSpPr txBox="1"/>
          <p:nvPr/>
        </p:nvSpPr>
        <p:spPr>
          <a:xfrm>
            <a:off x="818241" y="1871529"/>
            <a:ext cx="606367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algn="ctr">
              <a:lnSpc>
                <a:spcPct val="113999"/>
              </a:lnSpc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Automation</a:t>
            </a:r>
          </a:p>
          <a:p>
            <a:pPr algn="ctr">
              <a:lnSpc>
                <a:spcPct val="113999"/>
              </a:lnSpc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메일 요약</a:t>
            </a:r>
            <a:endParaRPr lang="en-US" altLang="ko-KR" sz="800" kern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761C110-8984-69FA-F5CD-69CF37E82C2E}"/>
              </a:ext>
            </a:extLst>
          </p:cNvPr>
          <p:cNvSpPr/>
          <p:nvPr/>
        </p:nvSpPr>
        <p:spPr>
          <a:xfrm>
            <a:off x="2756612" y="190186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27224-D45B-15FC-DB63-33D5F0472798}"/>
              </a:ext>
            </a:extLst>
          </p:cNvPr>
          <p:cNvSpPr txBox="1"/>
          <p:nvPr/>
        </p:nvSpPr>
        <p:spPr>
          <a:xfrm>
            <a:off x="2548637" y="2044533"/>
            <a:ext cx="562238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사전</a:t>
            </a:r>
            <a:r>
              <a:rPr kumimoji="1" 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점검</a:t>
            </a:r>
            <a:endParaRPr kumimoji="1" 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algn="ctr">
              <a:defRPr/>
            </a:pPr>
            <a:r>
              <a:rPr kumimoji="1" 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및 일정 검토</a:t>
            </a:r>
            <a:endParaRPr 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F9C7A10-5AEB-3CD9-5E4E-6E6291257D47}"/>
              </a:ext>
            </a:extLst>
          </p:cNvPr>
          <p:cNvCxnSpPr>
            <a:cxnSpLocks/>
          </p:cNvCxnSpPr>
          <p:nvPr/>
        </p:nvCxnSpPr>
        <p:spPr>
          <a:xfrm>
            <a:off x="2855950" y="2473059"/>
            <a:ext cx="451267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DA7211C-3034-EB9A-6CFF-C075B1B089F1}"/>
              </a:ext>
            </a:extLst>
          </p:cNvPr>
          <p:cNvSpPr/>
          <p:nvPr/>
        </p:nvSpPr>
        <p:spPr>
          <a:xfrm>
            <a:off x="2764928" y="239816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DFBAA5-6120-56C2-5CE3-A88B73C486F8}"/>
              </a:ext>
            </a:extLst>
          </p:cNvPr>
          <p:cNvSpPr txBox="1"/>
          <p:nvPr/>
        </p:nvSpPr>
        <p:spPr>
          <a:xfrm>
            <a:off x="2416479" y="2523081"/>
            <a:ext cx="922295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AgenticWorks</a:t>
            </a:r>
            <a:endParaRPr lang="ko-KR" err="1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algn="ctr">
              <a:defRPr/>
            </a:pP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아키텍처 도입 논의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125FADA-DA0A-6B65-98A5-8E1F4AB096F0}"/>
              </a:ext>
            </a:extLst>
          </p:cNvPr>
          <p:cNvSpPr/>
          <p:nvPr/>
        </p:nvSpPr>
        <p:spPr>
          <a:xfrm>
            <a:off x="3168713" y="190186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</a:t>
            </a:r>
            <a:endParaRPr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8C12C-36B0-D96C-4DEF-1ED0924A56AF}"/>
              </a:ext>
            </a:extLst>
          </p:cNvPr>
          <p:cNvSpPr txBox="1"/>
          <p:nvPr/>
        </p:nvSpPr>
        <p:spPr>
          <a:xfrm>
            <a:off x="2960759" y="2044532"/>
            <a:ext cx="562238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테스트</a:t>
            </a:r>
          </a:p>
          <a:p>
            <a:pPr algn="ctr">
              <a:defRPr/>
            </a:pPr>
            <a:r>
              <a:rPr kumimoji="1"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환경 구축</a:t>
            </a:r>
            <a:endParaRPr 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F54F560-0110-E2AA-B6AA-AD98BC500608}"/>
              </a:ext>
            </a:extLst>
          </p:cNvPr>
          <p:cNvSpPr/>
          <p:nvPr/>
        </p:nvSpPr>
        <p:spPr>
          <a:xfrm>
            <a:off x="3475756" y="190186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23</a:t>
            </a:r>
            <a:endParaRPr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4C858C-10F5-9508-996A-5A4A30301A28}"/>
              </a:ext>
            </a:extLst>
          </p:cNvPr>
          <p:cNvSpPr txBox="1"/>
          <p:nvPr/>
        </p:nvSpPr>
        <p:spPr>
          <a:xfrm>
            <a:off x="3267822" y="2044531"/>
            <a:ext cx="562238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PI</a:t>
            </a:r>
            <a:r>
              <a:rPr kumimoji="1" 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주도</a:t>
            </a:r>
            <a:endParaRPr kumimoji="1" lang="ko-KR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algn="ctr">
              <a:defRPr/>
            </a:pPr>
            <a:r>
              <a:rPr kumimoji="1" 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테스트</a:t>
            </a:r>
            <a:endParaRPr lang="ko-KR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5D22E5D-5C9D-3F52-E781-17A62A8A6D5D}"/>
              </a:ext>
            </a:extLst>
          </p:cNvPr>
          <p:cNvSpPr/>
          <p:nvPr/>
        </p:nvSpPr>
        <p:spPr>
          <a:xfrm>
            <a:off x="4680764" y="188523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/>
              </a:rPr>
              <a:t>15</a:t>
            </a:r>
            <a:endParaRPr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430B0E-81A8-28A3-1B26-58279C616D04}"/>
              </a:ext>
            </a:extLst>
          </p:cNvPr>
          <p:cNvSpPr txBox="1"/>
          <p:nvPr/>
        </p:nvSpPr>
        <p:spPr>
          <a:xfrm>
            <a:off x="4499770" y="2020718"/>
            <a:ext cx="562238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Automation</a:t>
            </a:r>
            <a:endParaRPr kumimoji="1" lang="ko-KR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>
              <a:defRPr/>
            </a:pPr>
            <a:r>
              <a:rPr kumimoji="1"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요약 투자</a:t>
            </a: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발의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D8FEAE-9D68-5280-7428-D81BA97BA9DF}"/>
              </a:ext>
            </a:extLst>
          </p:cNvPr>
          <p:cNvSpPr txBox="1"/>
          <p:nvPr/>
        </p:nvSpPr>
        <p:spPr>
          <a:xfrm>
            <a:off x="6067524" y="2029428"/>
            <a:ext cx="562238" cy="16503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UAT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CE6346A-5B21-6129-DE2B-3C24D25F82D1}"/>
              </a:ext>
            </a:extLst>
          </p:cNvPr>
          <p:cNvSpPr/>
          <p:nvPr/>
        </p:nvSpPr>
        <p:spPr>
          <a:xfrm>
            <a:off x="3807299" y="240694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7D8AE8-3E30-2935-85CA-ED4078065B1D}"/>
              </a:ext>
            </a:extLst>
          </p:cNvPr>
          <p:cNvSpPr txBox="1"/>
          <p:nvPr/>
        </p:nvSpPr>
        <p:spPr>
          <a:xfrm>
            <a:off x="3237401" y="2523080"/>
            <a:ext cx="744043" cy="3958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전사 </a:t>
            </a:r>
            <a:r>
              <a:rPr lang="en-US" altLang="ko-KR" sz="7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GenAI</a:t>
            </a: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플랫폼</a:t>
            </a:r>
            <a: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lang="en-US" altLang="ko-KR" sz="7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AgenticWorks</a:t>
            </a: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로</a:t>
            </a:r>
            <a:b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업그레이드</a:t>
            </a:r>
            <a:endParaRPr lang="ko-KR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4AF4AD6-DF47-92A7-19D3-474E1CB7B208}"/>
              </a:ext>
            </a:extLst>
          </p:cNvPr>
          <p:cNvSpPr/>
          <p:nvPr/>
        </p:nvSpPr>
        <p:spPr>
          <a:xfrm>
            <a:off x="6375660" y="240694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EB7D6C-7C9C-2A81-2B7D-D1EE54BE5CFE}"/>
              </a:ext>
            </a:extLst>
          </p:cNvPr>
          <p:cNvSpPr txBox="1"/>
          <p:nvPr/>
        </p:nvSpPr>
        <p:spPr>
          <a:xfrm>
            <a:off x="6106282" y="2523080"/>
            <a:ext cx="676403" cy="3958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DAVINCI </a:t>
            </a: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전용</a:t>
            </a:r>
            <a:b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클러스터 구축 및 </a:t>
            </a:r>
            <a: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Open</a:t>
            </a:r>
          </a:p>
        </p:txBody>
      </p: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7E7E8B31-FEE9-1AED-B6FF-338F0B57417E}"/>
              </a:ext>
            </a:extLst>
          </p:cNvPr>
          <p:cNvCxnSpPr>
            <a:cxnSpLocks/>
          </p:cNvCxnSpPr>
          <p:nvPr/>
        </p:nvCxnSpPr>
        <p:spPr>
          <a:xfrm>
            <a:off x="4964804" y="2084507"/>
            <a:ext cx="1234740" cy="343711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EDCB51-4FB8-0D23-BB2E-E75464A875BB}"/>
              </a:ext>
            </a:extLst>
          </p:cNvPr>
          <p:cNvSpPr txBox="1"/>
          <p:nvPr/>
        </p:nvSpPr>
        <p:spPr>
          <a:xfrm>
            <a:off x="821898" y="2856052"/>
            <a:ext cx="605050" cy="362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algn="ctr">
              <a:lnSpc>
                <a:spcPct val="113999"/>
              </a:lnSpc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빅데이터 전용</a:t>
            </a:r>
            <a:b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</a:b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인프라 구축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1A8BFC5-38FE-583C-18FC-FF1CC51C1F8A}"/>
              </a:ext>
            </a:extLst>
          </p:cNvPr>
          <p:cNvCxnSpPr>
            <a:cxnSpLocks/>
          </p:cNvCxnSpPr>
          <p:nvPr/>
        </p:nvCxnSpPr>
        <p:spPr>
          <a:xfrm>
            <a:off x="1488141" y="2993015"/>
            <a:ext cx="736964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3BBF8E4A-6553-1803-5A29-5446B041C600}"/>
              </a:ext>
            </a:extLst>
          </p:cNvPr>
          <p:cNvSpPr/>
          <p:nvPr/>
        </p:nvSpPr>
        <p:spPr>
          <a:xfrm>
            <a:off x="3472106" y="292708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1C8062-4576-F52D-2199-7E065B865F8B}"/>
              </a:ext>
            </a:extLst>
          </p:cNvPr>
          <p:cNvSpPr txBox="1"/>
          <p:nvPr/>
        </p:nvSpPr>
        <p:spPr>
          <a:xfrm>
            <a:off x="3087797" y="3069931"/>
            <a:ext cx="922295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전용 인프라 </a:t>
            </a:r>
            <a:b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구축 방안 검토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729FF36-3E2D-136C-F219-58A37256A089}"/>
              </a:ext>
            </a:extLst>
          </p:cNvPr>
          <p:cNvSpPr/>
          <p:nvPr/>
        </p:nvSpPr>
        <p:spPr>
          <a:xfrm>
            <a:off x="5714635" y="2926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29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B3C7BD-720C-1DF9-55D3-4E17BB851C66}"/>
              </a:ext>
            </a:extLst>
          </p:cNvPr>
          <p:cNvSpPr txBox="1"/>
          <p:nvPr/>
        </p:nvSpPr>
        <p:spPr>
          <a:xfrm>
            <a:off x="5445257" y="3060966"/>
            <a:ext cx="676403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H/W</a:t>
            </a:r>
            <a:b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Delivery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9AD3A59-B5D2-35A7-0AE0-9322535E48B8}"/>
              </a:ext>
            </a:extLst>
          </p:cNvPr>
          <p:cNvSpPr/>
          <p:nvPr/>
        </p:nvSpPr>
        <p:spPr>
          <a:xfrm>
            <a:off x="8396768" y="292112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65AC89-DFA8-CE28-4010-5600400158D8}"/>
              </a:ext>
            </a:extLst>
          </p:cNvPr>
          <p:cNvSpPr txBox="1"/>
          <p:nvPr/>
        </p:nvSpPr>
        <p:spPr>
          <a:xfrm>
            <a:off x="8127390" y="3055190"/>
            <a:ext cx="676403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안정화 및 </a:t>
            </a:r>
            <a:b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과제 확산</a:t>
            </a:r>
            <a:endParaRPr lang="en-US" alt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198FEE3-74C5-CACE-8240-B7F5580B44B8}"/>
              </a:ext>
            </a:extLst>
          </p:cNvPr>
          <p:cNvSpPr/>
          <p:nvPr/>
        </p:nvSpPr>
        <p:spPr>
          <a:xfrm>
            <a:off x="6545114" y="2926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0F906D-4643-7BBB-E7CC-34C6E2D77D24}"/>
              </a:ext>
            </a:extLst>
          </p:cNvPr>
          <p:cNvSpPr txBox="1"/>
          <p:nvPr/>
        </p:nvSpPr>
        <p:spPr>
          <a:xfrm>
            <a:off x="6275736" y="3060966"/>
            <a:ext cx="676403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Spark Cluster</a:t>
            </a:r>
            <a:b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구성 및 적용</a:t>
            </a:r>
            <a:endParaRPr lang="en-US" alt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C4B50ED-442F-186B-2DC1-87C2BE147399}"/>
              </a:ext>
            </a:extLst>
          </p:cNvPr>
          <p:cNvSpPr/>
          <p:nvPr/>
        </p:nvSpPr>
        <p:spPr>
          <a:xfrm>
            <a:off x="3961636" y="2926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E0D86D-B85B-3273-6FFD-059F61507A06}"/>
              </a:ext>
            </a:extLst>
          </p:cNvPr>
          <p:cNvSpPr txBox="1"/>
          <p:nvPr/>
        </p:nvSpPr>
        <p:spPr>
          <a:xfrm>
            <a:off x="3624294" y="3069931"/>
            <a:ext cx="816648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대용량 아키텍처 </a:t>
            </a:r>
            <a:b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방안 수립</a:t>
            </a:r>
            <a:endParaRPr lang="en-US" alt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60163EE-03EB-93E7-F6AE-CD647D817B7D}"/>
              </a:ext>
            </a:extLst>
          </p:cNvPr>
          <p:cNvSpPr/>
          <p:nvPr/>
        </p:nvSpPr>
        <p:spPr>
          <a:xfrm>
            <a:off x="7224625" y="2926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51D7A5-78D6-6D8C-73AE-A465E3395A2B}"/>
              </a:ext>
            </a:extLst>
          </p:cNvPr>
          <p:cNvSpPr txBox="1"/>
          <p:nvPr/>
        </p:nvSpPr>
        <p:spPr>
          <a:xfrm>
            <a:off x="6975782" y="3069931"/>
            <a:ext cx="676403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6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Baremetal</a:t>
            </a:r>
            <a: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Sever</a:t>
            </a:r>
            <a:b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구축</a:t>
            </a:r>
            <a:endParaRPr lang="en-US" altLang="ko-KR" sz="6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grpSp>
        <p:nvGrpSpPr>
          <p:cNvPr id="48" name="그룹 1">
            <a:extLst>
              <a:ext uri="{FF2B5EF4-FFF2-40B4-BE49-F238E27FC236}">
                <a16:creationId xmlns:a16="http://schemas.microsoft.com/office/drawing/2014/main" id="{F8760CDC-7831-644E-F29E-A085FCF77A1E}"/>
              </a:ext>
            </a:extLst>
          </p:cNvPr>
          <p:cNvGrpSpPr/>
          <p:nvPr/>
        </p:nvGrpSpPr>
        <p:grpSpPr>
          <a:xfrm>
            <a:off x="6592121" y="1502904"/>
            <a:ext cx="205184" cy="1798748"/>
            <a:chOff x="2020628" y="1123354"/>
            <a:chExt cx="205184" cy="5389117"/>
          </a:xfrm>
        </p:grpSpPr>
        <p:grpSp>
          <p:nvGrpSpPr>
            <p:cNvPr id="49" name="그룹 2">
              <a:extLst>
                <a:ext uri="{FF2B5EF4-FFF2-40B4-BE49-F238E27FC236}">
                  <a16:creationId xmlns:a16="http://schemas.microsoft.com/office/drawing/2014/main" id="{D762A563-1449-757C-6301-FD8687CAA455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934411"/>
              <a:chOff x="4167960" y="2510051"/>
              <a:chExt cx="120667" cy="5115241"/>
            </a:xfrm>
          </p:grpSpPr>
          <p:cxnSp>
            <p:nvCxnSpPr>
              <p:cNvPr id="51" name="직선 연결선 167">
                <a:extLst>
                  <a:ext uri="{FF2B5EF4-FFF2-40B4-BE49-F238E27FC236}">
                    <a16:creationId xmlns:a16="http://schemas.microsoft.com/office/drawing/2014/main" id="{9AD8C654-C220-4BE4-6AC0-F78E0ECF5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939364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2" name="이등변 삼각형 7">
                <a:extLst>
                  <a:ext uri="{FF2B5EF4-FFF2-40B4-BE49-F238E27FC236}">
                    <a16:creationId xmlns:a16="http://schemas.microsoft.com/office/drawing/2014/main" id="{2BEB31B4-EB1E-F71C-412A-40A8A565177C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0" name="Text Box 4">
              <a:extLst>
                <a:ext uri="{FF2B5EF4-FFF2-40B4-BE49-F238E27FC236}">
                  <a16:creationId xmlns:a16="http://schemas.microsoft.com/office/drawing/2014/main" id="{6233FB81-B99A-57E6-3D8B-A43DF98B0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53" name="그룹 1">
            <a:extLst>
              <a:ext uri="{FF2B5EF4-FFF2-40B4-BE49-F238E27FC236}">
                <a16:creationId xmlns:a16="http://schemas.microsoft.com/office/drawing/2014/main" id="{C3120731-D02D-61B0-D560-327216BB68EE}"/>
              </a:ext>
            </a:extLst>
          </p:cNvPr>
          <p:cNvGrpSpPr/>
          <p:nvPr/>
        </p:nvGrpSpPr>
        <p:grpSpPr>
          <a:xfrm>
            <a:off x="8745404" y="1484784"/>
            <a:ext cx="205184" cy="1823571"/>
            <a:chOff x="2020628" y="1123354"/>
            <a:chExt cx="205184" cy="5463488"/>
          </a:xfrm>
        </p:grpSpPr>
        <p:grpSp>
          <p:nvGrpSpPr>
            <p:cNvPr id="54" name="그룹 2">
              <a:extLst>
                <a:ext uri="{FF2B5EF4-FFF2-40B4-BE49-F238E27FC236}">
                  <a16:creationId xmlns:a16="http://schemas.microsoft.com/office/drawing/2014/main" id="{CA8D9652-986E-3600-F453-AF8EBAE2E6B1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5008782"/>
              <a:chOff x="4167960" y="2510051"/>
              <a:chExt cx="120667" cy="5192337"/>
            </a:xfrm>
          </p:grpSpPr>
          <p:cxnSp>
            <p:nvCxnSpPr>
              <p:cNvPr id="56" name="직선 연결선 167">
                <a:extLst>
                  <a:ext uri="{FF2B5EF4-FFF2-40B4-BE49-F238E27FC236}">
                    <a16:creationId xmlns:a16="http://schemas.microsoft.com/office/drawing/2014/main" id="{F4F698B7-9CBE-244B-7692-895D3F772F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501646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57" name="이등변 삼각형 7">
                <a:extLst>
                  <a:ext uri="{FF2B5EF4-FFF2-40B4-BE49-F238E27FC236}">
                    <a16:creationId xmlns:a16="http://schemas.microsoft.com/office/drawing/2014/main" id="{CAC16262-BCC7-E415-925A-6B174936ABB8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DA01F7F9-114E-7B67-FCBC-5B31E797C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kern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8" name="타원 57">
            <a:extLst>
              <a:ext uri="{FF2B5EF4-FFF2-40B4-BE49-F238E27FC236}">
                <a16:creationId xmlns:a16="http://schemas.microsoft.com/office/drawing/2014/main" id="{27464D2A-6399-CEEF-F1D9-9FD3C8E891AF}"/>
              </a:ext>
            </a:extLst>
          </p:cNvPr>
          <p:cNvSpPr/>
          <p:nvPr/>
        </p:nvSpPr>
        <p:spPr>
          <a:xfrm>
            <a:off x="6272623" y="189135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/>
              </a:rPr>
              <a:t>18</a:t>
            </a:r>
            <a:endParaRPr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BE9A705-45E3-4B7B-E5F1-2A0F0E3FAD37}"/>
              </a:ext>
            </a:extLst>
          </p:cNvPr>
          <p:cNvSpPr/>
          <p:nvPr/>
        </p:nvSpPr>
        <p:spPr>
          <a:xfrm>
            <a:off x="4888534" y="239741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29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7B856-ACD5-864C-D208-0506DC9BBCCA}"/>
              </a:ext>
            </a:extLst>
          </p:cNvPr>
          <p:cNvSpPr txBox="1"/>
          <p:nvPr/>
        </p:nvSpPr>
        <p:spPr>
          <a:xfrm>
            <a:off x="4578656" y="2513555"/>
            <a:ext cx="744043" cy="3958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DAVINCI</a:t>
            </a: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전용 클러스터 구축 협의 및 </a:t>
            </a:r>
            <a:r>
              <a:rPr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Studio PoC</a:t>
            </a:r>
            <a:r>
              <a:rPr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참여</a:t>
            </a:r>
            <a:endParaRPr lang="ko-KR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5E7C6E-6A36-EB28-6DF4-3E4EE63D9EA3}"/>
              </a:ext>
            </a:extLst>
          </p:cNvPr>
          <p:cNvSpPr txBox="1"/>
          <p:nvPr/>
        </p:nvSpPr>
        <p:spPr>
          <a:xfrm>
            <a:off x="835931" y="3740648"/>
            <a:ext cx="4283038" cy="2443361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altLang="ko-KR" sz="1200" b="1">
                <a:latin typeface="Arial Narrow"/>
                <a:ea typeface="LG스마트체 Regular"/>
              </a:rPr>
              <a:t>Automation </a:t>
            </a:r>
            <a:r>
              <a:rPr lang="ko-KR" altLang="en-US" sz="1200" b="1">
                <a:latin typeface="Arial Narrow"/>
                <a:ea typeface="LG스마트체 Regular"/>
              </a:rPr>
              <a:t>메일 요약</a:t>
            </a:r>
            <a:br>
              <a:rPr lang="ko-KR" altLang="en-US" sz="1200" b="1">
                <a:latin typeface="Arial Narrow"/>
                <a:ea typeface="LG스마트체 Regular"/>
              </a:rPr>
            </a:br>
            <a:r>
              <a:rPr lang="en-US" sz="1100">
                <a:latin typeface="Arial Narrow"/>
                <a:ea typeface="LG스마트체 Regular"/>
              </a:rPr>
              <a:t>-. </a:t>
            </a:r>
            <a:r>
              <a:rPr lang="ko-KR" altLang="en-US" sz="1100">
                <a:latin typeface="Arial Narrow"/>
                <a:ea typeface="LG스마트체 Regular"/>
              </a:rPr>
              <a:t>기존</a:t>
            </a:r>
            <a:r>
              <a:rPr lang="en-US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요건</a:t>
            </a:r>
            <a:r>
              <a:rPr lang="en-US" sz="1100">
                <a:latin typeface="Arial Narrow"/>
                <a:ea typeface="LG스마트체 Regular"/>
              </a:rPr>
              <a:t> </a:t>
            </a:r>
            <a:r>
              <a:rPr lang="en-US" sz="1100" err="1">
                <a:latin typeface="Arial Narrow"/>
                <a:ea typeface="LG스마트체 Regular"/>
              </a:rPr>
              <a:t>피드백</a:t>
            </a:r>
            <a:r>
              <a:rPr lang="en-US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반영</a:t>
            </a:r>
            <a:r>
              <a:rPr lang="en-US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및</a:t>
            </a:r>
            <a:r>
              <a:rPr lang="en-US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신규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요약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대상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ko-KR" altLang="en-US" sz="1100">
                <a:latin typeface="Arial Narrow"/>
                <a:ea typeface="LG스마트체 Regular"/>
              </a:rPr>
              <a:t>추가</a:t>
            </a:r>
            <a:r>
              <a:rPr lang="en-US" sz="1100">
                <a:latin typeface="Arial Narrow"/>
                <a:ea typeface="LG스마트체 Regular"/>
              </a:rPr>
              <a:t>(</a:t>
            </a:r>
            <a:r>
              <a:rPr lang="en-US" sz="1100" err="1">
                <a:latin typeface="Arial Narrow"/>
                <a:ea typeface="LG스마트체 Regular"/>
              </a:rPr>
              <a:t>RollMmap</a:t>
            </a:r>
            <a:r>
              <a:rPr lang="en-US" sz="1100">
                <a:latin typeface="Arial Narrow"/>
                <a:ea typeface="LG스마트체 Regular"/>
              </a:rPr>
              <a:t> </a:t>
            </a:r>
            <a:r>
              <a:rPr lang="en-US" sz="1100" err="1">
                <a:latin typeface="Arial Narrow"/>
                <a:ea typeface="LG스마트체 Regular"/>
              </a:rPr>
              <a:t>모니터링</a:t>
            </a:r>
            <a:r>
              <a:rPr lang="en-US" sz="1100">
                <a:latin typeface="Arial Narrow"/>
                <a:ea typeface="LG스마트체 Regular"/>
              </a:rPr>
              <a:t>) (8/18)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lang="en-US" altLang="ko-KR" sz="1100">
                <a:latin typeface="Arial Narrow"/>
                <a:ea typeface="LG스마트체 Regular"/>
              </a:rPr>
              <a:t>-. </a:t>
            </a:r>
            <a:r>
              <a:rPr lang="en-US" altLang="ko-KR" sz="1100" err="1">
                <a:latin typeface="Arial Narrow"/>
                <a:ea typeface="LG스마트체 Regular"/>
              </a:rPr>
              <a:t>메일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관리</a:t>
            </a:r>
            <a:r>
              <a:rPr lang="en-US" altLang="ko-KR" sz="1100">
                <a:latin typeface="Arial Narrow"/>
                <a:ea typeface="LG스마트체 Regular"/>
              </a:rPr>
              <a:t> 및 </a:t>
            </a:r>
            <a:r>
              <a:rPr lang="en-US" altLang="ko-KR" sz="1100" err="1">
                <a:latin typeface="Arial Narrow"/>
                <a:ea typeface="LG스마트체 Regular"/>
              </a:rPr>
              <a:t>요약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기능</a:t>
            </a:r>
            <a:r>
              <a:rPr lang="en-US" altLang="ko-KR" sz="1100">
                <a:latin typeface="Arial Narrow"/>
                <a:ea typeface="LG스마트체 Regular"/>
              </a:rPr>
              <a:t> UI </a:t>
            </a:r>
            <a:r>
              <a:rPr lang="en-US" altLang="ko-KR" sz="1100" err="1">
                <a:latin typeface="Arial Narrow"/>
                <a:ea typeface="LG스마트체 Regular"/>
              </a:rPr>
              <a:t>관련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사용자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Feedback반영하여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보완완료</a:t>
            </a:r>
            <a:r>
              <a:rPr lang="en-US" altLang="ko-KR" sz="1100">
                <a:latin typeface="Arial Narrow"/>
                <a:ea typeface="LG스마트체 Regular"/>
              </a:rPr>
              <a:t>(8/31)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lang="ko-KR" altLang="en-US" sz="1200" b="1">
                <a:latin typeface="Arial Narrow"/>
                <a:ea typeface="LG스마트체 Regular"/>
              </a:rPr>
              <a:t>DAVINCI AI </a:t>
            </a:r>
            <a:r>
              <a:rPr lang="ko-KR" altLang="en-US" sz="1200" b="1" err="1">
                <a:latin typeface="Arial Narrow"/>
                <a:ea typeface="LG스마트체 Regular"/>
              </a:rPr>
              <a:t>Agent</a:t>
            </a:r>
            <a:r>
              <a:rPr lang="ko-KR" altLang="en-US" sz="1200" b="1">
                <a:latin typeface="Arial Narrow"/>
                <a:ea typeface="LG스마트체 Regular"/>
              </a:rPr>
              <a:t> 플랫폼 구축 </a:t>
            </a:r>
            <a:r>
              <a:rPr lang="en-US" altLang="ko-KR" sz="1200" b="1">
                <a:latin typeface="Arial Narrow"/>
                <a:ea typeface="LG스마트체 Regular"/>
              </a:rPr>
              <a:t> </a:t>
            </a:r>
            <a:br>
              <a:rPr lang="en-US" altLang="ko-KR" sz="1200" b="1">
                <a:latin typeface="Arial Narrow"/>
                <a:ea typeface="LG스마트체 Regular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DAVINCI </a:t>
            </a:r>
            <a:r>
              <a:rPr kumimoji="1" lang="ko-KR" altLang="en-US" sz="1100">
                <a:latin typeface="Arial Narrow"/>
                <a:ea typeface="LG스마트체 Regular"/>
              </a:rPr>
              <a:t>전용 </a:t>
            </a:r>
            <a:r>
              <a:rPr kumimoji="1" lang="en-US" sz="1100" err="1">
                <a:latin typeface="Arial Narrow"/>
                <a:ea typeface="LG스마트체 Regular"/>
              </a:rPr>
              <a:t>MultiCluster</a:t>
            </a:r>
            <a:r>
              <a:rPr kumimoji="1" lang="ko-KR" altLang="en-US" sz="1100">
                <a:latin typeface="Arial Narrow"/>
                <a:ea typeface="LG스마트체 Regular"/>
              </a:rPr>
              <a:t> 구축 투자심의 완료</a:t>
            </a:r>
            <a:r>
              <a:rPr kumimoji="1" lang="en-US" altLang="ko-KR" sz="1100">
                <a:latin typeface="Arial Narrow"/>
                <a:ea typeface="LG스마트체 Regular"/>
              </a:rPr>
              <a:t>(7/28)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lang="en-US" altLang="ko-KR" sz="1100">
                <a:latin typeface="Arial Narrow"/>
                <a:ea typeface="LG스마트체 Regular"/>
              </a:rPr>
              <a:t>   : Agent </a:t>
            </a:r>
            <a:r>
              <a:rPr lang="en-US" altLang="ko-KR" sz="1100" err="1">
                <a:latin typeface="Arial Narrow"/>
                <a:ea typeface="LG스마트체 Regular"/>
              </a:rPr>
              <a:t>개발과</a:t>
            </a:r>
            <a:r>
              <a:rPr lang="en-US" altLang="ko-KR" sz="1100">
                <a:latin typeface="Arial Narrow"/>
                <a:ea typeface="LG스마트체 Regular"/>
              </a:rPr>
              <a:t> POC 를 </a:t>
            </a:r>
            <a:r>
              <a:rPr lang="en-US" altLang="ko-KR" sz="1100" err="1">
                <a:latin typeface="Arial Narrow"/>
                <a:ea typeface="LG스마트체 Regular"/>
              </a:rPr>
              <a:t>주관하고</a:t>
            </a:r>
            <a:r>
              <a:rPr lang="en-US" altLang="ko-KR" sz="1100">
                <a:latin typeface="Arial Narrow"/>
                <a:ea typeface="LG스마트체 Regular"/>
              </a:rPr>
              <a:t>, 전 </a:t>
            </a:r>
            <a:r>
              <a:rPr lang="en-US" altLang="ko-KR" sz="1100" err="1">
                <a:latin typeface="Arial Narrow"/>
                <a:ea typeface="LG스마트체 Regular"/>
              </a:rPr>
              <a:t>법인으로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확산하는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개발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허브로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역할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</a:t>
            </a:r>
            <a:r>
              <a:rPr kumimoji="1" lang="ko-KR" altLang="en-US" sz="1100">
                <a:latin typeface="Arial Narrow"/>
                <a:ea typeface="LG스마트체 Regular"/>
              </a:rPr>
              <a:t>전사 </a:t>
            </a:r>
            <a:r>
              <a:rPr kumimoji="1" lang="en-US" altLang="ko-KR" sz="1100" err="1">
                <a:latin typeface="Arial Narrow"/>
                <a:ea typeface="LG스마트체 Regular"/>
              </a:rPr>
              <a:t>AgenticWorks</a:t>
            </a:r>
            <a:r>
              <a:rPr kumimoji="1" lang="en-US" altLang="ko-KR" sz="1100">
                <a:latin typeface="Arial Narrow"/>
                <a:ea typeface="LG스마트체 Regular"/>
              </a:rPr>
              <a:t> – DAVINCI 간 </a:t>
            </a:r>
            <a:r>
              <a:rPr kumimoji="1" lang="en-US" altLang="ko-KR" sz="1100" err="1">
                <a:latin typeface="Arial Narrow"/>
                <a:ea typeface="LG스마트체 Regular"/>
              </a:rPr>
              <a:t>데이터</a:t>
            </a:r>
            <a:r>
              <a:rPr kumimoji="1" lang="en-US" altLang="ko-KR" sz="1100">
                <a:latin typeface="Arial Narrow"/>
                <a:ea typeface="LG스마트체 Regular"/>
              </a:rPr>
              <a:t> </a:t>
            </a:r>
            <a:r>
              <a:rPr kumimoji="1" lang="en-US" altLang="ko-KR" sz="1100" err="1">
                <a:latin typeface="Arial Narrow"/>
                <a:ea typeface="LG스마트체 Regular"/>
              </a:rPr>
              <a:t>연계</a:t>
            </a:r>
            <a:r>
              <a:rPr kumimoji="1" lang="en-US" altLang="ko-KR" sz="1100">
                <a:latin typeface="Arial Narrow"/>
                <a:ea typeface="LG스마트체 Regular"/>
              </a:rPr>
              <a:t> </a:t>
            </a:r>
            <a:r>
              <a:rPr kumimoji="1" lang="en-US" altLang="ko-KR" sz="1100" err="1">
                <a:latin typeface="Arial Narrow"/>
                <a:ea typeface="LG스마트체 Regular"/>
              </a:rPr>
              <a:t>방안</a:t>
            </a:r>
            <a:r>
              <a:rPr kumimoji="1" lang="en-US" altLang="ko-KR" sz="1100">
                <a:latin typeface="Arial Narrow"/>
                <a:ea typeface="LG스마트체 Regular"/>
              </a:rPr>
              <a:t> </a:t>
            </a:r>
            <a:r>
              <a:rPr kumimoji="1" lang="en-US" altLang="ko-KR" sz="1100" err="1">
                <a:latin typeface="Arial Narrow"/>
                <a:ea typeface="LG스마트체 Regular"/>
              </a:rPr>
              <a:t>논의</a:t>
            </a:r>
            <a:r>
              <a:rPr kumimoji="1" lang="en-US" altLang="ko-KR" sz="1100">
                <a:latin typeface="Arial Narrow"/>
                <a:ea typeface="LG스마트체 Regular"/>
              </a:rPr>
              <a:t>(7/29, 8/4)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lang="en-US" altLang="ko-KR" sz="1100">
                <a:latin typeface="Arial Narrow"/>
                <a:ea typeface="LG스마트체 Regular"/>
              </a:rPr>
              <a:t>   : </a:t>
            </a:r>
            <a:r>
              <a:rPr lang="en-US" altLang="ko-KR" sz="1100" err="1">
                <a:latin typeface="Arial Narrow"/>
                <a:ea typeface="LG스마트체 Regular"/>
              </a:rPr>
              <a:t>공용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저장소를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통해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제조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데이터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파이프라인과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지식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체계를</a:t>
            </a:r>
            <a:r>
              <a:rPr lang="en-US" altLang="ko-KR" sz="1100">
                <a:latin typeface="Arial Narrow"/>
                <a:ea typeface="LG스마트체 Regular"/>
              </a:rPr>
              <a:t> </a:t>
            </a:r>
            <a:r>
              <a:rPr lang="en-US" altLang="ko-KR" sz="1100" err="1">
                <a:latin typeface="Arial Narrow"/>
                <a:ea typeface="LG스마트체 Regular"/>
              </a:rPr>
              <a:t>연계</a:t>
            </a:r>
            <a:endParaRPr lang="en-US"/>
          </a:p>
          <a:p>
            <a:pPr marL="163830" indent="-163830" defTabSz="844083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>
                <a:latin typeface="Arial Narrow"/>
                <a:ea typeface="LG스마트체 Regular"/>
              </a:rPr>
              <a:t>대용량 데이터 전용 인프라 구축</a:t>
            </a:r>
            <a:b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</a:t>
            </a:r>
            <a:r>
              <a:rPr kumimoji="1" lang="ko-KR" altLang="en-US" sz="1100">
                <a:latin typeface="Arial Narrow"/>
                <a:ea typeface="LG스마트체 Regular"/>
              </a:rPr>
              <a:t>대용량 전용 인프라 구성 후 잔여 인프라 활용 방안 검토</a:t>
            </a:r>
            <a:r>
              <a:rPr kumimoji="1" lang="en-US" altLang="ko-KR" sz="1100">
                <a:latin typeface="Arial Narrow"/>
                <a:ea typeface="LG스마트체 Regular"/>
              </a:rPr>
              <a:t>(~8/31)</a:t>
            </a:r>
            <a:br>
              <a:rPr lang="en-US" altLang="ko-KR" sz="1100">
                <a:latin typeface="Arial Narrow"/>
                <a:ea typeface="LG스마트체 Regular"/>
              </a:rPr>
            </a:br>
            <a:r>
              <a:rPr kumimoji="1" lang="en-US" altLang="ko-KR" sz="1100">
                <a:latin typeface="Arial Narrow"/>
                <a:ea typeface="LG스마트체 Regular"/>
              </a:rPr>
              <a:t>-. </a:t>
            </a:r>
            <a:r>
              <a:rPr kumimoji="1" lang="ko-KR" altLang="en-US" sz="1100">
                <a:latin typeface="Arial Narrow"/>
                <a:ea typeface="LG스마트체 Regular"/>
              </a:rPr>
              <a:t>대용량 데이터 개선 투자심의 및 집행 완료 </a:t>
            </a:r>
            <a:r>
              <a:rPr kumimoji="1" lang="en-US" altLang="ko-KR" sz="1100">
                <a:latin typeface="Arial Narrow"/>
                <a:ea typeface="LG스마트체 Regular"/>
              </a:rPr>
              <a:t>(~9/4)</a:t>
            </a:r>
            <a:endParaRPr lang="en-US" altLang="ko-KR" sz="11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4A5AE0-A8F1-5F0E-5F8B-8AA6A3B57B9A}"/>
              </a:ext>
            </a:extLst>
          </p:cNvPr>
          <p:cNvSpPr txBox="1"/>
          <p:nvPr/>
        </p:nvSpPr>
        <p:spPr>
          <a:xfrm>
            <a:off x="5409929" y="2543243"/>
            <a:ext cx="605498" cy="3958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DAVINCI</a:t>
            </a:r>
            <a:r>
              <a:rPr lang="ko-KR" altLang="en-US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 AWX 투자 심의 완료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BE41B53-8D42-3431-98E2-4AC683F556CA}"/>
              </a:ext>
            </a:extLst>
          </p:cNvPr>
          <p:cNvSpPr/>
          <p:nvPr/>
        </p:nvSpPr>
        <p:spPr>
          <a:xfrm>
            <a:off x="5640637" y="239741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6F03CFA4-532A-4E9B-074B-C9F7A1FDF33C}"/>
              </a:ext>
            </a:extLst>
          </p:cNvPr>
          <p:cNvSpPr/>
          <p:nvPr/>
        </p:nvSpPr>
        <p:spPr>
          <a:xfrm>
            <a:off x="7032147" y="188956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/>
                <a:ea typeface="LG스마트체 Regular"/>
              </a:rPr>
              <a:t>25</a:t>
            </a:r>
            <a:endParaRPr lang="en-US" altLang="ko-KR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5D24122-60E7-C85A-83E0-AD9A06952AFA}"/>
              </a:ext>
            </a:extLst>
          </p:cNvPr>
          <p:cNvSpPr txBox="1"/>
          <p:nvPr/>
        </p:nvSpPr>
        <p:spPr>
          <a:xfrm>
            <a:off x="6844198" y="2034639"/>
            <a:ext cx="562238" cy="16503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오픈</a:t>
            </a:r>
            <a:r>
              <a:rPr lang="en-US" altLang="ko-KR" sz="6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(WA)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07D8EC0-BBA5-EFB8-79F7-8DFBB7F40F32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17FB800-2DDD-F0BC-57D0-F87B957FB6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C478053-225C-D82F-46AE-B8E705FF22CF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9A7124D-4EE7-58C6-829C-26D4E2775D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E6BCC5D-B81F-5ECD-3225-C5BCA37E7BCF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62B4DC7-D0D2-2B73-9BFC-42870E8784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31AF45F-5C12-7D5D-D967-B944ADE49E2A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4761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34567" y="-796165"/>
            <a:ext cx="7210129" cy="2194560"/>
          </a:xfrm>
        </p:spPr>
        <p:txBody>
          <a:bodyPr wrap="square">
            <a:spAutoFit/>
          </a:bodyPr>
          <a:lstStyle/>
          <a:p>
            <a:pPr algn="l"/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_AX </a:t>
            </a:r>
            <a:r>
              <a:rPr lang="ko-KR" altLang="en-US">
                <a:latin typeface="Arial Narrow"/>
                <a:ea typeface="LG스마트체 Regular"/>
              </a:rPr>
              <a:t>기반 구축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</a:t>
                      </a:r>
                      <a:endParaRPr lang="en-US" altLang="ko-KR" sz="10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eIoT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→ FDC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통합을 통한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IT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비용 절감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Q : 26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확산 후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년부터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절감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(33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D :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대상 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Site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적기 구축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(~4Q)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29" name="제목 9"/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30" name="직선 연결선 2"/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그룹 30"/>
          <p:cNvGrpSpPr/>
          <p:nvPr/>
        </p:nvGrpSpPr>
        <p:grpSpPr>
          <a:xfrm>
            <a:off x="5141072" y="3318518"/>
            <a:ext cx="4553248" cy="333628"/>
            <a:chOff x="5152724" y="4496534"/>
            <a:chExt cx="4221222" cy="333628"/>
          </a:xfrm>
        </p:grpSpPr>
        <p:sp>
          <p:nvSpPr>
            <p:cNvPr id="32" name="제목 9"/>
            <p:cNvSpPr txBox="1">
              <a:spLocks/>
            </p:cNvSpPr>
            <p:nvPr/>
          </p:nvSpPr>
          <p:spPr>
            <a:xfrm>
              <a:off x="6846726" y="4496534"/>
              <a:ext cx="833218" cy="3135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 anchor="t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>
                  <a:latin typeface="Arial Narrow"/>
                  <a:ea typeface="LG스마트체 Regular"/>
                  <a:cs typeface="Arial"/>
                </a:rPr>
                <a:t>향후</a:t>
              </a: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/>
                </a:rPr>
                <a:t> 계획</a:t>
              </a:r>
            </a:p>
          </p:txBody>
        </p:sp>
        <p:cxnSp>
          <p:nvCxnSpPr>
            <p:cNvPr id="33" name="직선 연결선 2"/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1" name="Rectangle 4">
            <a:extLst>
              <a:ext uri="{FF2B5EF4-FFF2-40B4-BE49-F238E27FC236}">
                <a16:creationId xmlns:a16="http://schemas.microsoft.com/office/drawing/2014/main" id="{E511C3FD-2659-4D28-92C6-9D2551A1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33782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6690609-1BD2-44B1-B9DB-30E0E480036B}"/>
              </a:ext>
            </a:extLst>
          </p:cNvPr>
          <p:cNvCxnSpPr>
            <a:cxnSpLocks/>
          </p:cNvCxnSpPr>
          <p:nvPr/>
        </p:nvCxnSpPr>
        <p:spPr>
          <a:xfrm flipV="1">
            <a:off x="4997300" y="3301576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EE2F553-47D9-F002-5E2B-D82E057D9F67}"/>
              </a:ext>
            </a:extLst>
          </p:cNvPr>
          <p:cNvSpPr txBox="1"/>
          <p:nvPr/>
        </p:nvSpPr>
        <p:spPr>
          <a:xfrm>
            <a:off x="703604" y="3661766"/>
            <a:ext cx="4437472" cy="2069477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88900" indent="-8890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 i="0" u="none" strike="noStrike">
                <a:effectLst/>
                <a:latin typeface="Arial Narrow"/>
                <a:ea typeface="LG스마트체 Regular"/>
              </a:rPr>
              <a:t>전 법인 확산</a:t>
            </a:r>
            <a:br>
              <a:rPr lang="en-US" altLang="ko-KR" sz="1200" b="0" i="0" u="none" strike="noStrike"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/>
                <a:ea typeface="LG스마트체 Regular"/>
              </a:rPr>
              <a:t>- AZ </a:t>
            </a:r>
            <a:r>
              <a:rPr lang="ko-KR" altLang="en-US" sz="1200">
                <a:latin typeface="Arial Narrow"/>
                <a:ea typeface="LG스마트체 Regular"/>
              </a:rPr>
              <a:t>법인 데이터 수집 및 시스템 구축 완료 후 사용자 설명회</a:t>
            </a:r>
            <a:r>
              <a:rPr lang="en-US" altLang="ko-KR" sz="1200">
                <a:latin typeface="Arial Narrow"/>
                <a:ea typeface="LG스마트체 Regular"/>
              </a:rPr>
              <a:t>(7/22)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HD</a:t>
            </a:r>
            <a:r>
              <a:rPr lang="ko-KR" altLang="en-US" sz="1200">
                <a:latin typeface="Arial Narrow"/>
                <a:ea typeface="LG스마트체 Regular"/>
              </a:rPr>
              <a:t>법인 데이터 수집 및 시스템 구축 완료 후 사용자 설명회</a:t>
            </a:r>
            <a:r>
              <a:rPr lang="en-US" altLang="ko-KR" sz="1200">
                <a:latin typeface="Arial Narrow"/>
                <a:ea typeface="LG스마트체 Regular"/>
              </a:rPr>
              <a:t>(9/2) </a:t>
            </a:r>
            <a:r>
              <a:rPr lang="ko-KR" altLang="en-US" sz="1200">
                <a:latin typeface="Arial Narrow"/>
                <a:ea typeface="LG스마트체 Regular"/>
              </a:rPr>
              <a:t>후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</a:t>
            </a:r>
            <a:r>
              <a:rPr lang="ko-KR" altLang="en-US" sz="1200">
                <a:latin typeface="Arial Narrow"/>
                <a:ea typeface="LG스마트체 Regular"/>
              </a:rPr>
              <a:t>변화관리 진행</a:t>
            </a:r>
            <a:r>
              <a:rPr lang="en-US" altLang="ko-KR" sz="1200">
                <a:latin typeface="Arial Narrow"/>
                <a:ea typeface="LG스마트체 Regular"/>
              </a:rPr>
              <a:t>(~9/30)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- 1</a:t>
            </a:r>
            <a:r>
              <a:rPr lang="ko-KR" altLang="en-US" sz="1200">
                <a:latin typeface="Arial Narrow"/>
                <a:ea typeface="LG스마트체 Regular"/>
              </a:rPr>
              <a:t>차</a:t>
            </a:r>
            <a:r>
              <a:rPr lang="en-US" altLang="ko-KR" sz="1200">
                <a:latin typeface="Arial Narrow"/>
                <a:ea typeface="LG스마트체 Regular"/>
              </a:rPr>
              <a:t>(MI_L,HG,OT) </a:t>
            </a:r>
            <a:r>
              <a:rPr lang="ko-KR" altLang="en-US" sz="1200">
                <a:latin typeface="Arial Narrow"/>
                <a:ea typeface="LG스마트체 Regular"/>
              </a:rPr>
              <a:t>데이터 수집</a:t>
            </a:r>
            <a:r>
              <a:rPr lang="en-US" altLang="ko-KR" sz="1200">
                <a:latin typeface="Arial Narrow"/>
                <a:ea typeface="LG스마트체 Regular"/>
              </a:rPr>
              <a:t>/</a:t>
            </a:r>
            <a:r>
              <a:rPr lang="ko-KR" altLang="en-US" sz="1200">
                <a:latin typeface="Arial Narrow"/>
                <a:ea typeface="LG스마트체 Regular"/>
              </a:rPr>
              <a:t>검증 완료 후 사용자 설명회 일정 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</a:t>
            </a:r>
            <a:r>
              <a:rPr lang="ko-KR" altLang="en-US" sz="1200">
                <a:latin typeface="Arial Narrow"/>
                <a:ea typeface="LG스마트체 Regular"/>
              </a:rPr>
              <a:t>조율 중</a:t>
            </a:r>
            <a:r>
              <a:rPr lang="en-US" altLang="ko-KR" sz="1200">
                <a:latin typeface="Arial Narrow"/>
                <a:ea typeface="LG스마트체 Regular"/>
              </a:rPr>
              <a:t>(~9/11)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- 2</a:t>
            </a:r>
            <a:r>
              <a:rPr lang="ko-KR" altLang="en-US" sz="1200">
                <a:latin typeface="Arial Narrow"/>
                <a:ea typeface="LG스마트체 Regular"/>
              </a:rPr>
              <a:t>차</a:t>
            </a:r>
            <a:r>
              <a:rPr lang="en-US" altLang="ko-KR" sz="1200">
                <a:latin typeface="Arial Narrow"/>
                <a:ea typeface="LG스마트체 Regular"/>
              </a:rPr>
              <a:t>(GM1,MI,HM) </a:t>
            </a:r>
            <a:r>
              <a:rPr lang="ko-KR" altLang="en-US" sz="1200">
                <a:latin typeface="Arial Narrow"/>
                <a:ea typeface="LG스마트체 Regular"/>
              </a:rPr>
              <a:t>인프라 할당 후 데이터 수집 및 시스템 </a:t>
            </a:r>
            <a:r>
              <a:rPr lang="en-US" altLang="ko-KR" sz="1200">
                <a:latin typeface="Arial Narrow"/>
                <a:ea typeface="LG스마트체 Regular"/>
              </a:rPr>
              <a:t>IF</a:t>
            </a:r>
            <a:r>
              <a:rPr lang="ko-KR" altLang="en-US" sz="1200">
                <a:latin typeface="Arial Narrow"/>
                <a:ea typeface="LG스마트체 Regular"/>
              </a:rPr>
              <a:t>를 위한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  </a:t>
            </a:r>
            <a:r>
              <a:rPr lang="ko-KR" altLang="en-US" sz="1200">
                <a:latin typeface="Arial Narrow"/>
                <a:ea typeface="LG스마트체 Regular"/>
              </a:rPr>
              <a:t>서버 설정 진행</a:t>
            </a:r>
            <a:r>
              <a:rPr lang="en-US" altLang="ko-KR" sz="1200">
                <a:latin typeface="Arial Narrow"/>
                <a:ea typeface="LG스마트체 Regular"/>
              </a:rPr>
              <a:t>(9/1)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GM2 </a:t>
            </a:r>
            <a:r>
              <a:rPr lang="ko-KR" altLang="en-US" sz="1200">
                <a:latin typeface="Arial Narrow"/>
                <a:ea typeface="LG스마트체 Regular"/>
              </a:rPr>
              <a:t>법인 시스템 통합을 위한 비용 확보 완료</a:t>
            </a:r>
            <a:r>
              <a:rPr lang="en-US" altLang="ko-KR" sz="1200">
                <a:latin typeface="Arial Narrow"/>
                <a:ea typeface="LG스마트체 Regular"/>
              </a:rPr>
              <a:t>(8/31, </a:t>
            </a:r>
            <a:r>
              <a:rPr lang="ko-KR" altLang="en-US" sz="1200" err="1">
                <a:latin typeface="Arial Narrow"/>
                <a:ea typeface="LG스마트체 Regular"/>
              </a:rPr>
              <a:t>홍인걸님</a:t>
            </a:r>
            <a:r>
              <a:rPr lang="en-US" altLang="ko-KR" sz="1200">
                <a:latin typeface="Arial Narrow"/>
                <a:ea typeface="LG스마트체 Regular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9AABB7-DF97-9E7C-44C2-B8DDCA61CEA9}"/>
              </a:ext>
            </a:extLst>
          </p:cNvPr>
          <p:cNvSpPr txBox="1"/>
          <p:nvPr/>
        </p:nvSpPr>
        <p:spPr>
          <a:xfrm>
            <a:off x="5176126" y="3661766"/>
            <a:ext cx="4437472" cy="1183081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ko-KR" altLang="en-US" sz="1200" b="1" i="0" u="none" strike="noStrike">
                <a:effectLst/>
                <a:latin typeface="Arial Narrow"/>
                <a:ea typeface="LG스마트체 Regular"/>
              </a:rPr>
              <a:t>전 법인 확산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- 1</a:t>
            </a:r>
            <a:r>
              <a:rPr lang="ko-KR" altLang="en-US" sz="1200">
                <a:latin typeface="Arial Narrow"/>
                <a:ea typeface="LG스마트체 Regular"/>
              </a:rPr>
              <a:t>차</a:t>
            </a:r>
            <a:r>
              <a:rPr lang="en-US" altLang="ko-KR" sz="1200">
                <a:latin typeface="Arial Narrow"/>
                <a:ea typeface="LG스마트체 Regular"/>
              </a:rPr>
              <a:t>(MI_L,HG,OT) </a:t>
            </a:r>
            <a:r>
              <a:rPr lang="ko-KR" altLang="en-US" sz="1200">
                <a:latin typeface="Arial Narrow"/>
                <a:ea typeface="LG스마트체 Regular"/>
              </a:rPr>
              <a:t>사용자 설명회 후 변화관리 예정</a:t>
            </a:r>
            <a:r>
              <a:rPr lang="en-US" altLang="ko-KR" sz="1200">
                <a:latin typeface="Arial Narrow"/>
                <a:ea typeface="LG스마트체 Regular"/>
              </a:rPr>
              <a:t>(~9/30)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- 2</a:t>
            </a:r>
            <a:r>
              <a:rPr lang="ko-KR" altLang="en-US" sz="1200">
                <a:latin typeface="Arial Narrow"/>
                <a:ea typeface="LG스마트체 Regular"/>
              </a:rPr>
              <a:t>차</a:t>
            </a:r>
            <a:r>
              <a:rPr lang="en-US" altLang="ko-KR" sz="1200">
                <a:latin typeface="Arial Narrow"/>
                <a:ea typeface="LG스마트체 Regular"/>
              </a:rPr>
              <a:t>(GM1,MI,HM) </a:t>
            </a:r>
            <a:r>
              <a:rPr lang="ko-KR" altLang="en-US" sz="1200">
                <a:latin typeface="Arial Narrow"/>
                <a:ea typeface="LG스마트체 Regular"/>
              </a:rPr>
              <a:t>데이터 수집</a:t>
            </a:r>
            <a:r>
              <a:rPr lang="en-US" altLang="ko-KR" sz="1200">
                <a:latin typeface="Arial Narrow"/>
                <a:ea typeface="LG스마트체 Regular"/>
              </a:rPr>
              <a:t>/</a:t>
            </a:r>
            <a:r>
              <a:rPr lang="ko-KR" altLang="en-US" sz="1200">
                <a:latin typeface="Arial Narrow"/>
                <a:ea typeface="LG스마트체 Regular"/>
              </a:rPr>
              <a:t>검증 완료 후 사용자 설명회</a:t>
            </a:r>
            <a:r>
              <a:rPr lang="en-US" altLang="ko-KR" sz="1200">
                <a:latin typeface="Arial Narrow"/>
                <a:ea typeface="LG스마트체 Regular"/>
              </a:rPr>
              <a:t>(~9/30)</a:t>
            </a:r>
            <a:r>
              <a:rPr lang="ko-KR" altLang="en-US" sz="1200">
                <a:latin typeface="Arial Narrow"/>
                <a:ea typeface="LG스마트체 Regular"/>
              </a:rPr>
              <a:t> 및 변화관리 예정</a:t>
            </a:r>
            <a:r>
              <a:rPr lang="en-US" altLang="ko-KR" sz="1200">
                <a:latin typeface="Arial Narrow"/>
                <a:ea typeface="LG스마트체 Regular"/>
              </a:rPr>
              <a:t>(~10/30)</a:t>
            </a:r>
            <a:br>
              <a:rPr lang="en-US" altLang="ko-KR" sz="1200">
                <a:latin typeface="Arial Narrow"/>
                <a:ea typeface="LG스마트체 Regular"/>
              </a:rPr>
            </a:br>
            <a:r>
              <a:rPr lang="en-US" altLang="ko-KR" sz="1200">
                <a:latin typeface="Arial Narrow"/>
                <a:ea typeface="LG스마트체 Regular"/>
              </a:rPr>
              <a:t>- 3</a:t>
            </a:r>
            <a:r>
              <a:rPr lang="ko-KR" altLang="en-US" sz="1200">
                <a:latin typeface="Arial Narrow"/>
                <a:ea typeface="LG스마트체 Regular"/>
              </a:rPr>
              <a:t>차</a:t>
            </a:r>
            <a:r>
              <a:rPr lang="en-US" altLang="ko-KR" sz="1200">
                <a:latin typeface="Arial Narrow"/>
                <a:ea typeface="LG스마트체 Regular"/>
              </a:rPr>
              <a:t>(GM2,NA,NB,NJ) </a:t>
            </a:r>
            <a:r>
              <a:rPr lang="ko-KR" altLang="en-US" sz="1200">
                <a:latin typeface="Arial Narrow"/>
                <a:ea typeface="LG스마트체 Regular"/>
              </a:rPr>
              <a:t>투자 심의 예정</a:t>
            </a:r>
            <a:r>
              <a:rPr lang="en-US" altLang="ko-KR" sz="1200">
                <a:latin typeface="Arial Narrow"/>
                <a:ea typeface="LG스마트체 Regular"/>
              </a:rPr>
              <a:t>(~9/9)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ABBFA91-C31B-EA5E-4B6F-BC9E15C360AC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3B5BF30-1E19-BF99-E6C0-A1344C4F5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D032339-1348-D84E-3C45-1B94E4025111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grpSp>
        <p:nvGrpSpPr>
          <p:cNvPr id="35" name="그룹 1">
            <a:extLst>
              <a:ext uri="{FF2B5EF4-FFF2-40B4-BE49-F238E27FC236}">
                <a16:creationId xmlns:a16="http://schemas.microsoft.com/office/drawing/2014/main" id="{EAC2B552-EF7E-120A-C52D-574FF08EF619}"/>
              </a:ext>
            </a:extLst>
          </p:cNvPr>
          <p:cNvGrpSpPr/>
          <p:nvPr/>
        </p:nvGrpSpPr>
        <p:grpSpPr>
          <a:xfrm>
            <a:off x="2363836" y="1509607"/>
            <a:ext cx="205184" cy="1670547"/>
            <a:chOff x="2020628" y="1123354"/>
            <a:chExt cx="205184" cy="5005022"/>
          </a:xfrm>
        </p:grpSpPr>
        <p:grpSp>
          <p:nvGrpSpPr>
            <p:cNvPr id="37" name="그룹 2">
              <a:extLst>
                <a:ext uri="{FF2B5EF4-FFF2-40B4-BE49-F238E27FC236}">
                  <a16:creationId xmlns:a16="http://schemas.microsoft.com/office/drawing/2014/main" id="{F444E333-1C2F-BB03-611B-FEB694B385EB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39" name="직선 연결선 167">
                <a:extLst>
                  <a:ext uri="{FF2B5EF4-FFF2-40B4-BE49-F238E27FC236}">
                    <a16:creationId xmlns:a16="http://schemas.microsoft.com/office/drawing/2014/main" id="{F7679488-16A6-1EF5-CB95-7B07F8F1DB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40" name="이등변 삼각형 7">
                <a:extLst>
                  <a:ext uri="{FF2B5EF4-FFF2-40B4-BE49-F238E27FC236}">
                    <a16:creationId xmlns:a16="http://schemas.microsoft.com/office/drawing/2014/main" id="{ED4F261C-9E75-15D4-F268-B114E7972531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38" name="Text Box 4">
              <a:extLst>
                <a:ext uri="{FF2B5EF4-FFF2-40B4-BE49-F238E27FC236}">
                  <a16:creationId xmlns:a16="http://schemas.microsoft.com/office/drawing/2014/main" id="{4EE7F5FD-49DC-E94E-6999-D02DC22BC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E1DF4D4E-F753-FADF-4C9F-394527E9C188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455210E-BD9C-F0EF-ACA5-D58EB21D808D}"/>
              </a:ext>
            </a:extLst>
          </p:cNvPr>
          <p:cNvCxnSpPr>
            <a:cxnSpLocks/>
          </p:cNvCxnSpPr>
          <p:nvPr/>
        </p:nvCxnSpPr>
        <p:spPr>
          <a:xfrm>
            <a:off x="1424608" y="2126963"/>
            <a:ext cx="1533263" cy="58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76E4F1B-FD67-D54D-1608-5426D6A64D0C}"/>
              </a:ext>
            </a:extLst>
          </p:cNvPr>
          <p:cNvCxnSpPr>
            <a:cxnSpLocks/>
          </p:cNvCxnSpPr>
          <p:nvPr/>
        </p:nvCxnSpPr>
        <p:spPr>
          <a:xfrm>
            <a:off x="2957871" y="2785893"/>
            <a:ext cx="6603641" cy="447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28BF657D-FDCA-D932-0CBD-B38CC51CA1ED}"/>
              </a:ext>
            </a:extLst>
          </p:cNvPr>
          <p:cNvCxnSpPr>
            <a:cxnSpLocks/>
            <a:stCxn id="57" idx="4"/>
            <a:endCxn id="7" idx="0"/>
          </p:cNvCxnSpPr>
          <p:nvPr/>
        </p:nvCxnSpPr>
        <p:spPr>
          <a:xfrm rot="16200000" flipH="1">
            <a:off x="4340165" y="500271"/>
            <a:ext cx="507809" cy="3916961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C868467-1F1E-DEEB-FA42-AAA7533F3BFB}"/>
              </a:ext>
            </a:extLst>
          </p:cNvPr>
          <p:cNvSpPr txBox="1"/>
          <p:nvPr/>
        </p:nvSpPr>
        <p:spPr>
          <a:xfrm>
            <a:off x="776537" y="2619070"/>
            <a:ext cx="648072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전 법인 확산</a:t>
            </a:r>
            <a:endParaRPr kumimoji="0" lang="ko-KR" altLang="en-US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8DEF17-9813-ED9E-B2E4-B2F7FB747F54}"/>
              </a:ext>
            </a:extLst>
          </p:cNvPr>
          <p:cNvSpPr txBox="1"/>
          <p:nvPr/>
        </p:nvSpPr>
        <p:spPr>
          <a:xfrm>
            <a:off x="818241" y="1934284"/>
            <a:ext cx="606367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파일럿 검증</a:t>
            </a:r>
          </a:p>
        </p:txBody>
      </p:sp>
      <p:grpSp>
        <p:nvGrpSpPr>
          <p:cNvPr id="47" name="그룹 1">
            <a:extLst>
              <a:ext uri="{FF2B5EF4-FFF2-40B4-BE49-F238E27FC236}">
                <a16:creationId xmlns:a16="http://schemas.microsoft.com/office/drawing/2014/main" id="{5EC6CE90-9954-78E1-50CF-EA413FF8895F}"/>
              </a:ext>
            </a:extLst>
          </p:cNvPr>
          <p:cNvGrpSpPr/>
          <p:nvPr/>
        </p:nvGrpSpPr>
        <p:grpSpPr>
          <a:xfrm>
            <a:off x="6020267" y="1509607"/>
            <a:ext cx="205184" cy="1670547"/>
            <a:chOff x="2020628" y="1123354"/>
            <a:chExt cx="205184" cy="5005022"/>
          </a:xfrm>
        </p:grpSpPr>
        <p:grpSp>
          <p:nvGrpSpPr>
            <p:cNvPr id="48" name="그룹 2">
              <a:extLst>
                <a:ext uri="{FF2B5EF4-FFF2-40B4-BE49-F238E27FC236}">
                  <a16:creationId xmlns:a16="http://schemas.microsoft.com/office/drawing/2014/main" id="{3E7EB373-8CB9-A5F1-CD28-E0D38F6EED89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50" name="직선 연결선 167">
                <a:extLst>
                  <a:ext uri="{FF2B5EF4-FFF2-40B4-BE49-F238E27FC236}">
                    <a16:creationId xmlns:a16="http://schemas.microsoft.com/office/drawing/2014/main" id="{2FF1591D-88CC-3E14-60A9-1804373DB3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1" name="이등변 삼각형 7">
                <a:extLst>
                  <a:ext uri="{FF2B5EF4-FFF2-40B4-BE49-F238E27FC236}">
                    <a16:creationId xmlns:a16="http://schemas.microsoft.com/office/drawing/2014/main" id="{C9B51DDC-AF23-D201-FCF5-323FE652CD23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49" name="Text Box 4">
              <a:extLst>
                <a:ext uri="{FF2B5EF4-FFF2-40B4-BE49-F238E27FC236}">
                  <a16:creationId xmlns:a16="http://schemas.microsoft.com/office/drawing/2014/main" id="{C5A0FC6F-5E32-014D-FD93-F4CF8B744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7" name="타원 56">
            <a:extLst>
              <a:ext uri="{FF2B5EF4-FFF2-40B4-BE49-F238E27FC236}">
                <a16:creationId xmlns:a16="http://schemas.microsoft.com/office/drawing/2014/main" id="{34CBE6C3-0E5C-294D-5676-C73254A3F086}"/>
              </a:ext>
            </a:extLst>
          </p:cNvPr>
          <p:cNvSpPr/>
          <p:nvPr/>
        </p:nvSpPr>
        <p:spPr>
          <a:xfrm>
            <a:off x="2563589" y="206084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13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BE27A93-B028-E072-500D-EE59F801F46A}"/>
              </a:ext>
            </a:extLst>
          </p:cNvPr>
          <p:cNvSpPr/>
          <p:nvPr/>
        </p:nvSpPr>
        <p:spPr>
          <a:xfrm>
            <a:off x="1492310" y="205493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D4CBD4-717D-D284-19FD-1A5731DB514C}"/>
              </a:ext>
            </a:extLst>
          </p:cNvPr>
          <p:cNvSpPr txBox="1"/>
          <p:nvPr/>
        </p:nvSpPr>
        <p:spPr>
          <a:xfrm>
            <a:off x="1381768" y="2203880"/>
            <a:ext cx="404525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OC/OC2</a:t>
            </a:r>
            <a:b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FDC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구축</a:t>
            </a:r>
            <a:endParaRPr kumimoji="1"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35EF61E9-813B-183A-1C80-3AFD8543A034}"/>
              </a:ext>
            </a:extLst>
          </p:cNvPr>
          <p:cNvSpPr/>
          <p:nvPr/>
        </p:nvSpPr>
        <p:spPr>
          <a:xfrm>
            <a:off x="2235260" y="205493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0380C0-4E0D-BB7B-266C-BE281AE479A6}"/>
              </a:ext>
            </a:extLst>
          </p:cNvPr>
          <p:cNvSpPr txBox="1"/>
          <p:nvPr/>
        </p:nvSpPr>
        <p:spPr>
          <a:xfrm>
            <a:off x="2151352" y="2203880"/>
            <a:ext cx="313154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다빈치</a:t>
            </a:r>
            <a:b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연계</a:t>
            </a:r>
            <a:endParaRPr kumimoji="1"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ECAC61-308D-8B95-0BB8-2F931DB8DDA5}"/>
              </a:ext>
            </a:extLst>
          </p:cNvPr>
          <p:cNvSpPr txBox="1"/>
          <p:nvPr/>
        </p:nvSpPr>
        <p:spPr>
          <a:xfrm>
            <a:off x="2499014" y="2203880"/>
            <a:ext cx="313154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사용자</a:t>
            </a:r>
            <a:b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교육</a:t>
            </a:r>
            <a:endParaRPr kumimoji="1"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15D5DA-8BC3-EA05-5A99-9F30D51090E7}"/>
              </a:ext>
            </a:extLst>
          </p:cNvPr>
          <p:cNvSpPr txBox="1"/>
          <p:nvPr/>
        </p:nvSpPr>
        <p:spPr>
          <a:xfrm>
            <a:off x="7052019" y="2874634"/>
            <a:ext cx="406128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HD, MI_L,</a:t>
            </a:r>
            <a:endParaRPr kumimoji="1" lang="ko-KR" altLang="en-US" sz="700">
              <a:solidFill>
                <a:prstClr val="black"/>
              </a:solidFill>
              <a:latin typeface="Arial Narrow"/>
              <a:ea typeface="LG스마트체 Regular"/>
              <a:cs typeface="Arial"/>
            </a:endParaRPr>
          </a:p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HG, </a:t>
            </a: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OT</a:t>
            </a:r>
            <a:endParaRPr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034DCF0B-F5BA-C023-9C6D-67A7CE30B330}"/>
              </a:ext>
            </a:extLst>
          </p:cNvPr>
          <p:cNvSpPr/>
          <p:nvPr/>
        </p:nvSpPr>
        <p:spPr>
          <a:xfrm>
            <a:off x="7155683" y="271265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4F5524-EF0F-284F-C15E-B8893CF71E87}"/>
              </a:ext>
            </a:extLst>
          </p:cNvPr>
          <p:cNvSpPr txBox="1"/>
          <p:nvPr/>
        </p:nvSpPr>
        <p:spPr>
          <a:xfrm>
            <a:off x="7750620" y="2874634"/>
            <a:ext cx="51192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GM1, MI</a:t>
            </a: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, HM</a:t>
            </a:r>
            <a:endParaRPr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31502428-9A91-A955-643C-D627E1B33839}"/>
              </a:ext>
            </a:extLst>
          </p:cNvPr>
          <p:cNvSpPr/>
          <p:nvPr/>
        </p:nvSpPr>
        <p:spPr>
          <a:xfrm>
            <a:off x="7932584" y="271265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DB77CB5B-8395-49AB-E72F-8AE5B4632294}"/>
              </a:ext>
            </a:extLst>
          </p:cNvPr>
          <p:cNvSpPr/>
          <p:nvPr/>
        </p:nvSpPr>
        <p:spPr>
          <a:xfrm>
            <a:off x="8649518" y="271265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438F55-4A7B-8D1A-2A49-489B5077A869}"/>
              </a:ext>
            </a:extLst>
          </p:cNvPr>
          <p:cNvSpPr txBox="1"/>
          <p:nvPr/>
        </p:nvSpPr>
        <p:spPr>
          <a:xfrm>
            <a:off x="8488128" y="2874634"/>
            <a:ext cx="467042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GM2,NA,NJ</a:t>
            </a:r>
            <a:endParaRPr kumimoji="1"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1D6B9C95-EFAA-8F04-C36B-CEDF8BA64ADE}"/>
              </a:ext>
            </a:extLst>
          </p:cNvPr>
          <p:cNvSpPr/>
          <p:nvPr/>
        </p:nvSpPr>
        <p:spPr>
          <a:xfrm>
            <a:off x="9274482" y="271265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825202-4FC2-E0EA-390E-7A73EEF8A663}"/>
              </a:ext>
            </a:extLst>
          </p:cNvPr>
          <p:cNvSpPr txBox="1"/>
          <p:nvPr/>
        </p:nvSpPr>
        <p:spPr>
          <a:xfrm>
            <a:off x="9258963" y="2874634"/>
            <a:ext cx="17529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>
                <a:solidFill>
                  <a:prstClr val="black"/>
                </a:solidFill>
                <a:latin typeface="Arial Narrow"/>
                <a:ea typeface="LG스마트체 Regular"/>
                <a:cs typeface="Arial"/>
              </a:rPr>
              <a:t>NB</a:t>
            </a:r>
            <a:endParaRPr lang="en-US" altLang="ko-KR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4DB5C2A-B13E-6F3D-F79F-36792ED8C5D2}"/>
              </a:ext>
            </a:extLst>
          </p:cNvPr>
          <p:cNvSpPr/>
          <p:nvPr/>
        </p:nvSpPr>
        <p:spPr>
          <a:xfrm>
            <a:off x="6480550" y="271265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8DC51-62DB-6C00-CB47-3830135D7FC9}"/>
              </a:ext>
            </a:extLst>
          </p:cNvPr>
          <p:cNvSpPr txBox="1"/>
          <p:nvPr/>
        </p:nvSpPr>
        <p:spPr>
          <a:xfrm>
            <a:off x="6468910" y="2874634"/>
            <a:ext cx="167281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AZ</a:t>
            </a:r>
            <a:endParaRPr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5" name="실행 단추: 돌아가기 3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0D3E0A1-7EFD-8EDB-7EAD-ADBFE772F1F7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690418-1680-1652-69B5-4D6956A3F258}"/>
              </a:ext>
            </a:extLst>
          </p:cNvPr>
          <p:cNvGrpSpPr/>
          <p:nvPr/>
        </p:nvGrpSpPr>
        <p:grpSpPr>
          <a:xfrm>
            <a:off x="7758397" y="16901"/>
            <a:ext cx="1781744" cy="604476"/>
            <a:chOff x="4232920" y="49957"/>
            <a:chExt cx="1781744" cy="60447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897C4CA-2B29-B222-7012-2203D95414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B0A2BA-38B9-D6EA-5CDE-85D85B42ABB7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6BD3B04-1312-9BE5-1CFC-49E974F4FC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B3098A-C7F5-F26C-5710-C5A19B88AD5B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B6D6785-69EF-B297-BA32-6391E53E2B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A9DA2B-231A-9436-E877-7622721C9F16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73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5"/>
          <p:cNvSpPr txBox="1">
            <a:spLocks/>
          </p:cNvSpPr>
          <p:nvPr/>
        </p:nvSpPr>
        <p:spPr>
          <a:xfrm>
            <a:off x="114937" y="120577"/>
            <a:ext cx="9208313" cy="369332"/>
          </a:xfrm>
          <a:prstGeom prst="rect">
            <a:avLst/>
          </a:prstGeom>
          <a:solidFill>
            <a:sysClr val="window" lastClr="FFFFFF"/>
          </a:solidFill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0" lang="ko-KR" altLang="en-US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>
                <a:latin typeface="Arial Narrow"/>
                <a:ea typeface="LG스마트체 Regular"/>
              </a:rPr>
              <a:t>유첨</a:t>
            </a:r>
            <a:r>
              <a:rPr lang="en-US" altLang="ko-KR">
                <a:latin typeface="Arial Narrow"/>
                <a:ea typeface="LG스마트체 Regular"/>
              </a:rPr>
              <a:t>. KPI 8</a:t>
            </a:r>
            <a:r>
              <a:rPr lang="ko-KR" altLang="en-US">
                <a:latin typeface="Arial Narrow"/>
                <a:ea typeface="LG스마트체 Regular"/>
              </a:rPr>
              <a:t>월 진척 사항</a:t>
            </a:r>
            <a:r>
              <a:rPr lang="en-US" altLang="ko-KR">
                <a:latin typeface="Arial Narrow"/>
                <a:ea typeface="LG스마트체 Regular"/>
              </a:rPr>
              <a:t>_IT</a:t>
            </a:r>
            <a:r>
              <a:rPr lang="ko-KR" altLang="en-US">
                <a:latin typeface="Arial Narrow"/>
                <a:ea typeface="LG스마트체 Regular"/>
              </a:rPr>
              <a:t> 시스템 적기 </a:t>
            </a:r>
            <a:r>
              <a:rPr lang="en-US" altLang="ko-KR">
                <a:latin typeface="Arial Narrow"/>
                <a:ea typeface="LG스마트체 Regular"/>
              </a:rPr>
              <a:t>Open</a:t>
            </a:r>
            <a:r>
              <a:rPr lang="ko-KR" altLang="en-US">
                <a:latin typeface="Arial Narrow"/>
                <a:ea typeface="LG스마트체 Regular"/>
              </a:rPr>
              <a:t>으로 신공장 조기 안정화</a:t>
            </a:r>
          </a:p>
        </p:txBody>
      </p:sp>
      <p:sp>
        <p:nvSpPr>
          <p:cNvPr id="35" name="실행 단추: 돌아가기 3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AD2D2E3-FB2E-431E-A2A6-CE76C5AC5A0D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E6DB44-580E-4123-82CF-F607981E8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808371"/>
              </p:ext>
            </p:extLst>
          </p:nvPr>
        </p:nvGraphicFramePr>
        <p:xfrm>
          <a:off x="200025" y="620714"/>
          <a:ext cx="9568664" cy="750526"/>
        </p:xfrm>
        <a:graphic>
          <a:graphicData uri="http://schemas.openxmlformats.org/drawingml/2006/table">
            <a:tbl>
              <a:tblPr/>
              <a:tblGrid>
                <a:gridCol w="1153024">
                  <a:extLst>
                    <a:ext uri="{9D8B030D-6E8A-4147-A177-3AD203B41FA5}">
                      <a16:colId xmlns:a16="http://schemas.microsoft.com/office/drawing/2014/main" val="192845522"/>
                    </a:ext>
                  </a:extLst>
                </a:gridCol>
                <a:gridCol w="1153024">
                  <a:extLst>
                    <a:ext uri="{9D8B030D-6E8A-4147-A177-3AD203B41FA5}">
                      <a16:colId xmlns:a16="http://schemas.microsoft.com/office/drawing/2014/main" val="2267695175"/>
                    </a:ext>
                  </a:extLst>
                </a:gridCol>
                <a:gridCol w="2393794">
                  <a:extLst>
                    <a:ext uri="{9D8B030D-6E8A-4147-A177-3AD203B41FA5}">
                      <a16:colId xmlns:a16="http://schemas.microsoft.com/office/drawing/2014/main" val="4292000631"/>
                    </a:ext>
                  </a:extLst>
                </a:gridCol>
                <a:gridCol w="4380645">
                  <a:extLst>
                    <a:ext uri="{9D8B030D-6E8A-4147-A177-3AD203B41FA5}">
                      <a16:colId xmlns:a16="http://schemas.microsoft.com/office/drawing/2014/main" val="1065243133"/>
                    </a:ext>
                  </a:extLst>
                </a:gridCol>
                <a:gridCol w="488177">
                  <a:extLst>
                    <a:ext uri="{9D8B030D-6E8A-4147-A177-3AD203B41FA5}">
                      <a16:colId xmlns:a16="http://schemas.microsoft.com/office/drawing/2014/main" val="10507898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7997" marR="0" marT="17999" marB="17999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</a:p>
                  </a:txBody>
                  <a:tcPr marL="17997" marR="0" marT="17999" marB="17999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’26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년 연간 목표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’26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년 </a:t>
                      </a:r>
                      <a:r>
                        <a:rPr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분기 목표 수준 및 진척 현황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 평가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599894"/>
                  </a:ext>
                </a:extLst>
              </a:tr>
              <a:tr h="534526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IT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시스템 적기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Open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으로 신공장 조기 안정화</a:t>
                      </a:r>
                      <a:endParaRPr lang="ko-KR" altLang="en-US" sz="1000" b="1" kern="1200" spc="-1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신규 법인 샘플 대응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IT 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시스템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12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개 적용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샘플 생산 시  적용 시스템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12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- PDS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확산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5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 법인</a:t>
                      </a: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목표 </a:t>
                      </a:r>
                      <a:r>
                        <a:rPr kumimoji="1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: PDS 4</a:t>
                      </a: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분기 법인 </a:t>
                      </a:r>
                      <a:r>
                        <a:rPr kumimoji="1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개소 적기 확산</a:t>
                      </a:r>
                      <a:r>
                        <a:rPr kumimoji="1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(ESAZ, ESMI-LS)</a:t>
                      </a:r>
                      <a:endParaRPr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anose="05000000000000000000" pitchFamily="2" charset="2"/>
                        <a:buChar char="§"/>
                      </a:pP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실적 </a:t>
                      </a:r>
                      <a:r>
                        <a:rPr kumimoji="1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  <a:sym typeface="Wingdings" pitchFamily="2" charset="2"/>
                        </a:rPr>
                        <a:t>법인 특화 적용 개발 진행 중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0" b="1" i="0" u="none" strike="noStrike" kern="1200" cap="none" spc="-3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065379"/>
                  </a:ext>
                </a:extLst>
              </a:tr>
            </a:tbl>
          </a:graphicData>
        </a:graphic>
      </p:graphicFrame>
      <p:sp>
        <p:nvSpPr>
          <p:cNvPr id="10" name="모서리가 둥근 직사각형 104">
            <a:extLst>
              <a:ext uri="{FF2B5EF4-FFF2-40B4-BE49-F238E27FC236}">
                <a16:creationId xmlns:a16="http://schemas.microsoft.com/office/drawing/2014/main" id="{2B6A2DBB-BE31-433A-AE34-124B09301ECF}"/>
              </a:ext>
            </a:extLst>
          </p:cNvPr>
          <p:cNvSpPr/>
          <p:nvPr/>
        </p:nvSpPr>
        <p:spPr>
          <a:xfrm>
            <a:off x="9312833" y="861468"/>
            <a:ext cx="432000" cy="144000"/>
          </a:xfrm>
          <a:prstGeom prst="roundRect">
            <a:avLst/>
          </a:prstGeom>
          <a:solidFill>
            <a:srgbClr val="0066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On-track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288419-5996-44FE-9DDE-835FF3AEA993}"/>
              </a:ext>
            </a:extLst>
          </p:cNvPr>
          <p:cNvSpPr>
            <a:spLocks noChangeAspect="1"/>
          </p:cNvSpPr>
          <p:nvPr/>
        </p:nvSpPr>
        <p:spPr>
          <a:xfrm>
            <a:off x="9438833" y="1164773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70455E4-B38B-29B1-5FD6-2954159E0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8622"/>
            <a:ext cx="448035" cy="1245771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CF1BCEE-6951-1486-992F-D31F982AB3EA}"/>
              </a:ext>
            </a:extLst>
          </p:cNvPr>
          <p:cNvGrpSpPr/>
          <p:nvPr/>
        </p:nvGrpSpPr>
        <p:grpSpPr>
          <a:xfrm>
            <a:off x="829825" y="2906983"/>
            <a:ext cx="4008771" cy="341334"/>
            <a:chOff x="961536" y="4488828"/>
            <a:chExt cx="4008771" cy="341334"/>
          </a:xfrm>
        </p:grpSpPr>
        <p:sp>
          <p:nvSpPr>
            <p:cNvPr id="5" name="제목 9">
              <a:extLst>
                <a:ext uri="{FF2B5EF4-FFF2-40B4-BE49-F238E27FC236}">
                  <a16:creationId xmlns:a16="http://schemas.microsoft.com/office/drawing/2014/main" id="{8C34DE7F-16E8-D151-7522-0A7D27160BCA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6" name="직선 연결선 2">
              <a:extLst>
                <a:ext uri="{FF2B5EF4-FFF2-40B4-BE49-F238E27FC236}">
                  <a16:creationId xmlns:a16="http://schemas.microsoft.com/office/drawing/2014/main" id="{B6AC4126-7DB5-2472-0AE0-087ECE1ADE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613827-D8EB-7547-A7A1-5E23E5851D53}"/>
              </a:ext>
            </a:extLst>
          </p:cNvPr>
          <p:cNvGrpSpPr/>
          <p:nvPr/>
        </p:nvGrpSpPr>
        <p:grpSpPr>
          <a:xfrm>
            <a:off x="5141076" y="2910607"/>
            <a:ext cx="4553251" cy="333628"/>
            <a:chOff x="5152724" y="4496534"/>
            <a:chExt cx="4221222" cy="333628"/>
          </a:xfrm>
        </p:grpSpPr>
        <p:sp>
          <p:nvSpPr>
            <p:cNvPr id="13" name="제목 9">
              <a:extLst>
                <a:ext uri="{FF2B5EF4-FFF2-40B4-BE49-F238E27FC236}">
                  <a16:creationId xmlns:a16="http://schemas.microsoft.com/office/drawing/2014/main" id="{7F71ABBE-60FE-4CFE-7F1D-7EF0E44BF9B7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14" name="직선 연결선 2">
              <a:extLst>
                <a:ext uri="{FF2B5EF4-FFF2-40B4-BE49-F238E27FC236}">
                  <a16:creationId xmlns:a16="http://schemas.microsoft.com/office/drawing/2014/main" id="{05A7D0CA-6733-8413-A29A-41368BDE7B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" name="Rectangle 4">
            <a:extLst>
              <a:ext uri="{FF2B5EF4-FFF2-40B4-BE49-F238E27FC236}">
                <a16:creationId xmlns:a16="http://schemas.microsoft.com/office/drawing/2014/main" id="{E1D610B7-8145-0006-4F37-55D585FA5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2898663"/>
            <a:ext cx="448035" cy="374573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56209CE-6298-6CD6-FECC-C2DA72A24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659017"/>
              </p:ext>
            </p:extLst>
          </p:nvPr>
        </p:nvGraphicFramePr>
        <p:xfrm>
          <a:off x="735048" y="1521549"/>
          <a:ext cx="8862108" cy="1243739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48528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485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465037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48164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1E1FAA2-8C12-C3B9-EBC4-3A72AEAC6406}"/>
              </a:ext>
            </a:extLst>
          </p:cNvPr>
          <p:cNvCxnSpPr>
            <a:cxnSpLocks/>
          </p:cNvCxnSpPr>
          <p:nvPr/>
        </p:nvCxnSpPr>
        <p:spPr>
          <a:xfrm>
            <a:off x="1458687" y="1920899"/>
            <a:ext cx="75056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C2C3AA-DFF0-CE9F-C932-9DCA9D0DBC43}"/>
              </a:ext>
            </a:extLst>
          </p:cNvPr>
          <p:cNvSpPr txBox="1"/>
          <p:nvPr/>
        </p:nvSpPr>
        <p:spPr>
          <a:xfrm>
            <a:off x="741480" y="1864265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PDS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신규확산</a:t>
            </a:r>
          </a:p>
        </p:txBody>
      </p:sp>
      <p:grpSp>
        <p:nvGrpSpPr>
          <p:cNvPr id="25" name="그룹 1">
            <a:extLst>
              <a:ext uri="{FF2B5EF4-FFF2-40B4-BE49-F238E27FC236}">
                <a16:creationId xmlns:a16="http://schemas.microsoft.com/office/drawing/2014/main" id="{837BA4BF-7318-9D45-68DA-B81ACBE38B95}"/>
              </a:ext>
            </a:extLst>
          </p:cNvPr>
          <p:cNvGrpSpPr/>
          <p:nvPr/>
        </p:nvGrpSpPr>
        <p:grpSpPr>
          <a:xfrm>
            <a:off x="8912274" y="1510278"/>
            <a:ext cx="205184" cy="1240256"/>
            <a:chOff x="2020628" y="1123354"/>
            <a:chExt cx="205184" cy="4912508"/>
          </a:xfrm>
        </p:grpSpPr>
        <p:grpSp>
          <p:nvGrpSpPr>
            <p:cNvPr id="26" name="그룹 2">
              <a:extLst>
                <a:ext uri="{FF2B5EF4-FFF2-40B4-BE49-F238E27FC236}">
                  <a16:creationId xmlns:a16="http://schemas.microsoft.com/office/drawing/2014/main" id="{1E7FEC32-E31B-11A6-2F1D-EC8E3A9F317A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28" name="직선 연결선 167">
                <a:extLst>
                  <a:ext uri="{FF2B5EF4-FFF2-40B4-BE49-F238E27FC236}">
                    <a16:creationId xmlns:a16="http://schemas.microsoft.com/office/drawing/2014/main" id="{42AE623A-D336-E63C-7307-A163B50A7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29" name="이등변 삼각형 7">
                <a:extLst>
                  <a:ext uri="{FF2B5EF4-FFF2-40B4-BE49-F238E27FC236}">
                    <a16:creationId xmlns:a16="http://schemas.microsoft.com/office/drawing/2014/main" id="{6AC1E43E-58CB-7E73-3C8C-CF004D077145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27" name="Text Box 4">
              <a:extLst>
                <a:ext uri="{FF2B5EF4-FFF2-40B4-BE49-F238E27FC236}">
                  <a16:creationId xmlns:a16="http://schemas.microsoft.com/office/drawing/2014/main" id="{73789384-E64F-D9CE-8D2C-0A06F1586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1756D67-64CB-30E1-6731-4C590A580AA6}"/>
              </a:ext>
            </a:extLst>
          </p:cNvPr>
          <p:cNvCxnSpPr>
            <a:cxnSpLocks/>
          </p:cNvCxnSpPr>
          <p:nvPr/>
        </p:nvCxnSpPr>
        <p:spPr>
          <a:xfrm flipV="1">
            <a:off x="4997300" y="2893665"/>
            <a:ext cx="0" cy="3469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813559C-5E36-9EFF-AD90-30D0651006A9}"/>
              </a:ext>
            </a:extLst>
          </p:cNvPr>
          <p:cNvSpPr txBox="1"/>
          <p:nvPr/>
        </p:nvSpPr>
        <p:spPr>
          <a:xfrm>
            <a:off x="738648" y="3242172"/>
            <a:ext cx="4320655" cy="686855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71450" indent="-171450" defTabSz="844083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altLang="ko-KR" sz="1100">
                <a:latin typeface="LG Smart_H2.0 R"/>
                <a:ea typeface="LG스마트체 Regular"/>
              </a:rPr>
              <a:t>PDS ESAZ</a:t>
            </a:r>
            <a:r>
              <a:rPr lang="ko-KR" altLang="en-US" sz="1100">
                <a:latin typeface="LG Smart_H2.0 R"/>
                <a:ea typeface="LG스마트체 Regular"/>
              </a:rPr>
              <a:t>법인 확산 일정 변경</a:t>
            </a:r>
            <a:r>
              <a:rPr lang="en-US" altLang="ko-KR" sz="1100">
                <a:latin typeface="LG Smart_H2.0 R"/>
                <a:ea typeface="LG스마트체 Regular"/>
              </a:rPr>
              <a:t>(8</a:t>
            </a:r>
            <a:r>
              <a:rPr lang="ko-KR" altLang="en-US" sz="1100">
                <a:latin typeface="LG Smart_H2.0 R"/>
                <a:ea typeface="LG스마트체 Regular"/>
              </a:rPr>
              <a:t>月 → </a:t>
            </a:r>
            <a:r>
              <a:rPr lang="en-US" altLang="ko-KR" sz="1100">
                <a:latin typeface="LG Smart_H2.0 R"/>
                <a:ea typeface="LG스마트체 Regular"/>
              </a:rPr>
              <a:t>10</a:t>
            </a:r>
            <a:r>
              <a:rPr lang="ko-KR" altLang="en-US" sz="1100">
                <a:latin typeface="LG Smart_H2.0 R"/>
                <a:ea typeface="LG스마트체 Regular"/>
              </a:rPr>
              <a:t>月</a:t>
            </a:r>
            <a:r>
              <a:rPr lang="en-US" altLang="ko-KR" sz="1100">
                <a:latin typeface="LG Smart_H2.0 R"/>
                <a:ea typeface="LG스마트체 Regular"/>
              </a:rPr>
              <a:t>)</a:t>
            </a:r>
            <a:br>
              <a:rPr lang="en-US" altLang="ko-KR" sz="1100">
                <a:latin typeface="LG Smart_H2.0 R"/>
                <a:ea typeface="LG스마트체 Regular"/>
              </a:rPr>
            </a:br>
            <a:r>
              <a:rPr lang="en-US" altLang="ko-KR" sz="1100">
                <a:latin typeface="LG Smart_H2.0 R"/>
                <a:ea typeface="LG스마트체 Regular"/>
              </a:rPr>
              <a:t>- </a:t>
            </a:r>
            <a:r>
              <a:rPr lang="ko-KR" altLang="en-US" sz="1100">
                <a:latin typeface="LG Smart_H2.0 R"/>
                <a:ea typeface="LG스마트체 Regular"/>
              </a:rPr>
              <a:t>현지 법인 요청으로 </a:t>
            </a:r>
            <a:r>
              <a:rPr lang="en-US" altLang="ko-KR" sz="1100">
                <a:latin typeface="LG Smart_H2.0 R"/>
                <a:ea typeface="LG스마트체 Regular"/>
              </a:rPr>
              <a:t>PV </a:t>
            </a:r>
            <a:r>
              <a:rPr lang="ko-KR" altLang="en-US" sz="1100">
                <a:latin typeface="LG Smart_H2.0 R"/>
                <a:ea typeface="LG스마트체 Regular"/>
              </a:rPr>
              <a:t>단계 적용 하기로 협의</a:t>
            </a:r>
            <a:r>
              <a:rPr lang="en-US" altLang="ko-KR" sz="1100">
                <a:latin typeface="LG Smart_H2.0 R"/>
                <a:ea typeface="LG스마트체 Regular"/>
              </a:rPr>
              <a:t>(</a:t>
            </a:r>
            <a:r>
              <a:rPr lang="ko-KR" altLang="en-US" sz="1100">
                <a:latin typeface="LG Smart_H2.0 R"/>
                <a:ea typeface="LG스마트체 Regular"/>
              </a:rPr>
              <a:t>공정기술팀</a:t>
            </a:r>
            <a:r>
              <a:rPr lang="en-US" altLang="ko-KR" sz="1100">
                <a:latin typeface="LG Smart_H2.0 R"/>
                <a:ea typeface="LG스마트체 Regular"/>
              </a:rPr>
              <a:t>)</a:t>
            </a:r>
            <a:br>
              <a:rPr lang="en-US" altLang="ko-KR" sz="1100">
                <a:latin typeface="LG Smart_H2.0 R"/>
                <a:ea typeface="LG스마트체 Regular"/>
              </a:rPr>
            </a:br>
            <a:r>
              <a:rPr lang="en-US" altLang="ko-KR" sz="1100">
                <a:latin typeface="LG Smart_H2.0 R"/>
                <a:ea typeface="LG스마트체 Regular"/>
              </a:rPr>
              <a:t>  : </a:t>
            </a:r>
            <a:r>
              <a:rPr lang="ko-KR" altLang="en-US" sz="1100">
                <a:latin typeface="LG Smart_H2.0 R"/>
                <a:ea typeface="LG스마트체 Regular"/>
              </a:rPr>
              <a:t>실제 </a:t>
            </a:r>
            <a:r>
              <a:rPr lang="en-US" altLang="ko-KR" sz="1100">
                <a:latin typeface="LG Smart_H2.0 R"/>
                <a:ea typeface="LG스마트체 Regular"/>
              </a:rPr>
              <a:t>RMS Validation</a:t>
            </a:r>
            <a:r>
              <a:rPr lang="ko-KR" altLang="en-US" sz="1100">
                <a:latin typeface="LG Smart_H2.0 R"/>
                <a:ea typeface="LG스마트체 Regular"/>
              </a:rPr>
              <a:t>이 적용 되는 시점</a:t>
            </a:r>
            <a:endParaRPr lang="en-US" altLang="ko-KR" sz="1100">
              <a:latin typeface="LG Smart_H2.0 R"/>
              <a:ea typeface="LG스마트체 Regula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87DC3B-6309-CEDB-0925-8B72881DA8A0}"/>
              </a:ext>
            </a:extLst>
          </p:cNvPr>
          <p:cNvSpPr txBox="1"/>
          <p:nvPr/>
        </p:nvSpPr>
        <p:spPr>
          <a:xfrm>
            <a:off x="5013465" y="3245983"/>
            <a:ext cx="5107165" cy="889987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en-US" altLang="ko-KR" sz="1100">
                <a:latin typeface="LG Smart_H Regular"/>
                <a:ea typeface="LG Smart_H Regular"/>
              </a:rPr>
              <a:t>PDS </a:t>
            </a:r>
            <a:r>
              <a:rPr kumimoji="1" lang="en-US" altLang="ko-KR" sz="1100" err="1">
                <a:latin typeface="LG Smart_H Regular"/>
                <a:ea typeface="LG Smart_H Regular"/>
              </a:rPr>
              <a:t>북미</a:t>
            </a:r>
            <a:r>
              <a:rPr kumimoji="1" lang="en-US" altLang="ko-KR" sz="1100">
                <a:latin typeface="LG Smart_H Regular"/>
                <a:ea typeface="LG Smart_H Regular"/>
              </a:rPr>
              <a:t> </a:t>
            </a:r>
            <a:r>
              <a:rPr kumimoji="1" lang="ko-KR" altLang="en-US" sz="1100">
                <a:latin typeface="LG Smart_H Regular"/>
                <a:ea typeface="LG Smart_H Regular"/>
              </a:rPr>
              <a:t>법인 확산 </a:t>
            </a:r>
            <a:r>
              <a:rPr kumimoji="1" lang="en-US" altLang="ko-KR" sz="1100">
                <a:latin typeface="LG Smart_H Regular"/>
                <a:ea typeface="LG Smart_H Regular"/>
              </a:rPr>
              <a:t>(ESHG, ESAZ, ESMI1, ESMILS)</a:t>
            </a:r>
            <a:br>
              <a:rPr kumimoji="1" lang="en-US" altLang="ko-KR" sz="1100">
                <a:latin typeface="LG Smart_H Regular"/>
                <a:ea typeface="LG Smart_H Regular"/>
              </a:rPr>
            </a:br>
            <a:r>
              <a:rPr kumimoji="1" lang="en-US" altLang="ko-KR" sz="1100">
                <a:latin typeface="LG Smart_H Regular"/>
                <a:ea typeface="LG Smart_H Regular"/>
              </a:rPr>
              <a:t>- </a:t>
            </a:r>
            <a:r>
              <a:rPr kumimoji="1" lang="ko-KR" altLang="en-US" sz="1100">
                <a:latin typeface="LG Smart_H Regular"/>
                <a:ea typeface="LG Smart_H Regular"/>
              </a:rPr>
              <a:t>혼용 생산을 위한 기능 개발</a:t>
            </a:r>
            <a:r>
              <a:rPr kumimoji="1" lang="en-US" altLang="ko-KR" sz="1100">
                <a:latin typeface="LG Smart_H Regular"/>
                <a:ea typeface="LG Smart_H Regular"/>
              </a:rPr>
              <a:t>(~9</a:t>
            </a:r>
            <a:r>
              <a:rPr kumimoji="1" lang="ko-KR" altLang="en-US" sz="1100">
                <a:latin typeface="LG Smart_H Regular"/>
                <a:ea typeface="LG Smart_H Regular"/>
              </a:rPr>
              <a:t>월</a:t>
            </a:r>
            <a:r>
              <a:rPr kumimoji="1" lang="en-US" altLang="ko-KR" sz="1100">
                <a:latin typeface="LG Smart_H Regular"/>
                <a:ea typeface="LG Smart_H Regular"/>
              </a:rPr>
              <a:t>)</a:t>
            </a:r>
            <a:br>
              <a:rPr kumimoji="1" lang="en-US" altLang="ko-KR" sz="1100">
                <a:latin typeface="LG Smart_H Regular"/>
                <a:ea typeface="LG Smart_H Regular"/>
              </a:rPr>
            </a:br>
            <a:r>
              <a:rPr kumimoji="1" lang="en-US" altLang="ko-KR" sz="1100">
                <a:latin typeface="LG Smart_H Regular"/>
                <a:ea typeface="LG Smart_H Regular"/>
              </a:rPr>
              <a:t>- HG </a:t>
            </a:r>
            <a:r>
              <a:rPr kumimoji="1" lang="ko-KR" altLang="en-US" sz="1100">
                <a:latin typeface="LG Smart_H Regular"/>
                <a:ea typeface="LG Smart_H Regular"/>
              </a:rPr>
              <a:t>신규 공정</a:t>
            </a:r>
            <a:r>
              <a:rPr kumimoji="1" lang="en-US" altLang="ko-KR" sz="1100">
                <a:latin typeface="LG Smart_H Regular"/>
                <a:ea typeface="LG Smart_H Regular"/>
              </a:rPr>
              <a:t>(DNC)</a:t>
            </a:r>
            <a:r>
              <a:rPr kumimoji="1" lang="ko-KR" altLang="en-US" sz="1100">
                <a:latin typeface="LG Smart_H Regular"/>
                <a:ea typeface="LG Smart_H Regular"/>
              </a:rPr>
              <a:t>적용</a:t>
            </a:r>
            <a:r>
              <a:rPr kumimoji="1" lang="en-US" altLang="ko-KR" sz="1100">
                <a:latin typeface="LG Smart_H Regular"/>
                <a:ea typeface="LG Smart_H Regular"/>
              </a:rPr>
              <a:t> </a:t>
            </a:r>
            <a:r>
              <a:rPr kumimoji="1" lang="ko-KR" altLang="en-US" sz="1100">
                <a:latin typeface="LG Smart_H Regular"/>
                <a:ea typeface="LG Smart_H Regular"/>
              </a:rPr>
              <a:t>개발 및 </a:t>
            </a:r>
            <a:r>
              <a:rPr kumimoji="1" lang="en-US" altLang="ko-KR" sz="1100">
                <a:latin typeface="LG Smart_H Regular"/>
                <a:ea typeface="LG Smart_H Regular"/>
              </a:rPr>
              <a:t>MCP </a:t>
            </a:r>
            <a:r>
              <a:rPr kumimoji="1" lang="ko-KR" altLang="en-US" sz="1100">
                <a:latin typeface="LG Smart_H Regular"/>
                <a:ea typeface="LG Smart_H Regular"/>
              </a:rPr>
              <a:t>정의</a:t>
            </a:r>
            <a:r>
              <a:rPr kumimoji="1" lang="en-US" altLang="ko-KR" sz="1100">
                <a:latin typeface="LG Smart_H Regular"/>
                <a:ea typeface="LG Smart_H Regular"/>
              </a:rPr>
              <a:t>(~9</a:t>
            </a:r>
            <a:r>
              <a:rPr kumimoji="1" lang="ko-KR" altLang="en-US" sz="1100">
                <a:latin typeface="LG Smart_H Regular"/>
                <a:ea typeface="LG Smart_H Regular"/>
              </a:rPr>
              <a:t>월</a:t>
            </a:r>
            <a:r>
              <a:rPr kumimoji="1" lang="en-US" altLang="ko-KR" sz="1100">
                <a:latin typeface="LG Smart_H Regular"/>
                <a:ea typeface="LG Smart_H Regular"/>
              </a:rPr>
              <a:t>)</a:t>
            </a:r>
            <a:br>
              <a:rPr kumimoji="1" lang="en-US" altLang="ko-KR" sz="1100">
                <a:latin typeface="LG Smart_H Regular"/>
                <a:ea typeface="LG Smart_H Regular"/>
              </a:rPr>
            </a:br>
            <a:r>
              <a:rPr kumimoji="1" lang="en-US" altLang="ko-KR" sz="1100">
                <a:latin typeface="LG Smart_H Regular"/>
                <a:ea typeface="LG Smart_H Regular"/>
              </a:rPr>
              <a:t>- ESAZ/ESHG(11</a:t>
            </a:r>
            <a:r>
              <a:rPr kumimoji="1" lang="ko-KR" altLang="en-US" sz="1100">
                <a:latin typeface="LG Smart_H Regular"/>
                <a:ea typeface="LG Smart_H Regular"/>
              </a:rPr>
              <a:t>월</a:t>
            </a:r>
            <a:r>
              <a:rPr kumimoji="1" lang="en-US" altLang="ko-KR" sz="1100">
                <a:latin typeface="LG Smart_H Regular"/>
                <a:ea typeface="LG Smart_H Regular"/>
              </a:rPr>
              <a:t>), </a:t>
            </a:r>
            <a:r>
              <a:rPr kumimoji="1" lang="en-US" sz="1100">
                <a:latin typeface="LG Smart_H Regular"/>
                <a:ea typeface="LG Smart_H Regular"/>
              </a:rPr>
              <a:t>ESMI1/ESMILS(10</a:t>
            </a:r>
            <a:r>
              <a:rPr kumimoji="1" lang="ko-KR" altLang="en-US" sz="1100">
                <a:latin typeface="LG Smart_H Regular"/>
                <a:ea typeface="LG Smart_H Regular"/>
              </a:rPr>
              <a:t>월</a:t>
            </a:r>
            <a:r>
              <a:rPr kumimoji="1" lang="en-US" sz="1100">
                <a:latin typeface="LG Smart_H Regular"/>
                <a:ea typeface="LG Smart_H Regular"/>
              </a:rPr>
              <a:t>)</a:t>
            </a:r>
            <a:endParaRPr lang="en-US" altLang="ko-KR" sz="1100">
              <a:latin typeface="LG Smart_H2.0 R"/>
              <a:ea typeface="LG Smart_H Regular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8FBA446-9BDC-53E4-CB5B-42CEE3BF2E87}"/>
              </a:ext>
            </a:extLst>
          </p:cNvPr>
          <p:cNvSpPr/>
          <p:nvPr/>
        </p:nvSpPr>
        <p:spPr>
          <a:xfrm>
            <a:off x="2774750" y="1847138"/>
            <a:ext cx="144000" cy="144000"/>
          </a:xfrm>
          <a:prstGeom prst="ellipse">
            <a:avLst/>
          </a:prstGeom>
          <a:solidFill>
            <a:srgbClr val="A6A6A6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C2BA58-176C-6034-9079-CF85D93053CA}"/>
              </a:ext>
            </a:extLst>
          </p:cNvPr>
          <p:cNvSpPr txBox="1"/>
          <p:nvPr/>
        </p:nvSpPr>
        <p:spPr>
          <a:xfrm>
            <a:off x="2702738" y="1965814"/>
            <a:ext cx="301932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ESOT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(ESS)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837DAE-2895-EB15-C7B2-8687C5109892}"/>
              </a:ext>
            </a:extLst>
          </p:cNvPr>
          <p:cNvSpPr txBox="1"/>
          <p:nvPr/>
        </p:nvSpPr>
        <p:spPr>
          <a:xfrm>
            <a:off x="741480" y="2354197"/>
            <a:ext cx="70081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신규법인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샘플대응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(ESAZ)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3B8477-1E64-0B1A-ECA6-A14ACDDFA784}"/>
              </a:ext>
            </a:extLst>
          </p:cNvPr>
          <p:cNvSpPr txBox="1"/>
          <p:nvPr/>
        </p:nvSpPr>
        <p:spPr>
          <a:xfrm>
            <a:off x="4571358" y="2549525"/>
            <a:ext cx="555208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12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 시스템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E80D97C-FCD5-F67D-95AC-7DB29E628574}"/>
              </a:ext>
            </a:extLst>
          </p:cNvPr>
          <p:cNvCxnSpPr>
            <a:cxnSpLocks/>
          </p:cNvCxnSpPr>
          <p:nvPr/>
        </p:nvCxnSpPr>
        <p:spPr>
          <a:xfrm>
            <a:off x="1458687" y="2456102"/>
            <a:ext cx="75056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1C611FC3-593D-D869-9BB6-48A30C03667B}"/>
              </a:ext>
            </a:extLst>
          </p:cNvPr>
          <p:cNvSpPr/>
          <p:nvPr/>
        </p:nvSpPr>
        <p:spPr>
          <a:xfrm>
            <a:off x="4744520" y="237986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8" name="그룹 1">
            <a:extLst>
              <a:ext uri="{FF2B5EF4-FFF2-40B4-BE49-F238E27FC236}">
                <a16:creationId xmlns:a16="http://schemas.microsoft.com/office/drawing/2014/main" id="{D5BE6FDB-22B0-C1A4-09D0-F7040F152C18}"/>
              </a:ext>
            </a:extLst>
          </p:cNvPr>
          <p:cNvGrpSpPr/>
          <p:nvPr/>
        </p:nvGrpSpPr>
        <p:grpSpPr>
          <a:xfrm>
            <a:off x="6668496" y="1673154"/>
            <a:ext cx="239167" cy="1103405"/>
            <a:chOff x="2020628" y="1678342"/>
            <a:chExt cx="205184" cy="4433520"/>
          </a:xfrm>
        </p:grpSpPr>
        <p:grpSp>
          <p:nvGrpSpPr>
            <p:cNvPr id="49" name="그룹 2">
              <a:extLst>
                <a:ext uri="{FF2B5EF4-FFF2-40B4-BE49-F238E27FC236}">
                  <a16:creationId xmlns:a16="http://schemas.microsoft.com/office/drawing/2014/main" id="{263E8C12-D098-FB02-F4B8-CB4CCA9C1059}"/>
                </a:ext>
              </a:extLst>
            </p:cNvPr>
            <p:cNvGrpSpPr/>
            <p:nvPr/>
          </p:nvGrpSpPr>
          <p:grpSpPr>
            <a:xfrm>
              <a:off x="2072680" y="2324382"/>
              <a:ext cx="120667" cy="3787480"/>
              <a:chOff x="4167960" y="3283720"/>
              <a:chExt cx="120667" cy="3926276"/>
            </a:xfrm>
          </p:grpSpPr>
          <p:cxnSp>
            <p:nvCxnSpPr>
              <p:cNvPr id="51" name="직선 연결선 167">
                <a:extLst>
                  <a:ext uri="{FF2B5EF4-FFF2-40B4-BE49-F238E27FC236}">
                    <a16:creationId xmlns:a16="http://schemas.microsoft.com/office/drawing/2014/main" id="{BC0B35AA-6270-BBBB-59AD-AAD580ED8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3456946"/>
                <a:ext cx="0" cy="375305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52" name="이등변 삼각형 7">
                <a:extLst>
                  <a:ext uri="{FF2B5EF4-FFF2-40B4-BE49-F238E27FC236}">
                    <a16:creationId xmlns:a16="http://schemas.microsoft.com/office/drawing/2014/main" id="{017E8A92-3A08-FC2C-D703-4EDFEB0BCA90}"/>
                  </a:ext>
                </a:extLst>
              </p:cNvPr>
              <p:cNvSpPr/>
              <p:nvPr/>
            </p:nvSpPr>
            <p:spPr>
              <a:xfrm flipV="1">
                <a:off x="4167960" y="3283720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50" name="Text Box 4">
              <a:extLst>
                <a:ext uri="{FF2B5EF4-FFF2-40B4-BE49-F238E27FC236}">
                  <a16:creationId xmlns:a16="http://schemas.microsoft.com/office/drawing/2014/main" id="{AB7F2B33-64AB-25B3-C01D-CECD7FACB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678342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96D9FD19-8692-822F-28B7-07AEF6AC5130}"/>
              </a:ext>
            </a:extLst>
          </p:cNvPr>
          <p:cNvSpPr/>
          <p:nvPr/>
        </p:nvSpPr>
        <p:spPr>
          <a:xfrm>
            <a:off x="7877307" y="184713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843F4E-F231-D555-4F34-92B15A5B2437}"/>
              </a:ext>
            </a:extLst>
          </p:cNvPr>
          <p:cNvSpPr txBox="1"/>
          <p:nvPr/>
        </p:nvSpPr>
        <p:spPr>
          <a:xfrm>
            <a:off x="7483894" y="1926059"/>
            <a:ext cx="944737" cy="565146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MI_L (ESS,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자동차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))</a:t>
            </a:r>
          </a:p>
          <a:p>
            <a:pPr algn="ctr"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AZ </a:t>
            </a: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(</a:t>
            </a:r>
            <a:r>
              <a:rPr lang="ko-KR" altLang="en-US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NFF</a:t>
            </a: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)</a:t>
            </a:r>
          </a:p>
          <a:p>
            <a:pPr algn="ctr"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ESMI1(</a:t>
            </a:r>
            <a:r>
              <a:rPr lang="ko-KR" altLang="en-US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자동차</a:t>
            </a: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)</a:t>
            </a:r>
            <a:b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</a:b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ESHG(</a:t>
            </a:r>
            <a:r>
              <a:rPr lang="ko-KR" altLang="en-US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자동차</a:t>
            </a: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)</a:t>
            </a:r>
            <a:endParaRPr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B388C32-A549-FAC5-96B5-F301BE9572F8}"/>
              </a:ext>
            </a:extLst>
          </p:cNvPr>
          <p:cNvSpPr/>
          <p:nvPr/>
        </p:nvSpPr>
        <p:spPr>
          <a:xfrm>
            <a:off x="4764974" y="1847138"/>
            <a:ext cx="144000" cy="144000"/>
          </a:xfrm>
          <a:prstGeom prst="ellipse">
            <a:avLst/>
          </a:prstGeom>
          <a:solidFill>
            <a:srgbClr val="A6A6A6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AB327C-855E-F221-4B05-A197D0A04500}"/>
              </a:ext>
            </a:extLst>
          </p:cNvPr>
          <p:cNvSpPr txBox="1"/>
          <p:nvPr/>
        </p:nvSpPr>
        <p:spPr>
          <a:xfrm>
            <a:off x="4664911" y="1965814"/>
            <a:ext cx="358038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ES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OC9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/>
                <a:ea typeface="LG스마트체 Regular"/>
                <a:sym typeface="Wingdings"/>
              </a:rPr>
              <a:t>(NFF)</a:t>
            </a:r>
            <a:endParaRPr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0CD73D6-9903-82CB-A9C1-0F4979D62FC9}"/>
              </a:ext>
            </a:extLst>
          </p:cNvPr>
          <p:cNvGrpSpPr/>
          <p:nvPr/>
        </p:nvGrpSpPr>
        <p:grpSpPr>
          <a:xfrm>
            <a:off x="5274674" y="1846910"/>
            <a:ext cx="544790" cy="341591"/>
            <a:chOff x="5061408" y="2058130"/>
            <a:chExt cx="544790" cy="34159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EABF85-4FCD-91FB-35E1-E12FD9DF27AD}"/>
                </a:ext>
              </a:extLst>
            </p:cNvPr>
            <p:cNvSpPr txBox="1"/>
            <p:nvPr/>
          </p:nvSpPr>
          <p:spPr>
            <a:xfrm>
              <a:off x="5061408" y="2203907"/>
              <a:ext cx="544790" cy="195814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800" kern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/>
                </a:rPr>
                <a:t>ESHD(ESS)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80AA46B8-D083-FA89-FCFE-B95513A57543}"/>
                </a:ext>
              </a:extLst>
            </p:cNvPr>
            <p:cNvSpPr/>
            <p:nvPr/>
          </p:nvSpPr>
          <p:spPr>
            <a:xfrm>
              <a:off x="5267392" y="2058130"/>
              <a:ext cx="144000" cy="144000"/>
            </a:xfrm>
            <a:prstGeom prst="ellipse">
              <a:avLst/>
            </a:prstGeom>
            <a:solidFill>
              <a:srgbClr val="A6A6A6"/>
            </a:solidFill>
            <a:ln w="6350">
              <a:solidFill>
                <a:schemeClr val="tx1"/>
              </a:solidFill>
            </a:ln>
          </p:spPr>
          <p:txBody>
            <a:bodyPr wrap="none" rtlCol="0" anchor="ctr">
              <a:noAutofit/>
            </a:bodyPr>
            <a:lstStyle/>
            <a:p>
              <a:pPr marL="0" marR="0" lvl="0" indent="0" algn="ctr" defTabSz="914362" rtl="0" eaLnBrk="1" fontAlgn="ctr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66" name="부분 원형 65">
            <a:extLst>
              <a:ext uri="{FF2B5EF4-FFF2-40B4-BE49-F238E27FC236}">
                <a16:creationId xmlns:a16="http://schemas.microsoft.com/office/drawing/2014/main" id="{BC8A379F-198D-26A9-3489-1A301339ADFA}"/>
              </a:ext>
            </a:extLst>
          </p:cNvPr>
          <p:cNvSpPr/>
          <p:nvPr/>
        </p:nvSpPr>
        <p:spPr>
          <a:xfrm>
            <a:off x="7881550" y="1845046"/>
            <a:ext cx="144000" cy="144000"/>
          </a:xfrm>
          <a:prstGeom prst="pie">
            <a:avLst>
              <a:gd name="adj1" fmla="val 5383097"/>
              <a:gd name="adj2" fmla="val 16200000"/>
            </a:avLst>
          </a:prstGeom>
          <a:solidFill>
            <a:srgbClr val="A6A6A6"/>
          </a:solidFill>
          <a:ln w="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3FB55C-BF96-A49C-AD7C-6DE462636169}"/>
              </a:ext>
            </a:extLst>
          </p:cNvPr>
          <p:cNvSpPr txBox="1"/>
          <p:nvPr/>
        </p:nvSpPr>
        <p:spPr>
          <a:xfrm>
            <a:off x="8152357" y="3672800"/>
            <a:ext cx="1668974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DNC</a:t>
            </a:r>
            <a:r>
              <a:rPr kumimoji="1" lang="ko-KR" altLang="en-US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r>
              <a:rPr kumimoji="1" lang="en-US" altLang="ko-KR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:</a:t>
            </a:r>
            <a:r>
              <a:rPr kumimoji="1" lang="ko-KR" altLang="en-US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 설비 간소화 및 공정시간 단축</a:t>
            </a:r>
            <a:br>
              <a:rPr kumimoji="1" lang="en-US" altLang="ko-KR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</a:br>
            <a:r>
              <a:rPr kumimoji="1" lang="en-US" altLang="ko-KR" sz="1000" spc="-70">
                <a:solidFill>
                  <a:srgbClr val="006600"/>
                </a:solidFill>
                <a:latin typeface="Arial Narrow"/>
                <a:ea typeface="LG스마트체 Regular"/>
                <a:cs typeface="맑은 고딕 Semilight"/>
                <a:sym typeface="Wingdings"/>
              </a:rPr>
              <a:t>           (Dry + Notching + E-cutting)</a:t>
            </a:r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D2071-E7C5-C59F-405C-70A12EC8EBB2}"/>
              </a:ext>
            </a:extLst>
          </p:cNvPr>
          <p:cNvSpPr txBox="1"/>
          <p:nvPr/>
        </p:nvSpPr>
        <p:spPr>
          <a:xfrm>
            <a:off x="738649" y="3944694"/>
            <a:ext cx="4242488" cy="686855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163830" indent="-163830" defTabSz="844083" fontAlgn="base">
              <a:lnSpc>
                <a:spcPct val="120000"/>
              </a:lnSpc>
              <a:spcAft>
                <a:spcPts val="600"/>
              </a:spcAft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신규법인 샘플 생산 대응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IT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시스템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14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개 대응 </a:t>
            </a:r>
            <a:r>
              <a:rPr lang="ko-KR" altLang="en-US" sz="1100" spc="-30">
                <a:latin typeface="LG Smart_H Regular"/>
                <a:ea typeface="LG Smart_H Regular"/>
              </a:rPr>
              <a:t>완료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(AZ, ~’26.07)</a:t>
            </a:r>
            <a:br>
              <a:rPr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</a:b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-  QMS, MIMS, RMS, FDC, SPC, EMS, EDC, </a:t>
            </a:r>
            <a:r>
              <a:rPr kumimoji="0" lang="en-US" altLang="ko-KR" sz="1100" b="0" i="0" u="none" strike="noStrike" kern="1200" cap="none" spc="-30" normalizeH="0" baseline="0" noProof="0" err="1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eIoT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, DAVINCI, DAP,</a:t>
            </a:r>
            <a:b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</a:b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   APC, </a:t>
            </a:r>
            <a:r>
              <a:rPr kumimoji="0" lang="ko-KR" altLang="en-US" sz="1100" b="0" i="0" u="none" strike="noStrike" kern="1200" cap="none" spc="-30" normalizeH="0" baseline="0" noProof="0" err="1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롤맵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effectLst/>
                <a:uLnTx/>
                <a:uFillTx/>
                <a:latin typeface="LG Smart_H Regular"/>
                <a:ea typeface="LG Smart_H Regular"/>
              </a:rPr>
              <a:t>, IRS, 4MCC</a:t>
            </a:r>
            <a:endParaRPr lang="en-US" altLang="ko-KR" sz="1100" b="0" i="0" u="none" strike="noStrike" kern="1200" cap="none" spc="-30" normalizeH="0" baseline="0" noProof="0">
              <a:ln>
                <a:noFill/>
              </a:ln>
              <a:effectLst/>
              <a:uLnTx/>
              <a:uFillTx/>
              <a:latin typeface="LG Smart_H Regular"/>
              <a:ea typeface="LG Smart_H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62621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C36C-9340-9655-4295-5D38BF02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0D8F3F8-9932-1CED-3A3D-01750467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-2688"/>
            <a:ext cx="7210129" cy="562207"/>
          </a:xfrm>
        </p:spPr>
        <p:txBody>
          <a:bodyPr wrap="square">
            <a:noAutofit/>
          </a:bodyPr>
          <a:lstStyle/>
          <a:p>
            <a:pPr algn="l"/>
            <a:r>
              <a:rPr lang="ko-KR" altLang="en-US" u="sng">
                <a:latin typeface="Arial Narrow"/>
                <a:ea typeface="LG스마트체 Regular"/>
              </a:rPr>
              <a:t>유첨</a:t>
            </a:r>
            <a:r>
              <a:rPr lang="en-US" altLang="ko-KR" u="sng">
                <a:latin typeface="Arial Narrow"/>
                <a:ea typeface="LG스마트체 Regular"/>
              </a:rPr>
              <a:t>.</a:t>
            </a:r>
            <a:r>
              <a:rPr lang="ko-KR" altLang="en-US" u="sng">
                <a:latin typeface="Arial Narrow"/>
                <a:ea typeface="LG스마트체 Regular"/>
              </a:rPr>
              <a:t> </a:t>
            </a:r>
            <a:r>
              <a:rPr lang="en-US" altLang="ko-KR" u="sng" dirty="0">
                <a:solidFill>
                  <a:prstClr val="black"/>
                </a:solidFill>
                <a:latin typeface="Arial Narrow"/>
                <a:ea typeface="LG스마트체 Regular"/>
              </a:rPr>
              <a:t>IVS </a:t>
            </a:r>
            <a:r>
              <a:rPr lang="ko-KR" altLang="en-US" u="sng" dirty="0">
                <a:solidFill>
                  <a:prstClr val="black"/>
                </a:solidFill>
                <a:latin typeface="Arial Narrow"/>
                <a:ea typeface="LG스마트체 Regular"/>
              </a:rPr>
              <a:t>알고리즘 학습</a:t>
            </a:r>
            <a:r>
              <a:rPr lang="en-US" altLang="ko-KR" u="sng" dirty="0">
                <a:solidFill>
                  <a:prstClr val="black"/>
                </a:solidFill>
                <a:latin typeface="Arial Narrow"/>
                <a:ea typeface="LG스마트체 Regular"/>
              </a:rPr>
              <a:t>/ </a:t>
            </a:r>
            <a:r>
              <a:rPr lang="ko-KR" altLang="en-US" u="sng" dirty="0">
                <a:solidFill>
                  <a:prstClr val="black"/>
                </a:solidFill>
                <a:latin typeface="Arial Narrow"/>
                <a:ea typeface="LG스마트체 Regular"/>
              </a:rPr>
              <a:t>배포 기능 적용</a:t>
            </a:r>
            <a:endParaRPr lang="ko-KR" altLang="en-US" u="sng">
              <a:latin typeface="Arial Narrow"/>
              <a:ea typeface="LG스마트체 Regular"/>
            </a:endParaRPr>
          </a:p>
        </p:txBody>
      </p:sp>
      <p:sp>
        <p:nvSpPr>
          <p:cNvPr id="2" name="실행 단추: 돌아가기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5EF89EF-A6E5-4BA6-4ED7-BCF578B841E7}"/>
              </a:ext>
            </a:extLst>
          </p:cNvPr>
          <p:cNvSpPr/>
          <p:nvPr/>
        </p:nvSpPr>
        <p:spPr bwMode="auto">
          <a:xfrm>
            <a:off x="9554186" y="68251"/>
            <a:ext cx="261399" cy="288001"/>
          </a:xfrm>
          <a:prstGeom prst="actionButtonReturn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979488" algn="l"/>
              </a:tabLst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076B7-4DDF-AF23-5735-4DD3326E964C}"/>
              </a:ext>
            </a:extLst>
          </p:cNvPr>
          <p:cNvSpPr txBox="1"/>
          <p:nvPr/>
        </p:nvSpPr>
        <p:spPr>
          <a:xfrm>
            <a:off x="263258" y="500234"/>
            <a:ext cx="354674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알고리즘 학습 업무 프로세스</a:t>
            </a: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70E730AB-EF8D-2A65-FA1A-082BC43AF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04" y="823342"/>
            <a:ext cx="686375" cy="7200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horz" tIns="91440" bIns="91440" anchor="ctr"/>
          <a:lstStyle/>
          <a:p>
            <a:pPr algn="ctr" defTabSz="457200" latinLnBrk="0">
              <a:buClr>
                <a:srgbClr val="000000"/>
              </a:buClr>
            </a:pPr>
            <a:r>
              <a:rPr lang="ko-KR" altLang="en-US" sz="1200" b="1" kern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 </a:t>
            </a:r>
            <a:r>
              <a:rPr lang="en-US" altLang="ko-KR" sz="1200" b="1" kern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Process</a:t>
            </a:r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6B9FAA2C-159D-04D8-2929-45DF50DD0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04" y="1607381"/>
            <a:ext cx="686373" cy="220442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horz" tIns="91440" bIns="91440" anchor="ctr"/>
          <a:lstStyle/>
          <a:p>
            <a:pPr algn="ctr" defTabSz="457200" latinLnBrk="0">
              <a:buClr>
                <a:srgbClr val="000000"/>
              </a:buClr>
            </a:pPr>
            <a:r>
              <a:rPr lang="en-US" altLang="ko-KR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IVS</a:t>
            </a:r>
          </a:p>
          <a:p>
            <a:pPr algn="ctr" defTabSz="457200" latinLnBrk="0">
              <a:buClr>
                <a:srgbClr val="000000"/>
              </a:buClr>
            </a:pPr>
            <a:r>
              <a:rPr lang="ko-KR" altLang="en-US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</a:t>
            </a:r>
            <a:endParaRPr lang="en-US" altLang="ko-KR" sz="12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39C19DAF-0983-8796-5A63-8B1FF2314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960" y="1590310"/>
            <a:ext cx="1749711" cy="26820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시점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(Trigger)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설정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hlinkClick r:id="" action="ppaction://noaction"/>
            <a:extLst>
              <a:ext uri="{FF2B5EF4-FFF2-40B4-BE49-F238E27FC236}">
                <a16:creationId xmlns:a16="http://schemas.microsoft.com/office/drawing/2014/main" id="{491B1BF8-04C8-CD07-0EC2-035426B8CF16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59815" y="1858518"/>
            <a:ext cx="1260000" cy="8388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pic>
        <p:nvPicPr>
          <p:cNvPr id="11" name="그림 10">
            <a:hlinkClick r:id="" action="ppaction://noaction"/>
            <a:extLst>
              <a:ext uri="{FF2B5EF4-FFF2-40B4-BE49-F238E27FC236}">
                <a16:creationId xmlns:a16="http://schemas.microsoft.com/office/drawing/2014/main" id="{CAE5194D-57AF-0004-530D-EDD97839E419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459815" y="3065361"/>
            <a:ext cx="1260000" cy="8388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sp>
        <p:nvSpPr>
          <p:cNvPr id="12" name="Rectangle 24">
            <a:extLst>
              <a:ext uri="{FF2B5EF4-FFF2-40B4-BE49-F238E27FC236}">
                <a16:creationId xmlns:a16="http://schemas.microsoft.com/office/drawing/2014/main" id="{98E8D1D3-AE5B-DFC9-1EAC-33128404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961" y="2798246"/>
            <a:ext cx="1656000" cy="225284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1000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ROI </a:t>
            </a: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설정</a:t>
            </a:r>
            <a:endParaRPr lang="en-US" altLang="ko-KR" sz="1000" kern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15FA2EF5-1446-3374-0B98-24D197F40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660" y="1590311"/>
            <a:ext cx="1989025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 이미지 업로드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E196F3EF-A893-8EB3-421D-FA6A5DA0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660" y="1590311"/>
            <a:ext cx="1989025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 시작</a:t>
            </a:r>
            <a:endParaRPr lang="en-US" altLang="ko-KR" sz="1000" kern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AC658B5-A153-86DE-A8B4-390A5234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661" y="1590311"/>
            <a:ext cx="1410444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등록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54ED28E4-A809-CD44-5A00-6F2FACC7E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660" y="2743598"/>
            <a:ext cx="1800000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Config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등록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BF8C03FD-DFBE-992E-96B2-09A4C852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960" y="1607538"/>
            <a:ext cx="1439999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/Config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9" name="그림 18">
            <a:hlinkClick r:id="" action="ppaction://noaction"/>
            <a:extLst>
              <a:ext uri="{FF2B5EF4-FFF2-40B4-BE49-F238E27FC236}">
                <a16:creationId xmlns:a16="http://schemas.microsoft.com/office/drawing/2014/main" id="{66942BB7-6B8C-496E-14F5-113015E4B2FD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427659" y="1858518"/>
            <a:ext cx="1260000" cy="8388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pic>
        <p:nvPicPr>
          <p:cNvPr id="20" name="그림 19">
            <a:hlinkClick r:id="" action="ppaction://noaction"/>
            <a:extLst>
              <a:ext uri="{FF2B5EF4-FFF2-40B4-BE49-F238E27FC236}">
                <a16:creationId xmlns:a16="http://schemas.microsoft.com/office/drawing/2014/main" id="{C37DF560-168D-9041-A455-37A8EC53081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310" y="1858518"/>
            <a:ext cx="1260000" cy="8400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pic>
        <p:nvPicPr>
          <p:cNvPr id="21" name="그림 20">
            <a:hlinkClick r:id="" action="ppaction://noaction"/>
            <a:extLst>
              <a:ext uri="{FF2B5EF4-FFF2-40B4-BE49-F238E27FC236}">
                <a16:creationId xmlns:a16="http://schemas.microsoft.com/office/drawing/2014/main" id="{41DB7EC0-8875-F004-EE8F-F094FF81DDB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310" y="3023530"/>
            <a:ext cx="1260000" cy="8400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pic>
        <p:nvPicPr>
          <p:cNvPr id="22" name="그림 21">
            <a:hlinkClick r:id="" action="ppaction://noaction"/>
            <a:extLst>
              <a:ext uri="{FF2B5EF4-FFF2-40B4-BE49-F238E27FC236}">
                <a16:creationId xmlns:a16="http://schemas.microsoft.com/office/drawing/2014/main" id="{0D0AAED7-F5BD-9C3C-3F91-58BEB6B236F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9710" y="1858518"/>
            <a:ext cx="1260000" cy="8400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pic>
        <p:nvPicPr>
          <p:cNvPr id="23" name="그림 22">
            <a:hlinkClick r:id="" action="ppaction://noaction"/>
            <a:extLst>
              <a:ext uri="{FF2B5EF4-FFF2-40B4-BE49-F238E27FC236}">
                <a16:creationId xmlns:a16="http://schemas.microsoft.com/office/drawing/2014/main" id="{AA280E30-5FCA-2A37-AADA-784280850A47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102639" y="1858518"/>
            <a:ext cx="1260000" cy="8388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sp>
        <p:nvSpPr>
          <p:cNvPr id="24" name="Rectangle 24">
            <a:extLst>
              <a:ext uri="{FF2B5EF4-FFF2-40B4-BE49-F238E27FC236}">
                <a16:creationId xmlns:a16="http://schemas.microsoft.com/office/drawing/2014/main" id="{B0089E16-804E-9B82-BC18-B77FB910D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660" y="2743599"/>
            <a:ext cx="1332001" cy="31499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t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학습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오각형 144">
            <a:extLst>
              <a:ext uri="{FF2B5EF4-FFF2-40B4-BE49-F238E27FC236}">
                <a16:creationId xmlns:a16="http://schemas.microsoft.com/office/drawing/2014/main" id="{9510E073-8F15-3684-C67E-F43906162E65}"/>
              </a:ext>
            </a:extLst>
          </p:cNvPr>
          <p:cNvSpPr/>
          <p:nvPr/>
        </p:nvSpPr>
        <p:spPr>
          <a:xfrm>
            <a:off x="1247660" y="829477"/>
            <a:ext cx="16560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hangingPunct="0"/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학습 이미지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algn="ctr" defTabSz="1041400" eaLnBrk="0" hangingPunct="0"/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취득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6" name="오각형 144">
            <a:extLst>
              <a:ext uri="{FF2B5EF4-FFF2-40B4-BE49-F238E27FC236}">
                <a16:creationId xmlns:a16="http://schemas.microsoft.com/office/drawing/2014/main" id="{44DBFE39-2771-A49C-C095-FB6C84A8EA3E}"/>
              </a:ext>
            </a:extLst>
          </p:cNvPr>
          <p:cNvSpPr/>
          <p:nvPr/>
        </p:nvSpPr>
        <p:spPr>
          <a:xfrm>
            <a:off x="4559660" y="829477"/>
            <a:ext cx="16560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알고리즘</a:t>
            </a:r>
            <a:r>
              <a:rPr lang="en-US" altLang="ko-KR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/Config</a:t>
            </a:r>
          </a:p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등록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7" name="오각형 144">
            <a:extLst>
              <a:ext uri="{FF2B5EF4-FFF2-40B4-BE49-F238E27FC236}">
                <a16:creationId xmlns:a16="http://schemas.microsoft.com/office/drawing/2014/main" id="{D857D325-CDFB-4913-59EE-586C91FC72C4}"/>
              </a:ext>
            </a:extLst>
          </p:cNvPr>
          <p:cNvSpPr/>
          <p:nvPr/>
        </p:nvSpPr>
        <p:spPr>
          <a:xfrm>
            <a:off x="7871660" y="829477"/>
            <a:ext cx="16560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알고리즘 배포</a:t>
            </a:r>
            <a:r>
              <a:rPr lang="en-US" altLang="ko-KR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기동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8" name="오각형 144">
            <a:extLst>
              <a:ext uri="{FF2B5EF4-FFF2-40B4-BE49-F238E27FC236}">
                <a16:creationId xmlns:a16="http://schemas.microsoft.com/office/drawing/2014/main" id="{9A2E1CA3-CBE0-3140-4A11-67B78E6D3769}"/>
              </a:ext>
            </a:extLst>
          </p:cNvPr>
          <p:cNvSpPr/>
          <p:nvPr/>
        </p:nvSpPr>
        <p:spPr>
          <a:xfrm>
            <a:off x="2903660" y="829477"/>
            <a:ext cx="16560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학습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9" name="오각형 144">
            <a:extLst>
              <a:ext uri="{FF2B5EF4-FFF2-40B4-BE49-F238E27FC236}">
                <a16:creationId xmlns:a16="http://schemas.microsoft.com/office/drawing/2014/main" id="{5AE9567C-0016-D874-1292-44B1893B3D2E}"/>
              </a:ext>
            </a:extLst>
          </p:cNvPr>
          <p:cNvSpPr/>
          <p:nvPr/>
        </p:nvSpPr>
        <p:spPr>
          <a:xfrm>
            <a:off x="6215660" y="829477"/>
            <a:ext cx="16560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판정 시점</a:t>
            </a:r>
            <a:r>
              <a:rPr lang="en-US" altLang="ko-KR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(Trigger)</a:t>
            </a:r>
          </a:p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en-US" altLang="ko-KR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ROI </a:t>
            </a: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설정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30" name="그림 29">
            <a:hlinkClick r:id="" action="ppaction://noaction"/>
            <a:extLst>
              <a:ext uri="{FF2B5EF4-FFF2-40B4-BE49-F238E27FC236}">
                <a16:creationId xmlns:a16="http://schemas.microsoft.com/office/drawing/2014/main" id="{74F42800-78DA-FDB6-EAD9-F1F78B6CD7C9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3101660" y="3023530"/>
            <a:ext cx="1260000" cy="838800"/>
          </a:xfrm>
          <a:prstGeom prst="rect">
            <a:avLst/>
          </a:prstGeom>
          <a:ln>
            <a:solidFill>
              <a:srgbClr val="FFFFFF">
                <a:lumMod val="50000"/>
              </a:srgbClr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BD7EC52-FCF3-8018-4274-134C3F3A8466}"/>
              </a:ext>
            </a:extLst>
          </p:cNvPr>
          <p:cNvSpPr txBox="1"/>
          <p:nvPr/>
        </p:nvSpPr>
        <p:spPr>
          <a:xfrm>
            <a:off x="263258" y="3905590"/>
            <a:ext cx="4011282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Basic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 개소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IVS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적용 및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NG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이미지를 활용한 </a:t>
            </a:r>
            <a:r>
              <a:rPr lang="ko-KR" altLang="en-US" sz="1200" b="1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재학습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5FEAAC8-BD0E-8837-8050-E4E8868AA0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248" y="4406524"/>
            <a:ext cx="9233504" cy="47432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30B03D-C443-55A6-8E6D-D487AA995682}"/>
              </a:ext>
            </a:extLst>
          </p:cNvPr>
          <p:cNvSpPr txBox="1"/>
          <p:nvPr/>
        </p:nvSpPr>
        <p:spPr>
          <a:xfrm>
            <a:off x="272480" y="4136087"/>
            <a:ext cx="8254653" cy="1069066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Basic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 개소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IVS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적용 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atinLnBrk="0">
              <a:lnSpc>
                <a:spcPct val="120000"/>
              </a:lnSpc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atinLnBrk="0">
              <a:lnSpc>
                <a:spcPct val="120000"/>
              </a:lnSpc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atinLnBrk="0">
              <a:lnSpc>
                <a:spcPct val="120000"/>
              </a:lnSpc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atinLnBrk="0">
              <a:lnSpc>
                <a:spcPct val="120000"/>
              </a:lnSpc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NG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이미지 분석 및 재학습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NG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 이미지 중 </a:t>
            </a:r>
            <a:r>
              <a:rPr lang="ko-KR" altLang="en-US" sz="11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과검인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이미지는 재학습 시켜 알고리즘의 성능을 개선 중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E831664-74A0-C2E6-8AD1-45AD2573B7D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6409" y="5292874"/>
            <a:ext cx="5148364" cy="111470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242E73A0-7936-151F-94F1-1D3F322261B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0479" y="5281220"/>
            <a:ext cx="1990700" cy="145164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0E4696F-F45E-7BE8-535C-1E2366ECF92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963" y="5292874"/>
            <a:ext cx="1990701" cy="141589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A298333-B4E1-C355-EFD8-5243CF44DB00}"/>
              </a:ext>
            </a:extLst>
          </p:cNvPr>
          <p:cNvSpPr txBox="1"/>
          <p:nvPr/>
        </p:nvSpPr>
        <p:spPr>
          <a:xfrm>
            <a:off x="1288976" y="6468313"/>
            <a:ext cx="351656" cy="26006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0C7428-485A-1F25-944C-A5FFBD8120C2}"/>
              </a:ext>
            </a:extLst>
          </p:cNvPr>
          <p:cNvSpPr txBox="1"/>
          <p:nvPr/>
        </p:nvSpPr>
        <p:spPr>
          <a:xfrm>
            <a:off x="3314776" y="6468313"/>
            <a:ext cx="351656" cy="26006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005647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5484-CBBD-8EBF-D0B6-AB101A92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실행 단추: 돌아가기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62AC0E5-0326-8BDD-8472-03E8F12B46EF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FA8C5B-0D16-56C2-4871-1EC0F241230C}"/>
              </a:ext>
            </a:extLst>
          </p:cNvPr>
          <p:cNvSpPr txBox="1">
            <a:spLocks/>
          </p:cNvSpPr>
          <p:nvPr/>
        </p:nvSpPr>
        <p:spPr>
          <a:xfrm>
            <a:off x="140625" y="63696"/>
            <a:ext cx="2411238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>
              <a:defRPr/>
            </a:pPr>
            <a:r>
              <a:rPr lang="ko-KR" altLang="en-US" sz="1800" dirty="0" err="1">
                <a:latin typeface="Arial Narrow"/>
                <a:cs typeface="Malgun Gothic Semilight" panose="020B0502040204020203" pitchFamily="50" charset="-127"/>
              </a:rPr>
              <a:t>롤맵</a:t>
            </a:r>
            <a:r>
              <a:rPr lang="ko-KR" altLang="en-US" sz="1800" dirty="0">
                <a:latin typeface="Arial Narrow"/>
                <a:cs typeface="Malgun Gothic Semilight" panose="020B0502040204020203" pitchFamily="50" charset="-127"/>
              </a:rPr>
              <a:t> </a:t>
            </a:r>
            <a:r>
              <a:rPr lang="en-US" altLang="ko-KR" sz="1800" dirty="0">
                <a:latin typeface="Arial Narrow"/>
                <a:cs typeface="Malgun Gothic Semilight" panose="020B0502040204020203" pitchFamily="50" charset="-127"/>
              </a:rPr>
              <a:t>CNS </a:t>
            </a:r>
            <a:r>
              <a:rPr lang="ko-KR" altLang="en-US" sz="1800" dirty="0">
                <a:latin typeface="Arial Narrow"/>
                <a:cs typeface="Malgun Gothic Semilight" panose="020B0502040204020203" pitchFamily="50" charset="-127"/>
              </a:rPr>
              <a:t>턴키 진행 현황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983E5684-9AF6-9357-B7C2-8646C6BEF7FB}"/>
              </a:ext>
            </a:extLst>
          </p:cNvPr>
          <p:cNvSpPr txBox="1"/>
          <p:nvPr/>
        </p:nvSpPr>
        <p:spPr>
          <a:xfrm>
            <a:off x="83621" y="468354"/>
            <a:ext cx="9843552" cy="3147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4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Malgun Gothic Semilight"/>
              </a:rPr>
              <a:t>롤맵</a:t>
            </a:r>
            <a:r>
              <a:rPr kumimoji="1" lang="ko-KR" altLang="en-US" sz="13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Malgun Gothic Semilight"/>
              </a:rPr>
              <a:t> 시스템 과제 진행 현황</a:t>
            </a:r>
            <a:r>
              <a:rPr kumimoji="0" lang="en-US" altLang="ko-KR" sz="1100" b="1" i="0" u="none" strike="noStrike" kern="120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Malgun Gothic Semilight"/>
              </a:rPr>
              <a:t> </a:t>
            </a:r>
            <a:endParaRPr lang="en-US" altLang="ko-KR" sz="1100" spc="-40" dirty="0">
              <a:latin typeface="+mn-ea"/>
              <a:cs typeface="Malgun Gothic Semi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86BB29-89B9-FA46-29D6-77FB1B433D90}"/>
              </a:ext>
            </a:extLst>
          </p:cNvPr>
          <p:cNvSpPr txBox="1"/>
          <p:nvPr/>
        </p:nvSpPr>
        <p:spPr>
          <a:xfrm>
            <a:off x="346167" y="1529018"/>
            <a:ext cx="7528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’24</a:t>
            </a:r>
            <a:r>
              <a:rPr lang="ko-KR" altLang="en-US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년 </a:t>
            </a:r>
            <a:r>
              <a:rPr lang="en-US" altLang="ko-KR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20</a:t>
            </a:r>
            <a:r>
              <a:rPr lang="ko-KR" altLang="en-US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명 → </a:t>
            </a:r>
            <a:r>
              <a:rPr lang="en-US" altLang="ko-KR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’25</a:t>
            </a:r>
            <a:r>
              <a:rPr lang="ko-KR" altLang="en-US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년 </a:t>
            </a:r>
            <a:r>
              <a:rPr lang="en-US" altLang="ko-KR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15</a:t>
            </a:r>
            <a:r>
              <a:rPr lang="ko-KR" altLang="en-US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명 → </a:t>
            </a:r>
            <a:r>
              <a:rPr lang="en-US" altLang="ko-KR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’26</a:t>
            </a:r>
            <a:r>
              <a:rPr lang="ko-KR" altLang="en-US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년 </a:t>
            </a:r>
            <a:r>
              <a:rPr lang="en-US" altLang="ko-KR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7</a:t>
            </a:r>
            <a:r>
              <a:rPr lang="ko-KR" altLang="en-US" sz="900" spc="-4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명 </a:t>
            </a:r>
            <a:endParaRPr lang="ko-KR" altLang="en-US" sz="9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21035-F91F-D233-1796-38301D690AE4}"/>
              </a:ext>
            </a:extLst>
          </p:cNvPr>
          <p:cNvSpPr txBox="1"/>
          <p:nvPr/>
        </p:nvSpPr>
        <p:spPr>
          <a:xfrm>
            <a:off x="105771" y="1016874"/>
            <a:ext cx="9563100" cy="59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1. </a:t>
            </a:r>
            <a:r>
              <a:rPr lang="ko-KR" altLang="en-US" sz="12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검토 배경</a:t>
            </a:r>
            <a:endParaRPr lang="en-US" altLang="ko-KR" sz="1200" spc="-4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Malgun Gothic Semilight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: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인원축소에 따른 업무 부하를 줄이고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조직의 역할을 단순 설치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문의 대응에서 데이터를 활용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고도화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지능화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)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하는 업무로 전환하기 위함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5953D9-42AF-6713-923F-941DE7272AD6}"/>
              </a:ext>
            </a:extLst>
          </p:cNvPr>
          <p:cNvSpPr txBox="1"/>
          <p:nvPr/>
        </p:nvSpPr>
        <p:spPr>
          <a:xfrm>
            <a:off x="97381" y="1614842"/>
            <a:ext cx="9676703" cy="3642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2. </a:t>
            </a:r>
            <a:r>
              <a:rPr lang="ko-KR" altLang="en-US" sz="12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진행 경과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>
              <a:lnSpc>
                <a:spcPct val="150000"/>
              </a:lnSpc>
              <a:defRPr/>
            </a:pPr>
            <a:endParaRPr lang="en-US" altLang="ko-KR" sz="1100" spc="-4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Malgun Gothic Semilight"/>
            </a:endParaRPr>
          </a:p>
          <a:p>
            <a:pPr marL="320675" indent="-228600">
              <a:lnSpc>
                <a:spcPct val="150000"/>
              </a:lnSpc>
              <a:buAutoNum type="arabicParenR"/>
              <a:defRPr/>
            </a:pPr>
            <a:endParaRPr lang="en-US" altLang="ko-KR" sz="1100" spc="-4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Malgun Gothic Semilight"/>
            </a:endParaRPr>
          </a:p>
          <a:p>
            <a:pPr marL="92075">
              <a:lnSpc>
                <a:spcPct val="150000"/>
              </a:lnSpc>
              <a:defRPr/>
            </a:pPr>
            <a:endParaRPr lang="en-US" altLang="ko-KR" sz="1100" spc="-4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Malgun Gothic Semilight"/>
            </a:endParaRPr>
          </a:p>
          <a:p>
            <a:pPr marL="92075">
              <a:lnSpc>
                <a:spcPct val="150000"/>
              </a:lnSpc>
              <a:defRPr/>
            </a:pP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1)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HW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설계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제작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(1) R&amp;R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논의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AZ 2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호기에 대해 </a:t>
            </a:r>
            <a:r>
              <a:rPr lang="ko-KR" altLang="en-US" sz="1100" b="1" u="sng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HW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투자를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PI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부서로 이관 합의 완료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기존설비기술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)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(7/3, AZ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설비기술팀 김승수 팀장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 PI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팀 김대호 팀장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설비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DX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팀 황유승 팀장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)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(2)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기존 설비 업체 설명회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매크로머신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삼익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대곤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대상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업무 변경에 대한 취지 및 향후 수행 계획 공청회 진행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(8/11, 18, 25)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    -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매크로머신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인원들과 긴 시간 맞춰 왔던 호흡들을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CNS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와 잘 맞추려면 시간이 필요할 것 같음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현장 이슈들에 대해 애로 사항들을 잘 수렴해줄 것을 요청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함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    -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삼익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실제 운영과정에서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의사결정 지연 가능성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에 대한 우려 표현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현장 변경 최소화 위한 사양 명확화 요청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 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현장 문제 발생시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CNS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에서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PM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역할 잘 해줄 것을 요청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    -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대곤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카운터 </a:t>
            </a:r>
            <a:r>
              <a:rPr lang="ko-KR" altLang="en-US" sz="1100" b="1" u="sng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스팩은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동일하지만 협력사별 구현 방법이 상이하여 운영 일원화시 고민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이 필요함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CNS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의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PJT PM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통한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Schedule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관리나 업무 조율이 원활히 되길 요청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</a:t>
            </a:r>
          </a:p>
          <a:p>
            <a:pPr marL="92075">
              <a:lnSpc>
                <a:spcPct val="150000"/>
              </a:lnSpc>
              <a:defRPr/>
            </a:pP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2), 4)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셋업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양산 검증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고도화 과제 수평 전개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운영중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(LG CNS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에서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EIF/MES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의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영역 업무를 수행한 인원과 함께 과제 진행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: HG 4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월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AZ 7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월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)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3)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운영 및 문의 대응은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셋업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양산에 참여하였던 인원을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오창에서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주간 문의 대응 인원으로 전환하여 운영 중이고 야간은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GDN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인원을 활용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10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월 부터 운영 예정임</a:t>
            </a:r>
            <a:endParaRPr lang="en-US" altLang="ko-KR" sz="1100" b="1" u="sng" spc="-4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Malgun Gothic Semilight"/>
            </a:endParaRPr>
          </a:p>
          <a:p>
            <a:pPr marL="92075">
              <a:lnSpc>
                <a:spcPct val="150000"/>
              </a:lnSpc>
              <a:defRPr/>
            </a:pP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  : HG/AZ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셋업 및 양산 대응한 인원과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EIF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인원을 활용하여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5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월부터 주간 대응하고 있으며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10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월 부터는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GDN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인원을 활용하여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24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시간 대응할 예정</a:t>
            </a:r>
            <a:b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</a:b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  : GDN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인원 교육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(9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월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)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을 효율적으로 수행하기 위하여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동영상 자료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</a:t>
            </a:r>
            <a:r>
              <a:rPr lang="en-US" altLang="ko-KR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Ensol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Campus)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와 화상으로 기본 교육을 수행하고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1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주는 실습 및 현장 교육 진행 예정</a:t>
            </a:r>
            <a:r>
              <a:rPr lang="en-US" altLang="ko-KR" sz="11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7B348B-2331-98E3-FCDD-244D25AF47CE}"/>
              </a:ext>
            </a:extLst>
          </p:cNvPr>
          <p:cNvSpPr txBox="1"/>
          <p:nvPr/>
        </p:nvSpPr>
        <p:spPr>
          <a:xfrm>
            <a:off x="83620" y="718501"/>
            <a:ext cx="9479479" cy="29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4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롤맵</a:t>
            </a:r>
            <a:r>
              <a:rPr kumimoji="0" lang="ko-KR" altLang="en-US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 업무에 대해 </a:t>
            </a: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CNS </a:t>
            </a:r>
            <a:r>
              <a:rPr kumimoji="0" lang="ko-KR" altLang="en-US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인원</a:t>
            </a: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(GDN</a:t>
            </a:r>
            <a:r>
              <a:rPr kumimoji="0" lang="ko-KR" altLang="en-US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포함</a:t>
            </a: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)</a:t>
            </a:r>
            <a:r>
              <a:rPr kumimoji="0" lang="ko-KR" altLang="en-US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을 활용하는 방안에 대해서 </a:t>
            </a: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LG CNS SF </a:t>
            </a:r>
            <a:r>
              <a:rPr kumimoji="0" lang="ko-KR" altLang="en-US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자동화사업담당과 함께 협업하여 체계를 만들어 가고 있습니다</a:t>
            </a: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.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BA5799-C1B4-2D5E-948D-3749591BB684}"/>
              </a:ext>
            </a:extLst>
          </p:cNvPr>
          <p:cNvSpPr txBox="1"/>
          <p:nvPr/>
        </p:nvSpPr>
        <p:spPr>
          <a:xfrm>
            <a:off x="97381" y="5361685"/>
            <a:ext cx="9406995" cy="112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3. </a:t>
            </a:r>
            <a:r>
              <a:rPr lang="ko-KR" altLang="en-US" sz="1200" b="1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향후 계획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>
              <a:lnSpc>
                <a:spcPct val="150000"/>
              </a:lnSpc>
              <a:defRPr/>
            </a:pPr>
            <a:r>
              <a:rPr lang="en-US" altLang="ko-KR" sz="12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1)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AZ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법인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2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호기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(’27.4 FAT)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를 대상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으로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롤맵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HW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에 대해 설비 투자에서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IT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투자로 전환하여 </a:t>
            </a:r>
            <a:r>
              <a:rPr lang="en-US" altLang="ko-KR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CNS</a:t>
            </a:r>
            <a:r>
              <a:rPr lang="ko-KR" altLang="en-US" sz="1100" b="1" u="sng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로 발주를 진행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하고자 함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.</a:t>
            </a:r>
          </a:p>
          <a:p>
            <a:pPr marL="92075">
              <a:lnSpc>
                <a:spcPct val="150000"/>
              </a:lnSpc>
              <a:defRPr/>
            </a:pP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     :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투자심의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(’26.11), HW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설계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제작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(’27.03), FAT(’27.04),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셋업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/SAT(’27.10),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검증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샘플생산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(’27.11)</a:t>
            </a:r>
          </a:p>
          <a:p>
            <a:pPr marL="92075">
              <a:lnSpc>
                <a:spcPct val="150000"/>
              </a:lnSpc>
              <a:defRPr/>
            </a:pP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 2) WA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법인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NFF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설비 등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AZ 2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호기 이후 신규 라인에 대한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CNS HW 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이행 계획 수립 및 공청회 진행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(w/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법인 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PI</a:t>
            </a:r>
            <a:r>
              <a:rPr lang="ko-KR" altLang="en-US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팀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, </a:t>
            </a:r>
            <a:r>
              <a:rPr lang="ko-KR" altLang="en-US" sz="1100" spc="-4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설비팀</a:t>
            </a:r>
            <a:r>
              <a:rPr lang="en-US" altLang="ko-KR" sz="1100" spc="-4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Malgun Gothic Semilight"/>
              </a:rPr>
              <a:t>)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C2E6260-0C73-1668-9204-BB52C89121A4}"/>
              </a:ext>
            </a:extLst>
          </p:cNvPr>
          <p:cNvGraphicFramePr>
            <a:graphicFrameLocks noGrp="1"/>
          </p:cNvGraphicFramePr>
          <p:nvPr/>
        </p:nvGraphicFramePr>
        <p:xfrm>
          <a:off x="473518" y="1967961"/>
          <a:ext cx="7772811" cy="637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11">
                  <a:extLst>
                    <a:ext uri="{9D8B030D-6E8A-4147-A177-3AD203B41FA5}">
                      <a16:colId xmlns:a16="http://schemas.microsoft.com/office/drawing/2014/main" val="2409582519"/>
                    </a:ext>
                  </a:extLst>
                </a:gridCol>
                <a:gridCol w="1766075">
                  <a:extLst>
                    <a:ext uri="{9D8B030D-6E8A-4147-A177-3AD203B41FA5}">
                      <a16:colId xmlns:a16="http://schemas.microsoft.com/office/drawing/2014/main" val="600955336"/>
                    </a:ext>
                  </a:extLst>
                </a:gridCol>
                <a:gridCol w="1766075">
                  <a:extLst>
                    <a:ext uri="{9D8B030D-6E8A-4147-A177-3AD203B41FA5}">
                      <a16:colId xmlns:a16="http://schemas.microsoft.com/office/drawing/2014/main" val="76279901"/>
                    </a:ext>
                  </a:extLst>
                </a:gridCol>
                <a:gridCol w="1766075">
                  <a:extLst>
                    <a:ext uri="{9D8B030D-6E8A-4147-A177-3AD203B41FA5}">
                      <a16:colId xmlns:a16="http://schemas.microsoft.com/office/drawing/2014/main" val="2113665216"/>
                    </a:ext>
                  </a:extLst>
                </a:gridCol>
                <a:gridCol w="1766075">
                  <a:extLst>
                    <a:ext uri="{9D8B030D-6E8A-4147-A177-3AD203B41FA5}">
                      <a16:colId xmlns:a16="http://schemas.microsoft.com/office/drawing/2014/main" val="1956706858"/>
                    </a:ext>
                  </a:extLst>
                </a:gridCol>
              </a:tblGrid>
              <a:tr h="21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HW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제작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셋업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검증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문의 대응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고도화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수평전개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76812"/>
                  </a:ext>
                </a:extLst>
              </a:tr>
              <a:tr h="2123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As-Is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협력업체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 +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협력업체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 +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협력업체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911979"/>
                  </a:ext>
                </a:extLst>
              </a:tr>
              <a:tr h="2123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To-Be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 CNS(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협력업체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 + LG CNS(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협력업체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 + LG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CNS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 + LG CNS(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협력업체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30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439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실행 단추: 돌아가기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5ABB10A-9F6E-CED8-22B6-945C2987AE65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57D66-196D-7388-DDA7-A49ED2E664C3}"/>
              </a:ext>
            </a:extLst>
          </p:cNvPr>
          <p:cNvSpPr txBox="1"/>
          <p:nvPr/>
        </p:nvSpPr>
        <p:spPr>
          <a:xfrm>
            <a:off x="182819" y="518452"/>
            <a:ext cx="9740400" cy="5232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defRPr/>
            </a:pP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외주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Packer (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북미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PWS)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데이터 연계를 위한 시스템 활용 점검 시 시스템상 데이터 입력하지 하지 않고 있으며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시스템 활용</a:t>
            </a:r>
            <a:endParaRPr kumimoji="1" lang="en-US" altLang="ko-KR" sz="1400" b="1" kern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457200" latinLnBrk="0">
              <a:defRPr/>
            </a:pP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개선을 위해 검사 기준 최신화 진행 및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시스템 </a:t>
            </a:r>
            <a:r>
              <a:rPr kumimoji="1" lang="ko-KR" altLang="en-US" sz="1400" b="1" kern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등록률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진행함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1" lang="en-US" altLang="ko-KR" sz="12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(8</a:t>
            </a:r>
            <a:r>
              <a:rPr kumimoji="1" lang="ko-KR" altLang="en-US" sz="12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기준 수입검사 </a:t>
            </a:r>
            <a:r>
              <a:rPr kumimoji="1" lang="ko-KR" altLang="en-US" sz="1200" b="1" kern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등록률</a:t>
            </a:r>
            <a:r>
              <a:rPr kumimoji="1" lang="ko-KR" altLang="en-US" sz="12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en-US" altLang="ko-KR" sz="12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31%)</a:t>
            </a:r>
            <a:endParaRPr lang="ko-KR" altLang="en-US" sz="1400" b="1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제목 4">
            <a:extLst>
              <a:ext uri="{FF2B5EF4-FFF2-40B4-BE49-F238E27FC236}">
                <a16:creationId xmlns:a16="http://schemas.microsoft.com/office/drawing/2014/main" id="{CB40A0BB-6B82-C70C-14B2-36EB24F4D6EA}"/>
              </a:ext>
            </a:extLst>
          </p:cNvPr>
          <p:cNvSpPr txBox="1">
            <a:spLocks/>
          </p:cNvSpPr>
          <p:nvPr/>
        </p:nvSpPr>
        <p:spPr>
          <a:xfrm>
            <a:off x="69497" y="106531"/>
            <a:ext cx="7230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외주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Packer (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북미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PWS)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검사 데이터 등록 개선 </a:t>
            </a:r>
            <a:endParaRPr lang="ko-KR" altLang="ko-KR" sz="2000" b="1" u="sng" kern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95F07E6-68E9-FCFE-74C3-9A03289670A2}"/>
              </a:ext>
            </a:extLst>
          </p:cNvPr>
          <p:cNvGrpSpPr/>
          <p:nvPr/>
        </p:nvGrpSpPr>
        <p:grpSpPr>
          <a:xfrm>
            <a:off x="5295427" y="1216519"/>
            <a:ext cx="4421423" cy="338554"/>
            <a:chOff x="526676" y="1619628"/>
            <a:chExt cx="3557247" cy="33855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FCADC1-D040-E822-B8B9-2FF8262DF8B0}"/>
                </a:ext>
              </a:extLst>
            </p:cNvPr>
            <p:cNvSpPr txBox="1"/>
            <p:nvPr/>
          </p:nvSpPr>
          <p:spPr>
            <a:xfrm>
              <a:off x="1490734" y="1619628"/>
              <a:ext cx="16291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kern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개선 방향 및 향후 계획</a:t>
              </a:r>
              <a:endParaRPr kumimoji="0" lang="en-US" altLang="ko-KR" sz="16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4BCB85B-81A4-1BC1-AAAA-3AE7D684614F}"/>
                </a:ext>
              </a:extLst>
            </p:cNvPr>
            <p:cNvCxnSpPr/>
            <p:nvPr/>
          </p:nvCxnSpPr>
          <p:spPr bwMode="auto">
            <a:xfrm>
              <a:off x="526676" y="1927981"/>
              <a:ext cx="3557247" cy="0"/>
            </a:xfrm>
            <a:prstGeom prst="line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그룹 8">
            <a:extLst>
              <a:ext uri="{FF2B5EF4-FFF2-40B4-BE49-F238E27FC236}">
                <a16:creationId xmlns:a16="http://schemas.microsoft.com/office/drawing/2014/main" id="{CDB157B5-BD94-59AE-333A-AB927E3263D6}"/>
              </a:ext>
            </a:extLst>
          </p:cNvPr>
          <p:cNvGrpSpPr/>
          <p:nvPr/>
        </p:nvGrpSpPr>
        <p:grpSpPr>
          <a:xfrm>
            <a:off x="240485" y="1210013"/>
            <a:ext cx="4747109" cy="338554"/>
            <a:chOff x="255537" y="1805418"/>
            <a:chExt cx="3819277" cy="33855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05F0BC-46F9-107D-7B25-7C4B774ED1C6}"/>
                </a:ext>
              </a:extLst>
            </p:cNvPr>
            <p:cNvSpPr txBox="1"/>
            <p:nvPr/>
          </p:nvSpPr>
          <p:spPr>
            <a:xfrm>
              <a:off x="1202891" y="1805418"/>
              <a:ext cx="16742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검사 </a:t>
              </a:r>
              <a:r>
                <a:rPr lang="ko-KR" altLang="en-US" sz="1600" b="1" kern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 관리 현황</a:t>
              </a:r>
              <a:endParaRPr kumimoji="0" lang="en-US" altLang="ko-KR" sz="16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DF382D4-2E97-151C-6010-616BDF1223E7}"/>
                </a:ext>
              </a:extLst>
            </p:cNvPr>
            <p:cNvCxnSpPr/>
            <p:nvPr/>
          </p:nvCxnSpPr>
          <p:spPr bwMode="auto">
            <a:xfrm>
              <a:off x="255537" y="2107028"/>
              <a:ext cx="3819277" cy="0"/>
            </a:xfrm>
            <a:prstGeom prst="line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204EFA5-348C-3B90-F340-EA146D6BE785}"/>
              </a:ext>
            </a:extLst>
          </p:cNvPr>
          <p:cNvSpPr txBox="1"/>
          <p:nvPr/>
        </p:nvSpPr>
        <p:spPr>
          <a:xfrm>
            <a:off x="249560" y="1709767"/>
            <a:ext cx="4978935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외주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Packer 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북미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PWS) 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데이터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Offline 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진행</a:t>
            </a:r>
            <a:b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수입검사 데이터 시스템 등록여부 확인 시 등록 건수 없으며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Offline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중</a:t>
            </a:r>
            <a:b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공정검사 항목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항목 만 등록 진행 중</a:t>
            </a:r>
            <a:endParaRPr lang="en-US" altLang="ko-KR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F7E5E1-280F-D49A-25CD-1ED4C50D5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75" y="2828498"/>
            <a:ext cx="3585221" cy="198004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DA3CB71-E4D1-5CC5-D630-20CA57630D84}"/>
              </a:ext>
            </a:extLst>
          </p:cNvPr>
          <p:cNvSpPr/>
          <p:nvPr/>
        </p:nvSpPr>
        <p:spPr>
          <a:xfrm>
            <a:off x="875330" y="3666801"/>
            <a:ext cx="3272366" cy="1141743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232BD-9545-906E-CED0-E278534D9A56}"/>
              </a:ext>
            </a:extLst>
          </p:cNvPr>
          <p:cNvSpPr txBox="1"/>
          <p:nvPr/>
        </p:nvSpPr>
        <p:spPr>
          <a:xfrm>
            <a:off x="5288693" y="2916606"/>
            <a:ext cx="4534985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PWS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수입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 결과 시스템 등록 진행 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(8/3~)</a:t>
            </a:r>
            <a:b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-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8/3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부터 수입검사 결과 시스템 등록을 진행 하고 있으며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8/3~31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 수입검사</a:t>
            </a:r>
            <a:b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1,021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 중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317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 등록 진행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등록률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31%)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6FBF3C-CBF5-D8BB-476E-BDC42019DBDA}"/>
              </a:ext>
            </a:extLst>
          </p:cNvPr>
          <p:cNvSpPr txBox="1"/>
          <p:nvPr/>
        </p:nvSpPr>
        <p:spPr>
          <a:xfrm>
            <a:off x="5267146" y="1634351"/>
            <a:ext cx="4978935" cy="1244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PWS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 기준 정보 등록 최신화 진행 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(7/30)</a:t>
            </a:r>
            <a:b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JF2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 기준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검사 기준서 비교 하여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최신화 진행 완료</a:t>
            </a:r>
            <a:endParaRPr lang="en-US" altLang="ko-KR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As-Is : PWS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MES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검사 항목 총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819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중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582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등록됨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(</a:t>
            </a:r>
            <a:r>
              <a:rPr lang="ko-KR" altLang="en-US" sz="100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등록률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71%)</a:t>
            </a: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(Offline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Excel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검사 항목 총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819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중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623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</a:t>
            </a:r>
            <a:r>
              <a:rPr lang="ko-KR" altLang="en-US" sz="100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관리중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_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관리률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76%)</a:t>
            </a: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To-Be : PWS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MES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검사 항목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819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등록 완료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(7/30)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ABE199-F066-7B6E-A2B9-7F0B044F9474}"/>
              </a:ext>
            </a:extLst>
          </p:cNvPr>
          <p:cNvSpPr txBox="1"/>
          <p:nvPr/>
        </p:nvSpPr>
        <p:spPr>
          <a:xfrm>
            <a:off x="5266204" y="5634304"/>
            <a:ext cx="4694724" cy="101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향후 계획</a:t>
            </a:r>
            <a:b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결과 등록 현황 모니터링 및 등록 여부 관리 진행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(~10/14)</a:t>
            </a:r>
            <a:b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(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수입검사 등록 선 진행 후 공정검사 순차 진행 예정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결과 미등록 시 공정 진행 불가 하도록 시스템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Validation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기능 개발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(~10/14)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77B29E-AAE1-691A-F3DD-AEA69522B0CA}"/>
              </a:ext>
            </a:extLst>
          </p:cNvPr>
          <p:cNvSpPr txBox="1"/>
          <p:nvPr/>
        </p:nvSpPr>
        <p:spPr>
          <a:xfrm>
            <a:off x="2663848" y="4500960"/>
            <a:ext cx="17967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검사 데이터  미등록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86818F-CA00-A512-8994-91D69292AC46}"/>
              </a:ext>
            </a:extLst>
          </p:cNvPr>
          <p:cNvSpPr txBox="1"/>
          <p:nvPr/>
        </p:nvSpPr>
        <p:spPr>
          <a:xfrm>
            <a:off x="5269839" y="3758543"/>
            <a:ext cx="4534985" cy="1706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 결과 등록에 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따른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PWS 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시스템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 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 및 개선 진행 현황</a:t>
            </a:r>
            <a:b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① 검사 결과 동록 시 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PWS MES  UI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상 결과값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지워지는 현상 확인</a:t>
            </a:r>
            <a:b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PRI MES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버그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 후 수정 완료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(8/21)</a:t>
            </a:r>
            <a:b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수입 검사 결과 불합격 판정 시 별로 </a:t>
            </a:r>
            <a:r>
              <a:rPr lang="ko-KR" altLang="en-US" sz="1000" b="1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인터락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기능 없음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부적합 대상 투입 가능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b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불합격 판정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Validation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기능 개발 검토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(PRI)</a:t>
            </a:r>
            <a:b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검사자별 동일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(IQC1)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결과 등록한 검사자 확인이 불가함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b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검사자 구분 가능하도록 담당자별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 </a:t>
            </a:r>
            <a:r>
              <a:rPr lang="ko-KR" altLang="en-US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생성 진행 </a:t>
            </a:r>
            <a:r>
              <a:rPr lang="en-US" altLang="ko-KR" sz="10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(PWS)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75DAF0-DF15-2E07-1684-6BE5756CADB9}"/>
              </a:ext>
            </a:extLst>
          </p:cNvPr>
          <p:cNvSpPr txBox="1"/>
          <p:nvPr/>
        </p:nvSpPr>
        <p:spPr>
          <a:xfrm>
            <a:off x="387040" y="2571615"/>
            <a:ext cx="2912243" cy="29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&lt;PWS MES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수입검사 미등록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화면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0FC3EA-A754-2DA2-2EB7-1BD0F6979019}"/>
              </a:ext>
            </a:extLst>
          </p:cNvPr>
          <p:cNvSpPr txBox="1"/>
          <p:nvPr/>
        </p:nvSpPr>
        <p:spPr>
          <a:xfrm>
            <a:off x="405894" y="4862261"/>
            <a:ext cx="2912243" cy="29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&lt;PWS MES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공정검사 등록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화면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E5309E7-CB69-44FE-F0B7-F1560CE15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85" y="5160356"/>
            <a:ext cx="3578611" cy="150785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3EA895F-A299-15A2-101C-18EFE5F7E512}"/>
              </a:ext>
            </a:extLst>
          </p:cNvPr>
          <p:cNvSpPr txBox="1"/>
          <p:nvPr/>
        </p:nvSpPr>
        <p:spPr>
          <a:xfrm>
            <a:off x="2919740" y="5987845"/>
            <a:ext cx="13911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인장강도 검사 결과 등록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F00876-D21E-3B8E-92B1-3F8783169117}"/>
              </a:ext>
            </a:extLst>
          </p:cNvPr>
          <p:cNvSpPr txBox="1"/>
          <p:nvPr/>
        </p:nvSpPr>
        <p:spPr>
          <a:xfrm>
            <a:off x="425140" y="2439588"/>
            <a:ext cx="38325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인장 강도 </a:t>
            </a:r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경도 </a:t>
            </a:r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err="1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팩치수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err="1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용입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 단면 검사 중 인장강도 </a:t>
            </a:r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경도 </a:t>
            </a:r>
            <a:r>
              <a:rPr lang="en-US" altLang="ko-KR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>
                <a:solidFill>
                  <a:srgbClr val="006600"/>
                </a:solidFill>
                <a:latin typeface="Aptos Narrow" panose="020B0004020202020204" pitchFamily="34" charset="0"/>
                <a:ea typeface="LG스마트체 Regular" panose="020B0600000101010101" pitchFamily="50" charset="-127"/>
              </a:rPr>
              <a:t>가지 항목만 등록 중 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52841E9-CF0B-0870-0574-7DA2CD581DED}"/>
              </a:ext>
            </a:extLst>
          </p:cNvPr>
          <p:cNvSpPr/>
          <p:nvPr/>
        </p:nvSpPr>
        <p:spPr>
          <a:xfrm>
            <a:off x="2919739" y="5489169"/>
            <a:ext cx="1227957" cy="469601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05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9C8E-E65C-CB02-A0DE-7EA90AE9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연결선: 꺾임 152">
            <a:extLst>
              <a:ext uri="{FF2B5EF4-FFF2-40B4-BE49-F238E27FC236}">
                <a16:creationId xmlns:a16="http://schemas.microsoft.com/office/drawing/2014/main" id="{E951C6E0-84C0-D397-89DD-28A47DD4C5B5}"/>
              </a:ext>
            </a:extLst>
          </p:cNvPr>
          <p:cNvCxnSpPr>
            <a:cxnSpLocks/>
            <a:stCxn id="126" idx="2"/>
            <a:endCxn id="151" idx="1"/>
          </p:cNvCxnSpPr>
          <p:nvPr/>
        </p:nvCxnSpPr>
        <p:spPr>
          <a:xfrm rot="16200000" flipH="1">
            <a:off x="41956" y="4048550"/>
            <a:ext cx="1885101" cy="496110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96347F8-D952-CB0C-1E39-91F66D520C31}"/>
              </a:ext>
            </a:extLst>
          </p:cNvPr>
          <p:cNvSpPr/>
          <p:nvPr/>
        </p:nvSpPr>
        <p:spPr>
          <a:xfrm>
            <a:off x="5116927" y="1778935"/>
            <a:ext cx="1975766" cy="4555258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314140A-CDC9-23D0-24A3-CBE3F895A3BB}"/>
              </a:ext>
            </a:extLst>
          </p:cNvPr>
          <p:cNvSpPr/>
          <p:nvPr/>
        </p:nvSpPr>
        <p:spPr>
          <a:xfrm>
            <a:off x="7505700" y="1778935"/>
            <a:ext cx="2131343" cy="4555258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101111-D5E9-381D-3B09-785FEC66F4B7}"/>
              </a:ext>
            </a:extLst>
          </p:cNvPr>
          <p:cNvSpPr/>
          <p:nvPr/>
        </p:nvSpPr>
        <p:spPr>
          <a:xfrm>
            <a:off x="8256289" y="1369552"/>
            <a:ext cx="811605" cy="481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일반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C2D949-A430-FFAB-4D8D-0B924CBD7C66}"/>
              </a:ext>
            </a:extLst>
          </p:cNvPr>
          <p:cNvSpPr/>
          <p:nvPr/>
        </p:nvSpPr>
        <p:spPr>
          <a:xfrm>
            <a:off x="8864993" y="1942830"/>
            <a:ext cx="624732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협력사 출하 성적서 등록</a:t>
            </a:r>
            <a:endParaRPr kumimoji="0" lang="en-US" altLang="ko-KR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(CoA)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56BD2903-43A2-F35D-B8B2-B2C717D28CB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8127569" y="2424761"/>
            <a:ext cx="1049790" cy="400674"/>
          </a:xfrm>
          <a:prstGeom prst="bentConnector2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94137C-CB39-AEAD-4889-C4B55CD79E2F}"/>
              </a:ext>
            </a:extLst>
          </p:cNvPr>
          <p:cNvSpPr/>
          <p:nvPr/>
        </p:nvSpPr>
        <p:spPr>
          <a:xfrm>
            <a:off x="5500365" y="1367478"/>
            <a:ext cx="811605" cy="4819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사급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6AEAA10-1C6E-C17F-B37A-3AB0D5C29803}"/>
              </a:ext>
            </a:extLst>
          </p:cNvPr>
          <p:cNvSpPr/>
          <p:nvPr/>
        </p:nvSpPr>
        <p:spPr>
          <a:xfrm>
            <a:off x="6152337" y="1938644"/>
            <a:ext cx="850330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MM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입고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2390FDC-A6D5-A6E4-CC4E-2B2C7DEA282F}"/>
              </a:ext>
            </a:extLst>
          </p:cNvPr>
          <p:cNvSpPr/>
          <p:nvPr/>
        </p:nvSpPr>
        <p:spPr>
          <a:xfrm>
            <a:off x="6152336" y="5558294"/>
            <a:ext cx="850330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가용재고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투입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61265A4-CA49-5959-DFDB-C4B6C3BCF932}"/>
              </a:ext>
            </a:extLst>
          </p:cNvPr>
          <p:cNvCxnSpPr>
            <a:cxnSpLocks/>
          </p:cNvCxnSpPr>
          <p:nvPr/>
        </p:nvCxnSpPr>
        <p:spPr>
          <a:xfrm>
            <a:off x="8140288" y="2437461"/>
            <a:ext cx="0" cy="313771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9AA1D1-D4B0-DB48-78F9-4D275FB9AEE0}"/>
              </a:ext>
            </a:extLst>
          </p:cNvPr>
          <p:cNvSpPr/>
          <p:nvPr/>
        </p:nvSpPr>
        <p:spPr>
          <a:xfrm>
            <a:off x="7719127" y="1938643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BCD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392834-1457-F816-04A1-B527935A64DD}"/>
              </a:ext>
            </a:extLst>
          </p:cNvPr>
          <p:cNvSpPr/>
          <p:nvPr/>
        </p:nvSpPr>
        <p:spPr>
          <a:xfrm>
            <a:off x="7719127" y="2580282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그룹핑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44C91DE-D66F-9041-B382-581AF269CD3F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8568874" y="2179609"/>
            <a:ext cx="296119" cy="418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0172714-F85D-C4E8-06C4-BD7F0224BD81}"/>
              </a:ext>
            </a:extLst>
          </p:cNvPr>
          <p:cNvSpPr/>
          <p:nvPr/>
        </p:nvSpPr>
        <p:spPr>
          <a:xfrm>
            <a:off x="7719125" y="5558293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가용재고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투입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3FDD1F3-E921-82FC-510C-1C17E73DD451}"/>
              </a:ext>
            </a:extLst>
          </p:cNvPr>
          <p:cNvCxnSpPr>
            <a:cxnSpLocks/>
          </p:cNvCxnSpPr>
          <p:nvPr/>
        </p:nvCxnSpPr>
        <p:spPr>
          <a:xfrm>
            <a:off x="6526956" y="2425323"/>
            <a:ext cx="0" cy="313771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2E1A0E-B9D7-F9F7-FB17-C3C32B9F9EE6}"/>
              </a:ext>
            </a:extLst>
          </p:cNvPr>
          <p:cNvSpPr/>
          <p:nvPr/>
        </p:nvSpPr>
        <p:spPr>
          <a:xfrm>
            <a:off x="6118563" y="3198577"/>
            <a:ext cx="850330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STO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재고이동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410CAFB-CFAB-ABEC-EEE3-13609BB5E598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893551" y="1608444"/>
            <a:ext cx="362738" cy="2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8D6C159-84EF-1F5A-10EA-B56F0608AE4B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311970" y="1608444"/>
            <a:ext cx="1651559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16732BA-6F50-8C16-2ED8-9584B200F6C4}"/>
              </a:ext>
            </a:extLst>
          </p:cNvPr>
          <p:cNvSpPr txBox="1"/>
          <p:nvPr/>
        </p:nvSpPr>
        <p:spPr>
          <a:xfrm>
            <a:off x="8697350" y="2621192"/>
            <a:ext cx="699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등록 검증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DBB46D-7A9F-042D-43FA-1B2085C16A32}"/>
              </a:ext>
            </a:extLst>
          </p:cNvPr>
          <p:cNvSpPr txBox="1"/>
          <p:nvPr/>
        </p:nvSpPr>
        <p:spPr>
          <a:xfrm>
            <a:off x="6080038" y="3459464"/>
            <a:ext cx="97080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PWS -&gt; ESMI LINK</a:t>
            </a: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10CDF6-431E-A330-729E-80EA7229C425}"/>
              </a:ext>
            </a:extLst>
          </p:cNvPr>
          <p:cNvSpPr txBox="1"/>
          <p:nvPr/>
        </p:nvSpPr>
        <p:spPr>
          <a:xfrm>
            <a:off x="8194228" y="5387629"/>
            <a:ext cx="1900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Y</a:t>
            </a:r>
            <a:endParaRPr kumimoji="0" lang="ko-KR" altLang="en-US" sz="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BB5A6C-8199-6186-45DB-2D8783FE452D}"/>
              </a:ext>
            </a:extLst>
          </p:cNvPr>
          <p:cNvSpPr/>
          <p:nvPr/>
        </p:nvSpPr>
        <p:spPr>
          <a:xfrm>
            <a:off x="5233267" y="2593154"/>
            <a:ext cx="744177" cy="739628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협력사 출하 성적서 등록</a:t>
            </a:r>
            <a:endParaRPr kumimoji="0" lang="en-US" altLang="ko-KR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(CoA)</a:t>
            </a: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3BA18F-3F82-5E4C-8B84-D8273C42FF0A}"/>
              </a:ext>
            </a:extLst>
          </p:cNvPr>
          <p:cNvSpPr/>
          <p:nvPr/>
        </p:nvSpPr>
        <p:spPr>
          <a:xfrm>
            <a:off x="6129415" y="3875171"/>
            <a:ext cx="850330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검사의뢰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6339B6-0102-1DC2-49CB-495202BA8831}"/>
              </a:ext>
            </a:extLst>
          </p:cNvPr>
          <p:cNvSpPr/>
          <p:nvPr/>
        </p:nvSpPr>
        <p:spPr>
          <a:xfrm>
            <a:off x="6129415" y="4502268"/>
            <a:ext cx="850330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검사판정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(QMS)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4C8FA6C4-3DB0-25A6-7D13-FD0E054EE236}"/>
              </a:ext>
            </a:extLst>
          </p:cNvPr>
          <p:cNvSpPr/>
          <p:nvPr/>
        </p:nvSpPr>
        <p:spPr>
          <a:xfrm>
            <a:off x="6155543" y="5060000"/>
            <a:ext cx="736168" cy="323516"/>
          </a:xfrm>
          <a:prstGeom prst="flowChartDecision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PASS?</a:t>
            </a: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5E89E-66B0-B886-4E50-738CD873644E}"/>
              </a:ext>
            </a:extLst>
          </p:cNvPr>
          <p:cNvSpPr txBox="1"/>
          <p:nvPr/>
        </p:nvSpPr>
        <p:spPr>
          <a:xfrm>
            <a:off x="6570579" y="5336676"/>
            <a:ext cx="1900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Y</a:t>
            </a:r>
            <a:endParaRPr kumimoji="0" lang="ko-KR" altLang="en-US" sz="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AACD46CA-D389-2837-3FD3-2C76AA72E828}"/>
              </a:ext>
            </a:extLst>
          </p:cNvPr>
          <p:cNvCxnSpPr>
            <a:cxnSpLocks/>
            <a:endCxn id="16" idx="2"/>
          </p:cNvCxnSpPr>
          <p:nvPr/>
        </p:nvCxnSpPr>
        <p:spPr>
          <a:xfrm rot="5400000" flipH="1" flipV="1">
            <a:off x="7489668" y="3062660"/>
            <a:ext cx="2325590" cy="104979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C2E0A1C-FD94-10D7-E24F-1480EF60A848}"/>
              </a:ext>
            </a:extLst>
          </p:cNvPr>
          <p:cNvSpPr txBox="1"/>
          <p:nvPr/>
        </p:nvSpPr>
        <p:spPr>
          <a:xfrm>
            <a:off x="8695156" y="3391307"/>
            <a:ext cx="5643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등록 검증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37E19B94-71D5-4660-3292-EC51C4346F0F}"/>
              </a:ext>
            </a:extLst>
          </p:cNvPr>
          <p:cNvCxnSpPr>
            <a:cxnSpLocks/>
            <a:stCxn id="15" idx="1"/>
            <a:endCxn id="3" idx="2"/>
          </p:cNvCxnSpPr>
          <p:nvPr/>
        </p:nvCxnSpPr>
        <p:spPr>
          <a:xfrm rot="10800000">
            <a:off x="5605357" y="3332782"/>
            <a:ext cx="524059" cy="1410452"/>
          </a:xfrm>
          <a:prstGeom prst="bentConnector2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848C29-F585-801B-FDAB-F7C52BFAB1F8}"/>
              </a:ext>
            </a:extLst>
          </p:cNvPr>
          <p:cNvSpPr txBox="1"/>
          <p:nvPr/>
        </p:nvSpPr>
        <p:spPr>
          <a:xfrm>
            <a:off x="5561672" y="4550296"/>
            <a:ext cx="6889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등록 검증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C7178F-21D6-642C-8F22-B94F3000964E}"/>
              </a:ext>
            </a:extLst>
          </p:cNvPr>
          <p:cNvSpPr txBox="1"/>
          <p:nvPr/>
        </p:nvSpPr>
        <p:spPr>
          <a:xfrm>
            <a:off x="6314800" y="3921681"/>
            <a:ext cx="61187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품질재고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9D0676-1C42-BD90-B048-46816F0CC940}"/>
              </a:ext>
            </a:extLst>
          </p:cNvPr>
          <p:cNvSpPr txBox="1"/>
          <p:nvPr/>
        </p:nvSpPr>
        <p:spPr>
          <a:xfrm>
            <a:off x="7908526" y="3245114"/>
            <a:ext cx="4039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품질재고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 Box 41">
            <a:extLst>
              <a:ext uri="{FF2B5EF4-FFF2-40B4-BE49-F238E27FC236}">
                <a16:creationId xmlns:a16="http://schemas.microsoft.com/office/drawing/2014/main" id="{2FB929E8-0FE4-F760-5C34-061E57FF8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42" y="211235"/>
            <a:ext cx="5931157" cy="3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normAutofit fontScale="70000" lnSpcReduction="20000"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 STO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자재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IQC </a:t>
            </a:r>
            <a:r>
              <a:rPr kumimoji="1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 연동 </a:t>
            </a:r>
            <a:r>
              <a:rPr kumimoji="1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(QMS/EWM)</a:t>
            </a:r>
            <a:endParaRPr kumimoji="1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39843F7-3A0D-5822-0AA3-5CFD6D79625F}"/>
              </a:ext>
            </a:extLst>
          </p:cNvPr>
          <p:cNvCxnSpPr>
            <a:cxnSpLocks/>
          </p:cNvCxnSpPr>
          <p:nvPr/>
        </p:nvCxnSpPr>
        <p:spPr bwMode="auto">
          <a:xfrm>
            <a:off x="241043" y="513024"/>
            <a:ext cx="9396000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3A5E11-E5FD-EBD5-1844-990DFDEDD76B}"/>
              </a:ext>
            </a:extLst>
          </p:cNvPr>
          <p:cNvSpPr/>
          <p:nvPr/>
        </p:nvSpPr>
        <p:spPr>
          <a:xfrm>
            <a:off x="6660862" y="1367478"/>
            <a:ext cx="1232689" cy="4819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PO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발주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18B8EF-28E0-4693-EA2D-8D39632976B3}"/>
              </a:ext>
            </a:extLst>
          </p:cNvPr>
          <p:cNvSpPr/>
          <p:nvPr/>
        </p:nvSpPr>
        <p:spPr>
          <a:xfrm>
            <a:off x="7719127" y="3221920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입고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13D6595-371E-7100-D17A-B5840F23AC6A}"/>
              </a:ext>
            </a:extLst>
          </p:cNvPr>
          <p:cNvSpPr/>
          <p:nvPr/>
        </p:nvSpPr>
        <p:spPr>
          <a:xfrm>
            <a:off x="7719126" y="3863559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검사의뢰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28EF5E-57F2-1710-1F81-C12700B78B77}"/>
              </a:ext>
            </a:extLst>
          </p:cNvPr>
          <p:cNvSpPr/>
          <p:nvPr/>
        </p:nvSpPr>
        <p:spPr>
          <a:xfrm>
            <a:off x="7719126" y="4505197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검사판정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(QMS)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5" name="순서도: 판단 104">
            <a:extLst>
              <a:ext uri="{FF2B5EF4-FFF2-40B4-BE49-F238E27FC236}">
                <a16:creationId xmlns:a16="http://schemas.microsoft.com/office/drawing/2014/main" id="{4A60B081-35A3-3A56-0EDE-AD38CFFDF494}"/>
              </a:ext>
            </a:extLst>
          </p:cNvPr>
          <p:cNvSpPr/>
          <p:nvPr/>
        </p:nvSpPr>
        <p:spPr>
          <a:xfrm>
            <a:off x="7772204" y="5056998"/>
            <a:ext cx="736168" cy="323516"/>
          </a:xfrm>
          <a:prstGeom prst="flowChartDecision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PASS?</a:t>
            </a: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1275564-4A0C-0D39-E792-E9A31B58B543}"/>
              </a:ext>
            </a:extLst>
          </p:cNvPr>
          <p:cNvSpPr/>
          <p:nvPr/>
        </p:nvSpPr>
        <p:spPr>
          <a:xfrm>
            <a:off x="216520" y="1789718"/>
            <a:ext cx="1975766" cy="4555258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588FCF7-3A22-218B-016B-50C6FE6CA000}"/>
              </a:ext>
            </a:extLst>
          </p:cNvPr>
          <p:cNvSpPr/>
          <p:nvPr/>
        </p:nvSpPr>
        <p:spPr>
          <a:xfrm>
            <a:off x="2605293" y="1789718"/>
            <a:ext cx="2131343" cy="4555258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1BD9AC0E-3DB9-A0D7-9D3D-BF62BB9BE760}"/>
              </a:ext>
            </a:extLst>
          </p:cNvPr>
          <p:cNvSpPr/>
          <p:nvPr/>
        </p:nvSpPr>
        <p:spPr>
          <a:xfrm>
            <a:off x="3355882" y="1380335"/>
            <a:ext cx="811605" cy="481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일반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38E6905-59A9-A03F-401D-677B757DEC02}"/>
              </a:ext>
            </a:extLst>
          </p:cNvPr>
          <p:cNvSpPr/>
          <p:nvPr/>
        </p:nvSpPr>
        <p:spPr>
          <a:xfrm>
            <a:off x="3964586" y="1953613"/>
            <a:ext cx="624732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협력사 출하 성적서 등록</a:t>
            </a:r>
            <a:endParaRPr kumimoji="0" lang="en-US" altLang="ko-KR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(CoA)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23DA5EAF-5F4F-5865-04C8-9277DD2A1558}"/>
              </a:ext>
            </a:extLst>
          </p:cNvPr>
          <p:cNvCxnSpPr>
            <a:cxnSpLocks/>
            <a:endCxn id="109" idx="2"/>
          </p:cNvCxnSpPr>
          <p:nvPr/>
        </p:nvCxnSpPr>
        <p:spPr>
          <a:xfrm flipV="1">
            <a:off x="3227162" y="2435544"/>
            <a:ext cx="1049790" cy="400674"/>
          </a:xfrm>
          <a:prstGeom prst="bentConnector2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4F45ECBC-F426-10F4-6B0F-0D86A1ECD806}"/>
              </a:ext>
            </a:extLst>
          </p:cNvPr>
          <p:cNvSpPr/>
          <p:nvPr/>
        </p:nvSpPr>
        <p:spPr>
          <a:xfrm>
            <a:off x="599958" y="1378261"/>
            <a:ext cx="811605" cy="4819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사급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2D8A07C-7A1E-2957-B6F1-B61A12162BED}"/>
              </a:ext>
            </a:extLst>
          </p:cNvPr>
          <p:cNvSpPr/>
          <p:nvPr/>
        </p:nvSpPr>
        <p:spPr>
          <a:xfrm>
            <a:off x="1251930" y="1949427"/>
            <a:ext cx="850330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MM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입고</a:t>
            </a: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EBFDFE9D-17F6-1192-3679-1145C06559B1}"/>
              </a:ext>
            </a:extLst>
          </p:cNvPr>
          <p:cNvCxnSpPr>
            <a:cxnSpLocks/>
          </p:cNvCxnSpPr>
          <p:nvPr/>
        </p:nvCxnSpPr>
        <p:spPr>
          <a:xfrm>
            <a:off x="3239881" y="2448244"/>
            <a:ext cx="0" cy="313771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E3C2504-6490-AABE-E98D-B8341237B807}"/>
              </a:ext>
            </a:extLst>
          </p:cNvPr>
          <p:cNvSpPr/>
          <p:nvPr/>
        </p:nvSpPr>
        <p:spPr>
          <a:xfrm>
            <a:off x="2818720" y="1949426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BCD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9446DE0A-843B-DEBE-8604-839655AA2DFB}"/>
              </a:ext>
            </a:extLst>
          </p:cNvPr>
          <p:cNvSpPr/>
          <p:nvPr/>
        </p:nvSpPr>
        <p:spPr>
          <a:xfrm>
            <a:off x="2818720" y="2591065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그룹핑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2CF3B107-DA2C-3767-A99B-CD21838322F2}"/>
              </a:ext>
            </a:extLst>
          </p:cNvPr>
          <p:cNvCxnSpPr>
            <a:cxnSpLocks/>
            <a:stCxn id="115" idx="3"/>
            <a:endCxn id="109" idx="1"/>
          </p:cNvCxnSpPr>
          <p:nvPr/>
        </p:nvCxnSpPr>
        <p:spPr>
          <a:xfrm>
            <a:off x="3668467" y="2190392"/>
            <a:ext cx="296119" cy="418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1962F0D-265D-FD97-62FC-415BEB8DD1F2}"/>
              </a:ext>
            </a:extLst>
          </p:cNvPr>
          <p:cNvSpPr/>
          <p:nvPr/>
        </p:nvSpPr>
        <p:spPr>
          <a:xfrm>
            <a:off x="2818718" y="5569076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가용재고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투입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C0294F5-F1EC-00FA-C15B-E9EBC777A00B}"/>
              </a:ext>
            </a:extLst>
          </p:cNvPr>
          <p:cNvCxnSpPr>
            <a:cxnSpLocks/>
          </p:cNvCxnSpPr>
          <p:nvPr/>
        </p:nvCxnSpPr>
        <p:spPr>
          <a:xfrm>
            <a:off x="1626549" y="2436106"/>
            <a:ext cx="0" cy="313771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96FA85A2-6A16-D1C1-2006-49ED9E418279}"/>
              </a:ext>
            </a:extLst>
          </p:cNvPr>
          <p:cNvSpPr/>
          <p:nvPr/>
        </p:nvSpPr>
        <p:spPr>
          <a:xfrm>
            <a:off x="1218156" y="3209360"/>
            <a:ext cx="850330" cy="572653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STO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재고이동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7A5B6BEC-C501-C171-C6B4-E3601AC8955C}"/>
              </a:ext>
            </a:extLst>
          </p:cNvPr>
          <p:cNvCxnSpPr>
            <a:stCxn id="138" idx="3"/>
            <a:endCxn id="108" idx="1"/>
          </p:cNvCxnSpPr>
          <p:nvPr/>
        </p:nvCxnSpPr>
        <p:spPr>
          <a:xfrm>
            <a:off x="2993144" y="1619227"/>
            <a:ext cx="362738" cy="2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F0FCB01B-ECEF-8578-45B1-D37DE34226CD}"/>
              </a:ext>
            </a:extLst>
          </p:cNvPr>
          <p:cNvCxnSpPr>
            <a:cxnSpLocks/>
            <a:endCxn id="111" idx="3"/>
          </p:cNvCxnSpPr>
          <p:nvPr/>
        </p:nvCxnSpPr>
        <p:spPr>
          <a:xfrm flipH="1">
            <a:off x="1411563" y="1619227"/>
            <a:ext cx="1651559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73E2789-9B57-F122-0E5D-DD743654A835}"/>
              </a:ext>
            </a:extLst>
          </p:cNvPr>
          <p:cNvSpPr txBox="1"/>
          <p:nvPr/>
        </p:nvSpPr>
        <p:spPr>
          <a:xfrm>
            <a:off x="3796943" y="2631975"/>
            <a:ext cx="699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등록 검증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31E34AD-D631-3E07-189A-9310B1FD9B17}"/>
              </a:ext>
            </a:extLst>
          </p:cNvPr>
          <p:cNvSpPr txBox="1"/>
          <p:nvPr/>
        </p:nvSpPr>
        <p:spPr>
          <a:xfrm>
            <a:off x="1192556" y="3558186"/>
            <a:ext cx="97080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PWS -&gt; ESMI LINK</a:t>
            </a: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114B40D-AF5D-DE78-4571-15F58F9D6B30}"/>
              </a:ext>
            </a:extLst>
          </p:cNvPr>
          <p:cNvSpPr txBox="1"/>
          <p:nvPr/>
        </p:nvSpPr>
        <p:spPr>
          <a:xfrm>
            <a:off x="3234254" y="5355895"/>
            <a:ext cx="1900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Y</a:t>
            </a:r>
            <a:endParaRPr kumimoji="0" lang="ko-KR" altLang="en-US" sz="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392084C-59FD-163D-D8C4-DC2AB3DEB7FD}"/>
              </a:ext>
            </a:extLst>
          </p:cNvPr>
          <p:cNvSpPr/>
          <p:nvPr/>
        </p:nvSpPr>
        <p:spPr>
          <a:xfrm>
            <a:off x="364362" y="2614427"/>
            <a:ext cx="744177" cy="73962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협력사 출하 성적서 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(CoA)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오프라인 관리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2FACB0B-8DF4-BF24-4C9B-99E1EDE9BB9A}"/>
              </a:ext>
            </a:extLst>
          </p:cNvPr>
          <p:cNvSpPr/>
          <p:nvPr/>
        </p:nvSpPr>
        <p:spPr>
          <a:xfrm>
            <a:off x="400765" y="4424553"/>
            <a:ext cx="744176" cy="377955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QMS 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수동의뢰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검사판정</a:t>
            </a:r>
          </a:p>
        </p:txBody>
      </p: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2B882D5D-3CA3-803C-2694-B91BACBE8926}"/>
              </a:ext>
            </a:extLst>
          </p:cNvPr>
          <p:cNvCxnSpPr>
            <a:cxnSpLocks/>
            <a:stCxn id="139" idx="3"/>
            <a:endCxn id="109" idx="2"/>
          </p:cNvCxnSpPr>
          <p:nvPr/>
        </p:nvCxnSpPr>
        <p:spPr>
          <a:xfrm flipV="1">
            <a:off x="3668467" y="2435544"/>
            <a:ext cx="608485" cy="1038125"/>
          </a:xfrm>
          <a:prstGeom prst="bentConnector2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589B8E84-8BB6-134E-10CB-8D49C8964348}"/>
              </a:ext>
            </a:extLst>
          </p:cNvPr>
          <p:cNvSpPr txBox="1"/>
          <p:nvPr/>
        </p:nvSpPr>
        <p:spPr>
          <a:xfrm>
            <a:off x="3804456" y="3309229"/>
            <a:ext cx="5643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등록 검증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09B9A0F-3916-36CA-CF8D-5E2C5B62DBCC}"/>
              </a:ext>
            </a:extLst>
          </p:cNvPr>
          <p:cNvSpPr txBox="1"/>
          <p:nvPr/>
        </p:nvSpPr>
        <p:spPr>
          <a:xfrm>
            <a:off x="3008119" y="3255897"/>
            <a:ext cx="4039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품질재고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1C84A097-E089-A4E9-8AD1-FAFF0E99BA84}"/>
              </a:ext>
            </a:extLst>
          </p:cNvPr>
          <p:cNvSpPr/>
          <p:nvPr/>
        </p:nvSpPr>
        <p:spPr>
          <a:xfrm>
            <a:off x="1760455" y="1378261"/>
            <a:ext cx="1232689" cy="4819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PO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발주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85114A1-ACF9-AB49-406F-B70C4F86EAC6}"/>
              </a:ext>
            </a:extLst>
          </p:cNvPr>
          <p:cNvSpPr/>
          <p:nvPr/>
        </p:nvSpPr>
        <p:spPr>
          <a:xfrm>
            <a:off x="2818720" y="3232703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입고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C879A7E-C083-EF43-B059-40EB9358A2EA}"/>
              </a:ext>
            </a:extLst>
          </p:cNvPr>
          <p:cNvSpPr/>
          <p:nvPr/>
        </p:nvSpPr>
        <p:spPr>
          <a:xfrm>
            <a:off x="2818719" y="3874342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검사의뢰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42D51150-7194-7078-2E41-68CFB79EA437}"/>
              </a:ext>
            </a:extLst>
          </p:cNvPr>
          <p:cNvSpPr/>
          <p:nvPr/>
        </p:nvSpPr>
        <p:spPr>
          <a:xfrm>
            <a:off x="2818719" y="4515980"/>
            <a:ext cx="849747" cy="48193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검사판정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(QMS)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순서도: 판단 141">
            <a:extLst>
              <a:ext uri="{FF2B5EF4-FFF2-40B4-BE49-F238E27FC236}">
                <a16:creationId xmlns:a16="http://schemas.microsoft.com/office/drawing/2014/main" id="{D1DA9B31-FDE3-749E-4C6B-19969BCDBFD8}"/>
              </a:ext>
            </a:extLst>
          </p:cNvPr>
          <p:cNvSpPr/>
          <p:nvPr/>
        </p:nvSpPr>
        <p:spPr>
          <a:xfrm>
            <a:off x="2871797" y="5067781"/>
            <a:ext cx="736168" cy="323516"/>
          </a:xfrm>
          <a:prstGeom prst="flowChartDecision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PASS?</a:t>
            </a:r>
            <a:endParaRPr kumimoji="0" lang="ko-KR" alt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7B1E249-13E8-BB6D-CD12-9BB1E8A2D966}"/>
              </a:ext>
            </a:extLst>
          </p:cNvPr>
          <p:cNvSpPr/>
          <p:nvPr/>
        </p:nvSpPr>
        <p:spPr>
          <a:xfrm>
            <a:off x="1218156" y="5585963"/>
            <a:ext cx="875222" cy="46504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가용재고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투입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42A97C2-9099-A866-9DA6-9C834BBAB53B}"/>
              </a:ext>
            </a:extLst>
          </p:cNvPr>
          <p:cNvSpPr/>
          <p:nvPr/>
        </p:nvSpPr>
        <p:spPr>
          <a:xfrm>
            <a:off x="1232561" y="5056998"/>
            <a:ext cx="875222" cy="36431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가용재고</a:t>
            </a: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IQC</a:t>
            </a: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예외처리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CC193A7-F14D-DC16-DBB3-8B3E246B5667}"/>
              </a:ext>
            </a:extLst>
          </p:cNvPr>
          <p:cNvSpPr txBox="1"/>
          <p:nvPr/>
        </p:nvSpPr>
        <p:spPr>
          <a:xfrm>
            <a:off x="571661" y="5242014"/>
            <a:ext cx="7314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판정결과</a:t>
            </a:r>
            <a:endParaRPr kumimoji="0" lang="en-US" altLang="ko-KR" sz="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오프라인 전달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A29B388-3CD3-54BC-9200-C09D0D7940CC}"/>
              </a:ext>
            </a:extLst>
          </p:cNvPr>
          <p:cNvSpPr/>
          <p:nvPr/>
        </p:nvSpPr>
        <p:spPr>
          <a:xfrm>
            <a:off x="1212942" y="3920426"/>
            <a:ext cx="875222" cy="36431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가용재고</a:t>
            </a:r>
            <a:r>
              <a:rPr kumimoji="0" lang="en-US" altLang="ko-KR" sz="6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검사의뢰</a:t>
            </a:r>
            <a:r>
              <a: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X (EWM)</a:t>
            </a:r>
            <a:endParaRPr kumimoji="0" lang="ko-KR" altLang="en-US" sz="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579B870-069D-5671-A29F-998013E5B649}"/>
              </a:ext>
            </a:extLst>
          </p:cNvPr>
          <p:cNvSpPr txBox="1"/>
          <p:nvPr/>
        </p:nvSpPr>
        <p:spPr>
          <a:xfrm>
            <a:off x="186270" y="571004"/>
            <a:ext cx="46515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  <a:cs typeface="+mn-cs"/>
              </a:rPr>
              <a:t>AS-IS)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STO(Stock Transfer Order)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PWS Link 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공장의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Enclosure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를 사용하는 경우 시스템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(EWM-QMS)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간 자동 검사결과 연동 불가 </a:t>
            </a: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715A9497-E15A-CD51-9F0C-EFC777F48B1B}"/>
              </a:ext>
            </a:extLst>
          </p:cNvPr>
          <p:cNvCxnSpPr>
            <a:cxnSpLocks/>
          </p:cNvCxnSpPr>
          <p:nvPr/>
        </p:nvCxnSpPr>
        <p:spPr>
          <a:xfrm>
            <a:off x="4939043" y="632674"/>
            <a:ext cx="0" cy="60510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2F7FB6B-3606-63F8-A87D-95AD138D03EB}"/>
              </a:ext>
            </a:extLst>
          </p:cNvPr>
          <p:cNvSpPr txBox="1"/>
          <p:nvPr/>
        </p:nvSpPr>
        <p:spPr>
          <a:xfrm>
            <a:off x="4966958" y="582895"/>
            <a:ext cx="471956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  <a:cs typeface="+mn-cs"/>
              </a:rPr>
              <a:t>TO-BE)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STO(Stock Transfer Order)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자재도 일반 직납 자재와 같이 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협력사 출하성적서 등록 </a:t>
            </a: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시스템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(EWM-QMS)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간 검사 자동 연계되도록 시스템 개선</a:t>
            </a:r>
          </a:p>
        </p:txBody>
      </p:sp>
      <p:sp>
        <p:nvSpPr>
          <p:cNvPr id="5" name="실행 단추: 돌아가기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FF03645-67BB-6191-63B4-D7F4624A0D61}"/>
              </a:ext>
            </a:extLst>
          </p:cNvPr>
          <p:cNvSpPr/>
          <p:nvPr/>
        </p:nvSpPr>
        <p:spPr>
          <a:xfrm>
            <a:off x="9489504" y="126496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813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실행 단추: 돌아가기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91CA3DB-EFBC-1CB0-7C81-6813F9D803AD}"/>
              </a:ext>
            </a:extLst>
          </p:cNvPr>
          <p:cNvSpPr/>
          <p:nvPr/>
        </p:nvSpPr>
        <p:spPr>
          <a:xfrm>
            <a:off x="9497674" y="118333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5609F-F271-85A1-69ED-ADB5BCDAF988}"/>
              </a:ext>
            </a:extLst>
          </p:cNvPr>
          <p:cNvSpPr txBox="1"/>
          <p:nvPr/>
        </p:nvSpPr>
        <p:spPr>
          <a:xfrm>
            <a:off x="190989" y="510288"/>
            <a:ext cx="9740400" cy="5232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defRPr/>
            </a:pP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NG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유출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Cell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발생하면 엔지니어가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Manual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분석을 실시 후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Holding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해제 혹은 현물 처리하여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NG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판정품의 고객 유출을 방지하고 있습니다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데이터 분석 과정을 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 Agent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보조하여 의사결정을 지원하고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원인 설비를 빠르게 찾아내고자 합니다</a:t>
            </a:r>
            <a:r>
              <a:rPr kumimoji="1" lang="en-US" altLang="ko-KR" sz="1400" b="1" kern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.​</a:t>
            </a:r>
            <a:endParaRPr lang="ko-KR" altLang="en-US" sz="1400" b="1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" name="제목 4">
            <a:extLst>
              <a:ext uri="{FF2B5EF4-FFF2-40B4-BE49-F238E27FC236}">
                <a16:creationId xmlns:a16="http://schemas.microsoft.com/office/drawing/2014/main" id="{F6384333-4B0E-CB79-D470-4C7C3CEACFD4}"/>
              </a:ext>
            </a:extLst>
          </p:cNvPr>
          <p:cNvSpPr txBox="1">
            <a:spLocks/>
          </p:cNvSpPr>
          <p:nvPr/>
        </p:nvSpPr>
        <p:spPr>
          <a:xfrm>
            <a:off x="77668" y="98367"/>
            <a:ext cx="7230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과제명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검사무결성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 Agent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구축</a:t>
            </a:r>
            <a:endParaRPr lang="ko-KR" altLang="ko-KR" sz="2000" b="1" u="sng" kern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81DFC89-E32D-9FA4-7061-18E2F02A7CAC}"/>
              </a:ext>
            </a:extLst>
          </p:cNvPr>
          <p:cNvSpPr txBox="1">
            <a:spLocks/>
          </p:cNvSpPr>
          <p:nvPr/>
        </p:nvSpPr>
        <p:spPr>
          <a:xfrm>
            <a:off x="7160519" y="10748"/>
            <a:ext cx="2278165" cy="481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ko-KR" altLang="en-US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담당자</a:t>
            </a:r>
            <a:r>
              <a:rPr lang="en-US" altLang="ko-KR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: DAVINCI</a:t>
            </a:r>
            <a:r>
              <a:rPr lang="ko-KR" altLang="en-US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팀</a:t>
            </a:r>
            <a:r>
              <a:rPr lang="en-US" altLang="ko-KR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함우석</a:t>
            </a:r>
            <a:r>
              <a:rPr lang="en-US" altLang="ko-KR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</a:t>
            </a:r>
          </a:p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ko-KR" altLang="en-US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대상 법인 </a:t>
            </a:r>
            <a:r>
              <a:rPr lang="en-US" altLang="ko-KR" sz="11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: ESMI</a:t>
            </a:r>
            <a:endParaRPr lang="ko-KR" altLang="ko-KR" sz="1100" b="1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Shape 35">
            <a:extLst>
              <a:ext uri="{FF2B5EF4-FFF2-40B4-BE49-F238E27FC236}">
                <a16:creationId xmlns:a16="http://schemas.microsoft.com/office/drawing/2014/main" id="{CE601822-9517-6104-CA71-59FFE8C98BD6}"/>
              </a:ext>
            </a:extLst>
          </p:cNvPr>
          <p:cNvSpPr/>
          <p:nvPr/>
        </p:nvSpPr>
        <p:spPr>
          <a:xfrm>
            <a:off x="287340" y="1325454"/>
            <a:ext cx="824647" cy="558193"/>
          </a:xfrm>
          <a:prstGeom prst="roundRect">
            <a:avLst>
              <a:gd name="adj" fmla="val 436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업무 개요</a:t>
            </a:r>
          </a:p>
        </p:txBody>
      </p:sp>
      <p:sp>
        <p:nvSpPr>
          <p:cNvPr id="7" name="Shape 35">
            <a:extLst>
              <a:ext uri="{FF2B5EF4-FFF2-40B4-BE49-F238E27FC236}">
                <a16:creationId xmlns:a16="http://schemas.microsoft.com/office/drawing/2014/main" id="{BB852B42-CD0B-3098-1006-2A4DE58FABAA}"/>
              </a:ext>
            </a:extLst>
          </p:cNvPr>
          <p:cNvSpPr/>
          <p:nvPr/>
        </p:nvSpPr>
        <p:spPr>
          <a:xfrm>
            <a:off x="287340" y="1986784"/>
            <a:ext cx="824647" cy="3616519"/>
          </a:xfrm>
          <a:prstGeom prst="roundRect">
            <a:avLst>
              <a:gd name="adj" fmla="val 684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프로세스</a:t>
            </a:r>
          </a:p>
        </p:txBody>
      </p:sp>
      <p:sp>
        <p:nvSpPr>
          <p:cNvPr id="8" name="Shape 35">
            <a:extLst>
              <a:ext uri="{FF2B5EF4-FFF2-40B4-BE49-F238E27FC236}">
                <a16:creationId xmlns:a16="http://schemas.microsoft.com/office/drawing/2014/main" id="{AA1A4BCC-B5A6-6883-2CCB-F088BF495100}"/>
              </a:ext>
            </a:extLst>
          </p:cNvPr>
          <p:cNvSpPr/>
          <p:nvPr/>
        </p:nvSpPr>
        <p:spPr>
          <a:xfrm>
            <a:off x="303286" y="5708255"/>
            <a:ext cx="824647" cy="558193"/>
          </a:xfrm>
          <a:prstGeom prst="roundRect">
            <a:avLst>
              <a:gd name="adj" fmla="val 436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진행사항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EB1936C-BED4-549C-5FCF-54FF02757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09" y="1386069"/>
            <a:ext cx="803840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검사무결성 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Daily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전수 분석 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Cell ID 1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개당 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 이상 소요되어 세 가지 서비스를 구축하여 분석 과정의 업무 로드를 줄이고자 합니다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b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(AI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검사무결성 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Report /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검사무결성 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Chat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 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Spotfire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 워크플로우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62044A-C5EA-98A6-F807-B8D57D4D3D59}"/>
              </a:ext>
            </a:extLst>
          </p:cNvPr>
          <p:cNvSpPr txBox="1"/>
          <p:nvPr/>
        </p:nvSpPr>
        <p:spPr>
          <a:xfrm>
            <a:off x="1172508" y="5708257"/>
            <a:ext cx="8274340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① 세 가지 서비스에 대한 개발을 완료하여 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MI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실무자 대상으로 구축된 기능에 대한 설명회를 진행하였습니다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. (8/26)</a:t>
            </a: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MI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기술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셀추적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품질 실무자 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대상으로 베타 오픈을 하였으며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, 9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말까지 개선 필요한 내용들을 취합하여 반영하는 작업을 지속하겠습니다</a:t>
            </a:r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F65BB9-902C-8F51-B4A7-16191440ABAB}"/>
              </a:ext>
            </a:extLst>
          </p:cNvPr>
          <p:cNvSpPr/>
          <p:nvPr/>
        </p:nvSpPr>
        <p:spPr>
          <a:xfrm>
            <a:off x="1575459" y="1963647"/>
            <a:ext cx="7699697" cy="199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8BFA44A-E7D8-E926-05F7-EB83CE9D12B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379166" y="2368922"/>
            <a:ext cx="611066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DAB7E5-3E2E-5878-85DD-CBD0ECA9AA1B}"/>
              </a:ext>
            </a:extLst>
          </p:cNvPr>
          <p:cNvSpPr/>
          <p:nvPr/>
        </p:nvSpPr>
        <p:spPr>
          <a:xfrm>
            <a:off x="1787694" y="2187511"/>
            <a:ext cx="591472" cy="36282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Daily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Reprot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 발행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CD0AE7-F1CD-0EB7-9C2D-5CA1704CDA29}"/>
              </a:ext>
            </a:extLst>
          </p:cNvPr>
          <p:cNvSpPr/>
          <p:nvPr/>
        </p:nvSpPr>
        <p:spPr>
          <a:xfrm>
            <a:off x="3939827" y="2196785"/>
            <a:ext cx="573879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NG List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조회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42672F-ECA9-9C51-EDD7-406B9F3EA2CA}"/>
              </a:ext>
            </a:extLst>
          </p:cNvPr>
          <p:cNvSpPr/>
          <p:nvPr/>
        </p:nvSpPr>
        <p:spPr>
          <a:xfrm>
            <a:off x="4779753" y="2196785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이력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조회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7E95F-F0CB-90E0-E54B-2D8BCF07B26F}"/>
              </a:ext>
            </a:extLst>
          </p:cNvPr>
          <p:cNvSpPr txBox="1"/>
          <p:nvPr/>
        </p:nvSpPr>
        <p:spPr>
          <a:xfrm>
            <a:off x="3910298" y="2731205"/>
            <a:ext cx="603409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반제품 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Cell ID </a:t>
            </a: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시간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진행 호기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BA1FEE-8E64-DEBB-2C88-7D34A82967CB}"/>
              </a:ext>
            </a:extLst>
          </p:cNvPr>
          <p:cNvSpPr txBox="1"/>
          <p:nvPr/>
        </p:nvSpPr>
        <p:spPr>
          <a:xfrm>
            <a:off x="4630367" y="2731204"/>
            <a:ext cx="10555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NG Cell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기준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 시간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이력 조회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NG Cell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기준 </a:t>
            </a:r>
            <a:r>
              <a:rPr lang="ko-KR" altLang="en-US" sz="70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후공정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이력 조회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순서도: 판단 18">
            <a:extLst>
              <a:ext uri="{FF2B5EF4-FFF2-40B4-BE49-F238E27FC236}">
                <a16:creationId xmlns:a16="http://schemas.microsoft.com/office/drawing/2014/main" id="{1385268D-E1E4-0EA9-F2A1-6C48C3AFB4CF}"/>
              </a:ext>
            </a:extLst>
          </p:cNvPr>
          <p:cNvSpPr/>
          <p:nvPr/>
        </p:nvSpPr>
        <p:spPr>
          <a:xfrm>
            <a:off x="7168886" y="2187510"/>
            <a:ext cx="393783" cy="38137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판정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FBA7BE9-6EFA-62A1-CB56-E3CF9B6BD908}"/>
              </a:ext>
            </a:extLst>
          </p:cNvPr>
          <p:cNvSpPr/>
          <p:nvPr/>
        </p:nvSpPr>
        <p:spPr>
          <a:xfrm>
            <a:off x="3116439" y="2196785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NG 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확인률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MES Holding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A208DA-BFC9-C029-8349-30B64E99A5DD}"/>
              </a:ext>
            </a:extLst>
          </p:cNvPr>
          <p:cNvSpPr/>
          <p:nvPr/>
        </p:nvSpPr>
        <p:spPr>
          <a:xfrm>
            <a:off x="6440801" y="2196784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분석결과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Confirm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CF842A-D404-913A-9B14-66113ED3C4D4}"/>
              </a:ext>
            </a:extLst>
          </p:cNvPr>
          <p:cNvSpPr/>
          <p:nvPr/>
        </p:nvSpPr>
        <p:spPr>
          <a:xfrm>
            <a:off x="7739177" y="2187301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 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Holding 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해제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30C7C-A9CF-7E1E-C337-9B225D1DED45}"/>
              </a:ext>
            </a:extLst>
          </p:cNvPr>
          <p:cNvSpPr txBox="1"/>
          <p:nvPr/>
        </p:nvSpPr>
        <p:spPr>
          <a:xfrm>
            <a:off x="6358294" y="3751459"/>
            <a:ext cx="131736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원천</a:t>
            </a:r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개별 획득</a:t>
            </a:r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(Manual)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A45120-E03E-D209-FF9E-129434E026C0}"/>
              </a:ext>
            </a:extLst>
          </p:cNvPr>
          <p:cNvSpPr/>
          <p:nvPr/>
        </p:nvSpPr>
        <p:spPr>
          <a:xfrm>
            <a:off x="7739177" y="2722260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현물 처리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BF2DD2-8B7E-4CE0-BBB3-477B575C9720}"/>
              </a:ext>
            </a:extLst>
          </p:cNvPr>
          <p:cNvSpPr/>
          <p:nvPr/>
        </p:nvSpPr>
        <p:spPr>
          <a:xfrm>
            <a:off x="8489834" y="2187301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대책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수립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841A26-7AC6-F488-7AEE-24234554D5D4}"/>
              </a:ext>
            </a:extLst>
          </p:cNvPr>
          <p:cNvSpPr/>
          <p:nvPr/>
        </p:nvSpPr>
        <p:spPr>
          <a:xfrm>
            <a:off x="3825877" y="2160238"/>
            <a:ext cx="2509266" cy="1709843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4A9CFAC-8AD5-0E5C-DE47-4A40593FE4CE}"/>
              </a:ext>
            </a:extLst>
          </p:cNvPr>
          <p:cNvSpPr/>
          <p:nvPr/>
        </p:nvSpPr>
        <p:spPr>
          <a:xfrm>
            <a:off x="5644988" y="2186573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 부서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분류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024325B0-96E0-B830-5B1F-5A56987CFC50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 rot="16200000" flipH="1">
            <a:off x="7385082" y="2549576"/>
            <a:ext cx="334790" cy="37340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79BB79C1-DD56-F82D-111F-6124646F7D55}"/>
              </a:ext>
            </a:extLst>
          </p:cNvPr>
          <p:cNvCxnSpPr>
            <a:cxnSpLocks/>
            <a:stCxn id="24" idx="3"/>
            <a:endCxn id="25" idx="2"/>
          </p:cNvCxnSpPr>
          <p:nvPr/>
        </p:nvCxnSpPr>
        <p:spPr>
          <a:xfrm flipV="1">
            <a:off x="8330648" y="2550123"/>
            <a:ext cx="454922" cy="35354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A515E4C-0625-7426-92B7-C1018673E18B}"/>
              </a:ext>
            </a:extLst>
          </p:cNvPr>
          <p:cNvSpPr txBox="1"/>
          <p:nvPr/>
        </p:nvSpPr>
        <p:spPr>
          <a:xfrm>
            <a:off x="1690248" y="2585312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품질검사정보팀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9FB726-037B-EC7A-1CF8-E2061ED87D68}"/>
              </a:ext>
            </a:extLst>
          </p:cNvPr>
          <p:cNvSpPr txBox="1"/>
          <p:nvPr/>
        </p:nvSpPr>
        <p:spPr>
          <a:xfrm>
            <a:off x="3027572" y="2576574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QA)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0A3BF0-689A-6C0D-3A3E-956D4B368AF6}"/>
              </a:ext>
            </a:extLst>
          </p:cNvPr>
          <p:cNvSpPr txBox="1"/>
          <p:nvPr/>
        </p:nvSpPr>
        <p:spPr>
          <a:xfrm>
            <a:off x="3822476" y="2576574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셀추적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01D0CF-3E17-2FEF-E7A7-4F538119966D}"/>
              </a:ext>
            </a:extLst>
          </p:cNvPr>
          <p:cNvSpPr txBox="1"/>
          <p:nvPr/>
        </p:nvSpPr>
        <p:spPr>
          <a:xfrm>
            <a:off x="4686508" y="2576574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셀추적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623F14-307E-1427-9DF9-CBB94A2D2B2E}"/>
              </a:ext>
            </a:extLst>
          </p:cNvPr>
          <p:cNvSpPr txBox="1"/>
          <p:nvPr/>
        </p:nvSpPr>
        <p:spPr>
          <a:xfrm>
            <a:off x="6326382" y="2576573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QA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599303-223F-A314-8A9E-B041507F9E46}"/>
              </a:ext>
            </a:extLst>
          </p:cNvPr>
          <p:cNvSpPr txBox="1"/>
          <p:nvPr/>
        </p:nvSpPr>
        <p:spPr>
          <a:xfrm>
            <a:off x="7630623" y="2558687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QA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C7C068-9FC6-7297-6E7F-7877A1551B99}"/>
              </a:ext>
            </a:extLst>
          </p:cNvPr>
          <p:cNvSpPr txBox="1"/>
          <p:nvPr/>
        </p:nvSpPr>
        <p:spPr>
          <a:xfrm>
            <a:off x="7649343" y="3114301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주관부서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C86EF5-081F-8E9D-71B8-12BF9579B48C}"/>
              </a:ext>
            </a:extLst>
          </p:cNvPr>
          <p:cNvSpPr txBox="1"/>
          <p:nvPr/>
        </p:nvSpPr>
        <p:spPr>
          <a:xfrm>
            <a:off x="5715437" y="2704614"/>
            <a:ext cx="642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검사기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셀추적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7497EB-1E32-785D-7748-7077B09E2524}"/>
              </a:ext>
            </a:extLst>
          </p:cNvPr>
          <p:cNvSpPr txBox="1"/>
          <p:nvPr/>
        </p:nvSpPr>
        <p:spPr>
          <a:xfrm>
            <a:off x="5563042" y="2576573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셀추적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18C29D5-D266-E662-CB7E-715C80D75D2B}"/>
              </a:ext>
            </a:extLst>
          </p:cNvPr>
          <p:cNvSpPr/>
          <p:nvPr/>
        </p:nvSpPr>
        <p:spPr>
          <a:xfrm>
            <a:off x="1575459" y="4123348"/>
            <a:ext cx="4796163" cy="1471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F782FE-E58D-A257-1D38-5FB799482DD5}"/>
              </a:ext>
            </a:extLst>
          </p:cNvPr>
          <p:cNvSpPr txBox="1"/>
          <p:nvPr/>
        </p:nvSpPr>
        <p:spPr>
          <a:xfrm>
            <a:off x="3025111" y="2062268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Daily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Activity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677D70-3DBF-55E3-6803-1690DC69FB56}"/>
              </a:ext>
            </a:extLst>
          </p:cNvPr>
          <p:cNvSpPr txBox="1"/>
          <p:nvPr/>
        </p:nvSpPr>
        <p:spPr>
          <a:xfrm>
            <a:off x="1787694" y="2766041"/>
            <a:ext cx="60340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Daily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실적지표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011B9D-0918-B707-7F1A-F5CD4A3C4339}"/>
              </a:ext>
            </a:extLst>
          </p:cNvPr>
          <p:cNvSpPr txBox="1"/>
          <p:nvPr/>
        </p:nvSpPr>
        <p:spPr>
          <a:xfrm>
            <a:off x="7477364" y="2085787"/>
            <a:ext cx="298098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정보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CDC29D-1425-BF30-0A38-CE838C2845C5}"/>
              </a:ext>
            </a:extLst>
          </p:cNvPr>
          <p:cNvSpPr txBox="1"/>
          <p:nvPr/>
        </p:nvSpPr>
        <p:spPr>
          <a:xfrm>
            <a:off x="7445453" y="2623725"/>
            <a:ext cx="298098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실제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유출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8E2B625-2179-2C19-5567-AE5405D8D2A3}"/>
              </a:ext>
            </a:extLst>
          </p:cNvPr>
          <p:cNvCxnSpPr>
            <a:cxnSpLocks/>
            <a:endCxn id="48" idx="3"/>
          </p:cNvCxnSpPr>
          <p:nvPr/>
        </p:nvCxnSpPr>
        <p:spPr>
          <a:xfrm>
            <a:off x="2231461" y="4731449"/>
            <a:ext cx="3864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EBBD574-7916-5CEC-137E-C4E4836ED55B}"/>
              </a:ext>
            </a:extLst>
          </p:cNvPr>
          <p:cNvSpPr/>
          <p:nvPr/>
        </p:nvSpPr>
        <p:spPr>
          <a:xfrm>
            <a:off x="1741260" y="4550038"/>
            <a:ext cx="591472" cy="3628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Daily 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17C5607-B68E-22B3-E334-AE706CE9B188}"/>
              </a:ext>
            </a:extLst>
          </p:cNvPr>
          <p:cNvSpPr/>
          <p:nvPr/>
        </p:nvSpPr>
        <p:spPr>
          <a:xfrm>
            <a:off x="4729885" y="4550909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현물 처리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701BDD8-325F-9DB7-9023-9C5E833602E8}"/>
              </a:ext>
            </a:extLst>
          </p:cNvPr>
          <p:cNvSpPr/>
          <p:nvPr/>
        </p:nvSpPr>
        <p:spPr>
          <a:xfrm>
            <a:off x="3901889" y="4568530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분석결과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Confirm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4AF76CD-61D1-514A-0A0B-50B8D30C1828}"/>
              </a:ext>
            </a:extLst>
          </p:cNvPr>
          <p:cNvSpPr/>
          <p:nvPr/>
        </p:nvSpPr>
        <p:spPr>
          <a:xfrm>
            <a:off x="5504840" y="4550038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대책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수립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D47CE9-6D2A-E3C7-4AC8-30EEF7A9ADA5}"/>
              </a:ext>
            </a:extLst>
          </p:cNvPr>
          <p:cNvSpPr txBox="1"/>
          <p:nvPr/>
        </p:nvSpPr>
        <p:spPr>
          <a:xfrm>
            <a:off x="4641017" y="4930698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주관부서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F61123-4785-31B1-CC90-7B5C90DAAC19}"/>
              </a:ext>
            </a:extLst>
          </p:cNvPr>
          <p:cNvSpPr txBox="1"/>
          <p:nvPr/>
        </p:nvSpPr>
        <p:spPr>
          <a:xfrm>
            <a:off x="3771515" y="4948319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QA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56C75E-A17A-7386-4106-8D38437AB0A6}"/>
              </a:ext>
            </a:extLst>
          </p:cNvPr>
          <p:cNvSpPr txBox="1"/>
          <p:nvPr/>
        </p:nvSpPr>
        <p:spPr>
          <a:xfrm>
            <a:off x="5423128" y="4921424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기술부서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8A2573-D832-2157-EBB6-E359723A8723}"/>
              </a:ext>
            </a:extLst>
          </p:cNvPr>
          <p:cNvSpPr txBox="1"/>
          <p:nvPr/>
        </p:nvSpPr>
        <p:spPr>
          <a:xfrm>
            <a:off x="1741260" y="4980123"/>
            <a:ext cx="1399555" cy="3231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70AD47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l"/>
            <a:r>
              <a:rPr lang="en-US" altLang="ko-KR" sz="700">
                <a:solidFill>
                  <a:schemeClr val="tx1"/>
                </a:solidFill>
              </a:rPr>
              <a:t>- Daily </a:t>
            </a:r>
            <a:r>
              <a:rPr lang="ko-KR" altLang="en-US" sz="700">
                <a:solidFill>
                  <a:schemeClr val="tx1"/>
                </a:solidFill>
              </a:rPr>
              <a:t>실적지표</a:t>
            </a:r>
            <a:endParaRPr lang="en-US" altLang="ko-KR" sz="700">
              <a:solidFill>
                <a:schemeClr val="tx1"/>
              </a:solidFill>
            </a:endParaRPr>
          </a:p>
          <a:p>
            <a:pPr algn="l"/>
            <a:r>
              <a:rPr lang="en-US" altLang="ko-KR" sz="700">
                <a:solidFill>
                  <a:schemeClr val="tx1"/>
                </a:solidFill>
              </a:rPr>
              <a:t>- NG</a:t>
            </a:r>
            <a:r>
              <a:rPr lang="ko-KR" altLang="en-US" sz="700">
                <a:solidFill>
                  <a:schemeClr val="tx1"/>
                </a:solidFill>
              </a:rPr>
              <a:t>확인률 </a:t>
            </a:r>
            <a:r>
              <a:rPr lang="en-US" altLang="ko-KR" sz="700">
                <a:solidFill>
                  <a:schemeClr val="tx1"/>
                </a:solidFill>
              </a:rPr>
              <a:t>Verification </a:t>
            </a:r>
            <a:r>
              <a:rPr lang="ko-KR" altLang="en-US" sz="700">
                <a:solidFill>
                  <a:schemeClr val="tx1"/>
                </a:solidFill>
              </a:rPr>
              <a:t>판단 결과</a:t>
            </a:r>
            <a:r>
              <a:rPr lang="en-US" altLang="ko-KR" sz="700">
                <a:solidFill>
                  <a:schemeClr val="tx1"/>
                </a:solidFill>
              </a:rPr>
              <a:t>, </a:t>
            </a:r>
            <a:r>
              <a:rPr lang="ko-KR" altLang="en-US" sz="700">
                <a:solidFill>
                  <a:schemeClr val="tx1"/>
                </a:solidFill>
              </a:rPr>
              <a:t>근거</a:t>
            </a:r>
            <a:endParaRPr lang="en-US" altLang="ko-KR" sz="700">
              <a:solidFill>
                <a:schemeClr val="tx1"/>
              </a:solidFill>
            </a:endParaRPr>
          </a:p>
          <a:p>
            <a:pPr algn="l"/>
            <a:r>
              <a:rPr lang="en-US" altLang="ko-KR" sz="700">
                <a:solidFill>
                  <a:schemeClr val="tx1"/>
                </a:solidFill>
              </a:rPr>
              <a:t>- Cell</a:t>
            </a:r>
            <a:r>
              <a:rPr lang="ko-KR" altLang="en-US" sz="700">
                <a:solidFill>
                  <a:schemeClr val="tx1"/>
                </a:solidFill>
              </a:rPr>
              <a:t> </a:t>
            </a:r>
            <a:r>
              <a:rPr lang="en-US" altLang="ko-KR" sz="700">
                <a:solidFill>
                  <a:schemeClr val="tx1"/>
                </a:solidFill>
              </a:rPr>
              <a:t>ID</a:t>
            </a:r>
            <a:r>
              <a:rPr lang="ko-KR" altLang="en-US" sz="700">
                <a:solidFill>
                  <a:schemeClr val="tx1"/>
                </a:solidFill>
              </a:rPr>
              <a:t> 결측 데이터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CAC3EDA-AAAB-7E29-C781-6CAC8A6513D9}"/>
              </a:ext>
            </a:extLst>
          </p:cNvPr>
          <p:cNvSpPr/>
          <p:nvPr/>
        </p:nvSpPr>
        <p:spPr>
          <a:xfrm>
            <a:off x="3938140" y="3240280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셀추적 이력 조회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A60F36-0D5C-4C3A-3EDE-B59E5C918E17}"/>
              </a:ext>
            </a:extLst>
          </p:cNvPr>
          <p:cNvSpPr txBox="1"/>
          <p:nvPr/>
        </p:nvSpPr>
        <p:spPr>
          <a:xfrm>
            <a:off x="3910298" y="3624704"/>
            <a:ext cx="60340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공정별 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Cell ID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31C463-FEEC-FBE1-5EDC-3ABE07E0E083}"/>
              </a:ext>
            </a:extLst>
          </p:cNvPr>
          <p:cNvSpPr txBox="1"/>
          <p:nvPr/>
        </p:nvSpPr>
        <p:spPr>
          <a:xfrm>
            <a:off x="4630367" y="3628403"/>
            <a:ext cx="105557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결측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Cell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기준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 시간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이력 조회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F36C70-AC3E-D409-E220-366A4AB9AB10}"/>
              </a:ext>
            </a:extLst>
          </p:cNvPr>
          <p:cNvSpPr txBox="1"/>
          <p:nvPr/>
        </p:nvSpPr>
        <p:spPr>
          <a:xfrm>
            <a:off x="5715437" y="3625711"/>
            <a:ext cx="642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검사기</a:t>
            </a:r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</a:p>
          <a:p>
            <a:r>
              <a:rPr lang="en-US" altLang="ko-KR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7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셀추적</a:t>
            </a:r>
            <a:endParaRPr lang="en-US" altLang="ko-KR" sz="7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3D6BDE2F-B7EB-CC6F-10C6-E09D027803DF}"/>
              </a:ext>
            </a:extLst>
          </p:cNvPr>
          <p:cNvCxnSpPr>
            <a:cxnSpLocks/>
            <a:stCxn id="53" idx="3"/>
            <a:endCxn id="25" idx="2"/>
          </p:cNvCxnSpPr>
          <p:nvPr/>
        </p:nvCxnSpPr>
        <p:spPr>
          <a:xfrm flipV="1">
            <a:off x="4529612" y="2550123"/>
            <a:ext cx="4255959" cy="87156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8F3DEBF-290C-138F-D698-8B71EE25B3AE}"/>
              </a:ext>
            </a:extLst>
          </p:cNvPr>
          <p:cNvSpPr txBox="1"/>
          <p:nvPr/>
        </p:nvSpPr>
        <p:spPr>
          <a:xfrm>
            <a:off x="8408122" y="2558687"/>
            <a:ext cx="80858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기술부서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11ACC26-F4CE-2BA8-6257-73AE533E26F5}"/>
              </a:ext>
            </a:extLst>
          </p:cNvPr>
          <p:cNvSpPr/>
          <p:nvPr/>
        </p:nvSpPr>
        <p:spPr>
          <a:xfrm>
            <a:off x="4779753" y="3240280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이력 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조회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5CE8FF0-EC8D-058B-8701-3D9E874B90EB}"/>
              </a:ext>
            </a:extLst>
          </p:cNvPr>
          <p:cNvSpPr/>
          <p:nvPr/>
        </p:nvSpPr>
        <p:spPr>
          <a:xfrm>
            <a:off x="5644988" y="3240280"/>
            <a:ext cx="591472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 부서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분류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06FEAD02-291D-9E44-C77F-2212F2E67960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644012" y="2365987"/>
            <a:ext cx="1294128" cy="1055704"/>
          </a:xfrm>
          <a:prstGeom prst="bentConnector3">
            <a:avLst>
              <a:gd name="adj1" fmla="val -214"/>
            </a:avLst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7BAB3E0-E6EE-B17B-CA93-8F3043CD9931}"/>
              </a:ext>
            </a:extLst>
          </p:cNvPr>
          <p:cNvSpPr txBox="1"/>
          <p:nvPr/>
        </p:nvSpPr>
        <p:spPr>
          <a:xfrm>
            <a:off x="2591402" y="2233440"/>
            <a:ext cx="557893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NG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확인률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FB8F80-35F5-8DC7-18C4-F00D607F2009}"/>
              </a:ext>
            </a:extLst>
          </p:cNvPr>
          <p:cNvSpPr txBox="1"/>
          <p:nvPr/>
        </p:nvSpPr>
        <p:spPr>
          <a:xfrm>
            <a:off x="2611451" y="2925228"/>
            <a:ext cx="41352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Cell 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결측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FBE695-F205-C944-DBC0-095411BB176A}"/>
              </a:ext>
            </a:extLst>
          </p:cNvPr>
          <p:cNvSpPr txBox="1"/>
          <p:nvPr/>
        </p:nvSpPr>
        <p:spPr>
          <a:xfrm>
            <a:off x="2693598" y="2653781"/>
            <a:ext cx="27178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Event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발생시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09FB400-20ED-E436-B932-36F64FD6E499}"/>
              </a:ext>
            </a:extLst>
          </p:cNvPr>
          <p:cNvSpPr/>
          <p:nvPr/>
        </p:nvSpPr>
        <p:spPr>
          <a:xfrm>
            <a:off x="2880399" y="4570905"/>
            <a:ext cx="808580" cy="3628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정보이상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실제유출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판단 </a:t>
            </a: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근거 확인</a:t>
            </a:r>
            <a:endParaRPr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DF1E6FC-8433-0A48-E18B-108ED5D3FC11}"/>
              </a:ext>
            </a:extLst>
          </p:cNvPr>
          <p:cNvSpPr/>
          <p:nvPr/>
        </p:nvSpPr>
        <p:spPr>
          <a:xfrm>
            <a:off x="1214346" y="1963647"/>
            <a:ext cx="359425" cy="19905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0800" rIns="18000" bIns="1080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As</a:t>
            </a:r>
          </a:p>
          <a:p>
            <a:pPr algn="ctr"/>
            <a:r>
              <a:rPr lang="en-US" altLang="ko-KR" sz="10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is</a:t>
            </a:r>
            <a:endParaRPr lang="ko-KR" altLang="en-US" sz="1000" b="1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A72A21B-A233-D7C5-36EF-600BEEF9178B}"/>
              </a:ext>
            </a:extLst>
          </p:cNvPr>
          <p:cNvSpPr/>
          <p:nvPr/>
        </p:nvSpPr>
        <p:spPr>
          <a:xfrm>
            <a:off x="1214347" y="4131389"/>
            <a:ext cx="361112" cy="14719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0800" rIns="18000" bIns="1080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</a:t>
            </a:r>
          </a:p>
          <a:p>
            <a:pPr algn="ctr"/>
            <a:r>
              <a:rPr lang="en-US" altLang="ko-KR" sz="10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</a:t>
            </a:r>
            <a:endParaRPr lang="ko-KR" altLang="en-US" sz="1000" b="1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04F14C-82C5-EC74-A026-C8F0C985803B}"/>
              </a:ext>
            </a:extLst>
          </p:cNvPr>
          <p:cNvSpPr txBox="1"/>
          <p:nvPr/>
        </p:nvSpPr>
        <p:spPr>
          <a:xfrm>
            <a:off x="3819527" y="2006101"/>
            <a:ext cx="258183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Verification 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▷ 수동 분석 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분석시간 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Cell 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당 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 소요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A7308F23-58C0-6B94-AF95-9BBB1109E6BF}"/>
              </a:ext>
            </a:extLst>
          </p:cNvPr>
          <p:cNvCxnSpPr>
            <a:stCxn id="26" idx="2"/>
            <a:endCxn id="45" idx="0"/>
          </p:cNvCxnSpPr>
          <p:nvPr/>
        </p:nvCxnSpPr>
        <p:spPr>
          <a:xfrm rot="5400000">
            <a:off x="3218775" y="2688302"/>
            <a:ext cx="679957" cy="3043514"/>
          </a:xfrm>
          <a:prstGeom prst="bentConnector3">
            <a:avLst>
              <a:gd name="adj1" fmla="val 71926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916AF8B-727A-9C10-7285-46A7B4DC1F53}"/>
              </a:ext>
            </a:extLst>
          </p:cNvPr>
          <p:cNvSpPr txBox="1"/>
          <p:nvPr/>
        </p:nvSpPr>
        <p:spPr>
          <a:xfrm>
            <a:off x="1741260" y="3905121"/>
            <a:ext cx="171474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AI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검사무결성 리포트</a:t>
            </a:r>
            <a:endParaRPr lang="en-US" altLang="ko-KR" sz="80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검사무결성 </a:t>
            </a:r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Chat 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</a:t>
            </a:r>
            <a:endParaRPr lang="en-US" altLang="ko-KR" sz="80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Spotfire 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 워크플로우</a:t>
            </a:r>
            <a:endParaRPr lang="en-US" altLang="ko-KR" sz="80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3C0A13-45FD-14A0-7F50-3D75C9E70CBE}"/>
              </a:ext>
            </a:extLst>
          </p:cNvPr>
          <p:cNvSpPr txBox="1"/>
          <p:nvPr/>
        </p:nvSpPr>
        <p:spPr>
          <a:xfrm>
            <a:off x="1610997" y="1972763"/>
            <a:ext cx="189143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데이터마트를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활용한 </a:t>
            </a:r>
            <a:r>
              <a:rPr lang="en-US" altLang="ko-KR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Spotfire </a:t>
            </a:r>
            <a:r>
              <a:rPr lang="ko-KR" altLang="en-US" sz="80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리포트 서비스</a:t>
            </a:r>
            <a:endParaRPr lang="en-US" altLang="ko-KR" sz="80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183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DCC2C96-059A-0EA8-69A4-2CEA2EE0E532}"/>
              </a:ext>
            </a:extLst>
          </p:cNvPr>
          <p:cNvGraphicFramePr>
            <a:graphicFrameLocks noGrp="1"/>
          </p:cNvGraphicFramePr>
          <p:nvPr/>
        </p:nvGraphicFramePr>
        <p:xfrm>
          <a:off x="145715" y="1154711"/>
          <a:ext cx="9614570" cy="53774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1736">
                  <a:extLst>
                    <a:ext uri="{9D8B030D-6E8A-4147-A177-3AD203B41FA5}">
                      <a16:colId xmlns:a16="http://schemas.microsoft.com/office/drawing/2014/main" val="1838779576"/>
                    </a:ext>
                  </a:extLst>
                </a:gridCol>
                <a:gridCol w="2392834">
                  <a:extLst>
                    <a:ext uri="{9D8B030D-6E8A-4147-A177-3AD203B41FA5}">
                      <a16:colId xmlns:a16="http://schemas.microsoft.com/office/drawing/2014/main" val="4230887165"/>
                    </a:ext>
                  </a:extLst>
                </a:gridCol>
              </a:tblGrid>
              <a:tr h="4297401">
                <a:tc>
                  <a:txBody>
                    <a:bodyPr/>
                    <a:lstStyle/>
                    <a:p>
                      <a:pPr algn="ctr" fontAlgn="ctr"/>
                      <a:endParaRPr lang="en-US" sz="1000" b="0" i="1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453" marR="11453" marT="11453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&lt;NG Cell, SPC+, EDC 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조회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&gt;</a:t>
                      </a:r>
                    </a:p>
                    <a:p>
                      <a:pPr algn="l" fontAlgn="ctr"/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 날짜 입력 및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번 버튼 클릭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: NG PKG ID List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업데이트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ID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선택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Mono Cell ID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선택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④ 검사기 선택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: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데이터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BCR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인식 데이터 조회 가능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&lt;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부가 기능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SPC+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설비별 조회 데이터</a:t>
                      </a:r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&gt;</a:t>
                      </a: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⑤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번 버튼 클릭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: Defect List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업데이트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453" marR="11453" marT="11453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73505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ctr"/>
                      <a:endParaRPr lang="en-US" sz="1000" b="0" i="1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453" marR="11453" marT="11453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&lt;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부가 기능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알람 데이터 조회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&gt;</a:t>
                      </a:r>
                    </a:p>
                    <a:p>
                      <a:pPr algn="l" fontAlgn="ctr"/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⑥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3,4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번 버튼 순차 클릭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: Loss, Alarm List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업데이트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453" marR="11453" marT="11453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4276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9FD58F1-6EF2-8F6A-1674-D8ED5035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5" y="1154714"/>
            <a:ext cx="7204319" cy="427665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6DCE23-BB4C-1198-3D69-9CBEC4EE0F33}"/>
              </a:ext>
            </a:extLst>
          </p:cNvPr>
          <p:cNvSpPr/>
          <p:nvPr/>
        </p:nvSpPr>
        <p:spPr>
          <a:xfrm>
            <a:off x="145715" y="1431712"/>
            <a:ext cx="1225885" cy="18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EBAE541-41FF-1B7C-772A-3EE68A8CDE4F}"/>
              </a:ext>
            </a:extLst>
          </p:cNvPr>
          <p:cNvSpPr/>
          <p:nvPr/>
        </p:nvSpPr>
        <p:spPr>
          <a:xfrm>
            <a:off x="55715" y="134171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FDD6FB-864E-BC73-272E-BFB8C5193F1F}"/>
              </a:ext>
            </a:extLst>
          </p:cNvPr>
          <p:cNvSpPr/>
          <p:nvPr/>
        </p:nvSpPr>
        <p:spPr>
          <a:xfrm>
            <a:off x="145715" y="1656810"/>
            <a:ext cx="2536525" cy="39038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C0B94DA-F075-3D06-FF97-165642AF799F}"/>
              </a:ext>
            </a:extLst>
          </p:cNvPr>
          <p:cNvSpPr/>
          <p:nvPr/>
        </p:nvSpPr>
        <p:spPr>
          <a:xfrm>
            <a:off x="55715" y="159112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E8FC32-CAC1-3ED7-423D-54E61E71F272}"/>
              </a:ext>
            </a:extLst>
          </p:cNvPr>
          <p:cNvSpPr/>
          <p:nvPr/>
        </p:nvSpPr>
        <p:spPr>
          <a:xfrm>
            <a:off x="145715" y="2047198"/>
            <a:ext cx="4190065" cy="39038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DB11A6-0ED2-3862-8E25-A11592B1F6BA}"/>
              </a:ext>
            </a:extLst>
          </p:cNvPr>
          <p:cNvSpPr/>
          <p:nvPr/>
        </p:nvSpPr>
        <p:spPr>
          <a:xfrm>
            <a:off x="55715" y="19848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8FDC19-699C-1EE9-A18C-7363ADDEC148}"/>
              </a:ext>
            </a:extLst>
          </p:cNvPr>
          <p:cNvSpPr/>
          <p:nvPr/>
        </p:nvSpPr>
        <p:spPr>
          <a:xfrm>
            <a:off x="145715" y="2884033"/>
            <a:ext cx="4190065" cy="32562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8E70F15-9515-577D-C109-F951F357A475}"/>
              </a:ext>
            </a:extLst>
          </p:cNvPr>
          <p:cNvSpPr/>
          <p:nvPr/>
        </p:nvSpPr>
        <p:spPr>
          <a:xfrm>
            <a:off x="55715" y="27822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07555D-421A-7B05-4A78-1CA331A9E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15" y="5458102"/>
            <a:ext cx="7204319" cy="104800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E1056EA-0E11-ED19-251E-2AD4C2B8FF4A}"/>
              </a:ext>
            </a:extLst>
          </p:cNvPr>
          <p:cNvSpPr/>
          <p:nvPr/>
        </p:nvSpPr>
        <p:spPr>
          <a:xfrm>
            <a:off x="1413977" y="1431712"/>
            <a:ext cx="605323" cy="18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6F9A3CF-1173-ED45-DD32-55C8E2C748AC}"/>
              </a:ext>
            </a:extLst>
          </p:cNvPr>
          <p:cNvSpPr/>
          <p:nvPr/>
        </p:nvSpPr>
        <p:spPr>
          <a:xfrm>
            <a:off x="1333655" y="129080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EAE7A5E-7CF4-2869-4A7D-B91FEBB6E516}"/>
              </a:ext>
            </a:extLst>
          </p:cNvPr>
          <p:cNvSpPr/>
          <p:nvPr/>
        </p:nvSpPr>
        <p:spPr>
          <a:xfrm>
            <a:off x="5850994" y="2016622"/>
            <a:ext cx="1037486" cy="6922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E292625-34BA-8EFE-73FE-7741BC434C3B}"/>
              </a:ext>
            </a:extLst>
          </p:cNvPr>
          <p:cNvSpPr/>
          <p:nvPr/>
        </p:nvSpPr>
        <p:spPr>
          <a:xfrm>
            <a:off x="5770672" y="187571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049AF8-9E05-DFC5-B7FC-CC0290210488}"/>
              </a:ext>
            </a:extLst>
          </p:cNvPr>
          <p:cNvSpPr/>
          <p:nvPr/>
        </p:nvSpPr>
        <p:spPr>
          <a:xfrm>
            <a:off x="1919074" y="3413445"/>
            <a:ext cx="562869" cy="6922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5A73A62-6965-DD84-777C-F4B84FD4EB7D}"/>
              </a:ext>
            </a:extLst>
          </p:cNvPr>
          <p:cNvSpPr/>
          <p:nvPr/>
        </p:nvSpPr>
        <p:spPr>
          <a:xfrm>
            <a:off x="1838752" y="327253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2D9FF0-D764-7E0F-6096-0AC2E313D9ED}"/>
              </a:ext>
            </a:extLst>
          </p:cNvPr>
          <p:cNvSpPr/>
          <p:nvPr/>
        </p:nvSpPr>
        <p:spPr>
          <a:xfrm>
            <a:off x="950786" y="5525118"/>
            <a:ext cx="1531157" cy="1800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2EA5F95-3DCE-B922-EFDC-A585C8A1675E}"/>
              </a:ext>
            </a:extLst>
          </p:cNvPr>
          <p:cNvSpPr/>
          <p:nvPr/>
        </p:nvSpPr>
        <p:spPr>
          <a:xfrm>
            <a:off x="870464" y="538420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14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제목 4">
            <a:extLst>
              <a:ext uri="{FF2B5EF4-FFF2-40B4-BE49-F238E27FC236}">
                <a16:creationId xmlns:a16="http://schemas.microsoft.com/office/drawing/2014/main" id="{69B65279-6449-E419-860E-949DFB13156A}"/>
              </a:ext>
            </a:extLst>
          </p:cNvPr>
          <p:cNvSpPr txBox="1">
            <a:spLocks/>
          </p:cNvSpPr>
          <p:nvPr/>
        </p:nvSpPr>
        <p:spPr>
          <a:xfrm>
            <a:off x="77668" y="98367"/>
            <a:ext cx="7230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검사무결성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 Agent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구축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(Spotfire Workflow)</a:t>
            </a:r>
            <a:endParaRPr lang="ko-KR" altLang="ko-KR" sz="2000" b="1" u="sng" kern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740B1D-198F-4269-77B7-E194C0997F54}"/>
              </a:ext>
            </a:extLst>
          </p:cNvPr>
          <p:cNvSpPr txBox="1"/>
          <p:nvPr/>
        </p:nvSpPr>
        <p:spPr>
          <a:xfrm>
            <a:off x="190989" y="510288"/>
            <a:ext cx="9740400" cy="5232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defRPr/>
            </a:pP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NG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b="1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유출셀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분석에 필요한 데이터 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(NG </a:t>
            </a:r>
            <a:r>
              <a:rPr lang="ko-KR" altLang="en-US" sz="1400" b="1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판정셀의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앞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뒤 검사 이력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검사 이미지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BCR 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인식 이력 등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미리 데이터 마트에 적재하고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b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데이터 하루치를 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Spotfire Workflow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 내로 조회하여 분석에 활용할 수 있게 구축하였습니다</a:t>
            </a:r>
            <a:r>
              <a:rPr lang="en-US" altLang="ko-KR" sz="1400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400" b="1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실행 단추: 돌아가기 2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71FD45B-AF5F-0606-2093-25904B55F58D}"/>
              </a:ext>
            </a:extLst>
          </p:cNvPr>
          <p:cNvSpPr/>
          <p:nvPr/>
        </p:nvSpPr>
        <p:spPr>
          <a:xfrm>
            <a:off x="9497674" y="118333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256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596EB98-8402-233E-F606-86ECBF351591}"/>
              </a:ext>
            </a:extLst>
          </p:cNvPr>
          <p:cNvGraphicFramePr>
            <a:graphicFrameLocks noGrp="1"/>
          </p:cNvGraphicFramePr>
          <p:nvPr/>
        </p:nvGraphicFramePr>
        <p:xfrm>
          <a:off x="145715" y="1237597"/>
          <a:ext cx="4752000" cy="5264527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393255422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42529401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4823501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5393049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No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구분</a:t>
                      </a:r>
                      <a:endParaRPr kumimoji="1" lang="en-US" altLang="ko-KR" sz="9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질문</a:t>
                      </a:r>
                      <a:endParaRPr kumimoji="1" lang="en-US" altLang="ko-KR" sz="9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답변</a:t>
                      </a:r>
                      <a:endParaRPr kumimoji="1" lang="en-US" altLang="ko-KR" sz="9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02135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</a:t>
                      </a: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8/22 NG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확인률이 얼마야</a:t>
                      </a:r>
                      <a:r>
                        <a:rPr kumimoji="1" lang="en-US" altLang="ko-KR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? 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3228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2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</a:t>
                      </a: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월 </a:t>
                      </a:r>
                      <a:r>
                        <a:rPr kumimoji="1" lang="en-US" altLang="ko-KR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21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일</a:t>
                      </a: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 Cell ID 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결측률은 몇 </a:t>
                      </a:r>
                      <a:r>
                        <a:rPr kumimoji="1" lang="en-US" altLang="ko-KR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ppm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이야</a:t>
                      </a:r>
                      <a:r>
                        <a:rPr kumimoji="1" lang="en-US" altLang="ko-KR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?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799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3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8/1 ~ 8/15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까지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 실적을 알려줘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603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4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8/1 ~ 8/15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까지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 실적에서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 PKG Cell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수가 가장 많은 라인은 어디야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?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130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5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8/1 ~ 8/15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까지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 실적에서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 PKG Cell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수가 가장 많은 검사기는 뭐야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?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2313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6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8/1 ~ 8/15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까지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 전체 실적 기준으로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확인률이 가장 높은 라인의 검사기는 </a:t>
                      </a:r>
                      <a:r>
                        <a:rPr kumimoji="1" lang="ko-KR" altLang="en-US" sz="1000" b="0" i="0" u="none" strike="noStrike" kern="1200" cap="none" spc="-70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뭔지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 알려줘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00734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7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7/28 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확인률에서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 검사기와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PKG Cell ID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를 알려줘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3331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실적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7/28 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확인률에서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확인률 검사기와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PKG Cell ID, PKG Cell ID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에 매칭되는 모노셀 아이디를 알려줘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5083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9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J67QK0DDVT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가 어느 검사항목에서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판정을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받았는지 알려줘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36250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10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7/23 NG</a:t>
                      </a:r>
                      <a:r>
                        <a:rPr lang="ko-KR" altLang="en-US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확인률 셀 중 노칭통합비전에서 잡힌 셀의 모노셀 아이디 알려줘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4744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283D24F-9341-859F-62C5-70E2ABDCC1D8}"/>
              </a:ext>
            </a:extLst>
          </p:cNvPr>
          <p:cNvGraphicFramePr>
            <a:graphicFrameLocks noGrp="1"/>
          </p:cNvGraphicFramePr>
          <p:nvPr/>
        </p:nvGraphicFramePr>
        <p:xfrm>
          <a:off x="5008287" y="1237597"/>
          <a:ext cx="4752000" cy="5264527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393255422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42529401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4823501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5393049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No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구분</a:t>
                      </a:r>
                      <a:endParaRPr kumimoji="1" lang="en-US" altLang="ko-KR" sz="9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질문</a:t>
                      </a:r>
                      <a:endParaRPr kumimoji="1" lang="en-US" altLang="ko-KR" sz="9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답변</a:t>
                      </a:r>
                      <a:endParaRPr kumimoji="1" lang="en-US" altLang="ko-KR" sz="9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02135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11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5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A67LK05001</a:t>
                      </a:r>
                      <a:r>
                        <a:rPr kumimoji="1" lang="ko-KR" altLang="en-US" sz="95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의 </a:t>
                      </a:r>
                      <a:r>
                        <a:rPr kumimoji="1" lang="en-US" altLang="ko-KR" sz="95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NG</a:t>
                      </a:r>
                      <a:r>
                        <a:rPr kumimoji="1" lang="ko-KR" altLang="en-US" sz="95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판정 받은 검사기 이미지를 보여줘</a:t>
                      </a:r>
                      <a:endParaRPr kumimoji="1" lang="zh-CN" altLang="zh-CN" sz="95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3228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12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A67LK05001 </a:t>
                      </a:r>
                      <a:r>
                        <a:rPr lang="ko-KR" altLang="en-US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 노칭통합비전에서 </a:t>
                      </a: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W_T1U1 </a:t>
                      </a:r>
                      <a:r>
                        <a:rPr lang="ko-KR" altLang="en-US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측정값이 얼마인지 알려줘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799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13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모노셀 아이디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I68KK15GIR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의 라미 치수비전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이미지를 보여줘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603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14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모노셀 아이디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I68KK15GIR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의 모노셀 얼라인비전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이미지를 보여줘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130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15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I68KK15GIQ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ko-KR" altLang="en-US" sz="1000" b="0" i="0" kern="120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라미치수비전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검사 이력을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보여줘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2313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16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모노셀 아이디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I68KK15GIR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의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PKG 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리드비전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이미지를 보여줘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00734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17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라미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5-4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호 치수비전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8/21 16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시 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33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분</a:t>
                      </a:r>
                      <a:r>
                        <a:rPr kumimoji="1" lang="en-US" altLang="ko-KR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~36</a:t>
                      </a: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분 검사 </a:t>
                      </a:r>
                      <a:endParaRPr kumimoji="1" lang="en-US" altLang="ko-KR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데이터를 보여줘</a:t>
                      </a:r>
                      <a:endParaRPr kumimoji="1" lang="zh-CN" altLang="zh-CN" sz="1000" b="0" i="0" u="none" strike="noStrike" kern="1200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3331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18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BCR 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인식 이력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A67LK05001 </a:t>
                      </a:r>
                      <a:r>
                        <a:rPr lang="ko-KR" altLang="en-US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</a:t>
                      </a: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BCR </a:t>
                      </a:r>
                      <a:r>
                        <a:rPr lang="ko-KR" altLang="en-US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인식이력을 보여줘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5083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19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BCR 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인식 이력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NTC #S8E03 : S8)ESS Assy #3-1</a:t>
                      </a:r>
                      <a:r>
                        <a:rPr lang="ko-KR" altLang="en-US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1000" b="0" i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INTEGRATION 1Lane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36250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20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검사 데이터 </a:t>
                      </a:r>
                      <a:r>
                        <a:rPr kumimoji="1" lang="en-US" altLang="ko-KR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BCR </a:t>
                      </a:r>
                      <a:r>
                        <a:rPr kumimoji="1" lang="ko-KR" altLang="en-US" sz="1000" b="0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itchFamily="34" charset="0"/>
                        </a:rPr>
                        <a:t>인식 이력 조회</a:t>
                      </a: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I68KK15GIR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ko-KR" altLang="en-US" sz="1000" b="0" i="0" kern="120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라미치수비전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검사이력과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BCR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인식 이력을 알려줘</a:t>
                      </a:r>
                      <a:endParaRPr lang="zh-CN" altLang="zh-CN" sz="1000" b="0" i="0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000" b="0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47443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FF5DCA8-4894-4161-7F36-00763F9C1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968" y="1507661"/>
            <a:ext cx="473581" cy="42862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980CA91-435F-E330-00D0-A9FE6EA233D3}"/>
              </a:ext>
            </a:extLst>
          </p:cNvPr>
          <p:cNvGrpSpPr/>
          <p:nvPr/>
        </p:nvGrpSpPr>
        <p:grpSpPr>
          <a:xfrm>
            <a:off x="4307968" y="2000131"/>
            <a:ext cx="473581" cy="455101"/>
            <a:chOff x="-1" y="783067"/>
            <a:chExt cx="9906001" cy="95194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2BD473D-A6B0-2FD4-9FEA-D15EC8D2B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83067"/>
              <a:ext cx="9906000" cy="529186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58EF9E9-D6DD-D42C-480A-F45394774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68" r="10"/>
            <a:stretch/>
          </p:blipFill>
          <p:spPr>
            <a:xfrm>
              <a:off x="-1" y="6088601"/>
              <a:ext cx="9906001" cy="421392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6AB97A8-7A6D-8B0E-2218-7218D45D3C46}"/>
              </a:ext>
            </a:extLst>
          </p:cNvPr>
          <p:cNvSpPr txBox="1"/>
          <p:nvPr/>
        </p:nvSpPr>
        <p:spPr>
          <a:xfrm>
            <a:off x="1981974" y="1797874"/>
            <a:ext cx="15853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날짜는 </a:t>
            </a:r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HPCD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투입 기준으로 작성</a:t>
            </a:r>
            <a:endParaRPr lang="en-US" altLang="ko-KR" sz="90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D5F216E-39FA-6C92-94DA-6561CB112F35}"/>
              </a:ext>
            </a:extLst>
          </p:cNvPr>
          <p:cNvGrpSpPr/>
          <p:nvPr/>
        </p:nvGrpSpPr>
        <p:grpSpPr>
          <a:xfrm>
            <a:off x="4358768" y="2533722"/>
            <a:ext cx="368807" cy="428029"/>
            <a:chOff x="651862" y="675891"/>
            <a:chExt cx="8602275" cy="998359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BBD3BA5-3727-DF44-A33F-1A30A632D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6625" y="675891"/>
              <a:ext cx="8592749" cy="550621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F941C32-902C-2D0C-82B8-82BB703C5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862" y="6182108"/>
              <a:ext cx="8602275" cy="4477375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0AD36C21-5A3D-5ED6-E5AB-D94738EC3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7774" y="3005860"/>
            <a:ext cx="670794" cy="4286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E8B9B4A-A69F-1CA9-BF3B-3B29DF1F6B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7774" y="3503478"/>
            <a:ext cx="670794" cy="45563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162B8A5-0886-4CAA-FDAB-8318A04135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0028" y="4504059"/>
            <a:ext cx="546251" cy="45563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0BB18B0-18DA-E2BC-20EF-AEE49539A5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7760" y="5021004"/>
            <a:ext cx="690821" cy="2692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402D484-3A43-5FBE-9DAD-7E11BD39C8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9065" y="4007865"/>
            <a:ext cx="670794" cy="41677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48BA3CE-943F-3E69-26AC-271992C9ADB8}"/>
              </a:ext>
            </a:extLst>
          </p:cNvPr>
          <p:cNvGrpSpPr/>
          <p:nvPr/>
        </p:nvGrpSpPr>
        <p:grpSpPr>
          <a:xfrm>
            <a:off x="4208779" y="5533846"/>
            <a:ext cx="657905" cy="427392"/>
            <a:chOff x="0" y="921538"/>
            <a:chExt cx="9906000" cy="6435197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9F102C4-A168-3EED-567E-065A1DD3F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0" y="921538"/>
              <a:ext cx="9906000" cy="33280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360D289F-3943-0D82-B30C-F68FD6F58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4255839"/>
              <a:ext cx="9906000" cy="3100896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C370541-0314-E553-3CA3-88C260E34224}"/>
              </a:ext>
            </a:extLst>
          </p:cNvPr>
          <p:cNvSpPr txBox="1"/>
          <p:nvPr/>
        </p:nvSpPr>
        <p:spPr>
          <a:xfrm>
            <a:off x="425432" y="6545858"/>
            <a:ext cx="356988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조회 가능한 </a:t>
            </a:r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Cell ID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</a:t>
            </a:r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NG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확인률에 잡힌 </a:t>
            </a:r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PKG Cell ID 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관련된 </a:t>
            </a:r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Cell ID</a:t>
            </a:r>
            <a:r>
              <a:rPr lang="ko-KR" altLang="en-US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입니다</a:t>
            </a:r>
            <a:r>
              <a:rPr lang="en-US" altLang="ko-KR" sz="90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CC3B8A5-663C-3160-3648-9FC99C3DCB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7774" y="6138706"/>
            <a:ext cx="657905" cy="11556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756A836-700C-7EC4-0165-A341143C40C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9968" y="1586038"/>
            <a:ext cx="700317" cy="6821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0462587-FDC5-F56F-3212-86BBCB33C96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9968" y="2507166"/>
            <a:ext cx="671407" cy="39499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406E30F-78FC-BBA6-FB42-C57EE6AC797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59967" y="3059002"/>
            <a:ext cx="671407" cy="27630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8329F8F-F2C2-9315-4886-95DB0F2CE16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59967" y="4114960"/>
            <a:ext cx="671407" cy="8456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7A7E858-AB1D-706B-8383-46EDC0DF19F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59967" y="2095820"/>
            <a:ext cx="673012" cy="2545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4470F43-FE53-60AE-AE34-BC2EE99CCC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53781" y="3556919"/>
            <a:ext cx="677592" cy="26143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BA44D17-A10D-84CE-7DA9-542CFB75BDB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0649" y="5026427"/>
            <a:ext cx="330452" cy="44611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BA73553-218A-B1EF-0F6E-A0F0FB47461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9313" y="5533846"/>
            <a:ext cx="549839" cy="446110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F6E4E1B8-CE13-A06E-CD32-D3EB2506AF23}"/>
              </a:ext>
            </a:extLst>
          </p:cNvPr>
          <p:cNvGrpSpPr/>
          <p:nvPr/>
        </p:nvGrpSpPr>
        <p:grpSpPr>
          <a:xfrm>
            <a:off x="9064729" y="4517095"/>
            <a:ext cx="665221" cy="444122"/>
            <a:chOff x="0" y="731155"/>
            <a:chExt cx="9906000" cy="6613545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BC666CFB-8617-DBED-054A-EE1B91224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0" y="731155"/>
              <a:ext cx="9906000" cy="3518383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973793F-2F30-F491-669D-CB9C805DF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0" y="4237700"/>
              <a:ext cx="9906000" cy="3107000"/>
            </a:xfrm>
            <a:prstGeom prst="rect">
              <a:avLst/>
            </a:prstGeom>
          </p:spPr>
        </p:pic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41F4C8BC-1F6F-8D15-6FEC-BAE3DB19F3C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4729" y="6125635"/>
            <a:ext cx="665221" cy="248640"/>
          </a:xfrm>
          <a:prstGeom prst="rect">
            <a:avLst/>
          </a:prstGeom>
        </p:spPr>
      </p:pic>
      <p:sp>
        <p:nvSpPr>
          <p:cNvPr id="43" name="실행 단추: 돌아가기 42">
            <a:hlinkClick r:id="rId26" action="ppaction://hlinksldjump" highlightClick="1"/>
            <a:extLst>
              <a:ext uri="{FF2B5EF4-FFF2-40B4-BE49-F238E27FC236}">
                <a16:creationId xmlns:a16="http://schemas.microsoft.com/office/drawing/2014/main" id="{C5BE82C2-D8A1-EF23-A289-A3E4EE1497C9}"/>
              </a:ext>
            </a:extLst>
          </p:cNvPr>
          <p:cNvSpPr/>
          <p:nvPr/>
        </p:nvSpPr>
        <p:spPr>
          <a:xfrm>
            <a:off x="9497674" y="118333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제목 4">
            <a:extLst>
              <a:ext uri="{FF2B5EF4-FFF2-40B4-BE49-F238E27FC236}">
                <a16:creationId xmlns:a16="http://schemas.microsoft.com/office/drawing/2014/main" id="{DABCA2CF-BD9B-C1BC-BF41-C600D633EECC}"/>
              </a:ext>
            </a:extLst>
          </p:cNvPr>
          <p:cNvSpPr txBox="1">
            <a:spLocks/>
          </p:cNvSpPr>
          <p:nvPr/>
        </p:nvSpPr>
        <p:spPr>
          <a:xfrm>
            <a:off x="77668" y="98367"/>
            <a:ext cx="7230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검사무결성 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 Agent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구축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(Chat </a:t>
            </a:r>
            <a:r>
              <a:rPr lang="ko-KR" altLang="en-US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서비스</a:t>
            </a:r>
            <a:r>
              <a:rPr lang="en-US" altLang="ko-KR" sz="2000" b="1" u="sng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lang="ko-KR" altLang="ko-KR" sz="2000" b="1" u="sng" kern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EFDE21-AA7B-B163-E103-59BC4D9549A3}"/>
              </a:ext>
            </a:extLst>
          </p:cNvPr>
          <p:cNvSpPr txBox="1"/>
          <p:nvPr/>
        </p:nvSpPr>
        <p:spPr>
          <a:xfrm>
            <a:off x="190989" y="510288"/>
            <a:ext cx="9740400" cy="5232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defTabSz="457200" latinLnBrk="0"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NG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유출 및 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Cell ID </a:t>
            </a:r>
            <a:r>
              <a:rPr lang="ko-KR" altLang="en-US" sz="14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결측에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대한 정보를 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Chat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 통해 자연어 기반으로 조회하는 기능을 구축하였습니다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defTabSz="457200" latinLnBrk="0"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법인 설명회에서 해당 서비스를 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IRS,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사외 불량 이슈 등의 정보를 추가하여 활용하고 싶다는 의견이 있었습니다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1305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실행 단추: 돌아가기 4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5BE82C2-D8A1-EF23-A289-A3E4EE1497C9}"/>
              </a:ext>
            </a:extLst>
          </p:cNvPr>
          <p:cNvSpPr/>
          <p:nvPr/>
        </p:nvSpPr>
        <p:spPr>
          <a:xfrm>
            <a:off x="9497674" y="118333"/>
            <a:ext cx="334174" cy="261915"/>
          </a:xfrm>
          <a:prstGeom prst="actionButtonRetur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제목 4">
            <a:extLst>
              <a:ext uri="{FF2B5EF4-FFF2-40B4-BE49-F238E27FC236}">
                <a16:creationId xmlns:a16="http://schemas.microsoft.com/office/drawing/2014/main" id="{DABCA2CF-BD9B-C1BC-BF41-C600D633EECC}"/>
              </a:ext>
            </a:extLst>
          </p:cNvPr>
          <p:cNvSpPr txBox="1">
            <a:spLocks/>
          </p:cNvSpPr>
          <p:nvPr/>
        </p:nvSpPr>
        <p:spPr>
          <a:xfrm>
            <a:off x="77668" y="98367"/>
            <a:ext cx="7230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145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29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433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578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ko-KR" altLang="en-US" sz="2000" b="1" kern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lang="en-US" altLang="ko-KR" sz="2000" b="1" kern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 </a:t>
            </a:r>
            <a:r>
              <a:rPr kumimoji="1" lang="en-US" altLang="ko-KR" sz="2000" b="1" dirty="0">
                <a:solidFill>
                  <a:schemeClr val="tx1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ESS Link/Pack</a:t>
            </a:r>
            <a:r>
              <a:rPr kumimoji="1" lang="ko-KR" altLang="en-US" sz="2000" b="1" dirty="0">
                <a:solidFill>
                  <a:schemeClr val="tx1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 주요 핵심 부품 추적성 확보 현황 </a:t>
            </a:r>
            <a:endParaRPr lang="ko-KR" altLang="ko-KR" sz="2000" b="1" kern="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10005-81FA-9B83-C756-EF37369B32FE}"/>
              </a:ext>
            </a:extLst>
          </p:cNvPr>
          <p:cNvSpPr txBox="1"/>
          <p:nvPr/>
        </p:nvSpPr>
        <p:spPr>
          <a:xfrm>
            <a:off x="75910" y="445415"/>
            <a:ext cx="98300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최종 확정된 주요 부품 중 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Link 7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종 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Pack 4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종은 자사 시스템으로 수집되고 있고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 외 </a:t>
            </a:r>
            <a:r>
              <a:rPr lang="ko-KR" altLang="en-US" sz="1400" b="0" i="0" u="sng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➊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추가 수집이 필요한 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27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종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(Link 1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종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Pack</a:t>
            </a:r>
            <a:b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26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종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</a:t>
            </a:r>
            <a: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Packer</a:t>
            </a: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社 시스템 내 수집되고 있음을 확인되어</a:t>
            </a:r>
            <a: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(9/4), PSCM</a:t>
            </a: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추가 수집 하기 위해 </a:t>
            </a:r>
            <a: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Infra </a:t>
            </a: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서버 증설 요청하여</a:t>
            </a:r>
            <a: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완료</a:t>
            </a:r>
            <a:b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일정은 검토 중입니다</a:t>
            </a:r>
            <a: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r>
              <a:rPr lang="ko-KR" altLang="en-US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또한</a:t>
            </a:r>
            <a:r>
              <a:rPr lang="en-US" altLang="ko-KR" sz="1400" dirty="0">
                <a:solidFill>
                  <a:srgbClr val="1F1F1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➋ 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Link 2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 협력사 부품 정보의 수집이 불가하여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 시 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Enclosure ID 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업체 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MES </a:t>
            </a: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통해</a:t>
            </a:r>
            <a:b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확인이 가능합니다</a:t>
            </a:r>
            <a:r>
              <a:rPr lang="en-US" altLang="ko-KR" sz="1400" u="sng" dirty="0">
                <a:solidFill>
                  <a:srgbClr val="1F1F1F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A07F6D1-BB2E-F1F2-9A06-7C9649AD6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2513"/>
              </p:ext>
            </p:extLst>
          </p:nvPr>
        </p:nvGraphicFramePr>
        <p:xfrm>
          <a:off x="768990" y="1523772"/>
          <a:ext cx="4063939" cy="52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4381">
                  <a:extLst>
                    <a:ext uri="{9D8B030D-6E8A-4147-A177-3AD203B41FA5}">
                      <a16:colId xmlns:a16="http://schemas.microsoft.com/office/drawing/2014/main" val="250562302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2816048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805451122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3825992218"/>
                    </a:ext>
                  </a:extLst>
                </a:gridCol>
                <a:gridCol w="536688">
                  <a:extLst>
                    <a:ext uri="{9D8B030D-6E8A-4147-A177-3AD203B41FA5}">
                      <a16:colId xmlns:a16="http://schemas.microsoft.com/office/drawing/2014/main" val="559218215"/>
                    </a:ext>
                  </a:extLst>
                </a:gridCol>
                <a:gridCol w="536688">
                  <a:extLst>
                    <a:ext uri="{9D8B030D-6E8A-4147-A177-3AD203B41FA5}">
                      <a16:colId xmlns:a16="http://schemas.microsoft.com/office/drawing/2014/main" val="590526432"/>
                    </a:ext>
                  </a:extLst>
                </a:gridCol>
              </a:tblGrid>
              <a:tr h="132432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품명</a:t>
                      </a:r>
                      <a:endParaRPr lang="ko-KR" alt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추적 단위</a:t>
                      </a:r>
                      <a:endParaRPr lang="ko-KR" altLang="en-US" sz="8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EGTS </a:t>
                      </a:r>
                      <a:r>
                        <a:rPr lang="ko-KR" alt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수집여부</a:t>
                      </a:r>
                      <a:endParaRPr lang="ko-KR" altLang="en-US" sz="8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345208"/>
                  </a:ext>
                </a:extLst>
              </a:tr>
              <a:tr h="1324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JF2</a:t>
                      </a:r>
                      <a:endParaRPr 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JF2S</a:t>
                      </a:r>
                      <a:endParaRPr 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80380"/>
                  </a:ext>
                </a:extLst>
              </a:tr>
              <a:tr h="132432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Link</a:t>
                      </a:r>
                      <a:endParaRPr 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DC-LINK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3327035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 err="1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Enclousure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819474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M-LINK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0829758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RACK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2235098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BPU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158839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RBMS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8355127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SPA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82397072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PACK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5213903"/>
                  </a:ext>
                </a:extLst>
              </a:tr>
              <a:tr h="132432">
                <a:tc rowSpan="30"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Pack</a:t>
                      </a:r>
                      <a:endParaRPr 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PACK(BMA ID)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1509155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CMA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7848336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CELL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 + </a:t>
                      </a: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적층위치</a:t>
                      </a:r>
                      <a:endParaRPr lang="ko-KR" alt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7054354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PBMS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1850171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End Plate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△</a:t>
                      </a:r>
                      <a:endParaRPr lang="ko-KR" alt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691119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Busbar HSG Assy RD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△</a:t>
                      </a:r>
                      <a:endParaRPr lang="ko-KR" alt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7044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Busbar HSG Assy LD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△</a:t>
                      </a:r>
                      <a:endParaRPr lang="ko-KR" alt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775599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FFC A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70474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FFC B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48002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FFC C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90896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FFC D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934025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Front Plate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LOT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72784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Metal Strap Assay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888310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Insulation sheet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03147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FFC Assy CMA to CMA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62218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Heat sink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42938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Inter Busbar 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6722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PBMS Cover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66581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18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PBMS HSG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43658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19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PBMS Inner Cover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70218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Top Plate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65675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21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Power Terminal HSG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23100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Power Terminal Cover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06135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Positive Busbar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86039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Negative Busbar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77864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Side Plate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033244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PtoP Busbar Assy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837648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PtoP Busbar Cover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118343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28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Power Termina HSG Cover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350177"/>
                  </a:ext>
                </a:extLst>
              </a:tr>
              <a:tr h="132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29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Rack Mount Bracket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 dirty="0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372479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A3A459B-251D-E198-F221-43872CE7B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55925"/>
              </p:ext>
            </p:extLst>
          </p:nvPr>
        </p:nvGraphicFramePr>
        <p:xfrm>
          <a:off x="5407826" y="1523771"/>
          <a:ext cx="3729184" cy="227237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2783">
                  <a:extLst>
                    <a:ext uri="{9D8B030D-6E8A-4147-A177-3AD203B41FA5}">
                      <a16:colId xmlns:a16="http://schemas.microsoft.com/office/drawing/2014/main" val="3654848569"/>
                    </a:ext>
                  </a:extLst>
                </a:gridCol>
                <a:gridCol w="249382">
                  <a:extLst>
                    <a:ext uri="{9D8B030D-6E8A-4147-A177-3AD203B41FA5}">
                      <a16:colId xmlns:a16="http://schemas.microsoft.com/office/drawing/2014/main" val="3210401003"/>
                    </a:ext>
                  </a:extLst>
                </a:gridCol>
                <a:gridCol w="1237672">
                  <a:extLst>
                    <a:ext uri="{9D8B030D-6E8A-4147-A177-3AD203B41FA5}">
                      <a16:colId xmlns:a16="http://schemas.microsoft.com/office/drawing/2014/main" val="2405009435"/>
                    </a:ext>
                  </a:extLst>
                </a:gridCol>
                <a:gridCol w="489527">
                  <a:extLst>
                    <a:ext uri="{9D8B030D-6E8A-4147-A177-3AD203B41FA5}">
                      <a16:colId xmlns:a16="http://schemas.microsoft.com/office/drawing/2014/main" val="1744296738"/>
                    </a:ext>
                  </a:extLst>
                </a:gridCol>
                <a:gridCol w="484910">
                  <a:extLst>
                    <a:ext uri="{9D8B030D-6E8A-4147-A177-3AD203B41FA5}">
                      <a16:colId xmlns:a16="http://schemas.microsoft.com/office/drawing/2014/main" val="2493952361"/>
                    </a:ext>
                  </a:extLst>
                </a:gridCol>
                <a:gridCol w="484910">
                  <a:extLst>
                    <a:ext uri="{9D8B030D-6E8A-4147-A177-3AD203B41FA5}">
                      <a16:colId xmlns:a16="http://schemas.microsoft.com/office/drawing/2014/main" val="249526990"/>
                    </a:ext>
                  </a:extLst>
                </a:gridCol>
              </a:tblGrid>
              <a:tr h="133669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품명</a:t>
                      </a:r>
                      <a:endParaRPr lang="ko-KR" alt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추적 단위</a:t>
                      </a:r>
                      <a:endParaRPr lang="ko-KR" alt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EGTS </a:t>
                      </a:r>
                      <a:r>
                        <a:rPr lang="ko-KR" alt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수집여부</a:t>
                      </a:r>
                      <a:endParaRPr lang="ko-KR" alt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909827"/>
                  </a:ext>
                </a:extLst>
              </a:tr>
              <a:tr h="13366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JF2</a:t>
                      </a:r>
                      <a:endParaRPr 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JF2S</a:t>
                      </a:r>
                      <a:endParaRPr lang="en-US" sz="8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59672"/>
                  </a:ext>
                </a:extLst>
              </a:tr>
              <a:tr h="13366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Link 2</a:t>
                      </a: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b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협력사</a:t>
                      </a:r>
                      <a:b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(Enclosure </a:t>
                      </a: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업체</a:t>
                      </a:r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E-PANEL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64231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SKID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06315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Chiller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044026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HVAC 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43313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Seperator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20062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Intake Fan/Exhaust Fan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973536"/>
                  </a:ext>
                </a:extLst>
              </a:tr>
              <a:tr h="13366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Link 3</a:t>
                      </a: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b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협력사</a:t>
                      </a:r>
                      <a:b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M-LINK, </a:t>
                      </a:r>
                      <a:b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E-Panel</a:t>
                      </a:r>
                      <a:b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업체</a:t>
                      </a:r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MPLC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396769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Gas Sensor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83648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Deflagration Panel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518145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HVAC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360298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UPS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282447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EPLC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914533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SMPS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67715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FACP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342711"/>
                  </a:ext>
                </a:extLst>
              </a:tr>
              <a:tr h="133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endParaRPr lang="en-US" altLang="ko-KR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BSC</a:t>
                      </a: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S/N</a:t>
                      </a: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u="none" strike="noStrike">
                          <a:solidFill>
                            <a:srgbClr val="C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850" b="0" i="0" u="none" strike="noStrike" dirty="0">
                        <a:solidFill>
                          <a:srgbClr val="C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312478"/>
                  </a:ext>
                </a:extLst>
              </a:tr>
            </a:tbl>
          </a:graphicData>
        </a:graphic>
      </p:graphicFrame>
      <p:sp>
        <p:nvSpPr>
          <p:cNvPr id="42" name="타원 41">
            <a:extLst>
              <a:ext uri="{FF2B5EF4-FFF2-40B4-BE49-F238E27FC236}">
                <a16:creationId xmlns:a16="http://schemas.microsoft.com/office/drawing/2014/main" id="{644FCBDF-B4E5-C553-868B-26405ACC77BD}"/>
              </a:ext>
            </a:extLst>
          </p:cNvPr>
          <p:cNvSpPr/>
          <p:nvPr/>
        </p:nvSpPr>
        <p:spPr>
          <a:xfrm>
            <a:off x="663927" y="1413849"/>
            <a:ext cx="218724" cy="22454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</a:t>
            </a:r>
            <a:endParaRPr lang="ko-KR" altLang="en-US" sz="160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AFF49B3-2BE9-FE7C-B196-945E8F1C57CC}"/>
              </a:ext>
            </a:extLst>
          </p:cNvPr>
          <p:cNvSpPr/>
          <p:nvPr/>
        </p:nvSpPr>
        <p:spPr>
          <a:xfrm>
            <a:off x="5298464" y="1413849"/>
            <a:ext cx="218724" cy="22454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2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3401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C36C-9340-9655-4295-5D38BF02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0D8F3F8-9932-1CED-3A3D-01750467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-2688"/>
            <a:ext cx="7210129" cy="562207"/>
          </a:xfrm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lang="ko-KR" altLang="en-US" u="sng" dirty="0">
                <a:latin typeface="Arial Narrow"/>
                <a:ea typeface="LG스마트체 Regular"/>
              </a:rPr>
              <a:t>유첨</a:t>
            </a:r>
            <a:r>
              <a:rPr lang="en-US" altLang="ko-KR" u="sng" dirty="0">
                <a:latin typeface="Arial Narrow"/>
                <a:ea typeface="LG스마트체 Regular"/>
              </a:rPr>
              <a:t>.</a:t>
            </a:r>
            <a:r>
              <a:rPr lang="ko-KR" altLang="en-US" u="sng" dirty="0">
                <a:latin typeface="Arial Narrow"/>
                <a:ea typeface="LG스마트체 Regular"/>
              </a:rPr>
              <a:t> </a:t>
            </a:r>
            <a:r>
              <a:rPr lang="en-US" altLang="ko-KR" u="sng" dirty="0">
                <a:latin typeface="Arial Narrow"/>
                <a:ea typeface="LG스마트체 Regular"/>
              </a:rPr>
              <a:t>FDC</a:t>
            </a:r>
            <a:r>
              <a:rPr lang="ko-KR" altLang="en-US" u="sng" dirty="0">
                <a:latin typeface="Arial Narrow"/>
                <a:ea typeface="LG스마트체 Regular"/>
              </a:rPr>
              <a:t> 알고리즘 </a:t>
            </a:r>
            <a:r>
              <a:rPr lang="en-US" altLang="ko-KR" u="sng" dirty="0">
                <a:latin typeface="Arial Narrow"/>
                <a:ea typeface="LG스마트체 Regular"/>
              </a:rPr>
              <a:t>AI</a:t>
            </a:r>
            <a:r>
              <a:rPr lang="ko-KR" altLang="en-US" u="sng" dirty="0">
                <a:latin typeface="Arial Narrow"/>
                <a:ea typeface="LG스마트체 Regular"/>
              </a:rPr>
              <a:t>기반 개발 환경 구축 </a:t>
            </a:r>
            <a:r>
              <a:rPr lang="en-US" altLang="ko-KR" u="sng" dirty="0">
                <a:latin typeface="Arial Narrow"/>
                <a:ea typeface="LG스마트체 Regular"/>
              </a:rPr>
              <a:t>UI</a:t>
            </a:r>
            <a:endParaRPr lang="ko-KR" altLang="en-US" u="sng" dirty="0">
              <a:latin typeface="Arial Narrow"/>
              <a:ea typeface="LG스마트체 Regular"/>
            </a:endParaRPr>
          </a:p>
        </p:txBody>
      </p:sp>
      <p:sp>
        <p:nvSpPr>
          <p:cNvPr id="2" name="실행 단추: 돌아가기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5EF89EF-A6E5-4BA6-4ED7-BCF578B841E7}"/>
              </a:ext>
            </a:extLst>
          </p:cNvPr>
          <p:cNvSpPr/>
          <p:nvPr/>
        </p:nvSpPr>
        <p:spPr bwMode="auto">
          <a:xfrm>
            <a:off x="9554186" y="68251"/>
            <a:ext cx="261399" cy="288001"/>
          </a:xfrm>
          <a:prstGeom prst="actionButtonReturn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979488" algn="l"/>
              </a:tabLst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076B7-4DDF-AF23-5735-4DD3326E964C}"/>
              </a:ext>
            </a:extLst>
          </p:cNvPr>
          <p:cNvSpPr txBox="1"/>
          <p:nvPr/>
        </p:nvSpPr>
        <p:spPr>
          <a:xfrm>
            <a:off x="263258" y="500234"/>
            <a:ext cx="354674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알고리즘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개발 환경 구축 </a:t>
            </a: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UI </a:t>
            </a:r>
            <a:r>
              <a:rPr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70E730AB-EF8D-2A65-FA1A-082BC43AF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04" y="823342"/>
            <a:ext cx="686375" cy="7200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horz" tIns="91440" bIns="91440" anchor="ctr"/>
          <a:lstStyle/>
          <a:p>
            <a:pPr algn="ctr" defTabSz="457200" latinLnBrk="0">
              <a:buClr>
                <a:srgbClr val="000000"/>
              </a:buClr>
            </a:pPr>
            <a:r>
              <a:rPr lang="ko-KR" altLang="en-US" sz="1200" b="1" kern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 </a:t>
            </a:r>
            <a:r>
              <a:rPr lang="en-US" altLang="ko-KR" sz="1200" b="1" kern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Process</a:t>
            </a:r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6B9FAA2C-159D-04D8-2929-45DF50DD0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04" y="1607381"/>
            <a:ext cx="686373" cy="485594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horz" tIns="91440" bIns="91440" anchor="ctr"/>
          <a:lstStyle/>
          <a:p>
            <a:pPr algn="ctr" defTabSz="457200" latinLnBrk="0">
              <a:buClr>
                <a:srgbClr val="000000"/>
              </a:buClr>
            </a:pPr>
            <a:r>
              <a:rPr lang="en-US" altLang="ko-KR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FADE</a:t>
            </a:r>
          </a:p>
          <a:p>
            <a:pPr algn="ctr" defTabSz="457200" latinLnBrk="0">
              <a:buClr>
                <a:srgbClr val="000000"/>
              </a:buClr>
            </a:pPr>
            <a:r>
              <a:rPr lang="ko-KR" altLang="en-US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</a:t>
            </a:r>
            <a:endParaRPr lang="en-US" altLang="ko-KR" sz="12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오각형 144">
            <a:extLst>
              <a:ext uri="{FF2B5EF4-FFF2-40B4-BE49-F238E27FC236}">
                <a16:creationId xmlns:a16="http://schemas.microsoft.com/office/drawing/2014/main" id="{9510E073-8F15-3684-C67E-F43906162E65}"/>
              </a:ext>
            </a:extLst>
          </p:cNvPr>
          <p:cNvSpPr/>
          <p:nvPr/>
        </p:nvSpPr>
        <p:spPr>
          <a:xfrm>
            <a:off x="1247660" y="829477"/>
            <a:ext cx="26892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hangingPunct="0"/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데이터 수집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6" name="오각형 144">
            <a:extLst>
              <a:ext uri="{FF2B5EF4-FFF2-40B4-BE49-F238E27FC236}">
                <a16:creationId xmlns:a16="http://schemas.microsoft.com/office/drawing/2014/main" id="{44DBFE39-2771-A49C-C095-FB6C84A8EA3E}"/>
              </a:ext>
            </a:extLst>
          </p:cNvPr>
          <p:cNvSpPr/>
          <p:nvPr/>
        </p:nvSpPr>
        <p:spPr>
          <a:xfrm>
            <a:off x="6648831" y="829477"/>
            <a:ext cx="26892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알고리즘 개발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8" name="오각형 144">
            <a:extLst>
              <a:ext uri="{FF2B5EF4-FFF2-40B4-BE49-F238E27FC236}">
                <a16:creationId xmlns:a16="http://schemas.microsoft.com/office/drawing/2014/main" id="{9A2E1CA3-CBE0-3140-4A11-67B78E6D3769}"/>
              </a:ext>
            </a:extLst>
          </p:cNvPr>
          <p:cNvSpPr/>
          <p:nvPr/>
        </p:nvSpPr>
        <p:spPr>
          <a:xfrm>
            <a:off x="3941885" y="829477"/>
            <a:ext cx="2689200" cy="720000"/>
          </a:xfrm>
          <a:prstGeom prst="homePlate">
            <a:avLst>
              <a:gd name="adj" fmla="val 21281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 rtlCol="0" anchor="ctr">
            <a:noAutofit/>
          </a:bodyPr>
          <a:lstStyle/>
          <a:p>
            <a:pPr algn="ctr" defTabSz="1041400" eaLnBrk="0" fontAlgn="auto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데이터 </a:t>
            </a:r>
            <a:r>
              <a:rPr lang="ko-KR" altLang="en-US" sz="1300" b="1" kern="0" dirty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전처리</a:t>
            </a:r>
            <a:endParaRPr lang="en-US" altLang="ko-KR" sz="13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F1509C09-56DA-2334-5E24-556D2857A28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251646" y="2015752"/>
            <a:ext cx="3819600" cy="2019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3A06D2A-5ED9-466D-E118-FAFE2A64C2A8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247660" y="4443723"/>
            <a:ext cx="3819600" cy="2019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78A49CA6-17FB-A5DD-443D-C0DAEBD0D0C7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518431" y="4443723"/>
            <a:ext cx="3875864" cy="2019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6" name="Rectangle 24">
            <a:extLst>
              <a:ext uri="{FF2B5EF4-FFF2-40B4-BE49-F238E27FC236}">
                <a16:creationId xmlns:a16="http://schemas.microsoft.com/office/drawing/2014/main" id="{1A303A64-22EA-D76F-B136-40C95385F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660" y="1590311"/>
            <a:ext cx="1989025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ctr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데이터 설정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Rectangle 24">
            <a:extLst>
              <a:ext uri="{FF2B5EF4-FFF2-40B4-BE49-F238E27FC236}">
                <a16:creationId xmlns:a16="http://schemas.microsoft.com/office/drawing/2014/main" id="{8F76C78C-391E-AE62-2997-43407F10D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960" y="1590311"/>
            <a:ext cx="1989025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ctr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데이터 조회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503AC26E-3CAE-AA68-0146-19383A4FF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660" y="4097291"/>
            <a:ext cx="1989025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ctr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데이터 다빈치 자동 적재 신청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Rectangle 24">
            <a:extLst>
              <a:ext uri="{FF2B5EF4-FFF2-40B4-BE49-F238E27FC236}">
                <a16:creationId xmlns:a16="http://schemas.microsoft.com/office/drawing/2014/main" id="{00719309-0EE4-DE22-C6EC-542505391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960" y="4097291"/>
            <a:ext cx="1989025" cy="3149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 type="none" w="sm" len="sm"/>
          </a:ln>
        </p:spPr>
        <p:txBody>
          <a:bodyPr lIns="72000" tIns="37239" rIns="0" bIns="37239" anchor="ctr"/>
          <a:lstStyle/>
          <a:p>
            <a:pPr marL="171450" marR="0" lvl="0" indent="-171450" defTabSz="74453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데이터 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API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설정</a:t>
            </a:r>
            <a:endParaRPr lang="en-US" altLang="ko-KR" sz="10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39EBF2-2F97-BE74-A1A8-C9F5CF793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431" y="1975059"/>
            <a:ext cx="3875864" cy="20602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50086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COA_FONTSIZE_L" val="12"/>
  <p:tag name="MMCOA_FONTSIZE_M" val="12"/>
  <p:tag name="MMCOA_FONTSIZE_S" val="12"/>
  <p:tag name="MMCOA_HIDEONCOLOUR" val="N"/>
  <p:tag name="MMCOA_HIDEONWHITE" val="Y"/>
  <p:tag name="MMCOA_POSITION_L" val="0;506.5;33.5;756"/>
  <p:tag name="MMCOA_POSITION_M" val="0;506.5;33.5;756"/>
  <p:tag name="MMCOA_POSITION_S" val="0;506.5;33.5;756"/>
  <p:tag name="MMCOA_SMARTSHAPE" val="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COA_FONTSIZE_L" val="12"/>
  <p:tag name="MMCOA_FONTSIZE_M" val="12"/>
  <p:tag name="MMCOA_FONTSIZE_S" val="12"/>
  <p:tag name="MMCOA_HIDEONCOLOUR" val="N"/>
  <p:tag name="MMCOA_HIDEONWHITE" val="Y"/>
  <p:tag name="MMCOA_POSITION_L" val="0;158.625;222.75;756"/>
  <p:tag name="MMCOA_POSITION_M" val="0;158.625;222.75;756"/>
  <p:tag name="MMCOA_POSITION_S" val="0;158.625;222.75;756"/>
  <p:tag name="MMCOA_SMARTSHAPE" val="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COA_EXTENDEDFILLCOLOUR" val=""/>
  <p:tag name="MMCOA_FONTSIZE_L" val="28"/>
  <p:tag name="MMCOA_FONTSIZE_M" val="28"/>
  <p:tag name="MMCOA_FONTSIZE_S" val="28"/>
  <p:tag name="MMCOA_FONTSIZE_T" val="28"/>
  <p:tag name="MMCOA_HIDEONBALLROOM" val="N"/>
  <p:tag name="MMCOA_HIDEONCLASSIC" val="N"/>
  <p:tag name="MMCOA_HIDEONCOLOUR" val="N"/>
  <p:tag name="MMCOA_HIDEONECO" val="N"/>
  <p:tag name="MMCOA_HIDEONTEXT" val="N"/>
  <p:tag name="MMCOA_HIDEONWHITE" val="N"/>
  <p:tag name="MMCOA_POSITION_L" val="70.625;97.875;55;648.375"/>
  <p:tag name="MMCOA_POSITION_M" val="70.625;97.875;55;648.375"/>
  <p:tag name="MMCOA_POSITION_S" val="70.625;97.875;55;648.375"/>
  <p:tag name="MMCOA_POSITION_T" val="70.625;97.875;55;648.375"/>
  <p:tag name="MMCOA_SMARTSHAPE" val="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0"/>
</p:tagLst>
</file>

<file path=ppt/theme/theme1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MMC Standard">
  <a:themeElements>
    <a:clrScheme name="사용자 지정 13">
      <a:dk1>
        <a:srgbClr val="3F3F3F"/>
      </a:dk1>
      <a:lt1>
        <a:srgbClr val="FFFFFF"/>
      </a:lt1>
      <a:dk2>
        <a:srgbClr val="003366"/>
      </a:dk2>
      <a:lt2>
        <a:srgbClr val="336699"/>
      </a:lt2>
      <a:accent1>
        <a:srgbClr val="800000"/>
      </a:accent1>
      <a:accent2>
        <a:srgbClr val="00A8C8"/>
      </a:accent2>
      <a:accent3>
        <a:srgbClr val="003366"/>
      </a:accent3>
      <a:accent4>
        <a:srgbClr val="AACEEC"/>
      </a:accent4>
      <a:accent5>
        <a:srgbClr val="EAEAEA"/>
      </a:accent5>
      <a:accent6>
        <a:srgbClr val="404040"/>
      </a:accent6>
      <a:hlink>
        <a:srgbClr val="0000FF"/>
      </a:hlink>
      <a:folHlink>
        <a:srgbClr val="92D05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0000"/>
          </a:lnSpc>
          <a:spcBef>
            <a:spcPts val="600"/>
          </a:spcBef>
          <a:defRPr sz="1200" dirty="0" smtClean="0">
            <a:solidFill>
              <a:schemeClr val="tx1">
                <a:lumMod val="50000"/>
              </a:schemeClr>
            </a:solidFill>
            <a:latin typeface="Calibri" panose="020F0502020204030204" pitchFamily="34" charset="0"/>
            <a:ea typeface="맑은 고딕" panose="020B0503020000020004" pitchFamily="50" charset="-12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33350" indent="-133350" algn="l">
          <a:lnSpc>
            <a:spcPct val="110000"/>
          </a:lnSpc>
          <a:spcBef>
            <a:spcPts val="600"/>
          </a:spcBef>
          <a:buFont typeface="Wingdings" panose="05000000000000000000" pitchFamily="2" charset="2"/>
          <a:buChar char="§"/>
          <a:defRPr sz="1200">
            <a:latin typeface="Calibri" panose="020F0502020204030204" pitchFamily="34" charset="0"/>
          </a:defRPr>
        </a:defPPr>
      </a:lstStyle>
    </a:txDef>
  </a:objectDefaults>
  <a:extraClrSchemeLst>
    <a:extraClrScheme>
      <a:clrScheme name="3_MMC Standard 1">
        <a:dk1>
          <a:srgbClr val="3F3F3F"/>
        </a:dk1>
        <a:lt1>
          <a:srgbClr val="FFFFFF"/>
        </a:lt1>
        <a:dk2>
          <a:srgbClr val="00A2DF"/>
        </a:dk2>
        <a:lt2>
          <a:srgbClr val="0057A6"/>
        </a:lt2>
        <a:accent1>
          <a:srgbClr val="00A2DF"/>
        </a:accent1>
        <a:accent2>
          <a:srgbClr val="FF6400"/>
        </a:accent2>
        <a:accent3>
          <a:srgbClr val="FFFFFF"/>
        </a:accent3>
        <a:accent4>
          <a:srgbClr val="343434"/>
        </a:accent4>
        <a:accent5>
          <a:srgbClr val="AACEEC"/>
        </a:accent5>
        <a:accent6>
          <a:srgbClr val="E75A00"/>
        </a:accent6>
        <a:hlink>
          <a:srgbClr val="FCC917"/>
        </a:hlink>
        <a:folHlink>
          <a:srgbClr val="86C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MMC Standard 2">
        <a:dk1>
          <a:srgbClr val="3F3F3F"/>
        </a:dk1>
        <a:lt1>
          <a:srgbClr val="FFFFFF"/>
        </a:lt1>
        <a:dk2>
          <a:srgbClr val="00A2DF"/>
        </a:dk2>
        <a:lt2>
          <a:srgbClr val="0057A6"/>
        </a:lt2>
        <a:accent1>
          <a:srgbClr val="FF6400"/>
        </a:accent1>
        <a:accent2>
          <a:srgbClr val="FCC917"/>
        </a:accent2>
        <a:accent3>
          <a:srgbClr val="FFFFFF"/>
        </a:accent3>
        <a:accent4>
          <a:srgbClr val="343434"/>
        </a:accent4>
        <a:accent5>
          <a:srgbClr val="FFB8AA"/>
        </a:accent5>
        <a:accent6>
          <a:srgbClr val="E4B614"/>
        </a:accent6>
        <a:hlink>
          <a:srgbClr val="86C100"/>
        </a:hlink>
        <a:folHlink>
          <a:srgbClr val="E2382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MMC Standard 3">
        <a:dk1>
          <a:srgbClr val="3F3F3F"/>
        </a:dk1>
        <a:lt1>
          <a:srgbClr val="FFFFFF"/>
        </a:lt1>
        <a:dk2>
          <a:srgbClr val="00A2DF"/>
        </a:dk2>
        <a:lt2>
          <a:srgbClr val="0057A6"/>
        </a:lt2>
        <a:accent1>
          <a:srgbClr val="FCC917"/>
        </a:accent1>
        <a:accent2>
          <a:srgbClr val="FF6400"/>
        </a:accent2>
        <a:accent3>
          <a:srgbClr val="FFFFFF"/>
        </a:accent3>
        <a:accent4>
          <a:srgbClr val="343434"/>
        </a:accent4>
        <a:accent5>
          <a:srgbClr val="FDE1AB"/>
        </a:accent5>
        <a:accent6>
          <a:srgbClr val="E75A00"/>
        </a:accent6>
        <a:hlink>
          <a:srgbClr val="86C100"/>
        </a:hlink>
        <a:folHlink>
          <a:srgbClr val="E2382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MMC Standard 4">
        <a:dk1>
          <a:srgbClr val="3F3F3F"/>
        </a:dk1>
        <a:lt1>
          <a:srgbClr val="FFFFFF"/>
        </a:lt1>
        <a:dk2>
          <a:srgbClr val="00A2DF"/>
        </a:dk2>
        <a:lt2>
          <a:srgbClr val="0057A6"/>
        </a:lt2>
        <a:accent1>
          <a:srgbClr val="86C100"/>
        </a:accent1>
        <a:accent2>
          <a:srgbClr val="E23828"/>
        </a:accent2>
        <a:accent3>
          <a:srgbClr val="FFFFFF"/>
        </a:accent3>
        <a:accent4>
          <a:srgbClr val="343434"/>
        </a:accent4>
        <a:accent5>
          <a:srgbClr val="C3DDAA"/>
        </a:accent5>
        <a:accent6>
          <a:srgbClr val="CD3223"/>
        </a:accent6>
        <a:hlink>
          <a:srgbClr val="FCC917"/>
        </a:hlink>
        <a:folHlink>
          <a:srgbClr val="FF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MMC Standard 5">
        <a:dk1>
          <a:srgbClr val="3F3F3F"/>
        </a:dk1>
        <a:lt1>
          <a:srgbClr val="FFFFFF"/>
        </a:lt1>
        <a:dk2>
          <a:srgbClr val="00A2DF"/>
        </a:dk2>
        <a:lt2>
          <a:srgbClr val="0057A6"/>
        </a:lt2>
        <a:accent1>
          <a:srgbClr val="E23828"/>
        </a:accent1>
        <a:accent2>
          <a:srgbClr val="86C100"/>
        </a:accent2>
        <a:accent3>
          <a:srgbClr val="FFFFFF"/>
        </a:accent3>
        <a:accent4>
          <a:srgbClr val="343434"/>
        </a:accent4>
        <a:accent5>
          <a:srgbClr val="EEAEAC"/>
        </a:accent5>
        <a:accent6>
          <a:srgbClr val="79AF00"/>
        </a:accent6>
        <a:hlink>
          <a:srgbClr val="FCC917"/>
        </a:hlink>
        <a:folHlink>
          <a:srgbClr val="FF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MMC Standard 6">
        <a:dk1>
          <a:srgbClr val="3F3F3F"/>
        </a:dk1>
        <a:lt1>
          <a:srgbClr val="FFFFFF"/>
        </a:lt1>
        <a:dk2>
          <a:srgbClr val="00A2DF"/>
        </a:dk2>
        <a:lt2>
          <a:srgbClr val="0057A6"/>
        </a:lt2>
        <a:accent1>
          <a:srgbClr val="70512C"/>
        </a:accent1>
        <a:accent2>
          <a:srgbClr val="86C100"/>
        </a:accent2>
        <a:accent3>
          <a:srgbClr val="FFFFFF"/>
        </a:accent3>
        <a:accent4>
          <a:srgbClr val="343434"/>
        </a:accent4>
        <a:accent5>
          <a:srgbClr val="BBB3AC"/>
        </a:accent5>
        <a:accent6>
          <a:srgbClr val="79AF00"/>
        </a:accent6>
        <a:hlink>
          <a:srgbClr val="FCC917"/>
        </a:hlink>
        <a:folHlink>
          <a:srgbClr val="FF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MMC Standard 7">
        <a:dk1>
          <a:srgbClr val="00A2DF"/>
        </a:dk1>
        <a:lt1>
          <a:srgbClr val="FFFFFF"/>
        </a:lt1>
        <a:dk2>
          <a:srgbClr val="3F3F3F"/>
        </a:dk2>
        <a:lt2>
          <a:srgbClr val="0057A6"/>
        </a:lt2>
        <a:accent1>
          <a:srgbClr val="00A2DF"/>
        </a:accent1>
        <a:accent2>
          <a:srgbClr val="FF6400"/>
        </a:accent2>
        <a:accent3>
          <a:srgbClr val="AFAFAF"/>
        </a:accent3>
        <a:accent4>
          <a:srgbClr val="DADADA"/>
        </a:accent4>
        <a:accent5>
          <a:srgbClr val="AACEEC"/>
        </a:accent5>
        <a:accent6>
          <a:srgbClr val="E75A00"/>
        </a:accent6>
        <a:hlink>
          <a:srgbClr val="FCC917"/>
        </a:hlink>
        <a:folHlink>
          <a:srgbClr val="86C1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MMC Standard 8">
        <a:dk1>
          <a:srgbClr val="00A2DF"/>
        </a:dk1>
        <a:lt1>
          <a:srgbClr val="FFFFFF"/>
        </a:lt1>
        <a:dk2>
          <a:srgbClr val="3F3F3F"/>
        </a:dk2>
        <a:lt2>
          <a:srgbClr val="0057A6"/>
        </a:lt2>
        <a:accent1>
          <a:srgbClr val="FF6400"/>
        </a:accent1>
        <a:accent2>
          <a:srgbClr val="FCC917"/>
        </a:accent2>
        <a:accent3>
          <a:srgbClr val="AFAFAF"/>
        </a:accent3>
        <a:accent4>
          <a:srgbClr val="DADADA"/>
        </a:accent4>
        <a:accent5>
          <a:srgbClr val="FFB8AA"/>
        </a:accent5>
        <a:accent6>
          <a:srgbClr val="E4B614"/>
        </a:accent6>
        <a:hlink>
          <a:srgbClr val="86C100"/>
        </a:hlink>
        <a:folHlink>
          <a:srgbClr val="E2382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MMC Standard 9">
        <a:dk1>
          <a:srgbClr val="00A2DF"/>
        </a:dk1>
        <a:lt1>
          <a:srgbClr val="FFFFFF"/>
        </a:lt1>
        <a:dk2>
          <a:srgbClr val="3F3F3F"/>
        </a:dk2>
        <a:lt2>
          <a:srgbClr val="0057A6"/>
        </a:lt2>
        <a:accent1>
          <a:srgbClr val="FCC917"/>
        </a:accent1>
        <a:accent2>
          <a:srgbClr val="FF6400"/>
        </a:accent2>
        <a:accent3>
          <a:srgbClr val="AFAFAF"/>
        </a:accent3>
        <a:accent4>
          <a:srgbClr val="DADADA"/>
        </a:accent4>
        <a:accent5>
          <a:srgbClr val="FDE1AB"/>
        </a:accent5>
        <a:accent6>
          <a:srgbClr val="E75A00"/>
        </a:accent6>
        <a:hlink>
          <a:srgbClr val="86C100"/>
        </a:hlink>
        <a:folHlink>
          <a:srgbClr val="E2382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MMC Standard 10">
        <a:dk1>
          <a:srgbClr val="00A2DF"/>
        </a:dk1>
        <a:lt1>
          <a:srgbClr val="FFFFFF"/>
        </a:lt1>
        <a:dk2>
          <a:srgbClr val="3F3F3F"/>
        </a:dk2>
        <a:lt2>
          <a:srgbClr val="0057A6"/>
        </a:lt2>
        <a:accent1>
          <a:srgbClr val="86C100"/>
        </a:accent1>
        <a:accent2>
          <a:srgbClr val="E23828"/>
        </a:accent2>
        <a:accent3>
          <a:srgbClr val="AFAFAF"/>
        </a:accent3>
        <a:accent4>
          <a:srgbClr val="DADADA"/>
        </a:accent4>
        <a:accent5>
          <a:srgbClr val="C3DDAA"/>
        </a:accent5>
        <a:accent6>
          <a:srgbClr val="CD3223"/>
        </a:accent6>
        <a:hlink>
          <a:srgbClr val="FCC917"/>
        </a:hlink>
        <a:folHlink>
          <a:srgbClr val="FF64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MMC Standard 11">
        <a:dk1>
          <a:srgbClr val="00A2DF"/>
        </a:dk1>
        <a:lt1>
          <a:srgbClr val="FFFFFF"/>
        </a:lt1>
        <a:dk2>
          <a:srgbClr val="3F3F3F"/>
        </a:dk2>
        <a:lt2>
          <a:srgbClr val="0057A6"/>
        </a:lt2>
        <a:accent1>
          <a:srgbClr val="E23828"/>
        </a:accent1>
        <a:accent2>
          <a:srgbClr val="86C100"/>
        </a:accent2>
        <a:accent3>
          <a:srgbClr val="AFAFAF"/>
        </a:accent3>
        <a:accent4>
          <a:srgbClr val="DADADA"/>
        </a:accent4>
        <a:accent5>
          <a:srgbClr val="EEAEAC"/>
        </a:accent5>
        <a:accent6>
          <a:srgbClr val="79AF00"/>
        </a:accent6>
        <a:hlink>
          <a:srgbClr val="FCC917"/>
        </a:hlink>
        <a:folHlink>
          <a:srgbClr val="FF64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MMC Standard 12">
        <a:dk1>
          <a:srgbClr val="00A2DF"/>
        </a:dk1>
        <a:lt1>
          <a:srgbClr val="FFFFFF"/>
        </a:lt1>
        <a:dk2>
          <a:srgbClr val="3F3F3F"/>
        </a:dk2>
        <a:lt2>
          <a:srgbClr val="0057A6"/>
        </a:lt2>
        <a:accent1>
          <a:srgbClr val="70512C"/>
        </a:accent1>
        <a:accent2>
          <a:srgbClr val="86C100"/>
        </a:accent2>
        <a:accent3>
          <a:srgbClr val="AFAFAF"/>
        </a:accent3>
        <a:accent4>
          <a:srgbClr val="DADADA"/>
        </a:accent4>
        <a:accent5>
          <a:srgbClr val="BBB3AC"/>
        </a:accent5>
        <a:accent6>
          <a:srgbClr val="79AF00"/>
        </a:accent6>
        <a:hlink>
          <a:srgbClr val="FCC917"/>
        </a:hlink>
        <a:folHlink>
          <a:srgbClr val="FF64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E6B36BB2DEE8941AF34B9EE08D46070" ma:contentTypeVersion="3" ma:contentTypeDescription="새 문서를 만듭니다." ma:contentTypeScope="" ma:versionID="91b2d421b22d24fcd60e665132696f2c">
  <xsd:schema xmlns:xsd="http://www.w3.org/2001/XMLSchema" xmlns:xs="http://www.w3.org/2001/XMLSchema" xmlns:p="http://schemas.microsoft.com/office/2006/metadata/properties" xmlns:ns2="3aad68db-4673-49d5-b4cc-4fffc0224e5d" targetNamespace="http://schemas.microsoft.com/office/2006/metadata/properties" ma:root="true" ma:fieldsID="565b5610884b51bc70bba6625a2fc884" ns2:_="">
    <xsd:import namespace="3aad68db-4673-49d5-b4cc-4fffc0224e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d68db-4673-49d5-b4cc-4fffc0224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9C371F-BCF5-4EDE-8910-937D505C08D7}">
  <ds:schemaRefs>
    <ds:schemaRef ds:uri="3aad68db-4673-49d5-b4cc-4fffc0224e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8BEDC9F-59D9-4D08-A976-40320CD3FA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93B8E0-6D3B-4D79-9126-D70FCB753FC4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3aad68db-4673-49d5-b4cc-4fffc0224e5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11145</Words>
  <Application>Microsoft Office PowerPoint</Application>
  <PresentationFormat>A4 용지(210x297mm)</PresentationFormat>
  <Paragraphs>1779</Paragraphs>
  <Slides>26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26</vt:i4>
      </vt:variant>
    </vt:vector>
  </HeadingPairs>
  <TitlesOfParts>
    <vt:vector size="49" baseType="lpstr">
      <vt:lpstr>LG스마트체 Regular</vt:lpstr>
      <vt:lpstr>LG스마트체 Regular</vt:lpstr>
      <vt:lpstr>LG스마트체 SemiBold</vt:lpstr>
      <vt:lpstr>LG스마트체2.0 Bold</vt:lpstr>
      <vt:lpstr>LG스마트체2.0 Regular</vt:lpstr>
      <vt:lpstr>LG스마트체2.0 Regular</vt:lpstr>
      <vt:lpstr>LG스마트체2.0 SemiBold</vt:lpstr>
      <vt:lpstr>Wingdings,Sans-Serif</vt:lpstr>
      <vt:lpstr>굴림</vt:lpstr>
      <vt:lpstr>맑은 고딕</vt:lpstr>
      <vt:lpstr>현대하모니 L</vt:lpstr>
      <vt:lpstr>Aptos Narrow</vt:lpstr>
      <vt:lpstr>Arial</vt:lpstr>
      <vt:lpstr>Arial narrow</vt:lpstr>
      <vt:lpstr>Arial narrow</vt:lpstr>
      <vt:lpstr>Calibri</vt:lpstr>
      <vt:lpstr>Calibri Light</vt:lpstr>
      <vt:lpstr>Corbel</vt:lpstr>
      <vt:lpstr>Wingdings</vt:lpstr>
      <vt:lpstr>19_기본 디자인</vt:lpstr>
      <vt:lpstr>2_디자인 사용자 지정</vt:lpstr>
      <vt:lpstr>3_MMC Standard</vt:lpstr>
      <vt:lpstr>Office 테마</vt:lpstr>
      <vt:lpstr>품질DX담당 9월 업무 보고</vt:lpstr>
      <vt:lpstr>PowerPoint 프레젠테이션</vt:lpstr>
      <vt:lpstr>PowerPoint 프레젠테이션</vt:lpstr>
      <vt:lpstr>PowerPoint 프레젠테이션</vt:lpstr>
      <vt:lpstr>유첨. KPI 8월 진척 사항_ESS Safety Issue 판단 Fast Track 체계 구축</vt:lpstr>
      <vt:lpstr>유첨. KPI 8월 진척 사항_제조 운영 AX BM/PD 개선</vt:lpstr>
      <vt:lpstr>유첨. 제조 운영 AX BM/PD 개선_FDC 검사 설비 이상감지를 연동한 Agent AI 개발_PoC </vt:lpstr>
      <vt:lpstr>유첨. KPI 8월 진척 사항_AX기반 ESS 수율 개선 </vt:lpstr>
      <vt:lpstr>유첨. KPI 8월 진척 사항_AX기반 업무 효율화</vt:lpstr>
      <vt:lpstr>유첨. KPI 8월 진척 사항_AX기반 업무 효율화</vt:lpstr>
      <vt:lpstr>유첨. KPI 8월 진척 사항_AX기반 업무 효율화</vt:lpstr>
      <vt:lpstr>유첨. KPI 8월 진척 사항_AX 기반 구축</vt:lpstr>
      <vt:lpstr>유첨. KPI 8월 진척 사항_AX 기반 구축</vt:lpstr>
      <vt:lpstr>PowerPoint 프레젠테이션</vt:lpstr>
      <vt:lpstr>유첨. KPI 8월 진척 사항_AX 기반 구축</vt:lpstr>
      <vt:lpstr>유첨. KPI 8월 진척 사항_AX 기반 구축</vt:lpstr>
      <vt:lpstr>PowerPoint 프레젠테이션</vt:lpstr>
      <vt:lpstr>유첨. IVS 알고리즘 학습/ 배포 기능 적용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유첨. FDC 알고리즘 AI기반 개발 환경 구축 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박정우(Jeong Woo Park)[jeongwoo]/팀장/경영전략2팀</dc:creator>
  <cp:lastModifiedBy>이재후(JAEHU LEE)[jaehu]/사원/제조DX.기획팀</cp:lastModifiedBy>
  <cp:revision>33</cp:revision>
  <cp:lastPrinted>2025-06-04T23:29:49Z</cp:lastPrinted>
  <dcterms:modified xsi:type="dcterms:W3CDTF">2026-09-08T00:41:47Z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0x010100BE6B36BB2DEE8941AF34B9EE08D46070</vt:lpwstr>
  </property>
  <property fmtid="{D5CDD505-2E9C-101B-9397-08002B2CF9AE}" pid="3" name="Order">
    <vt:lpwstr>76000.0000000000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</Properties>
</file>