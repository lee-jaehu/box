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1"/>
    <p:sldMasterId id="2147483721" r:id="rId2"/>
    <p:sldMasterId id="2147483735" r:id="rId3"/>
  </p:sldMasterIdLst>
  <p:notesMasterIdLst>
    <p:notesMasterId r:id="rId16"/>
  </p:notesMasterIdLst>
  <p:handoutMasterIdLst>
    <p:handoutMasterId r:id="rId17"/>
  </p:handoutMasterIdLst>
  <p:sldIdLst>
    <p:sldId id="2147483397" r:id="rId4"/>
    <p:sldId id="259" r:id="rId5"/>
    <p:sldId id="273" r:id="rId6"/>
    <p:sldId id="2147483647" r:id="rId7"/>
    <p:sldId id="264" r:id="rId8"/>
    <p:sldId id="2147483406" r:id="rId9"/>
    <p:sldId id="2147483410" r:id="rId10"/>
    <p:sldId id="2147483407" r:id="rId11"/>
    <p:sldId id="260" r:id="rId12"/>
    <p:sldId id="2147483409" r:id="rId13"/>
    <p:sldId id="261" r:id="rId14"/>
    <p:sldId id="310" r:id="rId15"/>
  </p:sldIdLst>
  <p:sldSz cx="9906000" cy="6858000" type="A4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85DEC3-A0A4-4C6B-9000-9B9306ECF9CF}">
          <p14:sldIdLst>
            <p14:sldId id="2147483397"/>
            <p14:sldId id="259"/>
            <p14:sldId id="273"/>
            <p14:sldId id="2147483647"/>
            <p14:sldId id="264"/>
            <p14:sldId id="2147483406"/>
            <p14:sldId id="2147483410"/>
            <p14:sldId id="2147483407"/>
            <p14:sldId id="260"/>
            <p14:sldId id="2147483409"/>
          </p14:sldIdLst>
        </p14:section>
        <p14:section name="유첨. BM/PD Loss 트렌드" id="{530CD65A-969B-4319-A563-593E87BA61D6}">
          <p14:sldIdLst>
            <p14:sldId id="261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988">
          <p15:clr>
            <a:srgbClr val="A4A3A4"/>
          </p15:clr>
        </p15:guide>
        <p15:guide id="3" pos="4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6500"/>
    <a:srgbClr val="FFFF99"/>
    <a:srgbClr val="0000FF"/>
    <a:srgbClr val="DDFFDD"/>
    <a:srgbClr val="CCFFCC"/>
    <a:srgbClr val="E2E2E2"/>
    <a:srgbClr val="D9D9D9"/>
    <a:srgbClr val="D1FFE8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23118-2E92-4A20-8806-5909A9DC4F7F}" v="42" dt="2026-07-15T23:10:51.624"/>
    <p1510:client id="{F27A8762-C27E-48B3-BB75-4ED2D7D63C8E}" v="1324" dt="2026-07-15T10:38:50.033"/>
    <p1510:client id="{F8AADB6B-16FB-46FF-928E-0DF8D6B4EF50}" v="16" dt="2026-07-15T23:20:16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60" y="102"/>
      </p:cViewPr>
      <p:guideLst>
        <p:guide orient="horz" pos="482"/>
        <p:guide pos="988"/>
        <p:guide pos="4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9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화원(HWAWON HWANG)[hwawon]/전문위원/제조DX.FDC DX.전극FDC팀" userId="3008ebb8-f9be-4655-89c7-12e63fbdde03" providerId="ADAL" clId="{A8B2B997-DBB1-486F-8233-E4762052AE10}"/>
    <pc:docChg chg="undo custSel modSld">
      <pc:chgData name="황화원(HWAWON HWANG)[hwawon]/전문위원/제조DX.FDC DX.전극FDC팀" userId="3008ebb8-f9be-4655-89c7-12e63fbdde03" providerId="ADAL" clId="{A8B2B997-DBB1-486F-8233-E4762052AE10}" dt="2026-07-15T10:16:53.042" v="297" actId="20577"/>
      <pc:docMkLst>
        <pc:docMk/>
      </pc:docMkLst>
      <pc:sldChg chg="modSp mod">
        <pc:chgData name="황화원(HWAWON HWANG)[hwawon]/전문위원/제조DX.FDC DX.전극FDC팀" userId="3008ebb8-f9be-4655-89c7-12e63fbdde03" providerId="ADAL" clId="{A8B2B997-DBB1-486F-8233-E4762052AE10}" dt="2026-07-15T09:24:47.362" v="37" actId="20577"/>
        <pc:sldMkLst>
          <pc:docMk/>
          <pc:sldMk cId="2969742211" sldId="259"/>
        </pc:sldMkLst>
        <pc:graphicFrameChg chg="mod modGraphic">
          <ac:chgData name="황화원(HWAWON HWANG)[hwawon]/전문위원/제조DX.FDC DX.전극FDC팀" userId="3008ebb8-f9be-4655-89c7-12e63fbdde03" providerId="ADAL" clId="{A8B2B997-DBB1-486F-8233-E4762052AE10}" dt="2026-07-15T09:24:47.362" v="37" actId="20577"/>
          <ac:graphicFrameMkLst>
            <pc:docMk/>
            <pc:sldMk cId="2969742211" sldId="259"/>
            <ac:graphicFrameMk id="2" creationId="{CC4A7C43-E9DD-0E84-566E-6370F6FC13D4}"/>
          </ac:graphicFrameMkLst>
        </pc:graphicFrameChg>
      </pc:sldChg>
      <pc:sldChg chg="addSp modSp mod">
        <pc:chgData name="황화원(HWAWON HWANG)[hwawon]/전문위원/제조DX.FDC DX.전극FDC팀" userId="3008ebb8-f9be-4655-89c7-12e63fbdde03" providerId="ADAL" clId="{A8B2B997-DBB1-486F-8233-E4762052AE10}" dt="2026-07-15T10:16:53.042" v="297" actId="20577"/>
        <pc:sldMkLst>
          <pc:docMk/>
          <pc:sldMk cId="1899411686" sldId="260"/>
        </pc:sldMkLst>
        <pc:spChg chg="add mod">
          <ac:chgData name="황화원(HWAWON HWANG)[hwawon]/전문위원/제조DX.FDC DX.전극FDC팀" userId="3008ebb8-f9be-4655-89c7-12e63fbdde03" providerId="ADAL" clId="{A8B2B997-DBB1-486F-8233-E4762052AE10}" dt="2026-07-14T07:15:52.290" v="3"/>
          <ac:spMkLst>
            <pc:docMk/>
            <pc:sldMk cId="1899411686" sldId="260"/>
            <ac:spMk id="2" creationId="{DC2FBC2B-F45E-7E83-8561-D27CEFD20C9B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4T07:15:52.290" v="3"/>
          <ac:spMkLst>
            <pc:docMk/>
            <pc:sldMk cId="1899411686" sldId="260"/>
            <ac:spMk id="3" creationId="{992A0B3E-29F9-9DC4-EBF6-AF4923AC0F36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4T07:20:25.791" v="4" actId="1076"/>
          <ac:spMkLst>
            <pc:docMk/>
            <pc:sldMk cId="1899411686" sldId="260"/>
            <ac:spMk id="7" creationId="{B7644878-F493-6658-20AF-78A9BCDA51F5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5T10:15:22.543" v="293" actId="20577"/>
          <ac:spMkLst>
            <pc:docMk/>
            <pc:sldMk cId="1899411686" sldId="260"/>
            <ac:spMk id="41" creationId="{9D841164-65BC-4B5B-1BBA-AD9671C83DCC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5T10:16:53.042" v="297" actId="20577"/>
          <ac:spMkLst>
            <pc:docMk/>
            <pc:sldMk cId="1899411686" sldId="260"/>
            <ac:spMk id="52" creationId="{E92AC801-50EE-84A6-4BA3-5AADCA14E1AE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4T07:20:34.251" v="5" actId="1076"/>
          <ac:spMkLst>
            <pc:docMk/>
            <pc:sldMk cId="1899411686" sldId="260"/>
            <ac:spMk id="60" creationId="{C19D9CA7-E0AB-A3D2-1FAA-4D82E0B8196A}"/>
          </ac:spMkLst>
        </pc:spChg>
        <pc:graphicFrameChg chg="add mod">
          <ac:chgData name="황화원(HWAWON HWANG)[hwawon]/전문위원/제조DX.FDC DX.전극FDC팀" userId="3008ebb8-f9be-4655-89c7-12e63fbdde03" providerId="ADAL" clId="{A8B2B997-DBB1-486F-8233-E4762052AE10}" dt="2026-07-14T07:20:25.791" v="4" actId="1076"/>
          <ac:graphicFrameMkLst>
            <pc:docMk/>
            <pc:sldMk cId="1899411686" sldId="260"/>
            <ac:graphicFrameMk id="5" creationId="{672EC076-4A61-6FEF-BAF9-1A1B63B3CB97}"/>
          </ac:graphicFrameMkLst>
        </pc:graphicFrameChg>
      </pc:sldChg>
      <pc:sldChg chg="addSp delSp modSp mod">
        <pc:chgData name="황화원(HWAWON HWANG)[hwawon]/전문위원/제조DX.FDC DX.전극FDC팀" userId="3008ebb8-f9be-4655-89c7-12e63fbdde03" providerId="ADAL" clId="{A8B2B997-DBB1-486F-8233-E4762052AE10}" dt="2026-07-15T09:29:43.818" v="43" actId="1076"/>
        <pc:sldMkLst>
          <pc:docMk/>
          <pc:sldMk cId="3443993367" sldId="273"/>
        </pc:sldMkLst>
        <pc:spChg chg="add del">
          <ac:chgData name="황화원(HWAWON HWANG)[hwawon]/전문위원/제조DX.FDC DX.전극FDC팀" userId="3008ebb8-f9be-4655-89c7-12e63fbdde03" providerId="ADAL" clId="{A8B2B997-DBB1-486F-8233-E4762052AE10}" dt="2026-07-15T09:29:35.598" v="41" actId="478"/>
          <ac:spMkLst>
            <pc:docMk/>
            <pc:sldMk cId="3443993367" sldId="273"/>
            <ac:spMk id="5" creationId="{E710560B-546A-8445-E1DB-9E9328590A48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29:43.818" v="43" actId="1076"/>
          <ac:spMkLst>
            <pc:docMk/>
            <pc:sldMk cId="3443993367" sldId="273"/>
            <ac:spMk id="7" creationId="{7661F49F-2B18-E077-4790-4EAE8C40CD5E}"/>
          </ac:spMkLst>
        </pc:spChg>
        <pc:spChg chg="del">
          <ac:chgData name="황화원(HWAWON HWANG)[hwawon]/전문위원/제조DX.FDC DX.전극FDC팀" userId="3008ebb8-f9be-4655-89c7-12e63fbdde03" providerId="ADAL" clId="{A8B2B997-DBB1-486F-8233-E4762052AE10}" dt="2026-07-15T09:29:32.539" v="39" actId="478"/>
          <ac:spMkLst>
            <pc:docMk/>
            <pc:sldMk cId="3443993367" sldId="273"/>
            <ac:spMk id="47" creationId="{D00A4DBE-33DA-8C0D-E654-2425071FCA3B}"/>
          </ac:spMkLst>
        </pc:spChg>
      </pc:sldChg>
      <pc:sldChg chg="modSp mod">
        <pc:chgData name="황화원(HWAWON HWANG)[hwawon]/전문위원/제조DX.FDC DX.전극FDC팀" userId="3008ebb8-f9be-4655-89c7-12e63fbdde03" providerId="ADAL" clId="{A8B2B997-DBB1-486F-8233-E4762052AE10}" dt="2026-07-15T09:29:14.473" v="38" actId="20577"/>
        <pc:sldMkLst>
          <pc:docMk/>
          <pc:sldMk cId="1520280681" sldId="2147483407"/>
        </pc:sldMkLst>
        <pc:spChg chg="mod">
          <ac:chgData name="황화원(HWAWON HWANG)[hwawon]/전문위원/제조DX.FDC DX.전극FDC팀" userId="3008ebb8-f9be-4655-89c7-12e63fbdde03" providerId="ADAL" clId="{A8B2B997-DBB1-486F-8233-E4762052AE10}" dt="2026-07-15T09:29:14.473" v="38" actId="20577"/>
          <ac:spMkLst>
            <pc:docMk/>
            <pc:sldMk cId="1520280681" sldId="2147483407"/>
            <ac:spMk id="9" creationId="{590F35C3-3895-5D5F-B801-95EC7CF8CC62}"/>
          </ac:spMkLst>
        </pc:spChg>
      </pc:sldChg>
      <pc:sldChg chg="modSp mod">
        <pc:chgData name="황화원(HWAWON HWANG)[hwawon]/전문위원/제조DX.FDC DX.전극FDC팀" userId="3008ebb8-f9be-4655-89c7-12e63fbdde03" providerId="ADAL" clId="{A8B2B997-DBB1-486F-8233-E4762052AE10}" dt="2026-07-14T05:02:18.676" v="2" actId="1076"/>
        <pc:sldMkLst>
          <pc:docMk/>
          <pc:sldMk cId="25746874" sldId="2147483408"/>
        </pc:sldMkLst>
        <pc:spChg chg="mod">
          <ac:chgData name="황화원(HWAWON HWANG)[hwawon]/전문위원/제조DX.FDC DX.전극FDC팀" userId="3008ebb8-f9be-4655-89c7-12e63fbdde03" providerId="ADAL" clId="{A8B2B997-DBB1-486F-8233-E4762052AE10}" dt="2026-07-14T05:02:18.676" v="2" actId="1076"/>
          <ac:spMkLst>
            <pc:docMk/>
            <pc:sldMk cId="25746874" sldId="2147483408"/>
            <ac:spMk id="126" creationId="{941F1C39-A2DF-8D7D-53F7-BA945567444A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4T05:02:05.735" v="1" actId="1076"/>
          <ac:spMkLst>
            <pc:docMk/>
            <pc:sldMk cId="25746874" sldId="2147483408"/>
            <ac:spMk id="127" creationId="{D8D517B7-24DF-2343-EBAB-6F5E946131D3}"/>
          </ac:spMkLst>
        </pc:spChg>
      </pc:sldChg>
      <pc:sldChg chg="addSp delSp modSp mod">
        <pc:chgData name="황화원(HWAWON HWANG)[hwawon]/전문위원/제조DX.FDC DX.전극FDC팀" userId="3008ebb8-f9be-4655-89c7-12e63fbdde03" providerId="ADAL" clId="{A8B2B997-DBB1-486F-8233-E4762052AE10}" dt="2026-07-15T10:01:52.713" v="283" actId="1076"/>
        <pc:sldMkLst>
          <pc:docMk/>
          <pc:sldMk cId="1810643486" sldId="2147483647"/>
        </pc:sldMkLst>
        <pc:spChg chg="add mod">
          <ac:chgData name="황화원(HWAWON HWANG)[hwawon]/전문위원/제조DX.FDC DX.전극FDC팀" userId="3008ebb8-f9be-4655-89c7-12e63fbdde03" providerId="ADAL" clId="{A8B2B997-DBB1-486F-8233-E4762052AE10}" dt="2026-07-15T09:56:48.433" v="232" actId="255"/>
          <ac:spMkLst>
            <pc:docMk/>
            <pc:sldMk cId="1810643486" sldId="2147483647"/>
            <ac:spMk id="107" creationId="{A75A7454-E402-6E77-2661-FE3C7C6EFC71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32.381" v="165"/>
          <ac:spMkLst>
            <pc:docMk/>
            <pc:sldMk cId="1810643486" sldId="2147483647"/>
            <ac:spMk id="108" creationId="{38303BDD-5CFE-B0BB-0054-8FAA17CF9789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32.381" v="165"/>
          <ac:spMkLst>
            <pc:docMk/>
            <pc:sldMk cId="1810643486" sldId="2147483647"/>
            <ac:spMk id="110" creationId="{D38984D8-A459-A8A4-0CE1-5B41C9F69D34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32.381" v="165"/>
          <ac:spMkLst>
            <pc:docMk/>
            <pc:sldMk cId="1810643486" sldId="2147483647"/>
            <ac:spMk id="111" creationId="{3A01818B-64BE-4164-AD88-3CD36CF637A7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57.594" v="166"/>
          <ac:spMkLst>
            <pc:docMk/>
            <pc:sldMk cId="1810643486" sldId="2147483647"/>
            <ac:spMk id="112" creationId="{641A57A6-5059-E145-EA09-C3A5C71AB55D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57.594" v="166"/>
          <ac:spMkLst>
            <pc:docMk/>
            <pc:sldMk cId="1810643486" sldId="2147483647"/>
            <ac:spMk id="121" creationId="{595A532A-978C-1D52-C02E-3CF670C11ED3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5T09:43:48.122" v="150"/>
          <ac:spMkLst>
            <pc:docMk/>
            <pc:sldMk cId="1810643486" sldId="2147483647"/>
            <ac:spMk id="142" creationId="{2F1EA894-32A3-4E50-1DDD-2099D13A81E2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5T09:44:42.931" v="158" actId="20577"/>
          <ac:spMkLst>
            <pc:docMk/>
            <pc:sldMk cId="1810643486" sldId="2147483647"/>
            <ac:spMk id="144" creationId="{63472D42-DEA5-FF50-F414-E5A4C83E4421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5T09:38:25.286" v="130" actId="1076"/>
          <ac:spMkLst>
            <pc:docMk/>
            <pc:sldMk cId="1810643486" sldId="2147483647"/>
            <ac:spMk id="149" creationId="{18EE420E-54D1-E965-056B-39FD0578B411}"/>
          </ac:spMkLst>
        </pc:spChg>
        <pc:spChg chg="mod">
          <ac:chgData name="황화원(HWAWON HWANG)[hwawon]/전문위원/제조DX.FDC DX.전극FDC팀" userId="3008ebb8-f9be-4655-89c7-12e63fbdde03" providerId="ADAL" clId="{A8B2B997-DBB1-486F-8233-E4762052AE10}" dt="2026-07-15T10:01:52.713" v="283" actId="1076"/>
          <ac:spMkLst>
            <pc:docMk/>
            <pc:sldMk cId="1810643486" sldId="2147483647"/>
            <ac:spMk id="151" creationId="{014DF7F0-A4CC-28F6-6518-501B5ACB9186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57.594" v="166"/>
          <ac:spMkLst>
            <pc:docMk/>
            <pc:sldMk cId="1810643486" sldId="2147483647"/>
            <ac:spMk id="206" creationId="{9734B7F2-72C1-1033-3064-FC11238CDA68}"/>
          </ac:spMkLst>
        </pc:spChg>
        <pc:spChg chg="add mod">
          <ac:chgData name="황화원(HWAWON HWANG)[hwawon]/전문위원/제조DX.FDC DX.전극FDC팀" userId="3008ebb8-f9be-4655-89c7-12e63fbdde03" providerId="ADAL" clId="{A8B2B997-DBB1-486F-8233-E4762052AE10}" dt="2026-07-15T09:50:57.594" v="166"/>
          <ac:spMkLst>
            <pc:docMk/>
            <pc:sldMk cId="1810643486" sldId="2147483647"/>
            <ac:spMk id="207" creationId="{DB97081E-7E88-B73F-E4A2-5F6043724B60}"/>
          </ac:spMkLst>
        </pc:spChg>
        <pc:spChg chg="add del mod">
          <ac:chgData name="황화원(HWAWON HWANG)[hwawon]/전문위원/제조DX.FDC DX.전극FDC팀" userId="3008ebb8-f9be-4655-89c7-12e63fbdde03" providerId="ADAL" clId="{A8B2B997-DBB1-486F-8233-E4762052AE10}" dt="2026-07-15T10:01:24.002" v="277" actId="478"/>
          <ac:spMkLst>
            <pc:docMk/>
            <pc:sldMk cId="1810643486" sldId="2147483647"/>
            <ac:spMk id="208" creationId="{B5BE4201-ACEC-4307-B442-80B4723B6995}"/>
          </ac:spMkLst>
        </pc:spChg>
        <pc:grpChg chg="mod">
          <ac:chgData name="황화원(HWAWON HWANG)[hwawon]/전문위원/제조DX.FDC DX.전극FDC팀" userId="3008ebb8-f9be-4655-89c7-12e63fbdde03" providerId="ADAL" clId="{A8B2B997-DBB1-486F-8233-E4762052AE10}" dt="2026-07-15T09:45:19.060" v="163" actId="14100"/>
          <ac:grpSpMkLst>
            <pc:docMk/>
            <pc:sldMk cId="1810643486" sldId="2147483647"/>
            <ac:grpSpMk id="134" creationId="{CFB99EC0-44A1-789A-FE28-BA109AF14393}"/>
          </ac:grpSpMkLst>
        </pc:grpChg>
        <pc:grpChg chg="mod">
          <ac:chgData name="황화원(HWAWON HWANG)[hwawon]/전문위원/제조DX.FDC DX.전극FDC팀" userId="3008ebb8-f9be-4655-89c7-12e63fbdde03" providerId="ADAL" clId="{A8B2B997-DBB1-486F-8233-E4762052AE10}" dt="2026-07-15T09:45:14.380" v="162" actId="14100"/>
          <ac:grpSpMkLst>
            <pc:docMk/>
            <pc:sldMk cId="1810643486" sldId="2147483647"/>
            <ac:grpSpMk id="137" creationId="{3B78AF82-44D1-2D71-E9C3-0E35C88FBCB8}"/>
          </ac:grpSpMkLst>
        </pc:grpChg>
        <pc:cxnChg chg="mod">
          <ac:chgData name="황화원(HWAWON HWANG)[hwawon]/전문위원/제조DX.FDC DX.전극FDC팀" userId="3008ebb8-f9be-4655-89c7-12e63fbdde03" providerId="ADAL" clId="{A8B2B997-DBB1-486F-8233-E4762052AE10}" dt="2026-07-15T09:51:27.829" v="231" actId="14100"/>
          <ac:cxnSpMkLst>
            <pc:docMk/>
            <pc:sldMk cId="1810643486" sldId="2147483647"/>
            <ac:cxnSpMk id="20" creationId="{8DD70C3A-3AD4-F1D2-A871-7EF402E833A6}"/>
          </ac:cxnSpMkLst>
        </pc:cxnChg>
        <pc:cxnChg chg="add mod">
          <ac:chgData name="황화원(HWAWON HWANG)[hwawon]/전문위원/제조DX.FDC DX.전극FDC팀" userId="3008ebb8-f9be-4655-89c7-12e63fbdde03" providerId="ADAL" clId="{A8B2B997-DBB1-486F-8233-E4762052AE10}" dt="2026-07-15T09:50:32.381" v="165"/>
          <ac:cxnSpMkLst>
            <pc:docMk/>
            <pc:sldMk cId="1810643486" sldId="2147483647"/>
            <ac:cxnSpMk id="106" creationId="{31540BCE-07DE-69CD-D839-92C0B7512B14}"/>
          </ac:cxnSpMkLst>
        </pc:cxnChg>
      </pc:sldChg>
    </pc:docChg>
  </pc:docChgLst>
  <pc:docChgLst>
    <pc:chgData name="민경춘(KYOUNG CHOON MIN)[kcmin]/부문담당/제조DX.FDC DX담당" userId="7491a4e1-e125-46ea-a12d-8d242d2d7867" providerId="ADAL" clId="{9D54B98F-006E-474C-9ABF-55B4A24BE5B0}"/>
    <pc:docChg chg="undo custSel modSld">
      <pc:chgData name="민경춘(KYOUNG CHOON MIN)[kcmin]/부문담당/제조DX.FDC DX담당" userId="7491a4e1-e125-46ea-a12d-8d242d2d7867" providerId="ADAL" clId="{9D54B98F-006E-474C-9ABF-55B4A24BE5B0}" dt="2026-07-15T23:10:51.622" v="119" actId="571"/>
      <pc:docMkLst>
        <pc:docMk/>
      </pc:docMkLst>
      <pc:sldChg chg="addSp delSp modSp mod">
        <pc:chgData name="민경춘(KYOUNG CHOON MIN)[kcmin]/부문담당/제조DX.FDC DX담당" userId="7491a4e1-e125-46ea-a12d-8d242d2d7867" providerId="ADAL" clId="{9D54B98F-006E-474C-9ABF-55B4A24BE5B0}" dt="2026-07-15T23:10:51.622" v="119" actId="571"/>
        <pc:sldMkLst>
          <pc:docMk/>
          <pc:sldMk cId="2969742211" sldId="259"/>
        </pc:sldMkLst>
        <pc:spChg chg="add mod">
          <ac:chgData name="민경춘(KYOUNG CHOON MIN)[kcmin]/부문담당/제조DX.FDC DX담당" userId="7491a4e1-e125-46ea-a12d-8d242d2d7867" providerId="ADAL" clId="{9D54B98F-006E-474C-9ABF-55B4A24BE5B0}" dt="2026-07-15T23:10:51.622" v="119" actId="571"/>
          <ac:spMkLst>
            <pc:docMk/>
            <pc:sldMk cId="2969742211" sldId="259"/>
            <ac:spMk id="3" creationId="{7C458681-8309-46C4-593A-EDB53700E36A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5T23:05:26.343" v="98" actId="1035"/>
          <ac:spMkLst>
            <pc:docMk/>
            <pc:sldMk cId="2969742211" sldId="259"/>
            <ac:spMk id="6" creationId="{E8D7649A-3D1B-2CB1-6F9D-2F3E4E0BFE89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5T23:10:48.077" v="118" actId="478"/>
          <ac:spMkLst>
            <pc:docMk/>
            <pc:sldMk cId="2969742211" sldId="259"/>
            <ac:spMk id="9" creationId="{8B5B4403-7607-7108-07E2-AF5472814A85}"/>
          </ac:spMkLst>
        </pc:spChg>
      </pc:sldChg>
      <pc:sldChg chg="delSp modSp mod">
        <pc:chgData name="민경춘(KYOUNG CHOON MIN)[kcmin]/부문담당/제조DX.FDC DX담당" userId="7491a4e1-e125-46ea-a12d-8d242d2d7867" providerId="ADAL" clId="{9D54B98F-006E-474C-9ABF-55B4A24BE5B0}" dt="2026-07-14T07:47:48.016" v="43" actId="1035"/>
        <pc:sldMkLst>
          <pc:docMk/>
          <pc:sldMk cId="1899411686" sldId="260"/>
        </pc:sldMkLst>
        <pc:spChg chg="mod">
          <ac:chgData name="민경춘(KYOUNG CHOON MIN)[kcmin]/부문담당/제조DX.FDC DX담당" userId="7491a4e1-e125-46ea-a12d-8d242d2d7867" providerId="ADAL" clId="{9D54B98F-006E-474C-9ABF-55B4A24BE5B0}" dt="2026-07-14T07:47:40.388" v="30" actId="1035"/>
          <ac:spMkLst>
            <pc:docMk/>
            <pc:sldMk cId="1899411686" sldId="260"/>
            <ac:spMk id="2" creationId="{DC2FBC2B-F45E-7E83-8561-D27CEFD20C9B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spMkLst>
            <pc:docMk/>
            <pc:sldMk cId="1899411686" sldId="260"/>
            <ac:spMk id="7" creationId="{B7644878-F493-6658-20AF-78A9BCDA51F5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48.016" v="43" actId="1035"/>
          <ac:spMkLst>
            <pc:docMk/>
            <pc:sldMk cId="1899411686" sldId="260"/>
            <ac:spMk id="17" creationId="{DAAAB724-A753-109A-CF7E-5105ABEE573F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48.016" v="43" actId="1035"/>
          <ac:spMkLst>
            <pc:docMk/>
            <pc:sldMk cId="1899411686" sldId="260"/>
            <ac:spMk id="22" creationId="{29DCC6F0-EB65-52BE-0F1C-1C074C525CC0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7:03.761" v="5" actId="478"/>
          <ac:spMkLst>
            <pc:docMk/>
            <pc:sldMk cId="1899411686" sldId="260"/>
            <ac:spMk id="25" creationId="{7170B418-1E6F-59F5-71B0-3EAFD986C20E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7:04.975" v="6" actId="478"/>
          <ac:spMkLst>
            <pc:docMk/>
            <pc:sldMk cId="1899411686" sldId="260"/>
            <ac:spMk id="27" creationId="{9846EE16-6E6A-2416-8B28-AE622DD96FD7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spMkLst>
            <pc:docMk/>
            <pc:sldMk cId="1899411686" sldId="260"/>
            <ac:spMk id="44" creationId="{F0802B36-49CF-6E0E-6477-31BB558DCA3C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spMkLst>
            <pc:docMk/>
            <pc:sldMk cId="1899411686" sldId="260"/>
            <ac:spMk id="52" creationId="{E92AC801-50EE-84A6-4BA3-5AADCA14E1AE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spMkLst>
            <pc:docMk/>
            <pc:sldMk cId="1899411686" sldId="260"/>
            <ac:spMk id="58" creationId="{AD4E2577-4C56-DD20-C006-E40F2271181D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spMkLst>
            <pc:docMk/>
            <pc:sldMk cId="1899411686" sldId="260"/>
            <ac:spMk id="60" creationId="{C19D9CA7-E0AB-A3D2-1FAA-4D82E0B8196A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48.016" v="43" actId="1035"/>
          <ac:spMkLst>
            <pc:docMk/>
            <pc:sldMk cId="1899411686" sldId="260"/>
            <ac:spMk id="62" creationId="{377D3220-9330-96A4-8707-5DB93D0BDC12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7:48.016" v="43" actId="1035"/>
          <ac:spMkLst>
            <pc:docMk/>
            <pc:sldMk cId="1899411686" sldId="260"/>
            <ac:spMk id="64" creationId="{AD500DE4-B235-4010-D4F8-87B5504D00CE}"/>
          </ac:spMkLst>
        </pc:spChg>
        <pc:graphicFrame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graphicFrameMkLst>
            <pc:docMk/>
            <pc:sldMk cId="1899411686" sldId="260"/>
            <ac:graphicFrameMk id="5" creationId="{672EC076-4A61-6FEF-BAF9-1A1B63B3CB97}"/>
          </ac:graphicFrameMkLst>
        </pc:graphicFrameChg>
        <pc:graphicFrame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graphicFrameMkLst>
            <pc:docMk/>
            <pc:sldMk cId="1899411686" sldId="260"/>
            <ac:graphicFrameMk id="54" creationId="{2C0F6024-3BC6-2444-DAB5-5DBB3268F649}"/>
          </ac:graphicFrameMkLst>
        </pc:graphicFrameChg>
        <pc:graphicFrameChg chg="mod">
          <ac:chgData name="민경춘(KYOUNG CHOON MIN)[kcmin]/부문담당/제조DX.FDC DX담당" userId="7491a4e1-e125-46ea-a12d-8d242d2d7867" providerId="ADAL" clId="{9D54B98F-006E-474C-9ABF-55B4A24BE5B0}" dt="2026-07-14T07:47:36.164" v="29" actId="1035"/>
          <ac:graphicFrameMkLst>
            <pc:docMk/>
            <pc:sldMk cId="1899411686" sldId="260"/>
            <ac:graphicFrameMk id="56" creationId="{852BABF4-494A-34AF-1194-02DEAE6BBFA9}"/>
          </ac:graphicFrameMkLst>
        </pc:graphicFrameChg>
      </pc:sldChg>
      <pc:sldChg chg="addSp delSp modSp mod">
        <pc:chgData name="민경춘(KYOUNG CHOON MIN)[kcmin]/부문담당/제조DX.FDC DX담당" userId="7491a4e1-e125-46ea-a12d-8d242d2d7867" providerId="ADAL" clId="{9D54B98F-006E-474C-9ABF-55B4A24BE5B0}" dt="2026-07-15T23:06:56.908" v="99" actId="108"/>
        <pc:sldMkLst>
          <pc:docMk/>
          <pc:sldMk cId="515394892" sldId="264"/>
        </pc:sldMkLst>
        <pc:spChg chg="add del">
          <ac:chgData name="민경춘(KYOUNG CHOON MIN)[kcmin]/부문담당/제조DX.FDC DX담당" userId="7491a4e1-e125-46ea-a12d-8d242d2d7867" providerId="ADAL" clId="{9D54B98F-006E-474C-9ABF-55B4A24BE5B0}" dt="2026-07-15T01:55:08.890" v="53" actId="22"/>
          <ac:spMkLst>
            <pc:docMk/>
            <pc:sldMk cId="515394892" sldId="264"/>
            <ac:spMk id="15" creationId="{7080EBE9-2113-3E46-8146-9489CB65C6D1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53:47.113" v="49" actId="20577"/>
          <ac:spMkLst>
            <pc:docMk/>
            <pc:sldMk cId="515394892" sldId="264"/>
            <ac:spMk id="24" creationId="{26320573-0597-586F-5220-FBAF63669A39}"/>
          </ac:spMkLst>
        </pc:spChg>
        <pc:spChg chg="add del">
          <ac:chgData name="민경춘(KYOUNG CHOON MIN)[kcmin]/부문담당/제조DX.FDC DX담당" userId="7491a4e1-e125-46ea-a12d-8d242d2d7867" providerId="ADAL" clId="{9D54B98F-006E-474C-9ABF-55B4A24BE5B0}" dt="2026-07-15T01:55:08.890" v="53" actId="22"/>
          <ac:spMkLst>
            <pc:docMk/>
            <pc:sldMk cId="515394892" sldId="264"/>
            <ac:spMk id="34" creationId="{E60786C8-BA2E-99AB-4CE1-69FA689F69FB}"/>
          </ac:spMkLst>
        </pc:spChg>
        <pc:spChg chg="add">
          <ac:chgData name="민경춘(KYOUNG CHOON MIN)[kcmin]/부문담당/제조DX.FDC DX담당" userId="7491a4e1-e125-46ea-a12d-8d242d2d7867" providerId="ADAL" clId="{9D54B98F-006E-474C-9ABF-55B4A24BE5B0}" dt="2026-07-15T01:55:30.861" v="80" actId="22"/>
          <ac:spMkLst>
            <pc:docMk/>
            <pc:sldMk cId="515394892" sldId="264"/>
            <ac:spMk id="41" creationId="{F1F89A7E-9D92-B464-6E1B-9AD71FC44764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5T23:06:56.908" v="99" actId="108"/>
          <ac:spMkLst>
            <pc:docMk/>
            <pc:sldMk cId="515394892" sldId="264"/>
            <ac:spMk id="89" creationId="{25F812DD-75E6-872F-28F6-02985AF4CE5B}"/>
          </ac:spMkLst>
        </pc:spChg>
      </pc:sldChg>
      <pc:sldChg chg="addSp delSp modSp mod">
        <pc:chgData name="민경춘(KYOUNG CHOON MIN)[kcmin]/부문담당/제조DX.FDC DX담당" userId="7491a4e1-e125-46ea-a12d-8d242d2d7867" providerId="ADAL" clId="{9D54B98F-006E-474C-9ABF-55B4A24BE5B0}" dt="2026-07-15T23:09:11.426" v="117"/>
        <pc:sldMkLst>
          <pc:docMk/>
          <pc:sldMk cId="1810643486" sldId="2147483647"/>
        </pc:sldMkLst>
        <pc:spChg chg="add">
          <ac:chgData name="민경춘(KYOUNG CHOON MIN)[kcmin]/부문담당/제조DX.FDC DX담당" userId="7491a4e1-e125-46ea-a12d-8d242d2d7867" providerId="ADAL" clId="{9D54B98F-006E-474C-9ABF-55B4A24BE5B0}" dt="2026-07-15T01:55:11.488" v="54" actId="22"/>
          <ac:spMkLst>
            <pc:docMk/>
            <pc:sldMk cId="1810643486" sldId="2147483647"/>
            <ac:spMk id="11" creationId="{8446A052-7638-7FCA-610D-F39046C46A18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5T01:55:20.782" v="79" actId="20577"/>
          <ac:spMkLst>
            <pc:docMk/>
            <pc:sldMk cId="1810643486" sldId="2147483647"/>
            <ac:spMk id="13" creationId="{6E38CB2D-5CBE-2198-CC21-86B8DC1A9C94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29" creationId="{A8DA0691-6E62-131B-B2E1-DD5C70E7C2CB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36" creationId="{4096D05E-6CFF-04B2-05AB-025546D9826C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46" creationId="{6D727850-0E09-03C8-B81D-1BFF5BBE5078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96" creationId="{B6BAB9B6-0248-78F7-9FB9-0B1F420450BB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103" creationId="{DE2858D7-4595-D874-344D-F7048077FCE5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104" creationId="{1A4985B8-9DB4-E642-4B86-66E83FFAFC5A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106" creationId="{76D8C90D-FB47-7242-A665-EFB2B9A6D260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107" creationId="{CFE6B1E4-2408-1E42-8036-6BDC9A2D533D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108" creationId="{C770C51E-45D3-9EFA-1F7C-34B5B7D11548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5:51.171" v="1"/>
          <ac:spMkLst>
            <pc:docMk/>
            <pc:sldMk cId="1810643486" sldId="2147483647"/>
            <ac:spMk id="111" creationId="{CA89D06F-8AC3-2381-7FBC-35B1E8ADE247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7-14T07:46:02.737" v="3" actId="14100"/>
          <ac:spMkLst>
            <pc:docMk/>
            <pc:sldMk cId="1810643486" sldId="2147483647"/>
            <ac:spMk id="121" creationId="{0383E020-4381-3589-8E27-27AE6893AEC5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7-15T23:09:11.426" v="117"/>
          <ac:spMkLst>
            <pc:docMk/>
            <pc:sldMk cId="1810643486" sldId="2147483647"/>
            <ac:spMk id="124" creationId="{EE08C716-5E02-D35F-ED64-705F69E67643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45" creationId="{E9E2C6D1-0DA4-55C2-5AD2-2838FA3FFE6E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47" creationId="{2773D2BC-D151-822C-FC73-1F1CAC43BBA9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77" creationId="{2C4E7770-0E7B-4BDE-D96C-21BB6B847509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79" creationId="{7038FD4F-C17D-2668-72D6-0363CCEAEA7C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91" creationId="{F94BE81E-3E49-C40E-447A-F87A67AD244E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92" creationId="{581FF6AF-49BA-59A6-7660-D3191F27C8FB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93" creationId="{1F308085-C5A5-CE01-EC8B-5F95EC7DDF3C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194" creationId="{97359ADB-798B-C700-6E52-87DBD6F98073}"/>
          </ac:spMkLst>
        </pc:spChg>
        <pc:spChg chg="del">
          <ac:chgData name="민경춘(KYOUNG CHOON MIN)[kcmin]/부문담당/제조DX.FDC DX담당" userId="7491a4e1-e125-46ea-a12d-8d242d2d7867" providerId="ADAL" clId="{9D54B98F-006E-474C-9ABF-55B4A24BE5B0}" dt="2026-07-14T07:45:50.127" v="0" actId="478"/>
          <ac:spMkLst>
            <pc:docMk/>
            <pc:sldMk cId="1810643486" sldId="2147483647"/>
            <ac:spMk id="200" creationId="{F12AB71F-722C-AF34-5858-9F1CFD9A883B}"/>
          </ac:spMkLst>
        </pc:spChg>
        <pc:picChg chg="add">
          <ac:chgData name="민경춘(KYOUNG CHOON MIN)[kcmin]/부문담당/제조DX.FDC DX담당" userId="7491a4e1-e125-46ea-a12d-8d242d2d7867" providerId="ADAL" clId="{9D54B98F-006E-474C-9ABF-55B4A24BE5B0}" dt="2026-07-15T01:54:57.452" v="51" actId="22"/>
          <ac:picMkLst>
            <pc:docMk/>
            <pc:sldMk cId="1810643486" sldId="2147483647"/>
            <ac:picMk id="7" creationId="{E7804CDB-96E7-C69F-FB68-18F2F119B05E}"/>
          </ac:picMkLst>
        </pc:picChg>
        <pc:picChg chg="add">
          <ac:chgData name="민경춘(KYOUNG CHOON MIN)[kcmin]/부문담당/제조DX.FDC DX담당" userId="7491a4e1-e125-46ea-a12d-8d242d2d7867" providerId="ADAL" clId="{9D54B98F-006E-474C-9ABF-55B4A24BE5B0}" dt="2026-07-15T01:54:57.452" v="51" actId="22"/>
          <ac:picMkLst>
            <pc:docMk/>
            <pc:sldMk cId="1810643486" sldId="2147483647"/>
            <ac:picMk id="9" creationId="{D9AD61E3-346F-A19D-5739-16B240686060}"/>
          </ac:picMkLst>
        </pc:picChg>
        <pc:picChg chg="add del">
          <ac:chgData name="민경춘(KYOUNG CHOON MIN)[kcmin]/부문담당/제조DX.FDC DX담당" userId="7491a4e1-e125-46ea-a12d-8d242d2d7867" providerId="ADAL" clId="{9D54B98F-006E-474C-9ABF-55B4A24BE5B0}" dt="2026-07-15T01:54:50.855" v="50" actId="478"/>
          <ac:picMkLst>
            <pc:docMk/>
            <pc:sldMk cId="1810643486" sldId="2147483647"/>
            <ac:picMk id="135" creationId="{1CB38488-2904-E302-6AEE-71BB77C09F8E}"/>
          </ac:picMkLst>
        </pc:picChg>
      </pc:sldChg>
    </pc:docChg>
  </pc:docChgLst>
  <pc:docChgLst>
    <pc:chgData name="조호습(HOSEUP CHO)[hoseupcho]/책임/제조DX.FDC DX.조립FDC팀" userId="3b20c342-f290-4d69-a6b8-7223b626e0a8" providerId="ADAL" clId="{28D04202-6C71-4F06-9DCC-E4D59C6C3EAF}"/>
    <pc:docChg chg="undo redo custSel addSld delSld modSld delSection modSection">
      <pc:chgData name="조호습(HOSEUP CHO)[hoseupcho]/책임/제조DX.FDC DX.조립FDC팀" userId="3b20c342-f290-4d69-a6b8-7223b626e0a8" providerId="ADAL" clId="{28D04202-6C71-4F06-9DCC-E4D59C6C3EAF}" dt="2026-07-15T23:20:16.498" v="7014" actId="20577"/>
      <pc:docMkLst>
        <pc:docMk/>
      </pc:docMkLst>
      <pc:sldChg chg="add del">
        <pc:chgData name="조호습(HOSEUP CHO)[hoseupcho]/책임/제조DX.FDC DX.조립FDC팀" userId="3b20c342-f290-4d69-a6b8-7223b626e0a8" providerId="ADAL" clId="{28D04202-6C71-4F06-9DCC-E4D59C6C3EAF}" dt="2026-07-14T06:37:44.922" v="3718"/>
        <pc:sldMkLst>
          <pc:docMk/>
          <pc:sldMk cId="1445571991" sldId="256"/>
        </pc:sldMkLst>
      </pc:sldChg>
      <pc:sldChg chg="add del">
        <pc:chgData name="조호습(HOSEUP CHO)[hoseupcho]/책임/제조DX.FDC DX.조립FDC팀" userId="3b20c342-f290-4d69-a6b8-7223b626e0a8" providerId="ADAL" clId="{28D04202-6C71-4F06-9DCC-E4D59C6C3EAF}" dt="2026-07-14T06:37:48.665" v="3720"/>
        <pc:sldMkLst>
          <pc:docMk/>
          <pc:sldMk cId="2045581854" sldId="256"/>
        </pc:sldMkLst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5T23:20:16.498" v="7014" actId="20577"/>
        <pc:sldMkLst>
          <pc:docMk/>
          <pc:sldMk cId="2969742211" sldId="259"/>
        </pc:sldMkLst>
        <pc:spChg chg="mod">
          <ac:chgData name="조호습(HOSEUP CHO)[hoseupcho]/책임/제조DX.FDC DX.조립FDC팀" userId="3b20c342-f290-4d69-a6b8-7223b626e0a8" providerId="ADAL" clId="{28D04202-6C71-4F06-9DCC-E4D59C6C3EAF}" dt="2026-07-14T05:46:50.534" v="795" actId="1036"/>
          <ac:spMkLst>
            <pc:docMk/>
            <pc:sldMk cId="2969742211" sldId="259"/>
            <ac:spMk id="4" creationId="{99EC3EE6-ACC2-615B-D019-3554E3868F9E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7-14T06:57:26.509" v="4745" actId="22"/>
          <ac:spMkLst>
            <pc:docMk/>
            <pc:sldMk cId="2969742211" sldId="259"/>
            <ac:spMk id="5" creationId="{6957C234-F7F6-1B12-8594-1A983537767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6:40.482" v="782" actId="1036"/>
          <ac:spMkLst>
            <pc:docMk/>
            <pc:sldMk cId="2969742211" sldId="259"/>
            <ac:spMk id="6" creationId="{E8D7649A-3D1B-2CB1-6F9D-2F3E4E0BFE89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7:30.760" v="4746" actId="571"/>
          <ac:spMkLst>
            <pc:docMk/>
            <pc:sldMk cId="2969742211" sldId="259"/>
            <ac:spMk id="7" creationId="{E26B3243-D332-029B-C462-25413BF9D6D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5T09:00:25.051" v="6897" actId="1035"/>
          <ac:spMkLst>
            <pc:docMk/>
            <pc:sldMk cId="2969742211" sldId="259"/>
            <ac:spMk id="8" creationId="{6696A21B-6FC0-CF02-1F98-FFD919B24DB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6:45.139" v="791" actId="1036"/>
          <ac:spMkLst>
            <pc:docMk/>
            <pc:sldMk cId="2969742211" sldId="259"/>
            <ac:spMk id="9" creationId="{8B5B4403-7607-7108-07E2-AF5472814A85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0:43.810" v="6919" actId="1035"/>
          <ac:spMkLst>
            <pc:docMk/>
            <pc:sldMk cId="2969742211" sldId="259"/>
            <ac:spMk id="10" creationId="{7C97123F-1CEC-71FB-159A-2C8035F093C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5T10:18:55.896" v="6942" actId="1035"/>
          <ac:spMkLst>
            <pc:docMk/>
            <pc:sldMk cId="2969742211" sldId="259"/>
            <ac:spMk id="11" creationId="{FA06D1B8-6559-9CE9-4199-C0D20B89A15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5T10:18:55.896" v="6942" actId="1035"/>
          <ac:spMkLst>
            <pc:docMk/>
            <pc:sldMk cId="2969742211" sldId="259"/>
            <ac:spMk id="13" creationId="{DB22F3F3-5CDC-C589-C9E8-5A17F545B9B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5T10:19:00.771" v="6960" actId="1035"/>
          <ac:spMkLst>
            <pc:docMk/>
            <pc:sldMk cId="2969742211" sldId="259"/>
            <ac:spMk id="14" creationId="{2D28BEFC-2091-C350-B3DA-2DA20C330FC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36:05.533" v="50" actId="1036"/>
          <ac:spMkLst>
            <pc:docMk/>
            <pc:sldMk cId="2969742211" sldId="259"/>
            <ac:spMk id="17" creationId="{FB16841D-9640-633E-5DA2-09C1A3E3A18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0:46.271" v="6924" actId="1035"/>
          <ac:spMkLst>
            <pc:docMk/>
            <pc:sldMk cId="2969742211" sldId="259"/>
            <ac:spMk id="18" creationId="{8AC99DC9-BB71-8FEE-4BBC-4B33090C41E2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59:40.065" v="4778" actId="478"/>
          <ac:spMkLst>
            <pc:docMk/>
            <pc:sldMk cId="2969742211" sldId="259"/>
            <ac:spMk id="26" creationId="{2F052EE8-407C-6B04-FBBF-D06A3011DBD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0:40.038" v="6906" actId="1035"/>
          <ac:spMkLst>
            <pc:docMk/>
            <pc:sldMk cId="2969742211" sldId="259"/>
            <ac:spMk id="27" creationId="{F18C30A6-8511-368E-671B-E20F608DE9D2}"/>
          </ac:spMkLst>
        </pc:spChg>
        <pc:spChg chg="mod ord">
          <ac:chgData name="조호습(HOSEUP CHO)[hoseupcho]/책임/제조DX.FDC DX.조립FDC팀" userId="3b20c342-f290-4d69-a6b8-7223b626e0a8" providerId="ADAL" clId="{28D04202-6C71-4F06-9DCC-E4D59C6C3EAF}" dt="2026-07-14T06:58:55.663" v="4775" actId="166"/>
          <ac:spMkLst>
            <pc:docMk/>
            <pc:sldMk cId="2969742211" sldId="259"/>
            <ac:spMk id="29" creationId="{6880D29D-773B-1141-EB4F-813410A968F4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59:40.065" v="4778" actId="478"/>
          <ac:spMkLst>
            <pc:docMk/>
            <pc:sldMk cId="2969742211" sldId="259"/>
            <ac:spMk id="31" creationId="{16D95B14-C0EF-F6EE-624C-B8D07D173E94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59:40.065" v="4778" actId="478"/>
          <ac:spMkLst>
            <pc:docMk/>
            <pc:sldMk cId="2969742211" sldId="259"/>
            <ac:spMk id="39" creationId="{6E0046E8-97CF-CC66-3070-5896463C6AA0}"/>
          </ac:spMkLst>
        </pc:spChg>
        <pc:graphicFrameChg chg="mod modGraphic">
          <ac:chgData name="조호습(HOSEUP CHO)[hoseupcho]/책임/제조DX.FDC DX.조립FDC팀" userId="3b20c342-f290-4d69-a6b8-7223b626e0a8" providerId="ADAL" clId="{28D04202-6C71-4F06-9DCC-E4D59C6C3EAF}" dt="2026-07-15T23:20:16.498" v="7014" actId="20577"/>
          <ac:graphicFrameMkLst>
            <pc:docMk/>
            <pc:sldMk cId="2969742211" sldId="259"/>
            <ac:graphicFrameMk id="2" creationId="{CC4A7C43-E9DD-0E84-566E-6370F6FC13D4}"/>
          </ac:graphicFrameMkLst>
        </pc:graphicFrameChg>
        <pc:graphicFrameChg chg="del mod">
          <ac:chgData name="조호습(HOSEUP CHO)[hoseupcho]/책임/제조DX.FDC DX.조립FDC팀" userId="3b20c342-f290-4d69-a6b8-7223b626e0a8" providerId="ADAL" clId="{28D04202-6C71-4F06-9DCC-E4D59C6C3EAF}" dt="2026-07-14T05:35:12.785" v="18" actId="478"/>
          <ac:graphicFrameMkLst>
            <pc:docMk/>
            <pc:sldMk cId="2969742211" sldId="259"/>
            <ac:graphicFrameMk id="28" creationId="{7EB1CE8F-ECE7-6A05-C15F-E7EED1556D42}"/>
          </ac:graphicFrameMkLst>
        </pc:graphicFrameChg>
        <pc:graphicFrameChg chg="add del mod">
          <ac:chgData name="조호습(HOSEUP CHO)[hoseupcho]/책임/제조DX.FDC DX.조립FDC팀" userId="3b20c342-f290-4d69-a6b8-7223b626e0a8" providerId="ADAL" clId="{28D04202-6C71-4F06-9DCC-E4D59C6C3EAF}" dt="2026-07-14T11:43:53.731" v="6572" actId="478"/>
          <ac:graphicFrameMkLst>
            <pc:docMk/>
            <pc:sldMk cId="2969742211" sldId="259"/>
            <ac:graphicFrameMk id="30" creationId="{EAD890FF-F56B-0E04-29C5-78FFB1E1834F}"/>
          </ac:graphicFrameMkLst>
        </pc:graphicFrameChg>
        <pc:picChg chg="add del mod">
          <ac:chgData name="조호습(HOSEUP CHO)[hoseupcho]/책임/제조DX.FDC DX.조립FDC팀" userId="3b20c342-f290-4d69-a6b8-7223b626e0a8" providerId="ADAL" clId="{28D04202-6C71-4F06-9DCC-E4D59C6C3EAF}" dt="2026-07-14T11:45:12.179" v="6832" actId="478"/>
          <ac:picMkLst>
            <pc:docMk/>
            <pc:sldMk cId="2969742211" sldId="259"/>
            <ac:picMk id="26" creationId="{4EE0A48C-D6D6-31EC-AF61-E8E0E7CB7343}"/>
          </ac:picMkLst>
        </pc:picChg>
        <pc:cxnChg chg="add del mod">
          <ac:chgData name="조호습(HOSEUP CHO)[hoseupcho]/책임/제조DX.FDC DX.조립FDC팀" userId="3b20c342-f290-4d69-a6b8-7223b626e0a8" providerId="ADAL" clId="{28D04202-6C71-4F06-9DCC-E4D59C6C3EAF}" dt="2026-07-14T11:45:35.734" v="6843" actId="478"/>
          <ac:cxnSpMkLst>
            <pc:docMk/>
            <pc:sldMk cId="2969742211" sldId="259"/>
            <ac:cxnSpMk id="32" creationId="{E0121C3E-38AB-B499-8813-A27FDD0B5FD2}"/>
          </ac:cxnSpMkLst>
        </pc:cxnChg>
      </pc:sldChg>
      <pc:sldChg chg="addSp modSp mod">
        <pc:chgData name="조호습(HOSEUP CHO)[hoseupcho]/책임/제조DX.FDC DX.조립FDC팀" userId="3b20c342-f290-4d69-a6b8-7223b626e0a8" providerId="ADAL" clId="{28D04202-6C71-4F06-9DCC-E4D59C6C3EAF}" dt="2026-07-14T06:56:39.461" v="4744" actId="6549"/>
        <pc:sldMkLst>
          <pc:docMk/>
          <pc:sldMk cId="1899411686" sldId="260"/>
        </pc:sldMkLst>
        <pc:spChg chg="add mod">
          <ac:chgData name="조호습(HOSEUP CHO)[hoseupcho]/책임/제조DX.FDC DX.조립FDC팀" userId="3b20c342-f290-4d69-a6b8-7223b626e0a8" providerId="ADAL" clId="{28D04202-6C71-4F06-9DCC-E4D59C6C3EAF}" dt="2026-07-14T06:53:05.455" v="4628" actId="20577"/>
          <ac:spMkLst>
            <pc:docMk/>
            <pc:sldMk cId="1899411686" sldId="260"/>
            <ac:spMk id="3" creationId="{79A37325-500B-54F7-046A-BF74FD4277B5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5:58.972" v="4703" actId="14100"/>
          <ac:spMkLst>
            <pc:docMk/>
            <pc:sldMk cId="1899411686" sldId="260"/>
            <ac:spMk id="6" creationId="{79E70E57-D80E-12CB-E7BA-83E81C798BF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5:35.647" v="4660" actId="1036"/>
          <ac:spMkLst>
            <pc:docMk/>
            <pc:sldMk cId="1899411686" sldId="260"/>
            <ac:spMk id="14" creationId="{6C7A8641-0597-FE3C-F286-D3BE5690345B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17" creationId="{DAAAB724-A753-109A-CF7E-5105ABEE573F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23.369" v="4717" actId="1037"/>
          <ac:spMkLst>
            <pc:docMk/>
            <pc:sldMk cId="1899411686" sldId="260"/>
            <ac:spMk id="20" creationId="{E5DCA91A-EE5F-2E3F-B433-8E41235B9CB4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22" creationId="{29DCC6F0-EB65-52BE-0F1C-1C074C525CC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25" creationId="{7170B418-1E6F-59F5-71B0-3EAFD986C20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27" creationId="{9846EE16-6E6A-2416-8B28-AE622DD96FD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5:35.647" v="4660" actId="1036"/>
          <ac:spMkLst>
            <pc:docMk/>
            <pc:sldMk cId="1899411686" sldId="260"/>
            <ac:spMk id="29" creationId="{73B00B36-B67E-BC7A-C1B3-84E974DEC143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5:35.647" v="4660" actId="1036"/>
          <ac:spMkLst>
            <pc:docMk/>
            <pc:sldMk cId="1899411686" sldId="260"/>
            <ac:spMk id="41" creationId="{9D841164-65BC-4B5B-1BBA-AD9671C83DC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44" creationId="{F0802B36-49CF-6E0E-6477-31BB558DCA3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52" creationId="{E92AC801-50EE-84A6-4BA3-5AADCA14E1A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58" creationId="{AD4E2577-4C56-DD20-C006-E40F2271181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60" creationId="{C19D9CA7-E0AB-A3D2-1FAA-4D82E0B8196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62" creationId="{377D3220-9330-96A4-8707-5DB93D0BDC12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02.803" v="4710" actId="1036"/>
          <ac:spMkLst>
            <pc:docMk/>
            <pc:sldMk cId="1899411686" sldId="260"/>
            <ac:spMk id="64" creationId="{AD500DE4-B235-4010-D4F8-87B5504D00C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5:35.647" v="4660" actId="1036"/>
          <ac:spMkLst>
            <pc:docMk/>
            <pc:sldMk cId="1899411686" sldId="260"/>
            <ac:spMk id="66" creationId="{680B8509-A1DE-5FA0-148A-8FC55916497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5:35.647" v="4660" actId="1036"/>
          <ac:spMkLst>
            <pc:docMk/>
            <pc:sldMk cId="1899411686" sldId="260"/>
            <ac:spMk id="68" creationId="{99079C19-60F4-857C-A983-93EC866D335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6:39.461" v="4744" actId="6549"/>
          <ac:spMkLst>
            <pc:docMk/>
            <pc:sldMk cId="1899411686" sldId="260"/>
            <ac:spMk id="111" creationId="{6250791C-1020-740A-06F4-0E4CC652492B}"/>
          </ac:spMkLst>
        </pc:spChg>
        <pc:graphicFrameChg chg="mod">
          <ac:chgData name="조호습(HOSEUP CHO)[hoseupcho]/책임/제조DX.FDC DX.조립FDC팀" userId="3b20c342-f290-4d69-a6b8-7223b626e0a8" providerId="ADAL" clId="{28D04202-6C71-4F06-9DCC-E4D59C6C3EAF}" dt="2026-07-14T06:55:48.761" v="4701" actId="1036"/>
          <ac:graphicFrameMkLst>
            <pc:docMk/>
            <pc:sldMk cId="1899411686" sldId="260"/>
            <ac:graphicFrameMk id="54" creationId="{2C0F6024-3BC6-2444-DAB5-5DBB3268F649}"/>
          </ac:graphicFrameMkLst>
        </pc:graphicFrameChg>
        <pc:graphicFrameChg chg="mod">
          <ac:chgData name="조호습(HOSEUP CHO)[hoseupcho]/책임/제조DX.FDC DX.조립FDC팀" userId="3b20c342-f290-4d69-a6b8-7223b626e0a8" providerId="ADAL" clId="{28D04202-6C71-4F06-9DCC-E4D59C6C3EAF}" dt="2026-07-14T06:55:48.761" v="4701" actId="1036"/>
          <ac:graphicFrameMkLst>
            <pc:docMk/>
            <pc:sldMk cId="1899411686" sldId="260"/>
            <ac:graphicFrameMk id="56" creationId="{852BABF4-494A-34AF-1194-02DEAE6BBFA9}"/>
          </ac:graphicFrameMkLst>
        </pc:graphicFrameChg>
        <pc:cxnChg chg="mod">
          <ac:chgData name="조호습(HOSEUP CHO)[hoseupcho]/책임/제조DX.FDC DX.조립FDC팀" userId="3b20c342-f290-4d69-a6b8-7223b626e0a8" providerId="ADAL" clId="{28D04202-6C71-4F06-9DCC-E4D59C6C3EAF}" dt="2026-07-14T06:56:17.699" v="4711" actId="14100"/>
          <ac:cxnSpMkLst>
            <pc:docMk/>
            <pc:sldMk cId="1899411686" sldId="260"/>
            <ac:cxnSpMk id="11" creationId="{4F2C47E6-7B18-5CE6-1D5E-D0C7FD7D71E4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56:20.259" v="4712" actId="14100"/>
          <ac:cxnSpMkLst>
            <pc:docMk/>
            <pc:sldMk cId="1899411686" sldId="260"/>
            <ac:cxnSpMk id="21" creationId="{947296C4-3C14-0D05-A8FA-9949DBD658E2}"/>
          </ac:cxnSpMkLst>
        </pc:cxnChg>
      </pc:sldChg>
      <pc:sldChg chg="modSp mod modNotesTx">
        <pc:chgData name="조호습(HOSEUP CHO)[hoseupcho]/책임/제조DX.FDC DX.조립FDC팀" userId="3b20c342-f290-4d69-a6b8-7223b626e0a8" providerId="ADAL" clId="{28D04202-6C71-4F06-9DCC-E4D59C6C3EAF}" dt="2026-07-14T06:58:08.433" v="4755" actId="6549"/>
        <pc:sldMkLst>
          <pc:docMk/>
          <pc:sldMk cId="3488131015" sldId="261"/>
        </pc:sldMkLst>
        <pc:spChg chg="mod">
          <ac:chgData name="조호습(HOSEUP CHO)[hoseupcho]/책임/제조DX.FDC DX.조립FDC팀" userId="3b20c342-f290-4d69-a6b8-7223b626e0a8" providerId="ADAL" clId="{28D04202-6C71-4F06-9DCC-E4D59C6C3EAF}" dt="2026-07-14T06:58:02.924" v="4754" actId="20577"/>
          <ac:spMkLst>
            <pc:docMk/>
            <pc:sldMk cId="3488131015" sldId="261"/>
            <ac:spMk id="6" creationId="{3168D37A-C042-8D62-8F29-241271864CA9}"/>
          </ac:spMkLst>
        </pc:spChg>
      </pc:sldChg>
      <pc:sldChg chg="del">
        <pc:chgData name="조호습(HOSEUP CHO)[hoseupcho]/책임/제조DX.FDC DX.조립FDC팀" userId="3b20c342-f290-4d69-a6b8-7223b626e0a8" providerId="ADAL" clId="{28D04202-6C71-4F06-9DCC-E4D59C6C3EAF}" dt="2026-07-14T06:50:52.579" v="4572" actId="47"/>
        <pc:sldMkLst>
          <pc:docMk/>
          <pc:sldMk cId="2351048447" sldId="262"/>
        </pc:sldMkLst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5T10:40:30.032" v="6998" actId="1037"/>
        <pc:sldMkLst>
          <pc:docMk/>
          <pc:sldMk cId="515394892" sldId="264"/>
        </pc:sldMkLst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2" creationId="{7DF344A5-4043-7D1F-F90F-EB8F63285793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10" creationId="{C50DCDAF-C8A7-B3D2-DE94-38646A8D2CA5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13" creationId="{8EDAF123-0716-0035-AB31-965A55D1236C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54:17.638" v="4636" actId="478"/>
          <ac:spMkLst>
            <pc:docMk/>
            <pc:sldMk cId="515394892" sldId="264"/>
            <ac:spMk id="15" creationId="{209C7266-88AA-DAB0-9282-5808785D702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2:41.262" v="4618" actId="20577"/>
          <ac:spMkLst>
            <pc:docMk/>
            <pc:sldMk cId="515394892" sldId="264"/>
            <ac:spMk id="18" creationId="{1FCF3985-438C-0E79-85DD-C2B41B7D9D7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11:21:35.757" v="6012" actId="1037"/>
          <ac:spMkLst>
            <pc:docMk/>
            <pc:sldMk cId="515394892" sldId="264"/>
            <ac:spMk id="21" creationId="{9B4F1FF3-A878-6CF7-2A0B-2348D7FA4BB7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54:26.028" v="4639" actId="478"/>
          <ac:spMkLst>
            <pc:docMk/>
            <pc:sldMk cId="515394892" sldId="264"/>
            <ac:spMk id="22" creationId="{097581C1-2153-D6CD-6865-7701BC302E40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11:21:10.685" v="5988" actId="478"/>
          <ac:spMkLst>
            <pc:docMk/>
            <pc:sldMk cId="515394892" sldId="264"/>
            <ac:spMk id="23" creationId="{1B3C4D7C-21BF-EBF1-CEA5-0D86D9040245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11:31:16.388" v="6265" actId="478"/>
          <ac:spMkLst>
            <pc:docMk/>
            <pc:sldMk cId="515394892" sldId="264"/>
            <ac:spMk id="24" creationId="{26320573-0597-586F-5220-FBAF63669A39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11:21:46.905" v="6021" actId="478"/>
          <ac:spMkLst>
            <pc:docMk/>
            <pc:sldMk cId="515394892" sldId="264"/>
            <ac:spMk id="28" creationId="{CF535629-461B-28B9-B6BF-6A40A0F80004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11:21:48.061" v="6022" actId="478"/>
          <ac:spMkLst>
            <pc:docMk/>
            <pc:sldMk cId="515394892" sldId="264"/>
            <ac:spMk id="29" creationId="{33F3E1DB-2BCA-EB30-384F-4B7D5F5F12ED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4:22.155" v="4638" actId="20577"/>
          <ac:spMkLst>
            <pc:docMk/>
            <pc:sldMk cId="515394892" sldId="264"/>
            <ac:spMk id="30" creationId="{2888B3A5-3E7B-5805-7B7E-A3EEC9D9E148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10:48:37.855" v="5001" actId="478"/>
          <ac:spMkLst>
            <pc:docMk/>
            <pc:sldMk cId="515394892" sldId="264"/>
            <ac:spMk id="41" creationId="{3F8D9D91-020D-41BD-F1A0-EA5F73DB21E5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51" creationId="{A7605F7C-C9E9-75B1-DAF9-035E5BF395E7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55" creationId="{B0D3E351-BFD2-1D91-32A3-ED45D73B4B6A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59" creationId="{B396DFE6-3FA2-38F5-4D28-C84E2D89A877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11:21:35.757" v="6012" actId="1037"/>
          <ac:spMkLst>
            <pc:docMk/>
            <pc:sldMk cId="515394892" sldId="264"/>
            <ac:spMk id="66" creationId="{B5BB4A96-7E8B-C6C6-1F64-0E950A75AB4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11:31:46.931" v="6287" actId="1037"/>
          <ac:spMkLst>
            <pc:docMk/>
            <pc:sldMk cId="515394892" sldId="264"/>
            <ac:spMk id="67" creationId="{874DAC3D-B7BD-0813-91E5-468742861F8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11:38:51.160" v="6566" actId="1038"/>
          <ac:spMkLst>
            <pc:docMk/>
            <pc:sldMk cId="515394892" sldId="264"/>
            <ac:spMk id="69" creationId="{957C1327-8F57-6CF0-C780-A0AA50BABF03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74" creationId="{00C3B837-88C4-943A-06F4-9E02F2E6F77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85" creationId="{B53A07F5-9CED-A0D6-5439-4B81C694801F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88" creationId="{3EAFA009-86D1-16AB-FFF6-E457BBA08668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93" creationId="{DF822D2A-C66E-F86F-7B6E-4DA8095209E3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10:17:20.247" v="6929" actId="478"/>
          <ac:spMkLst>
            <pc:docMk/>
            <pc:sldMk cId="515394892" sldId="264"/>
            <ac:spMk id="111" creationId="{68D218C3-CD3B-2328-1A01-D5BC99AEA44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11:31:39.371" v="6269" actId="14100"/>
          <ac:spMkLst>
            <pc:docMk/>
            <pc:sldMk cId="515394892" sldId="264"/>
            <ac:spMk id="115" creationId="{3824F4D3-ECD8-C878-7209-3A347C6E8F8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11:21:18.495" v="5990" actId="554"/>
          <ac:spMkLst>
            <pc:docMk/>
            <pc:sldMk cId="515394892" sldId="264"/>
            <ac:spMk id="122" creationId="{23CF29D4-F5DF-C0BB-3595-1B4089ED95AD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23" creationId="{C4D3D63E-E31E-42C6-1DBA-1FB33D9C2735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34" creationId="{E892F557-A22C-F997-64CC-59B73C2B1082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39" creationId="{45F2C9B4-A5F5-5C39-511C-B4F586E2A37C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45" creationId="{6E318540-5142-4286-45B8-98529D45AB72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46" creationId="{C5AEF1C8-6EBD-89FD-F3CA-0F6414B70D8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47" creationId="{97B4FA9E-B0C3-8D94-0402-1E4A07BD7477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52" creationId="{8E1566F2-3DED-1A20-C6D3-5FDB9913AAB0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55" creationId="{59E3294D-9274-7A47-10FE-48AB1F8A7E2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10:17:20.808" v="6930"/>
          <ac:spMkLst>
            <pc:docMk/>
            <pc:sldMk cId="515394892" sldId="264"/>
            <ac:spMk id="167" creationId="{EB371281-AC4D-A7EA-999D-49421DB8B7C5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52:37.849" v="4616" actId="478"/>
          <ac:spMkLst>
            <pc:docMk/>
            <pc:sldMk cId="515394892" sldId="264"/>
            <ac:spMk id="190" creationId="{BBD0B993-7F70-4204-5EFB-4E929FF46508}"/>
          </ac:spMkLst>
        </pc:spChg>
        <pc:grpChg chg="mod">
          <ac:chgData name="조호습(HOSEUP CHO)[hoseupcho]/책임/제조DX.FDC DX.조립FDC팀" userId="3b20c342-f290-4d69-a6b8-7223b626e0a8" providerId="ADAL" clId="{28D04202-6C71-4F06-9DCC-E4D59C6C3EAF}" dt="2026-07-14T06:33:14.563" v="3514" actId="1037"/>
          <ac:grpSpMkLst>
            <pc:docMk/>
            <pc:sldMk cId="515394892" sldId="264"/>
            <ac:grpSpMk id="14" creationId="{F3688672-0ED7-D6A6-2F88-C0087CC1D863}"/>
          </ac:grpSpMkLst>
        </pc:grpChg>
        <pc:grpChg chg="mod">
          <ac:chgData name="조호습(HOSEUP CHO)[hoseupcho]/책임/제조DX.FDC DX.조립FDC팀" userId="3b20c342-f290-4d69-a6b8-7223b626e0a8" providerId="ADAL" clId="{28D04202-6C71-4F06-9DCC-E4D59C6C3EAF}" dt="2026-07-14T11:31:39.371" v="6269" actId="14100"/>
          <ac:grpSpMkLst>
            <pc:docMk/>
            <pc:sldMk cId="515394892" sldId="264"/>
            <ac:grpSpMk id="114" creationId="{D4585573-F804-0A35-FB53-E7ED2B357DDC}"/>
          </ac:grpSpMkLst>
        </pc:grpChg>
        <pc:grpChg chg="mod">
          <ac:chgData name="조호습(HOSEUP CHO)[hoseupcho]/책임/제조DX.FDC DX.조립FDC팀" userId="3b20c342-f290-4d69-a6b8-7223b626e0a8" providerId="ADAL" clId="{28D04202-6C71-4F06-9DCC-E4D59C6C3EAF}" dt="2026-07-14T11:31:46.931" v="6287" actId="1037"/>
          <ac:grpSpMkLst>
            <pc:docMk/>
            <pc:sldMk cId="515394892" sldId="264"/>
            <ac:grpSpMk id="117" creationId="{FE7D180A-9EED-F0AB-92EB-3A40D3F9F778}"/>
          </ac:grpSpMkLst>
        </pc:grpChg>
        <pc:graphicFrameChg chg="add mod">
          <ac:chgData name="조호습(HOSEUP CHO)[hoseupcho]/책임/제조DX.FDC DX.조립FDC팀" userId="3b20c342-f290-4d69-a6b8-7223b626e0a8" providerId="ADAL" clId="{28D04202-6C71-4F06-9DCC-E4D59C6C3EAF}" dt="2026-07-15T10:37:14.728" v="6961"/>
          <ac:graphicFrameMkLst>
            <pc:docMk/>
            <pc:sldMk cId="515394892" sldId="264"/>
            <ac:graphicFrameMk id="2" creationId="{88E41FE7-DF72-B5BF-61D5-3D8396D8BF54}"/>
          </ac:graphicFrameMkLst>
        </pc:graphicFrameChg>
        <pc:graphicFrameChg chg="add del mod modGraphic">
          <ac:chgData name="조호습(HOSEUP CHO)[hoseupcho]/책임/제조DX.FDC DX.조립FDC팀" userId="3b20c342-f290-4d69-a6b8-7223b626e0a8" providerId="ADAL" clId="{28D04202-6C71-4F06-9DCC-E4D59C6C3EAF}" dt="2026-07-14T11:29:02.204" v="6264" actId="478"/>
          <ac:graphicFrameMkLst>
            <pc:docMk/>
            <pc:sldMk cId="515394892" sldId="264"/>
            <ac:graphicFrameMk id="3" creationId="{D123919B-D508-360D-F40A-CEE6DF38745D}"/>
          </ac:graphicFrameMkLst>
        </pc:graphicFrameChg>
        <pc:graphicFrameChg chg="add mod modGraphic">
          <ac:chgData name="조호습(HOSEUP CHO)[hoseupcho]/책임/제조DX.FDC DX.조립FDC팀" userId="3b20c342-f290-4d69-a6b8-7223b626e0a8" providerId="ADAL" clId="{28D04202-6C71-4F06-9DCC-E4D59C6C3EAF}" dt="2026-07-15T10:40:30.032" v="6998" actId="1037"/>
          <ac:graphicFrameMkLst>
            <pc:docMk/>
            <pc:sldMk cId="515394892" sldId="264"/>
            <ac:graphicFrameMk id="4" creationId="{3EE6B85C-7CAF-CA09-E799-EC04618E5343}"/>
          </ac:graphicFrameMkLst>
        </pc:graphicFrameChg>
        <pc:graphicFrameChg chg="modGraphic">
          <ac:chgData name="조호습(HOSEUP CHO)[hoseupcho]/책임/제조DX.FDC DX.조립FDC팀" userId="3b20c342-f290-4d69-a6b8-7223b626e0a8" providerId="ADAL" clId="{28D04202-6C71-4F06-9DCC-E4D59C6C3EAF}" dt="2026-07-14T11:10:17.637" v="5351" actId="6549"/>
          <ac:graphicFrameMkLst>
            <pc:docMk/>
            <pc:sldMk cId="515394892" sldId="264"/>
            <ac:graphicFrameMk id="4" creationId="{7F0978FB-9D1C-32F3-2F04-5B7BBAB4EA09}"/>
          </ac:graphicFrameMkLst>
        </pc:graphicFrameChg>
        <pc:graphicFrameChg chg="add mod modGraphic">
          <ac:chgData name="조호습(HOSEUP CHO)[hoseupcho]/책임/제조DX.FDC DX.조립FDC팀" userId="3b20c342-f290-4d69-a6b8-7223b626e0a8" providerId="ADAL" clId="{28D04202-6C71-4F06-9DCC-E4D59C6C3EAF}" dt="2026-07-14T11:33:02.285" v="6374" actId="14100"/>
          <ac:graphicFrameMkLst>
            <pc:docMk/>
            <pc:sldMk cId="515394892" sldId="264"/>
            <ac:graphicFrameMk id="35" creationId="{A5648466-D5EE-E5F6-10D9-3FE0C98C65E7}"/>
          </ac:graphicFrameMkLst>
        </pc:graphicFrameChg>
        <pc:graphicFrameChg chg="add mod modGraphic">
          <ac:chgData name="조호습(HOSEUP CHO)[hoseupcho]/책임/제조DX.FDC DX.조립FDC팀" userId="3b20c342-f290-4d69-a6b8-7223b626e0a8" providerId="ADAL" clId="{28D04202-6C71-4F06-9DCC-E4D59C6C3EAF}" dt="2026-07-14T11:26:21.823" v="6251" actId="14100"/>
          <ac:graphicFrameMkLst>
            <pc:docMk/>
            <pc:sldMk cId="515394892" sldId="264"/>
            <ac:graphicFrameMk id="65" creationId="{9B5A1E29-EFCA-2D69-3C69-1A032844E28B}"/>
          </ac:graphicFrameMkLst>
        </pc:graphicFrameChg>
        <pc:graphicFrameChg chg="del mod modGraphic">
          <ac:chgData name="조호습(HOSEUP CHO)[hoseupcho]/책임/제조DX.FDC DX.조립FDC팀" userId="3b20c342-f290-4d69-a6b8-7223b626e0a8" providerId="ADAL" clId="{28D04202-6C71-4F06-9DCC-E4D59C6C3EAF}" dt="2026-07-14T10:44:05.673" v="4920" actId="478"/>
          <ac:graphicFrameMkLst>
            <pc:docMk/>
            <pc:sldMk cId="515394892" sldId="264"/>
            <ac:graphicFrameMk id="123" creationId="{896C2F28-39C0-5BEE-AB4C-81B22450BC9B}"/>
          </ac:graphicFrameMkLst>
        </pc:graphicFrameChg>
        <pc:graphicFrameChg chg="mod">
          <ac:chgData name="조호습(HOSEUP CHO)[hoseupcho]/책임/제조DX.FDC DX.조립FDC팀" userId="3b20c342-f290-4d69-a6b8-7223b626e0a8" providerId="ADAL" clId="{28D04202-6C71-4F06-9DCC-E4D59C6C3EAF}" dt="2026-07-15T10:37:39.280" v="6966" actId="1076"/>
          <ac:graphicFrameMkLst>
            <pc:docMk/>
            <pc:sldMk cId="515394892" sldId="264"/>
            <ac:graphicFrameMk id="194" creationId="{FA4FFE92-5C11-A33B-1FBF-5AEE5526FF22}"/>
          </ac:graphicFrameMkLst>
        </pc:graphicFrameChg>
        <pc:picChg chg="add del mod">
          <ac:chgData name="조호습(HOSEUP CHO)[hoseupcho]/책임/제조DX.FDC DX.조립FDC팀" userId="3b20c342-f290-4d69-a6b8-7223b626e0a8" providerId="ADAL" clId="{28D04202-6C71-4F06-9DCC-E4D59C6C3EAF}" dt="2026-07-14T11:26:37.243" v="6252" actId="478"/>
          <ac:picMkLst>
            <pc:docMk/>
            <pc:sldMk cId="515394892" sldId="264"/>
            <ac:picMk id="34" creationId="{3614241A-7C49-9942-03E2-3A6BDBDBC70E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7-14T11:02:23.342" v="5170" actId="478"/>
          <ac:picMkLst>
            <pc:docMk/>
            <pc:sldMk cId="515394892" sldId="264"/>
            <ac:picMk id="43" creationId="{F5302146-E76A-A76F-3F95-D6219456ED41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7-14T11:09:45.928" v="5331" actId="478"/>
          <ac:picMkLst>
            <pc:docMk/>
            <pc:sldMk cId="515394892" sldId="264"/>
            <ac:picMk id="52" creationId="{5C37C30D-7E64-4296-9D83-2E75585A5079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7-14T11:35:21.212" v="6559" actId="478"/>
          <ac:picMkLst>
            <pc:docMk/>
            <pc:sldMk cId="515394892" sldId="264"/>
            <ac:picMk id="85" creationId="{B400BFF8-A6C4-3722-6417-C3588531B7C8}"/>
          </ac:picMkLst>
        </pc:picChg>
        <pc:cxnChg chg="add del mod">
          <ac:chgData name="조호습(HOSEUP CHO)[hoseupcho]/책임/제조DX.FDC DX.조립FDC팀" userId="3b20c342-f290-4d69-a6b8-7223b626e0a8" providerId="ADAL" clId="{28D04202-6C71-4F06-9DCC-E4D59C6C3EAF}" dt="2026-07-14T11:24:44.019" v="6160" actId="478"/>
          <ac:cxnSpMkLst>
            <pc:docMk/>
            <pc:sldMk cId="515394892" sldId="264"/>
            <ac:cxnSpMk id="71" creationId="{0465FC00-5ED4-20A9-26BF-2671D8346F76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11:31:39.371" v="6269" actId="14100"/>
          <ac:cxnSpMkLst>
            <pc:docMk/>
            <pc:sldMk cId="515394892" sldId="264"/>
            <ac:cxnSpMk id="116" creationId="{04370373-F342-8C9E-02D4-2683E1D46B10}"/>
          </ac:cxnSpMkLst>
        </pc:cxn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4T07:03:35.300" v="4787" actId="478"/>
        <pc:sldMkLst>
          <pc:docMk/>
          <pc:sldMk cId="3443993367" sldId="273"/>
        </pc:sldMkLst>
        <pc:spChg chg="del">
          <ac:chgData name="조호습(HOSEUP CHO)[hoseupcho]/책임/제조DX.FDC DX.조립FDC팀" userId="3b20c342-f290-4d69-a6b8-7223b626e0a8" providerId="ADAL" clId="{28D04202-6C71-4F06-9DCC-E4D59C6C3EAF}" dt="2026-07-14T06:52:26.462" v="4606" actId="478"/>
          <ac:spMkLst>
            <pc:docMk/>
            <pc:sldMk cId="3443993367" sldId="273"/>
            <ac:spMk id="4" creationId="{A3015405-9795-36E5-01DA-BB41FEF3CA24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5:37:22.263" v="62" actId="478"/>
          <ac:spMkLst>
            <pc:docMk/>
            <pc:sldMk cId="3443993367" sldId="273"/>
            <ac:spMk id="6" creationId="{73B03FF9-0CB5-EABE-0743-2085254EDDE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2:28.034" v="4608" actId="20577"/>
          <ac:spMkLst>
            <pc:docMk/>
            <pc:sldMk cId="3443993367" sldId="273"/>
            <ac:spMk id="6" creationId="{BAC48E8D-481D-53CE-6B80-8DEDD6E3C60D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7:03:35.300" v="4787" actId="478"/>
          <ac:spMkLst>
            <pc:docMk/>
            <pc:sldMk cId="3443993367" sldId="273"/>
            <ac:spMk id="7" creationId="{F0FF6244-71D5-4842-0F71-2BD70172FB9E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5:37:03.567" v="56" actId="478"/>
          <ac:spMkLst>
            <pc:docMk/>
            <pc:sldMk cId="3443993367" sldId="273"/>
            <ac:spMk id="16" creationId="{B4926AB2-CA60-8786-FCB8-62CE81858E27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7:02:24.917" v="4785" actId="571"/>
          <ac:spMkLst>
            <pc:docMk/>
            <pc:sldMk cId="3443993367" sldId="273"/>
            <ac:spMk id="16" creationId="{DC196147-3343-DA5A-4F76-2662A689929D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7:02:27.413" v="4786" actId="571"/>
          <ac:spMkLst>
            <pc:docMk/>
            <pc:sldMk cId="3443993367" sldId="273"/>
            <ac:spMk id="18" creationId="{E137CD81-69C3-F685-34FD-1D356E4856B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6:15.340" v="748" actId="1035"/>
          <ac:spMkLst>
            <pc:docMk/>
            <pc:sldMk cId="3443993367" sldId="273"/>
            <ac:spMk id="21" creationId="{AD0FE4FD-5CF0-108D-23B1-D4404C8C2B66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45:32.019" v="732" actId="478"/>
          <ac:spMkLst>
            <pc:docMk/>
            <pc:sldMk cId="3443993367" sldId="273"/>
            <ac:spMk id="22" creationId="{C1F17F1C-4A0B-447C-C6A9-C38838C1990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6:18.615" v="751" actId="1035"/>
          <ac:spMkLst>
            <pc:docMk/>
            <pc:sldMk cId="3443993367" sldId="273"/>
            <ac:spMk id="25" creationId="{B29027B3-E595-D7DB-E9E5-0FDD47185B3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6:18.615" v="751" actId="1035"/>
          <ac:spMkLst>
            <pc:docMk/>
            <pc:sldMk cId="3443993367" sldId="273"/>
            <ac:spMk id="35" creationId="{E3142A61-7FBE-F363-E6FF-E13BEC8F0B6D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7:00:13.920" v="4781" actId="478"/>
          <ac:spMkLst>
            <pc:docMk/>
            <pc:sldMk cId="3443993367" sldId="273"/>
            <ac:spMk id="37" creationId="{A76E1720-8930-60D7-45B9-D54511DAD621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7:00:13.920" v="4781" actId="478"/>
          <ac:spMkLst>
            <pc:docMk/>
            <pc:sldMk cId="3443993367" sldId="273"/>
            <ac:spMk id="39" creationId="{42055467-EF6B-162C-7B5F-FA57954AA6FA}"/>
          </ac:spMkLst>
        </pc:spChg>
        <pc:spChg chg="mod ord">
          <ac:chgData name="조호습(HOSEUP CHO)[hoseupcho]/책임/제조DX.FDC DX.조립FDC팀" userId="3b20c342-f290-4d69-a6b8-7223b626e0a8" providerId="ADAL" clId="{28D04202-6C71-4F06-9DCC-E4D59C6C3EAF}" dt="2026-07-14T07:00:01.975" v="4780" actId="166"/>
          <ac:spMkLst>
            <pc:docMk/>
            <pc:sldMk cId="3443993367" sldId="273"/>
            <ac:spMk id="43" creationId="{24FE23F5-3972-37A7-F36E-B6C53576667F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7:00:13.920" v="4781" actId="478"/>
          <ac:spMkLst>
            <pc:docMk/>
            <pc:sldMk cId="3443993367" sldId="273"/>
            <ac:spMk id="45" creationId="{2BD7C517-F437-A8C3-50C8-E3D00C372A7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6:22.743" v="765" actId="1036"/>
          <ac:spMkLst>
            <pc:docMk/>
            <pc:sldMk cId="3443993367" sldId="273"/>
            <ac:spMk id="47" creationId="{D00A4DBE-33DA-8C0D-E654-2425071FCA3B}"/>
          </ac:spMkLst>
        </pc:spChg>
        <pc:graphicFrameChg chg="mod modGraphic">
          <ac:chgData name="조호습(HOSEUP CHO)[hoseupcho]/책임/제조DX.FDC DX.조립FDC팀" userId="3b20c342-f290-4d69-a6b8-7223b626e0a8" providerId="ADAL" clId="{28D04202-6C71-4F06-9DCC-E4D59C6C3EAF}" dt="2026-07-14T05:51:03.605" v="903" actId="20577"/>
          <ac:graphicFrameMkLst>
            <pc:docMk/>
            <pc:sldMk cId="3443993367" sldId="273"/>
            <ac:graphicFrameMk id="17" creationId="{8F9C922C-6630-F91F-D39F-5B76FB588696}"/>
          </ac:graphicFrameMkLst>
        </pc:graphicFrameChg>
        <pc:cxnChg chg="add del mod">
          <ac:chgData name="조호습(HOSEUP CHO)[hoseupcho]/책임/제조DX.FDC DX.조립FDC팀" userId="3b20c342-f290-4d69-a6b8-7223b626e0a8" providerId="ADAL" clId="{28D04202-6C71-4F06-9DCC-E4D59C6C3EAF}" dt="2026-07-14T05:37:13.334" v="61" actId="478"/>
          <ac:cxnSpMkLst>
            <pc:docMk/>
            <pc:sldMk cId="3443993367" sldId="273"/>
            <ac:cxnSpMk id="7" creationId="{2A03A9CD-AF9E-F1EF-AF17-5B14C5A1D03E}"/>
          </ac:cxnSpMkLst>
        </pc:cxnChg>
        <pc:cxnChg chg="add del mod">
          <ac:chgData name="조호습(HOSEUP CHO)[hoseupcho]/책임/제조DX.FDC DX.조립FDC팀" userId="3b20c342-f290-4d69-a6b8-7223b626e0a8" providerId="ADAL" clId="{28D04202-6C71-4F06-9DCC-E4D59C6C3EAF}" dt="2026-07-14T05:40:15.068" v="264" actId="478"/>
          <ac:cxnSpMkLst>
            <pc:docMk/>
            <pc:sldMk cId="3443993367" sldId="273"/>
            <ac:cxnSpMk id="19" creationId="{9EE7E0E0-4E14-52A1-EB69-A49C0DB42F7E}"/>
          </ac:cxnSpMkLst>
        </pc:cxnChg>
      </pc:sldChg>
      <pc:sldChg chg="addSp delSp modSp mod modNotesTx">
        <pc:chgData name="조호습(HOSEUP CHO)[hoseupcho]/책임/제조DX.FDC DX.조립FDC팀" userId="3b20c342-f290-4d69-a6b8-7223b626e0a8" providerId="ADAL" clId="{28D04202-6C71-4F06-9DCC-E4D59C6C3EAF}" dt="2026-07-14T06:58:19.082" v="4760" actId="6549"/>
        <pc:sldMkLst>
          <pc:docMk/>
          <pc:sldMk cId="9191387" sldId="310"/>
        </pc:sldMkLst>
        <pc:spChg chg="add mod">
          <ac:chgData name="조호습(HOSEUP CHO)[hoseupcho]/책임/제조DX.FDC DX.조립FDC팀" userId="3b20c342-f290-4d69-a6b8-7223b626e0a8" providerId="ADAL" clId="{28D04202-6C71-4F06-9DCC-E4D59C6C3EAF}" dt="2026-07-14T06:58:13.858" v="4758" actId="20577"/>
          <ac:spMkLst>
            <pc:docMk/>
            <pc:sldMk cId="9191387" sldId="310"/>
            <ac:spMk id="3" creationId="{EAD97FBD-1801-A082-A204-1659012D95AF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58:10.955" v="4756" actId="478"/>
          <ac:spMkLst>
            <pc:docMk/>
            <pc:sldMk cId="9191387" sldId="310"/>
            <ac:spMk id="9" creationId="{BE0C6D68-E469-8697-1BC5-E5E2594C920A}"/>
          </ac:spMkLst>
        </pc:spChg>
      </pc:sldChg>
      <pc:sldChg chg="modSp mod">
        <pc:chgData name="조호습(HOSEUP CHO)[hoseupcho]/책임/제조DX.FDC DX.조립FDC팀" userId="3b20c342-f290-4d69-a6b8-7223b626e0a8" providerId="ADAL" clId="{28D04202-6C71-4F06-9DCC-E4D59C6C3EAF}" dt="2026-07-14T06:51:46.631" v="4599"/>
        <pc:sldMkLst>
          <pc:docMk/>
          <pc:sldMk cId="1883069619" sldId="2147483397"/>
        </pc:sldMkLst>
        <pc:spChg chg="mod">
          <ac:chgData name="조호습(HOSEUP CHO)[hoseupcho]/책임/제조DX.FDC DX.조립FDC팀" userId="3b20c342-f290-4d69-a6b8-7223b626e0a8" providerId="ADAL" clId="{28D04202-6C71-4F06-9DCC-E4D59C6C3EAF}" dt="2026-07-14T06:51:46.631" v="4599"/>
          <ac:spMkLst>
            <pc:docMk/>
            <pc:sldMk cId="1883069619" sldId="2147483397"/>
            <ac:spMk id="20" creationId="{00000000-0000-0000-0000-000000000000}"/>
          </ac:spMkLst>
        </pc:sp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4T06:54:36.351" v="4644" actId="6549"/>
        <pc:sldMkLst>
          <pc:docMk/>
          <pc:sldMk cId="384827006" sldId="2147483406"/>
        </pc:sldMkLst>
        <pc:spChg chg="del">
          <ac:chgData name="조호습(HOSEUP CHO)[hoseupcho]/책임/제조DX.FDC DX.조립FDC팀" userId="3b20c342-f290-4d69-a6b8-7223b626e0a8" providerId="ADAL" clId="{28D04202-6C71-4F06-9DCC-E4D59C6C3EAF}" dt="2026-07-14T06:54:30.023" v="4640" actId="478"/>
          <ac:spMkLst>
            <pc:docMk/>
            <pc:sldMk cId="384827006" sldId="2147483406"/>
            <ac:spMk id="4" creationId="{00000000-0000-0000-0000-000000000000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8:10.152" v="4463" actId="1036"/>
          <ac:spMkLst>
            <pc:docMk/>
            <pc:sldMk cId="384827006" sldId="2147483406"/>
            <ac:spMk id="6" creationId="{86391750-B754-A412-E4C9-198CFF73D9A4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0:06.018" v="4565" actId="113"/>
          <ac:spMkLst>
            <pc:docMk/>
            <pc:sldMk cId="384827006" sldId="2147483406"/>
            <ac:spMk id="9" creationId="{FE30A0CA-4CD6-D6FB-2B34-D9F81C851437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1:58.534" v="3933" actId="478"/>
          <ac:spMkLst>
            <pc:docMk/>
            <pc:sldMk cId="384827006" sldId="2147483406"/>
            <ac:spMk id="12" creationId="{E1E4C91B-EE22-DAAC-D755-1249EA82755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0:30.586" v="4570" actId="207"/>
          <ac:spMkLst>
            <pc:docMk/>
            <pc:sldMk cId="384827006" sldId="2147483406"/>
            <ac:spMk id="15" creationId="{BFB7DB57-BBAB-CD29-0393-C69AE4AA2E7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5:43.789" v="4206" actId="14100"/>
          <ac:spMkLst>
            <pc:docMk/>
            <pc:sldMk cId="384827006" sldId="2147483406"/>
            <ac:spMk id="17" creationId="{2605CE17-A860-81AC-8289-6A501BDA6BA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6:16.327" v="3653" actId="1036"/>
          <ac:spMkLst>
            <pc:docMk/>
            <pc:sldMk cId="384827006" sldId="2147483406"/>
            <ac:spMk id="19" creationId="{BD18ADA8-11A1-7972-0A11-2FD3A3FD02E5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6:10.622" v="3652" actId="1036"/>
          <ac:spMkLst>
            <pc:docMk/>
            <pc:sldMk cId="384827006" sldId="2147483406"/>
            <ac:spMk id="22" creationId="{FDAA07D4-F0B6-2FD6-1E71-F04DF01E039E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1:58.534" v="3933" actId="478"/>
          <ac:spMkLst>
            <pc:docMk/>
            <pc:sldMk cId="384827006" sldId="2147483406"/>
            <ac:spMk id="24" creationId="{2615AA8C-1F91-0A19-CE44-DBFA0319F4FF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32.116" v="3617" actId="14100"/>
          <ac:spMkLst>
            <pc:docMk/>
            <pc:sldMk cId="384827006" sldId="2147483406"/>
            <ac:spMk id="27" creationId="{2B3B2E45-D187-9325-116E-39E9A1FB62D1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56.147" v="3559" actId="1035"/>
          <ac:spMkLst>
            <pc:docMk/>
            <pc:sldMk cId="384827006" sldId="2147483406"/>
            <ac:spMk id="30" creationId="{55319B86-526E-36FB-BC95-AAAC7B67AC54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11.193" v="3612" actId="1036"/>
          <ac:spMkLst>
            <pc:docMk/>
            <pc:sldMk cId="384827006" sldId="2147483406"/>
            <ac:spMk id="32" creationId="{D45F1359-D500-BF65-9C1E-FDEE0B1DE081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05.130" v="3609" actId="1036"/>
          <ac:spMkLst>
            <pc:docMk/>
            <pc:sldMk cId="384827006" sldId="2147483406"/>
            <ac:spMk id="33" creationId="{A5D01808-E380-10AF-034D-C3C2F2FE6B8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4:06.798" v="3573" actId="1035"/>
          <ac:spMkLst>
            <pc:docMk/>
            <pc:sldMk cId="384827006" sldId="2147483406"/>
            <ac:spMk id="34" creationId="{E2FCBB26-0888-20A4-A925-7F5C090A4C8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00.758" v="3608" actId="1035"/>
          <ac:spMkLst>
            <pc:docMk/>
            <pc:sldMk cId="384827006" sldId="2147483406"/>
            <ac:spMk id="35" creationId="{63600079-0A37-6E5A-3668-7BAB099D350A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0:52.260" v="3923" actId="478"/>
          <ac:spMkLst>
            <pc:docMk/>
            <pc:sldMk cId="384827006" sldId="2147483406"/>
            <ac:spMk id="39" creationId="{963A24F1-D526-906E-42E8-135070F91613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0:53.748" v="3924" actId="478"/>
          <ac:spMkLst>
            <pc:docMk/>
            <pc:sldMk cId="384827006" sldId="2147483406"/>
            <ac:spMk id="40" creationId="{44286827-CA15-897C-9B22-DB3201FB94A5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2:02.023" v="3934" actId="478"/>
          <ac:spMkLst>
            <pc:docMk/>
            <pc:sldMk cId="384827006" sldId="2147483406"/>
            <ac:spMk id="42" creationId="{B642CBF0-21BA-F942-131C-5188F0A762B7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2:04.317" v="3935" actId="478"/>
          <ac:spMkLst>
            <pc:docMk/>
            <pc:sldMk cId="384827006" sldId="2147483406"/>
            <ac:spMk id="43" creationId="{1E612192-4C57-8724-DC28-1E6FDD0B71AB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41:55.213" v="3932" actId="478"/>
          <ac:spMkLst>
            <pc:docMk/>
            <pc:sldMk cId="384827006" sldId="2147483406"/>
            <ac:spMk id="49" creationId="{A7261D16-17CD-5DE6-248B-9F0632511A9A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3:26.740" v="4086" actId="478"/>
          <ac:spMkLst>
            <pc:docMk/>
            <pc:sldMk cId="384827006" sldId="2147483406"/>
            <ac:spMk id="50" creationId="{FCCC654E-EEC6-FF8A-1E4E-AE1A92F8E57E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46:48.470" v="4314" actId="478"/>
          <ac:spMkLst>
            <pc:docMk/>
            <pc:sldMk cId="384827006" sldId="2147483406"/>
            <ac:spMk id="53" creationId="{38D00658-CA05-D5A9-74FB-5BB3C3DDBA8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5:36.407" v="4196" actId="1035"/>
          <ac:spMkLst>
            <pc:docMk/>
            <pc:sldMk cId="384827006" sldId="2147483406"/>
            <ac:spMk id="57" creationId="{8343BF5F-63C2-E853-EA80-D411D773CAA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42.492" v="3536" actId="1036"/>
          <ac:spMkLst>
            <pc:docMk/>
            <pc:sldMk cId="384827006" sldId="2147483406"/>
            <ac:spMk id="60" creationId="{694CDB24-4955-6E46-42C9-7887A2C65FA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42.492" v="3536" actId="1036"/>
          <ac:spMkLst>
            <pc:docMk/>
            <pc:sldMk cId="384827006" sldId="2147483406"/>
            <ac:spMk id="62" creationId="{704F342C-D9B3-5470-A4B2-B4D277AEFA7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00.758" v="3608" actId="1035"/>
          <ac:spMkLst>
            <pc:docMk/>
            <pc:sldMk cId="384827006" sldId="2147483406"/>
            <ac:spMk id="64" creationId="{95DF443C-58F3-4241-BC4C-F87AE3E6EA82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56.147" v="3559" actId="1035"/>
          <ac:spMkLst>
            <pc:docMk/>
            <pc:sldMk cId="384827006" sldId="2147483406"/>
            <ac:spMk id="65" creationId="{3D97F864-1AF3-A857-6E79-2791E3757E1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00.758" v="3608" actId="1035"/>
          <ac:spMkLst>
            <pc:docMk/>
            <pc:sldMk cId="384827006" sldId="2147483406"/>
            <ac:spMk id="66" creationId="{49814E07-CE74-CD9D-3FDF-BAB77601D10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56.147" v="3559" actId="1035"/>
          <ac:spMkLst>
            <pc:docMk/>
            <pc:sldMk cId="384827006" sldId="2147483406"/>
            <ac:spMk id="67" creationId="{4B65D9B6-0510-CBC4-DB66-FC1B39D52FC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5:40.938" v="4205" actId="1036"/>
          <ac:spMkLst>
            <pc:docMk/>
            <pc:sldMk cId="384827006" sldId="2147483406"/>
            <ac:spMk id="72" creationId="{B0843C2A-5BDD-7DE9-EAAC-BC5037B945F7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0:16.338" v="4569" actId="113"/>
          <ac:spMkLst>
            <pc:docMk/>
            <pc:sldMk cId="384827006" sldId="2147483406"/>
            <ac:spMk id="76" creationId="{15EBA9A6-B9B0-B376-6DB2-110DCAA079EB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42.492" v="3536" actId="1036"/>
          <ac:spMkLst>
            <pc:docMk/>
            <pc:sldMk cId="384827006" sldId="2147483406"/>
            <ac:spMk id="79" creationId="{2060DCBC-487A-9A8A-9AEB-D7FAD7ED68D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5:35.399" v="3618" actId="14100"/>
          <ac:spMkLst>
            <pc:docMk/>
            <pc:sldMk cId="384827006" sldId="2147483406"/>
            <ac:spMk id="82" creationId="{671F9D9F-D9B0-68C8-9D3A-9D2C9453073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4:02.408" v="3567" actId="1035"/>
          <ac:spMkLst>
            <pc:docMk/>
            <pc:sldMk cId="384827006" sldId="2147483406"/>
            <ac:spMk id="83" creationId="{E5E34237-EEE6-3718-D538-4EE66DE7865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56.147" v="3559" actId="1035"/>
          <ac:spMkLst>
            <pc:docMk/>
            <pc:sldMk cId="384827006" sldId="2147483406"/>
            <ac:spMk id="84" creationId="{857DE44B-0DA6-BF48-E27A-C000B20055E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3:42.492" v="3536" actId="1036"/>
          <ac:spMkLst>
            <pc:docMk/>
            <pc:sldMk cId="384827006" sldId="2147483406"/>
            <ac:spMk id="86" creationId="{08E4E242-0B1F-8E3D-A9C2-191E82946D7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11.171" v="4138" actId="1035"/>
          <ac:spMkLst>
            <pc:docMk/>
            <pc:sldMk cId="384827006" sldId="2147483406"/>
            <ac:spMk id="89" creationId="{C77C8FBE-40A0-38CC-4A0B-D7359581D7D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0:13.279" v="4567" actId="113"/>
          <ac:spMkLst>
            <pc:docMk/>
            <pc:sldMk cId="384827006" sldId="2147483406"/>
            <ac:spMk id="91" creationId="{A1D0439F-C9A1-3E18-63AF-31F64371A76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9:44.890" v="4562" actId="1037"/>
          <ac:spMkLst>
            <pc:docMk/>
            <pc:sldMk cId="384827006" sldId="2147483406"/>
            <ac:spMk id="93" creationId="{AAD2047D-8A1D-DC7C-349A-B9E803D6132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4:06.798" v="3573" actId="1035"/>
          <ac:spMkLst>
            <pc:docMk/>
            <pc:sldMk cId="384827006" sldId="2147483406"/>
            <ac:spMk id="98" creationId="{AE41D31A-3E3F-4BED-A777-46337942397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16.773" v="4150" actId="1036"/>
          <ac:spMkLst>
            <pc:docMk/>
            <pc:sldMk cId="384827006" sldId="2147483406"/>
            <ac:spMk id="100" creationId="{AB43FA5F-D63B-ECF8-DA4B-17BC12C0BB8C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21.173" v="4162" actId="1035"/>
          <ac:spMkLst>
            <pc:docMk/>
            <pc:sldMk cId="384827006" sldId="2147483406"/>
            <ac:spMk id="103" creationId="{5CCD3251-671D-6A76-735F-6817A95DB7B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16.773" v="4150" actId="1036"/>
          <ac:spMkLst>
            <pc:docMk/>
            <pc:sldMk cId="384827006" sldId="2147483406"/>
            <ac:spMk id="105" creationId="{E839B34B-395C-7C9C-0778-D33110A6F31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16.773" v="4150" actId="1036"/>
          <ac:spMkLst>
            <pc:docMk/>
            <pc:sldMk cId="384827006" sldId="2147483406"/>
            <ac:spMk id="108" creationId="{0DD25CAE-E32A-7C6D-0A14-50EACC57F861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5:16.773" v="4150" actId="1036"/>
          <ac:spMkLst>
            <pc:docMk/>
            <pc:sldMk cId="384827006" sldId="2147483406"/>
            <ac:spMk id="110" creationId="{C6FE2528-0E46-C408-CA0E-A4186DF4F805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9:44.890" v="4562" actId="1037"/>
          <ac:spMkLst>
            <pc:docMk/>
            <pc:sldMk cId="384827006" sldId="2147483406"/>
            <ac:spMk id="113" creationId="{55423BB6-EE60-39B1-4947-CD2DE9802D54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5:36.407" v="4196" actId="1035"/>
          <ac:spMkLst>
            <pc:docMk/>
            <pc:sldMk cId="384827006" sldId="2147483406"/>
            <ac:spMk id="115" creationId="{E33E83C2-2F5E-1B78-0B46-D0CC4DEF5EF2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5:36.407" v="4196" actId="1035"/>
          <ac:spMkLst>
            <pc:docMk/>
            <pc:sldMk cId="384827006" sldId="2147483406"/>
            <ac:spMk id="117" creationId="{663AB2A1-5025-643A-999F-8F5EE315C9BA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36.407" v="4196" actId="1035"/>
          <ac:spMkLst>
            <pc:docMk/>
            <pc:sldMk cId="384827006" sldId="2147483406"/>
            <ac:spMk id="119" creationId="{99F2D729-8146-7742-05AD-A49026BCA23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5:36.407" v="4196" actId="1035"/>
          <ac:spMkLst>
            <pc:docMk/>
            <pc:sldMk cId="384827006" sldId="2147483406"/>
            <ac:spMk id="121" creationId="{33D60AD6-2078-325A-A436-0F000965FD3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9:04.154" v="4545" actId="1036"/>
          <ac:spMkLst>
            <pc:docMk/>
            <pc:sldMk cId="384827006" sldId="2147483406"/>
            <ac:spMk id="122" creationId="{86A54558-5839-A2B0-BA3F-ECF01FEF5AA8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2:49.191" v="3975" actId="478"/>
          <ac:spMkLst>
            <pc:docMk/>
            <pc:sldMk cId="384827006" sldId="2147483406"/>
            <ac:spMk id="123" creationId="{F4F54B42-549E-4D65-D362-41C635B506BB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3:05.820" v="3991" actId="478"/>
          <ac:spMkLst>
            <pc:docMk/>
            <pc:sldMk cId="384827006" sldId="2147483406"/>
            <ac:spMk id="124" creationId="{391FB8AB-3095-8E6B-0448-0B31B02AC388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7:39.910" v="4412" actId="478"/>
          <ac:spMkLst>
            <pc:docMk/>
            <pc:sldMk cId="384827006" sldId="2147483406"/>
            <ac:spMk id="125" creationId="{72F678AD-BE98-BE96-E6EC-626F313E7AA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0:06.018" v="4565" actId="113"/>
          <ac:spMkLst>
            <pc:docMk/>
            <pc:sldMk cId="384827006" sldId="2147483406"/>
            <ac:spMk id="126" creationId="{13549DA5-9994-80EC-BD78-A38047DAECD8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5:54.391" v="4208" actId="478"/>
          <ac:spMkLst>
            <pc:docMk/>
            <pc:sldMk cId="384827006" sldId="2147483406"/>
            <ac:spMk id="129" creationId="{0D1C7AB5-7016-4D16-476C-70A97D479E09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7:29.587" v="4405" actId="478"/>
          <ac:spMkLst>
            <pc:docMk/>
            <pc:sldMk cId="384827006" sldId="2147483406"/>
            <ac:spMk id="130" creationId="{A24F3099-27AB-BAA6-B21E-96CCC89FF6B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9:17.997" v="4546" actId="14100"/>
          <ac:spMkLst>
            <pc:docMk/>
            <pc:sldMk cId="384827006" sldId="2147483406"/>
            <ac:spMk id="132" creationId="{31633DCE-7FC8-DC0F-44A6-A8369FE7B412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8:52.697" v="4540"/>
          <ac:spMkLst>
            <pc:docMk/>
            <pc:sldMk cId="384827006" sldId="2147483406"/>
            <ac:spMk id="135" creationId="{4053E739-A348-F41F-14E9-8DEC3E6DA239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49:58.455" v="4563" actId="571"/>
          <ac:spMkLst>
            <pc:docMk/>
            <pc:sldMk cId="384827006" sldId="2147483406"/>
            <ac:spMk id="140" creationId="{E65A1246-8256-EA4E-2CDE-49A897142024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0:01.156" v="4564" actId="14100"/>
          <ac:spMkLst>
            <pc:docMk/>
            <pc:sldMk cId="384827006" sldId="2147483406"/>
            <ac:spMk id="141" creationId="{CD56A0F9-247E-5F21-D00A-3B582639FA8D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2:47.892" v="4621" actId="6549"/>
          <ac:spMkLst>
            <pc:docMk/>
            <pc:sldMk cId="384827006" sldId="2147483406"/>
            <ac:spMk id="143" creationId="{22207470-7B5A-0E9E-B485-7B2FA4406BDA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54:32.989" v="4641" actId="478"/>
          <ac:spMkLst>
            <pc:docMk/>
            <pc:sldMk cId="384827006" sldId="2147483406"/>
            <ac:spMk id="145" creationId="{2E6B0E6A-5C44-D901-464A-C6413331FAF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4:36.351" v="4644" actId="6549"/>
          <ac:spMkLst>
            <pc:docMk/>
            <pc:sldMk cId="384827006" sldId="2147483406"/>
            <ac:spMk id="146" creationId="{A4F55B7F-3A82-485D-7E56-C7C17E8F02DE}"/>
          </ac:spMkLst>
        </pc:spChg>
        <pc:grpChg chg="del mod">
          <ac:chgData name="조호습(HOSEUP CHO)[hoseupcho]/책임/제조DX.FDC DX.조립FDC팀" userId="3b20c342-f290-4d69-a6b8-7223b626e0a8" providerId="ADAL" clId="{28D04202-6C71-4F06-9DCC-E4D59C6C3EAF}" dt="2026-07-14T06:42:19.546" v="3939" actId="478"/>
          <ac:grpSpMkLst>
            <pc:docMk/>
            <pc:sldMk cId="384827006" sldId="2147483406"/>
            <ac:grpSpMk id="18" creationId="{F5080D09-A61C-F0B3-5440-E74CF5EFE7F9}"/>
          </ac:grpSpMkLst>
        </pc:grpChg>
        <pc:grpChg chg="del mod">
          <ac:chgData name="조호습(HOSEUP CHO)[hoseupcho]/책임/제조DX.FDC DX.조립FDC팀" userId="3b20c342-f290-4d69-a6b8-7223b626e0a8" providerId="ADAL" clId="{28D04202-6C71-4F06-9DCC-E4D59C6C3EAF}" dt="2026-07-14T06:42:18.641" v="3938" actId="478"/>
          <ac:grpSpMkLst>
            <pc:docMk/>
            <pc:sldMk cId="384827006" sldId="2147483406"/>
            <ac:grpSpMk id="21" creationId="{82395C6F-3849-D7F0-F2D2-437246DD6C75}"/>
          </ac:grpSpMkLst>
        </pc:grpChg>
        <pc:grpChg chg="mod">
          <ac:chgData name="조호습(HOSEUP CHO)[hoseupcho]/책임/제조DX.FDC DX.조립FDC팀" userId="3b20c342-f290-4d69-a6b8-7223b626e0a8" providerId="ADAL" clId="{28D04202-6C71-4F06-9DCC-E4D59C6C3EAF}" dt="2026-07-14T06:33:06.020" v="3502" actId="1076"/>
          <ac:grpSpMkLst>
            <pc:docMk/>
            <pc:sldMk cId="384827006" sldId="2147483406"/>
            <ac:grpSpMk id="37" creationId="{730830E0-7C2D-FBDD-30BE-A84D29561D62}"/>
          </ac:grpSpMkLst>
        </pc:grpChg>
        <pc:grpChg chg="add mod">
          <ac:chgData name="조호습(HOSEUP CHO)[hoseupcho]/책임/제조DX.FDC DX.조립FDC팀" userId="3b20c342-f290-4d69-a6b8-7223b626e0a8" providerId="ADAL" clId="{28D04202-6C71-4F06-9DCC-E4D59C6C3EAF}" dt="2026-07-14T06:49:17.997" v="4546" actId="14100"/>
          <ac:grpSpMkLst>
            <pc:docMk/>
            <pc:sldMk cId="384827006" sldId="2147483406"/>
            <ac:grpSpMk id="131" creationId="{482098F2-07F9-1711-90A8-0E5E1A263F50}"/>
          </ac:grpSpMkLst>
        </pc:grpChg>
        <pc:grpChg chg="add mod">
          <ac:chgData name="조호습(HOSEUP CHO)[hoseupcho]/책임/제조DX.FDC DX.조립FDC팀" userId="3b20c342-f290-4d69-a6b8-7223b626e0a8" providerId="ADAL" clId="{28D04202-6C71-4F06-9DCC-E4D59C6C3EAF}" dt="2026-07-14T06:48:34.298" v="4512" actId="1035"/>
          <ac:grpSpMkLst>
            <pc:docMk/>
            <pc:sldMk cId="384827006" sldId="2147483406"/>
            <ac:grpSpMk id="134" creationId="{D8EB8F21-7DE2-D08D-28C9-70F6533E08B2}"/>
          </ac:grpSpMkLst>
        </pc:grpChg>
        <pc:graphicFrameChg chg="mod modGraphic">
          <ac:chgData name="조호습(HOSEUP CHO)[hoseupcho]/책임/제조DX.FDC DX.조립FDC팀" userId="3b20c342-f290-4d69-a6b8-7223b626e0a8" providerId="ADAL" clId="{28D04202-6C71-4F06-9DCC-E4D59C6C3EAF}" dt="2026-07-14T06:35:27.557" v="3616"/>
          <ac:graphicFrameMkLst>
            <pc:docMk/>
            <pc:sldMk cId="384827006" sldId="2147483406"/>
            <ac:graphicFrameMk id="26" creationId="{E5985277-EFBB-38DF-4DAF-D729B9530037}"/>
          </ac:graphicFrameMkLst>
        </pc:graphicFrameChg>
        <pc:graphicFrameChg chg="add del mod">
          <ac:chgData name="조호습(HOSEUP CHO)[hoseupcho]/책임/제조DX.FDC DX.조립FDC팀" userId="3b20c342-f290-4d69-a6b8-7223b626e0a8" providerId="ADAL" clId="{28D04202-6C71-4F06-9DCC-E4D59C6C3EAF}" dt="2026-07-14T06:41:58.534" v="3933" actId="478"/>
          <ac:graphicFrameMkLst>
            <pc:docMk/>
            <pc:sldMk cId="384827006" sldId="2147483406"/>
            <ac:graphicFrameMk id="36" creationId="{33121AC8-7309-4CD2-072A-91FD77039F5E}"/>
          </ac:graphicFrameMkLst>
        </pc:graphicFrameChg>
        <pc:graphicFrameChg chg="mod">
          <ac:chgData name="조호습(HOSEUP CHO)[hoseupcho]/책임/제조DX.FDC DX.조립FDC팀" userId="3b20c342-f290-4d69-a6b8-7223b626e0a8" providerId="ADAL" clId="{28D04202-6C71-4F06-9DCC-E4D59C6C3EAF}" dt="2026-07-14T06:45:16.773" v="4150" actId="1036"/>
          <ac:graphicFrameMkLst>
            <pc:docMk/>
            <pc:sldMk cId="384827006" sldId="2147483406"/>
            <ac:graphicFrameMk id="70" creationId="{B03311DB-F6AA-A3E5-EF96-7249F8D07219}"/>
          </ac:graphicFrameMkLst>
        </pc:graphicFrameChg>
        <pc:graphicFrameChg chg="mod">
          <ac:chgData name="조호습(HOSEUP CHO)[hoseupcho]/책임/제조DX.FDC DX.조립FDC팀" userId="3b20c342-f290-4d69-a6b8-7223b626e0a8" providerId="ADAL" clId="{28D04202-6C71-4F06-9DCC-E4D59C6C3EAF}" dt="2026-07-14T06:45:36.407" v="4196" actId="1035"/>
          <ac:graphicFrameMkLst>
            <pc:docMk/>
            <pc:sldMk cId="384827006" sldId="2147483406"/>
            <ac:graphicFrameMk id="74" creationId="{C5419397-5066-15B7-8D12-17455F295E6B}"/>
          </ac:graphicFrameMkLst>
        </pc:graphicFrameChg>
        <pc:graphicFrameChg chg="mod">
          <ac:chgData name="조호습(HOSEUP CHO)[hoseupcho]/책임/제조DX.FDC DX.조립FDC팀" userId="3b20c342-f290-4d69-a6b8-7223b626e0a8" providerId="ADAL" clId="{28D04202-6C71-4F06-9DCC-E4D59C6C3EAF}" dt="2026-07-14T06:49:44.890" v="4562" actId="1037"/>
          <ac:graphicFrameMkLst>
            <pc:docMk/>
            <pc:sldMk cId="384827006" sldId="2147483406"/>
            <ac:graphicFrameMk id="78" creationId="{50112E93-A3A9-0808-A6DE-0D002F6E8F61}"/>
          </ac:graphicFrameMkLst>
        </pc:graphicFrameChg>
        <pc:cxnChg chg="add del mod">
          <ac:chgData name="조호습(HOSEUP CHO)[hoseupcho]/책임/제조DX.FDC DX.조립FDC팀" userId="3b20c342-f290-4d69-a6b8-7223b626e0a8" providerId="ADAL" clId="{28D04202-6C71-4F06-9DCC-E4D59C6C3EAF}" dt="2026-07-14T06:40:50.170" v="3922" actId="478"/>
          <ac:cxnSpMkLst>
            <pc:docMk/>
            <pc:sldMk cId="384827006" sldId="2147483406"/>
            <ac:cxnSpMk id="44" creationId="{0B10AFFD-EC36-89C1-5F30-24E7A59533CD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35:56.585" v="3621" actId="14100"/>
          <ac:cxnSpMkLst>
            <pc:docMk/>
            <pc:sldMk cId="384827006" sldId="2147483406"/>
            <ac:cxnSpMk id="45" creationId="{AC74E27F-6FD4-3B21-0DA9-E701CF872F88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35:52.013" v="3620" actId="14100"/>
          <ac:cxnSpMkLst>
            <pc:docMk/>
            <pc:sldMk cId="384827006" sldId="2147483406"/>
            <ac:cxnSpMk id="55" creationId="{223612EC-2B23-060C-1C14-79519401322A}"/>
          </ac:cxnSpMkLst>
        </pc:cxnChg>
        <pc:cxnChg chg="del">
          <ac:chgData name="조호습(HOSEUP CHO)[hoseupcho]/책임/제조DX.FDC DX.조립FDC팀" userId="3b20c342-f290-4d69-a6b8-7223b626e0a8" providerId="ADAL" clId="{28D04202-6C71-4F06-9DCC-E4D59C6C3EAF}" dt="2026-07-14T06:36:20.455" v="3654" actId="478"/>
          <ac:cxnSpMkLst>
            <pc:docMk/>
            <pc:sldMk cId="384827006" sldId="2147483406"/>
            <ac:cxnSpMk id="63" creationId="{3CB51D61-14B5-42D2-945B-F6EF64C141C6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33:56.147" v="3559" actId="1035"/>
          <ac:cxnSpMkLst>
            <pc:docMk/>
            <pc:sldMk cId="384827006" sldId="2147483406"/>
            <ac:cxnSpMk id="80" creationId="{278590F4-F3F0-CA3F-AFB1-A0226A46D1E2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35:00.758" v="3608" actId="1035"/>
          <ac:cxnSpMkLst>
            <pc:docMk/>
            <pc:sldMk cId="384827006" sldId="2147483406"/>
            <ac:cxnSpMk id="81" creationId="{D74145EC-0A84-DFE3-C42C-EE3C28981CCD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33:56.147" v="3559" actId="1035"/>
          <ac:cxnSpMkLst>
            <pc:docMk/>
            <pc:sldMk cId="384827006" sldId="2147483406"/>
            <ac:cxnSpMk id="85" creationId="{7F9AEC35-2701-CEED-0F75-51544B50728B}"/>
          </ac:cxnSpMkLst>
        </pc:cxnChg>
        <pc:cxnChg chg="add del mod">
          <ac:chgData name="조호습(HOSEUP CHO)[hoseupcho]/책임/제조DX.FDC DX.조립FDC팀" userId="3b20c342-f290-4d69-a6b8-7223b626e0a8" providerId="ADAL" clId="{28D04202-6C71-4F06-9DCC-E4D59C6C3EAF}" dt="2026-07-14T06:47:53.831" v="4433" actId="478"/>
          <ac:cxnSpMkLst>
            <pc:docMk/>
            <pc:sldMk cId="384827006" sldId="2147483406"/>
            <ac:cxnSpMk id="128" creationId="{5283C8EB-B8B9-BE08-3C5B-F37703068366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49:17.997" v="4546" actId="14100"/>
          <ac:cxnSpMkLst>
            <pc:docMk/>
            <pc:sldMk cId="384827006" sldId="2147483406"/>
            <ac:cxnSpMk id="133" creationId="{E61B72DE-4183-67EE-D4E2-EC154E1E24E7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48:22.905" v="4464"/>
          <ac:cxnSpMkLst>
            <pc:docMk/>
            <pc:sldMk cId="384827006" sldId="2147483406"/>
            <ac:cxnSpMk id="136" creationId="{BC03A183-49C1-B379-AB47-15D1CA3DF969}"/>
          </ac:cxnSpMkLst>
        </pc:cxnChg>
        <pc:cxnChg chg="add mod">
          <ac:chgData name="조호습(HOSEUP CHO)[hoseupcho]/책임/제조DX.FDC DX.조립FDC팀" userId="3b20c342-f290-4d69-a6b8-7223b626e0a8" providerId="ADAL" clId="{28D04202-6C71-4F06-9DCC-E4D59C6C3EAF}" dt="2026-07-14T06:49:29.763" v="4549" actId="14100"/>
          <ac:cxnSpMkLst>
            <pc:docMk/>
            <pc:sldMk cId="384827006" sldId="2147483406"/>
            <ac:cxnSpMk id="138" creationId="{76B78770-0361-33F4-111A-4E40FBCED640}"/>
          </ac:cxnSpMkLst>
        </pc:cxn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4T07:04:50.568" v="4791" actId="22"/>
        <pc:sldMkLst>
          <pc:docMk/>
          <pc:sldMk cId="1520280681" sldId="2147483407"/>
        </pc:sldMkLst>
        <pc:spChg chg="add mod">
          <ac:chgData name="조호습(HOSEUP CHO)[hoseupcho]/책임/제조DX.FDC DX.조립FDC팀" userId="3b20c342-f290-4d69-a6b8-7223b626e0a8" providerId="ADAL" clId="{28D04202-6C71-4F06-9DCC-E4D59C6C3EAF}" dt="2026-07-14T06:52:59.079" v="4626" actId="20577"/>
          <ac:spMkLst>
            <pc:docMk/>
            <pc:sldMk cId="1520280681" sldId="2147483407"/>
            <ac:spMk id="5" creationId="{818A77B7-80D7-4D91-6BCB-20864FC79574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4:51.317" v="4651" actId="20577"/>
          <ac:spMkLst>
            <pc:docMk/>
            <pc:sldMk cId="1520280681" sldId="2147483407"/>
            <ac:spMk id="11" creationId="{9B95588A-D85C-7960-FFDA-F932FB591081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54:48.311" v="4649" actId="478"/>
          <ac:spMkLst>
            <pc:docMk/>
            <pc:sldMk cId="1520280681" sldId="2147483407"/>
            <ac:spMk id="12" creationId="{D0B434FB-372D-2376-9C49-DB00BD1606FC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7-14T07:04:50.568" v="4791" actId="22"/>
          <ac:spMkLst>
            <pc:docMk/>
            <pc:sldMk cId="1520280681" sldId="2147483407"/>
            <ac:spMk id="14" creationId="{8C69937C-6CD4-8D16-151E-2D8F5D2A14E7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7:04:50.347" v="4790" actId="478"/>
          <ac:spMkLst>
            <pc:docMk/>
            <pc:sldMk cId="1520280681" sldId="2147483407"/>
            <ac:spMk id="113" creationId="{4752D5FB-100E-4D0B-8FCC-F6419B044192}"/>
          </ac:spMkLst>
        </pc:spChg>
      </pc:sldChg>
      <pc:sldChg chg="addSp delSp modSp del mod">
        <pc:chgData name="조호습(HOSEUP CHO)[hoseupcho]/책임/제조DX.FDC DX.조립FDC팀" userId="3b20c342-f290-4d69-a6b8-7223b626e0a8" providerId="ADAL" clId="{28D04202-6C71-4F06-9DCC-E4D59C6C3EAF}" dt="2026-07-14T06:32:01.472" v="3498" actId="47"/>
        <pc:sldMkLst>
          <pc:docMk/>
          <pc:sldMk cId="25746874" sldId="2147483408"/>
        </pc:sldMkLst>
        <pc:spChg chg="add mod">
          <ac:chgData name="조호습(HOSEUP CHO)[hoseupcho]/책임/제조DX.FDC DX.조립FDC팀" userId="3b20c342-f290-4d69-a6b8-7223b626e0a8" providerId="ADAL" clId="{28D04202-6C71-4F06-9DCC-E4D59C6C3EAF}" dt="2026-07-14T05:51:33.011" v="918" actId="1076"/>
          <ac:spMkLst>
            <pc:docMk/>
            <pc:sldMk cId="25746874" sldId="2147483408"/>
            <ac:spMk id="2" creationId="{2EF82583-3574-0FD3-0EC7-28178454C16A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5:48:15.338" v="805" actId="21"/>
          <ac:spMkLst>
            <pc:docMk/>
            <pc:sldMk cId="25746874" sldId="2147483408"/>
            <ac:spMk id="119" creationId="{DA5865BC-F5EF-85F1-840E-4F415B103E04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5:48:15.338" v="805" actId="21"/>
          <ac:spMkLst>
            <pc:docMk/>
            <pc:sldMk cId="25746874" sldId="2147483408"/>
            <ac:spMk id="120" creationId="{ADA837C8-6A12-94EE-79B0-F987946C9C08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5:48:15.338" v="805" actId="21"/>
          <ac:spMkLst>
            <pc:docMk/>
            <pc:sldMk cId="25746874" sldId="2147483408"/>
            <ac:spMk id="122" creationId="{974B5B54-6DCB-0E2D-6C6B-1DF588E20F1F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5:48:15.338" v="805" actId="21"/>
          <ac:spMkLst>
            <pc:docMk/>
            <pc:sldMk cId="25746874" sldId="2147483408"/>
            <ac:spMk id="123" creationId="{7748B612-DB63-CA8E-26D6-D13A4DF2A396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5:48:15.338" v="805" actId="21"/>
          <ac:spMkLst>
            <pc:docMk/>
            <pc:sldMk cId="25746874" sldId="2147483408"/>
            <ac:spMk id="124" creationId="{59F9D94C-EC2F-D4F3-DF64-8941074E7478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5:48:15.338" v="805" actId="21"/>
          <ac:spMkLst>
            <pc:docMk/>
            <pc:sldMk cId="25746874" sldId="2147483408"/>
            <ac:spMk id="125" creationId="{CEF8A280-8D7F-6D29-F126-101F387EBFB4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5:47:21.214" v="799" actId="478"/>
          <ac:spMkLst>
            <pc:docMk/>
            <pc:sldMk cId="25746874" sldId="2147483408"/>
            <ac:spMk id="126" creationId="{941F1C39-A2DF-8D7D-53F7-BA945567444A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5:47:21.214" v="799" actId="478"/>
          <ac:spMkLst>
            <pc:docMk/>
            <pc:sldMk cId="25746874" sldId="2147483408"/>
            <ac:spMk id="127" creationId="{D8D517B7-24DF-2343-EBAB-6F5E946131D3}"/>
          </ac:spMkLst>
        </pc:spChg>
      </pc:sldChg>
      <pc:sldChg chg="addSp modSp mod">
        <pc:chgData name="조호습(HOSEUP CHO)[hoseupcho]/책임/제조DX.FDC DX.조립FDC팀" userId="3b20c342-f290-4d69-a6b8-7223b626e0a8" providerId="ADAL" clId="{28D04202-6C71-4F06-9DCC-E4D59C6C3EAF}" dt="2026-07-14T07:01:00.022" v="4784" actId="1076"/>
        <pc:sldMkLst>
          <pc:docMk/>
          <pc:sldMk cId="3658460371" sldId="2147483409"/>
        </pc:sldMkLst>
        <pc:spChg chg="add mod">
          <ac:chgData name="조호습(HOSEUP CHO)[hoseupcho]/책임/제조DX.FDC DX.조립FDC팀" userId="3b20c342-f290-4d69-a6b8-7223b626e0a8" providerId="ADAL" clId="{28D04202-6C71-4F06-9DCC-E4D59C6C3EAF}" dt="2026-07-14T06:53:10.191" v="4630" actId="20577"/>
          <ac:spMkLst>
            <pc:docMk/>
            <pc:sldMk cId="3658460371" sldId="2147483409"/>
            <ac:spMk id="5" creationId="{CB0D72EF-5765-D239-5579-B018B89C57A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7:01:00.022" v="4784" actId="1076"/>
          <ac:spMkLst>
            <pc:docMk/>
            <pc:sldMk cId="3658460371" sldId="2147483409"/>
            <ac:spMk id="95" creationId="{439A1E49-A695-4E11-AD54-491883C5442A}"/>
          </ac:spMkLst>
        </pc:sp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4T06:54:45.030" v="4648" actId="20577"/>
        <pc:sldMkLst>
          <pc:docMk/>
          <pc:sldMk cId="355514486" sldId="2147483410"/>
        </pc:sldMkLst>
        <pc:spChg chg="del">
          <ac:chgData name="조호습(HOSEUP CHO)[hoseupcho]/책임/제조DX.FDC DX.조립FDC팀" userId="3b20c342-f290-4d69-a6b8-7223b626e0a8" providerId="ADAL" clId="{28D04202-6C71-4F06-9DCC-E4D59C6C3EAF}" dt="2026-07-14T06:54:39.798" v="4645" actId="478"/>
          <ac:spMkLst>
            <pc:docMk/>
            <pc:sldMk cId="355514486" sldId="2147483410"/>
            <ac:spMk id="4" creationId="{00000000-0000-0000-0000-000000000000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2:54.473" v="4624" actId="20577"/>
          <ac:spMkLst>
            <pc:docMk/>
            <pc:sldMk cId="355514486" sldId="2147483410"/>
            <ac:spMk id="8" creationId="{98B23C6D-33DA-760F-4F10-B68BB497646A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52:50.811" v="4622" actId="478"/>
          <ac:spMkLst>
            <pc:docMk/>
            <pc:sldMk cId="355514486" sldId="2147483410"/>
            <ac:spMk id="11" creationId="{0586DECD-AAC1-12EC-0C62-CEC2FCE35C1D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54:42.159" v="4646" actId="478"/>
          <ac:spMkLst>
            <pc:docMk/>
            <pc:sldMk cId="355514486" sldId="2147483410"/>
            <ac:spMk id="12" creationId="{0982264B-3B5D-3D1A-D4CD-DF55D6AC056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4:45.030" v="4648" actId="20577"/>
          <ac:spMkLst>
            <pc:docMk/>
            <pc:sldMk cId="355514486" sldId="2147483410"/>
            <ac:spMk id="13" creationId="{DAD6748D-A5CE-8F2A-74CF-5AE0C883953C}"/>
          </ac:spMkLst>
        </pc:spChg>
      </pc:sldChg>
      <pc:sldChg chg="addSp delSp modSp add del mod">
        <pc:chgData name="조호습(HOSEUP CHO)[hoseupcho]/책임/제조DX.FDC DX.조립FDC팀" userId="3b20c342-f290-4d69-a6b8-7223b626e0a8" providerId="ADAL" clId="{28D04202-6C71-4F06-9DCC-E4D59C6C3EAF}" dt="2026-07-14T06:50:37.582" v="4571" actId="47"/>
        <pc:sldMkLst>
          <pc:docMk/>
          <pc:sldMk cId="1095695706" sldId="2147483414"/>
        </pc:sldMkLst>
        <pc:spChg chg="add del mod">
          <ac:chgData name="조호습(HOSEUP CHO)[hoseupcho]/책임/제조DX.FDC DX.조립FDC팀" userId="3b20c342-f290-4d69-a6b8-7223b626e0a8" providerId="ADAL" clId="{28D04202-6C71-4F06-9DCC-E4D59C6C3EAF}" dt="2026-07-14T06:41:20.785" v="3928" actId="478"/>
          <ac:spMkLst>
            <pc:docMk/>
            <pc:sldMk cId="1095695706" sldId="2147483414"/>
            <ac:spMk id="4" creationId="{779E9E29-ACDB-93C3-C751-334CF84B19D1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41:20.785" v="3928" actId="478"/>
          <ac:spMkLst>
            <pc:docMk/>
            <pc:sldMk cId="1095695706" sldId="2147483414"/>
            <ac:spMk id="12" creationId="{8380C2CC-65EC-ECA4-0A32-AFA1C7EE413F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6:37:41.073" v="3716" actId="22"/>
          <ac:spMkLst>
            <pc:docMk/>
            <pc:sldMk cId="1095695706" sldId="2147483414"/>
            <ac:spMk id="17" creationId="{039471C7-F5FA-020D-731B-7B4D2177ED85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6:37:41.073" v="3716" actId="22"/>
          <ac:spMkLst>
            <pc:docMk/>
            <pc:sldMk cId="1095695706" sldId="2147483414"/>
            <ac:spMk id="21" creationId="{75C6F762-1EA5-920E-5858-417CBAD0801F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41:13.811" v="3926" actId="1076"/>
          <ac:spMkLst>
            <pc:docMk/>
            <pc:sldMk cId="1095695706" sldId="2147483414"/>
            <ac:spMk id="28" creationId="{439B42FE-6A52-6AAE-2F06-9CDBE658710C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6:37:39.980" v="3715" actId="22"/>
          <ac:spMkLst>
            <pc:docMk/>
            <pc:sldMk cId="1095695706" sldId="2147483414"/>
            <ac:spMk id="31" creationId="{2CC48736-F946-AABA-BD06-64CB7F8F83ED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6:37:39.980" v="3715" actId="22"/>
          <ac:spMkLst>
            <pc:docMk/>
            <pc:sldMk cId="1095695706" sldId="2147483414"/>
            <ac:spMk id="35" creationId="{16ECFB25-CACC-8018-C595-EE01C19798A2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7-14T06:41:39.954" v="3929" actId="22"/>
          <ac:spMkLst>
            <pc:docMk/>
            <pc:sldMk cId="1095695706" sldId="2147483414"/>
            <ac:spMk id="44" creationId="{560A2F78-B111-46C4-42E7-C8AAA7C4CAE2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7-14T06:41:39.954" v="3929" actId="22"/>
          <ac:spMkLst>
            <pc:docMk/>
            <pc:sldMk cId="1095695706" sldId="2147483414"/>
            <ac:spMk id="51" creationId="{675C8098-1BEA-66D6-AC86-89D8516B2DDB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41:20.785" v="3928" actId="478"/>
          <ac:spMkLst>
            <pc:docMk/>
            <pc:sldMk cId="1095695706" sldId="2147483414"/>
            <ac:spMk id="53" creationId="{D87DE1F5-ED9C-93E7-71F1-D7D12A074BB1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41:20.785" v="3928" actId="478"/>
          <ac:spMkLst>
            <pc:docMk/>
            <pc:sldMk cId="1095695706" sldId="2147483414"/>
            <ac:spMk id="54" creationId="{313AC13D-0677-6658-BA67-7AFA164D4A3C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41:20.785" v="3928" actId="478"/>
          <ac:spMkLst>
            <pc:docMk/>
            <pc:sldMk cId="1095695706" sldId="2147483414"/>
            <ac:spMk id="55" creationId="{28F889CD-4404-2890-E6ED-16B2AF74AD6F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41:20.785" v="3928" actId="478"/>
          <ac:spMkLst>
            <pc:docMk/>
            <pc:sldMk cId="1095695706" sldId="2147483414"/>
            <ac:spMk id="56" creationId="{F1332144-3FD4-FCED-C51E-5C38D0CCFD39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7-14T06:41:39.954" v="3929" actId="22"/>
          <ac:spMkLst>
            <pc:docMk/>
            <pc:sldMk cId="1095695706" sldId="2147483414"/>
            <ac:spMk id="57" creationId="{8EB45A3C-EA6B-BA77-8DC9-05A17D8D9E45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7-14T06:41:39.954" v="3929" actId="22"/>
          <ac:spMkLst>
            <pc:docMk/>
            <pc:sldMk cId="1095695706" sldId="2147483414"/>
            <ac:spMk id="59" creationId="{414CA9FD-5BF7-1E27-EB2C-93D90EEEA78F}"/>
          </ac:spMkLst>
        </pc:spChg>
        <pc:graphicFrameChg chg="add del">
          <ac:chgData name="조호습(HOSEUP CHO)[hoseupcho]/책임/제조DX.FDC DX.조립FDC팀" userId="3b20c342-f290-4d69-a6b8-7223b626e0a8" providerId="ADAL" clId="{28D04202-6C71-4F06-9DCC-E4D59C6C3EAF}" dt="2026-07-14T06:37:41.073" v="3716" actId="22"/>
          <ac:graphicFrameMkLst>
            <pc:docMk/>
            <pc:sldMk cId="1095695706" sldId="2147483414"/>
            <ac:graphicFrameMk id="26" creationId="{DF5EC3DA-E6FF-1ED2-124C-6392EA2D479F}"/>
          </ac:graphicFrameMkLst>
        </pc:graphicFrameChg>
        <pc:graphicFrameChg chg="add del">
          <ac:chgData name="조호습(HOSEUP CHO)[hoseupcho]/책임/제조DX.FDC DX.조립FDC팀" userId="3b20c342-f290-4d69-a6b8-7223b626e0a8" providerId="ADAL" clId="{28D04202-6C71-4F06-9DCC-E4D59C6C3EAF}" dt="2026-07-14T06:37:39.980" v="3715" actId="22"/>
          <ac:graphicFrameMkLst>
            <pc:docMk/>
            <pc:sldMk cId="1095695706" sldId="2147483414"/>
            <ac:graphicFrameMk id="41" creationId="{A02F12BC-09E0-95B1-3B37-AE7B6D324643}"/>
          </ac:graphicFrameMkLst>
        </pc:graphicFrame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7-15T09:01:33.541" v="6928"/>
        <pc:sldMkLst>
          <pc:docMk/>
          <pc:sldMk cId="1810643486" sldId="2147483647"/>
        </pc:sldMkLst>
        <pc:spChg chg="del mod">
          <ac:chgData name="조호습(HOSEUP CHO)[hoseupcho]/책임/제조DX.FDC DX.조립FDC팀" userId="3b20c342-f290-4d69-a6b8-7223b626e0a8" providerId="ADAL" clId="{28D04202-6C71-4F06-9DCC-E4D59C6C3EAF}" dt="2026-07-14T06:25:31.397" v="2937" actId="478"/>
          <ac:spMkLst>
            <pc:docMk/>
            <pc:sldMk cId="1810643486" sldId="2147483647"/>
            <ac:spMk id="3" creationId="{672F32C4-9C55-F191-29C5-D9EA567567FB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6" creationId="{9D74C6D3-F86F-C33B-FACF-26947FFEB704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12" creationId="{7101BA9C-EE42-3CA2-7DEF-C1AFEC18087E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6:52:31.378" v="4609" actId="478"/>
          <ac:spMkLst>
            <pc:docMk/>
            <pc:sldMk cId="1810643486" sldId="2147483647"/>
            <ac:spMk id="13" creationId="{BF47F622-537C-B0D2-ADBD-36C5FD80426A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14" creationId="{F7CC6DF7-CFC8-50E4-A4E7-3E99F6B3C89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48:37.488" v="808" actId="1076"/>
          <ac:spMkLst>
            <pc:docMk/>
            <pc:sldMk cId="1810643486" sldId="2147483647"/>
            <ac:spMk id="22" creationId="{BF4D28F9-A293-FF12-4575-5331791C9C98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23" creationId="{8FCF72A3-A0F9-0BB5-72D0-6AE19B0735C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25" creationId="{12FD49A6-14A5-485F-BB31-D669AA9DFEF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1:52.344" v="3495" actId="1035"/>
          <ac:spMkLst>
            <pc:docMk/>
            <pc:sldMk cId="1810643486" sldId="2147483647"/>
            <ac:spMk id="29" creationId="{A8DA0691-6E62-131B-B2E1-DD5C70E7C2CB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31:56.621" v="3497" actId="478"/>
          <ac:spMkLst>
            <pc:docMk/>
            <pc:sldMk cId="1810643486" sldId="2147483647"/>
            <ac:spMk id="34" creationId="{3F201891-04A9-A732-E8F0-6D318B472E8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35" creationId="{57D022DB-7446-5C16-1F8A-A816972DE5D0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18:30.294" v="2481" actId="478"/>
          <ac:spMkLst>
            <pc:docMk/>
            <pc:sldMk cId="1810643486" sldId="2147483647"/>
            <ac:spMk id="36" creationId="{41C78466-9945-29E6-6E92-69E40F11B512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31:56.621" v="3497" actId="478"/>
          <ac:spMkLst>
            <pc:docMk/>
            <pc:sldMk cId="1810643486" sldId="2147483647"/>
            <ac:spMk id="38" creationId="{C36CE278-E99E-309B-DCEA-B5C9D3068FA1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39" creationId="{51081B75-DBBD-44D8-206E-57A51C48419C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31:56.621" v="3497" actId="478"/>
          <ac:spMkLst>
            <pc:docMk/>
            <pc:sldMk cId="1810643486" sldId="2147483647"/>
            <ac:spMk id="41" creationId="{D5C07E33-389E-B568-0082-BF858C1E8054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44" creationId="{69DF65E7-EBE7-B437-FF16-D66E3145F0AE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31:56.621" v="3497" actId="478"/>
          <ac:spMkLst>
            <pc:docMk/>
            <pc:sldMk cId="1810643486" sldId="2147483647"/>
            <ac:spMk id="46" creationId="{46C6C485-7EDF-2563-2A0D-7A328672F06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54:12.576" v="4635" actId="20577"/>
          <ac:spMkLst>
            <pc:docMk/>
            <pc:sldMk cId="1810643486" sldId="2147483647"/>
            <ac:spMk id="47" creationId="{3244E635-914F-8C60-7D4D-7461F78B79C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50" creationId="{0A5F9A8F-B278-171E-8BFC-B04FC0B4F2D3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50" creationId="{AB8E5F0D-D372-E5AA-9E04-6D7FA1136EDC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52" creationId="{CD077C36-6173-352C-5067-A54543801EDA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58" creationId="{0B8CC04B-C3E1-67E0-3FD3-0E7C3BD4628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59" creationId="{444CCDAF-4641-090D-D69C-6AB00643CD3B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18:28.911" v="2480" actId="478"/>
          <ac:spMkLst>
            <pc:docMk/>
            <pc:sldMk cId="1810643486" sldId="2147483647"/>
            <ac:spMk id="60" creationId="{0E2B3A2A-0414-1C3E-96AF-6983E538F6A7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68" creationId="{627CBA40-522D-8A61-070E-65BE18963A84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54:11.963" v="1039" actId="478"/>
          <ac:spMkLst>
            <pc:docMk/>
            <pc:sldMk cId="1810643486" sldId="2147483647"/>
            <ac:spMk id="75" creationId="{A147F472-2373-BD79-723B-73D0E164C0F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6:00.061" v="1073" actId="1036"/>
          <ac:spMkLst>
            <pc:docMk/>
            <pc:sldMk cId="1810643486" sldId="2147483647"/>
            <ac:spMk id="76" creationId="{4092C97D-8DAE-3658-A3CA-45C8471C4DF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78" creationId="{594C6402-E56A-71AF-B7E6-88085F713EB4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0" creationId="{543AB19E-CB4E-597C-7FDD-EF708DA4B269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1" creationId="{F5320CB0-8ECC-806E-EED2-31DFF0EEAB7A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2" creationId="{BBDC8ADE-CD6B-F79D-4A4F-FB2EA6B95872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4" creationId="{6AE3EFB7-51B8-6BBD-F3C5-D82C4DF26675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5" creationId="{1CF37688-299D-4301-14C7-A5DE2BB578D4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86" creationId="{A2F9A12F-509B-CAAF-BE55-CDAC037C55A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7" creationId="{A6F0C23C-67FE-F540-77C0-23B3E3143D2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5:01.567" v="1055" actId="1076"/>
          <ac:spMkLst>
            <pc:docMk/>
            <pc:sldMk cId="1810643486" sldId="2147483647"/>
            <ac:spMk id="88" creationId="{9A5C7ECA-EF41-295F-8D3A-E844140DAA22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2:54.580" v="972" actId="1035"/>
          <ac:spMkLst>
            <pc:docMk/>
            <pc:sldMk cId="1810643486" sldId="2147483647"/>
            <ac:spMk id="89" creationId="{3DFD5333-005A-DD58-9B83-57AFB2C3DF3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90" creationId="{8EA039A7-3CA4-CD3A-5DB2-B3811D36774E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91" creationId="{D6E5CA75-4661-85DB-F39B-C540E9F4236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92" creationId="{BA77E2EB-860B-7CCB-B068-98F71BC19A0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93" creationId="{E75C487B-A67D-3F4B-A54E-664F33A7A7C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94" creationId="{2DB34FCD-294F-A5AB-E48E-4BE67B471BD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3:58.826" v="1037" actId="1036"/>
          <ac:spMkLst>
            <pc:docMk/>
            <pc:sldMk cId="1810643486" sldId="2147483647"/>
            <ac:spMk id="95" creationId="{7300422D-4BC8-8198-1AF2-1D0CE2514105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10:38:39.448" v="4882" actId="1038"/>
          <ac:spMkLst>
            <pc:docMk/>
            <pc:sldMk cId="1810643486" sldId="2147483647"/>
            <ac:spMk id="96" creationId="{B6BAB9B6-0248-78F7-9FB9-0B1F420450BB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99" creationId="{43282053-1709-6F7A-A081-2F0CA7701371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2:31.121" v="940"/>
          <ac:spMkLst>
            <pc:docMk/>
            <pc:sldMk cId="1810643486" sldId="2147483647"/>
            <ac:spMk id="100" creationId="{ECE80995-E9E5-3A8C-5E60-00FBB88A482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8:13.385" v="1158" actId="255"/>
          <ac:spMkLst>
            <pc:docMk/>
            <pc:sldMk cId="1810643486" sldId="2147483647"/>
            <ac:spMk id="101" creationId="{FD4EDB74-9CAB-2C22-6771-3518AF95BF9C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02.786" v="1186" actId="1036"/>
          <ac:spMkLst>
            <pc:docMk/>
            <pc:sldMk cId="1810643486" sldId="2147483647"/>
            <ac:spMk id="102" creationId="{E4DBF181-A879-7E23-B075-491856E09D37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106" creationId="{76D8C90D-FB47-7242-A665-EFB2B9A6D26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5:26.845" v="1064" actId="571"/>
          <ac:spMkLst>
            <pc:docMk/>
            <pc:sldMk cId="1810643486" sldId="2147483647"/>
            <ac:spMk id="106" creationId="{7F8A50F0-E095-A40A-EE0A-BCC920862F6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10:38:31.812" v="4873" actId="20577"/>
          <ac:spMkLst>
            <pc:docMk/>
            <pc:sldMk cId="1810643486" sldId="2147483647"/>
            <ac:spMk id="107" creationId="{CFE6B1E4-2408-1E42-8036-6BDC9A2D533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5:26.845" v="1064" actId="571"/>
          <ac:spMkLst>
            <pc:docMk/>
            <pc:sldMk cId="1810643486" sldId="2147483647"/>
            <ac:spMk id="108" creationId="{A15DEB7D-253A-43EA-A642-14C481E53C09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11.300" v="1189" actId="1036"/>
          <ac:spMkLst>
            <pc:docMk/>
            <pc:sldMk cId="1810643486" sldId="2147483647"/>
            <ac:spMk id="109" creationId="{1F1A2FBF-FB49-E71B-CC65-9AC2789E978F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57:46.148" v="1131" actId="478"/>
          <ac:spMkLst>
            <pc:docMk/>
            <pc:sldMk cId="1810643486" sldId="2147483647"/>
            <ac:spMk id="110" creationId="{2975CE5A-92F8-5E59-C8A3-B0665131D76E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56:54.427" v="1100" actId="478"/>
          <ac:spMkLst>
            <pc:docMk/>
            <pc:sldMk cId="1810643486" sldId="2147483647"/>
            <ac:spMk id="111" creationId="{0E70438C-9EA6-DDFD-C306-2887B700F7BC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57:43.919" v="1130" actId="478"/>
          <ac:spMkLst>
            <pc:docMk/>
            <pc:sldMk cId="1810643486" sldId="2147483647"/>
            <ac:spMk id="112" creationId="{14BEB5C2-3B7F-FAA8-5F54-EC60441D3FA0}"/>
          </ac:spMkLst>
        </pc:spChg>
        <pc:spChg chg="add mod ord">
          <ac:chgData name="조호습(HOSEUP CHO)[hoseupcho]/책임/제조DX.FDC DX.조립FDC팀" userId="3b20c342-f290-4d69-a6b8-7223b626e0a8" providerId="ADAL" clId="{28D04202-6C71-4F06-9DCC-E4D59C6C3EAF}" dt="2026-07-14T06:01:20.047" v="1209" actId="166"/>
          <ac:spMkLst>
            <pc:docMk/>
            <pc:sldMk cId="1810643486" sldId="2147483647"/>
            <ac:spMk id="113" creationId="{DDB5D6D8-398F-621D-FFB4-EE7E3B077C6F}"/>
          </ac:spMkLst>
        </pc:spChg>
        <pc:spChg chg="add mod ord">
          <ac:chgData name="조호습(HOSEUP CHO)[hoseupcho]/책임/제조DX.FDC DX.조립FDC팀" userId="3b20c342-f290-4d69-a6b8-7223b626e0a8" providerId="ADAL" clId="{28D04202-6C71-4F06-9DCC-E4D59C6C3EAF}" dt="2026-07-14T06:01:20.047" v="1209" actId="166"/>
          <ac:spMkLst>
            <pc:docMk/>
            <pc:sldMk cId="1810643486" sldId="2147483647"/>
            <ac:spMk id="114" creationId="{A83546BD-EA19-5C36-D9A2-751200DF198A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15" creationId="{748AFC48-7915-905F-7828-04DC5A271FCF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16" creationId="{8A0CEB7F-1F9F-2692-5A74-A610B69CC68A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17" creationId="{0A55E8F5-4B91-84D5-87F8-E9D461AFA57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18" creationId="{935B57B4-47A8-C794-FDAC-F3D21658AE45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20" creationId="{401F28E5-CA40-F559-79FA-97A364B8EF67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59:53.041" v="1198" actId="478"/>
          <ac:spMkLst>
            <pc:docMk/>
            <pc:sldMk cId="1810643486" sldId="2147483647"/>
            <ac:spMk id="121" creationId="{59F0D086-2F5C-751B-27B5-C9BABE802E8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22" creationId="{81E4B97A-E7BF-4FEA-93AB-91E28621F6C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23" creationId="{9AEA4968-3068-69D1-A56C-7440E5E99EDC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5:59:49.297" v="1197" actId="478"/>
          <ac:spMkLst>
            <pc:docMk/>
            <pc:sldMk cId="1810643486" sldId="2147483647"/>
            <ac:spMk id="123" creationId="{DFB2C2E8-9198-3A43-34C7-3C0FBF5C828D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26" creationId="{7BDF49A0-CDF9-A813-07D9-125524A917C4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127" creationId="{FD101E5E-3E39-FCFD-8048-621A5AA12B9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29" creationId="{7DFB2F7D-89ED-C575-F282-36DF59214440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5:59:57.785" v="1201" actId="1035"/>
          <ac:spMkLst>
            <pc:docMk/>
            <pc:sldMk cId="1810643486" sldId="2147483647"/>
            <ac:spMk id="131" creationId="{FBCE8E43-B7DD-17D1-E88A-F01D031B911C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132" creationId="{D8FE6C76-2D26-B1A0-DA99-B449CFA3BF55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133" creationId="{14761814-165D-8B69-372C-457D64B3BF63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134" creationId="{0F7842A7-622F-EB24-D29A-E2B705225578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5:59:41.089" v="1194" actId="478"/>
          <ac:spMkLst>
            <pc:docMk/>
            <pc:sldMk cId="1810643486" sldId="2147483647"/>
            <ac:spMk id="135" creationId="{7B5B872C-2D19-C9CA-D732-319CAB3F47C6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1:43.594" v="1212" actId="478"/>
          <ac:spMkLst>
            <pc:docMk/>
            <pc:sldMk cId="1810643486" sldId="2147483647"/>
            <ac:spMk id="143" creationId="{95C94C2E-5A4B-E582-A83E-A2A0049B684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43" creationId="{CBD927C3-AB91-F3C1-9485-D1C002FF9FF2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32:14.492" v="3500" actId="14100"/>
          <ac:spMkLst>
            <pc:docMk/>
            <pc:sldMk cId="1810643486" sldId="2147483647"/>
            <ac:spMk id="144" creationId="{BE34BFD3-F4D6-FA82-6C09-555C983FAF1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26:05.973" v="2943" actId="1036"/>
          <ac:spMkLst>
            <pc:docMk/>
            <pc:sldMk cId="1810643486" sldId="2147483647"/>
            <ac:spMk id="145" creationId="{E9E2C6D1-0DA4-55C2-5AD2-2838FA3FFE6E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25:41.666" v="2938" actId="478"/>
          <ac:spMkLst>
            <pc:docMk/>
            <pc:sldMk cId="1810643486" sldId="2147483647"/>
            <ac:spMk id="146" creationId="{CE4AA147-29D4-28EE-9F8C-F54F22C926D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26:05.973" v="2943" actId="1036"/>
          <ac:spMkLst>
            <pc:docMk/>
            <pc:sldMk cId="1810643486" sldId="2147483647"/>
            <ac:spMk id="147" creationId="{2773D2BC-D151-822C-FC73-1F1CAC43BBA9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5:59:54.086" v="1199" actId="478"/>
          <ac:spMkLst>
            <pc:docMk/>
            <pc:sldMk cId="1810643486" sldId="2147483647"/>
            <ac:spMk id="148" creationId="{25A857C4-7348-9471-6876-28CB5932AD7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50" creationId="{7132BDCB-3B38-039E-4696-D327E3A90923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7-14T06:08:30.975" v="1649" actId="478"/>
          <ac:spMkLst>
            <pc:docMk/>
            <pc:sldMk cId="1810643486" sldId="2147483647"/>
            <ac:spMk id="150" creationId="{B8ADB870-6B87-A109-8C7D-E7FFA21743D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09:36.455" v="1716" actId="1036"/>
          <ac:spMkLst>
            <pc:docMk/>
            <pc:sldMk cId="1810643486" sldId="2147483647"/>
            <ac:spMk id="152" creationId="{BB04C3A5-1EA9-8A9F-8F64-C83A53A48BC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7-14T06:09:40.990" v="1718" actId="1036"/>
          <ac:spMkLst>
            <pc:docMk/>
            <pc:sldMk cId="1810643486" sldId="2147483647"/>
            <ac:spMk id="155" creationId="{0F8FCAC3-F2B7-7325-1E81-34830C64B00D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7-14T05:59:54.848" v="1200" actId="478"/>
          <ac:spMkLst>
            <pc:docMk/>
            <pc:sldMk cId="1810643486" sldId="2147483647"/>
            <ac:spMk id="157" creationId="{EA923C5D-4EEB-FB16-D43F-ECE6221029F6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158" creationId="{C44799CB-7F5D-AD1C-7560-94D2F81DC59A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160" creationId="{63FA64FE-9273-B0FA-B032-EFCADEDF089E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62" creationId="{2DD719D2-771B-F8C8-F48E-9DFE6A71B67F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63" creationId="{8DAC8BC7-75FD-E6FD-F8F7-D75CD6DC1702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64" creationId="{51D73DD0-6D02-B962-3686-0198EFBF7B4F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5T09:01:32.964" v="6927" actId="478"/>
          <ac:spMkLst>
            <pc:docMk/>
            <pc:sldMk cId="1810643486" sldId="2147483647"/>
            <ac:spMk id="165" creationId="{BB443BAB-A345-1E14-35D3-E454A475438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67" creationId="{7437B171-ED62-26D5-6252-F1715E4DC9A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68" creationId="{DF04D308-1D3E-09F6-A8AE-4F4B187A909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69" creationId="{89161F75-5D58-B1B6-B3E6-FC999BB62B95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00:19.801" v="1203" actId="1076"/>
          <ac:spMkLst>
            <pc:docMk/>
            <pc:sldMk cId="1810643486" sldId="2147483647"/>
            <ac:spMk id="170" creationId="{FEAD148E-87E1-0D61-AC9D-E2D3116A2C4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71" creationId="{DDD5FFBD-43C9-BB6E-D336-A00F8980E4C8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172" creationId="{135E09BE-C861-7EFE-8B0B-179F4511E32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26:05.973" v="2943" actId="1036"/>
          <ac:spMkLst>
            <pc:docMk/>
            <pc:sldMk cId="1810643486" sldId="2147483647"/>
            <ac:spMk id="177" creationId="{2C4E7770-0E7B-4BDE-D96C-21BB6B847509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32:10.996" v="3499" actId="1035"/>
          <ac:spMkLst>
            <pc:docMk/>
            <pc:sldMk cId="1810643486" sldId="2147483647"/>
            <ac:spMk id="178" creationId="{CC0CBA74-C36F-8C46-D1F2-C3B0E1A587BB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32:10.996" v="3499" actId="1035"/>
          <ac:spMkLst>
            <pc:docMk/>
            <pc:sldMk cId="1810643486" sldId="2147483647"/>
            <ac:spMk id="179" creationId="{7038FD4F-C17D-2668-72D6-0363CCEAEA7C}"/>
          </ac:spMkLst>
        </pc:spChg>
        <pc:spChg chg="add del">
          <ac:chgData name="조호습(HOSEUP CHO)[hoseupcho]/책임/제조DX.FDC DX.조립FDC팀" userId="3b20c342-f290-4d69-a6b8-7223b626e0a8" providerId="ADAL" clId="{28D04202-6C71-4F06-9DCC-E4D59C6C3EAF}" dt="2026-07-14T06:10:48.593" v="1722" actId="22"/>
          <ac:spMkLst>
            <pc:docMk/>
            <pc:sldMk cId="1810643486" sldId="2147483647"/>
            <ac:spMk id="181" creationId="{E646D1B1-6541-FBD2-3579-D848595C9DBE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18:34.347" v="2483" actId="478"/>
          <ac:spMkLst>
            <pc:docMk/>
            <pc:sldMk cId="1810643486" sldId="2147483647"/>
            <ac:spMk id="183" creationId="{537BDBE0-0263-BBCE-56D9-42B3E96D01C3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32:10.996" v="3499" actId="1035"/>
          <ac:spMkLst>
            <pc:docMk/>
            <pc:sldMk cId="1810643486" sldId="2147483647"/>
            <ac:spMk id="190" creationId="{3F1F4FC6-2370-7EA7-FCA3-04D3E09C670E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26:05.973" v="2943" actId="1036"/>
          <ac:spMkLst>
            <pc:docMk/>
            <pc:sldMk cId="1810643486" sldId="2147483647"/>
            <ac:spMk id="191" creationId="{F94BE81E-3E49-C40E-447A-F87A67AD244E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31:41.451" v="3481" actId="20577"/>
          <ac:spMkLst>
            <pc:docMk/>
            <pc:sldMk cId="1810643486" sldId="2147483647"/>
            <ac:spMk id="192" creationId="{581FF6AF-49BA-59A6-7660-D3191F27C8FB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31:52.344" v="3495" actId="1035"/>
          <ac:spMkLst>
            <pc:docMk/>
            <pc:sldMk cId="1810643486" sldId="2147483647"/>
            <ac:spMk id="193" creationId="{1F308085-C5A5-CE01-EC8B-5F95EC7DDF3C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31:52.344" v="3495" actId="1035"/>
          <ac:spMkLst>
            <pc:docMk/>
            <pc:sldMk cId="1810643486" sldId="2147483647"/>
            <ac:spMk id="194" creationId="{97359ADB-798B-C700-6E52-87DBD6F98073}"/>
          </ac:spMkLst>
        </pc:spChg>
        <pc:spChg chg="add del mod">
          <ac:chgData name="조호습(HOSEUP CHO)[hoseupcho]/책임/제조DX.FDC DX.조립FDC팀" userId="3b20c342-f290-4d69-a6b8-7223b626e0a8" providerId="ADAL" clId="{28D04202-6C71-4F06-9DCC-E4D59C6C3EAF}" dt="2026-07-14T06:31:54.467" v="3496" actId="478"/>
          <ac:spMkLst>
            <pc:docMk/>
            <pc:sldMk cId="1810643486" sldId="2147483647"/>
            <ac:spMk id="196" creationId="{AA890DA4-089E-6056-8F7E-F815236C6E3C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4T06:52:34.517" v="4615" actId="20577"/>
          <ac:spMkLst>
            <pc:docMk/>
            <pc:sldMk cId="1810643486" sldId="2147483647"/>
            <ac:spMk id="200" creationId="{F12AB71F-722C-AF34-5858-9F1CFD9A883B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7-15T09:01:33.541" v="6928"/>
          <ac:spMkLst>
            <pc:docMk/>
            <pc:sldMk cId="1810643486" sldId="2147483647"/>
            <ac:spMk id="203" creationId="{4F6C970C-C188-21E3-D307-8DB131D47F83}"/>
          </ac:spMkLst>
        </pc:spChg>
        <pc:grpChg chg="mod">
          <ac:chgData name="조호습(HOSEUP CHO)[hoseupcho]/책임/제조DX.FDC DX.조립FDC팀" userId="3b20c342-f290-4d69-a6b8-7223b626e0a8" providerId="ADAL" clId="{28D04202-6C71-4F06-9DCC-E4D59C6C3EAF}" dt="2026-07-14T05:55:08.625" v="1056" actId="1076"/>
          <ac:grpSpMkLst>
            <pc:docMk/>
            <pc:sldMk cId="1810643486" sldId="2147483647"/>
            <ac:grpSpMk id="61" creationId="{A2CB34F4-F446-876C-FF6D-9487BFE56F95}"/>
          </ac:grpSpMkLst>
        </pc:grpChg>
        <pc:grpChg chg="del">
          <ac:chgData name="조호습(HOSEUP CHO)[hoseupcho]/책임/제조DX.FDC DX.조립FDC팀" userId="3b20c342-f290-4d69-a6b8-7223b626e0a8" providerId="ADAL" clId="{28D04202-6C71-4F06-9DCC-E4D59C6C3EAF}" dt="2026-07-14T06:01:27.600" v="1211" actId="478"/>
          <ac:grpSpMkLst>
            <pc:docMk/>
            <pc:sldMk cId="1810643486" sldId="2147483647"/>
            <ac:grpSpMk id="96" creationId="{EDEB2177-64BB-FF4E-8556-861F92CDE147}"/>
          </ac:grpSpMkLst>
        </pc:grpChg>
        <pc:grpChg chg="add del mod">
          <ac:chgData name="조호습(HOSEUP CHO)[hoseupcho]/책임/제조DX.FDC DX.조립FDC팀" userId="3b20c342-f290-4d69-a6b8-7223b626e0a8" providerId="ADAL" clId="{28D04202-6C71-4F06-9DCC-E4D59C6C3EAF}" dt="2026-07-14T06:01:26.256" v="1210" actId="478"/>
          <ac:grpSpMkLst>
            <pc:docMk/>
            <pc:sldMk cId="1810643486" sldId="2147483647"/>
            <ac:grpSpMk id="104" creationId="{AB5239D4-8819-B97F-23A5-B25D4E9447FA}"/>
          </ac:grpSpMkLst>
        </pc:grpChg>
        <pc:grpChg chg="mod">
          <ac:chgData name="조호습(HOSEUP CHO)[hoseupcho]/책임/제조DX.FDC DX.조립FDC팀" userId="3b20c342-f290-4d69-a6b8-7223b626e0a8" providerId="ADAL" clId="{28D04202-6C71-4F06-9DCC-E4D59C6C3EAF}" dt="2026-07-14T05:55:26.845" v="1064" actId="571"/>
          <ac:grpSpMkLst>
            <pc:docMk/>
            <pc:sldMk cId="1810643486" sldId="2147483647"/>
            <ac:grpSpMk id="105" creationId="{156F3A2D-7590-3086-C305-0A584676E360}"/>
          </ac:grpSpMkLst>
        </pc:grpChg>
        <pc:grpChg chg="mod">
          <ac:chgData name="조호습(HOSEUP CHO)[hoseupcho]/책임/제조DX.FDC DX.조립FDC팀" userId="3b20c342-f290-4d69-a6b8-7223b626e0a8" providerId="ADAL" clId="{28D04202-6C71-4F06-9DCC-E4D59C6C3EAF}" dt="2026-07-14T06:02:06.873" v="1238" actId="1035"/>
          <ac:grpSpMkLst>
            <pc:docMk/>
            <pc:sldMk cId="1810643486" sldId="2147483647"/>
            <ac:grpSpMk id="151" creationId="{328A9D71-8D8E-4651-0980-CE5708489330}"/>
          </ac:grpSpMkLst>
        </pc:grpChg>
        <pc:grpChg chg="mod">
          <ac:chgData name="조호습(HOSEUP CHO)[hoseupcho]/책임/제조DX.FDC DX.조립FDC팀" userId="3b20c342-f290-4d69-a6b8-7223b626e0a8" providerId="ADAL" clId="{28D04202-6C71-4F06-9DCC-E4D59C6C3EAF}" dt="2026-07-14T06:02:06.873" v="1238" actId="1035"/>
          <ac:grpSpMkLst>
            <pc:docMk/>
            <pc:sldMk cId="1810643486" sldId="2147483647"/>
            <ac:grpSpMk id="154" creationId="{180A138D-3902-FD07-2AF1-24F84D41611A}"/>
          </ac:grpSpMkLst>
        </pc:grpChg>
        <pc:graphicFrameChg chg="mod modGraphic">
          <ac:chgData name="조호습(HOSEUP CHO)[hoseupcho]/책임/제조DX.FDC DX.조립FDC팀" userId="3b20c342-f290-4d69-a6b8-7223b626e0a8" providerId="ADAL" clId="{28D04202-6C71-4F06-9DCC-E4D59C6C3EAF}" dt="2026-07-14T05:51:51.129" v="934" actId="20577"/>
          <ac:graphicFrameMkLst>
            <pc:docMk/>
            <pc:sldMk cId="1810643486" sldId="2147483647"/>
            <ac:graphicFrameMk id="2" creationId="{79C47D3A-EB2A-F86C-0069-7F70B51CFFCD}"/>
          </ac:graphicFrameMkLst>
        </pc:graphicFrameChg>
        <pc:graphicFrameChg chg="add del mod">
          <ac:chgData name="조호습(HOSEUP CHO)[hoseupcho]/책임/제조DX.FDC DX.조립FDC팀" userId="3b20c342-f290-4d69-a6b8-7223b626e0a8" providerId="ADAL" clId="{28D04202-6C71-4F06-9DCC-E4D59C6C3EAF}" dt="2026-07-14T05:52:29.915" v="939" actId="478"/>
          <ac:graphicFrameMkLst>
            <pc:docMk/>
            <pc:sldMk cId="1810643486" sldId="2147483647"/>
            <ac:graphicFrameMk id="28" creationId="{1BC6CFF3-67CF-C1C5-ACAA-25A78AAA700E}"/>
          </ac:graphicFrameMkLst>
        </pc:graphicFrameChg>
        <pc:graphicFrameChg chg="mod modGraphic">
          <ac:chgData name="조호습(HOSEUP CHO)[hoseupcho]/책임/제조DX.FDC DX.조립FDC팀" userId="3b20c342-f290-4d69-a6b8-7223b626e0a8" providerId="ADAL" clId="{28D04202-6C71-4F06-9DCC-E4D59C6C3EAF}" dt="2026-07-14T06:31:52.344" v="3495" actId="1035"/>
          <ac:graphicFrameMkLst>
            <pc:docMk/>
            <pc:sldMk cId="1810643486" sldId="2147483647"/>
            <ac:graphicFrameMk id="32" creationId="{CEAE68D9-1034-0FFB-DF2C-A1A2DF71AD3E}"/>
          </ac:graphicFrameMkLst>
        </pc:graphicFrameChg>
        <pc:graphicFrameChg chg="mod modGraphic">
          <ac:chgData name="조호습(HOSEUP CHO)[hoseupcho]/책임/제조DX.FDC DX.조립FDC팀" userId="3b20c342-f290-4d69-a6b8-7223b626e0a8" providerId="ADAL" clId="{28D04202-6C71-4F06-9DCC-E4D59C6C3EAF}" dt="2026-07-14T05:55:51.505" v="1071" actId="14100"/>
          <ac:graphicFrameMkLst>
            <pc:docMk/>
            <pc:sldMk cId="1810643486" sldId="2147483647"/>
            <ac:graphicFrameMk id="33" creationId="{9A80F10C-5652-C4E4-8F85-2E1EC3D0908E}"/>
          </ac:graphicFrameMkLst>
        </pc:graphicFrameChg>
        <pc:graphicFrameChg chg="mod modGraphic">
          <ac:chgData name="조호습(HOSEUP CHO)[hoseupcho]/책임/제조DX.FDC DX.조립FDC팀" userId="3b20c342-f290-4d69-a6b8-7223b626e0a8" providerId="ADAL" clId="{28D04202-6C71-4F06-9DCC-E4D59C6C3EAF}" dt="2026-07-14T10:38:39.448" v="4882" actId="1038"/>
          <ac:graphicFrameMkLst>
            <pc:docMk/>
            <pc:sldMk cId="1810643486" sldId="2147483647"/>
            <ac:graphicFrameMk id="97" creationId="{0BE58027-9381-CE50-CD2D-38468BA68ACD}"/>
          </ac:graphicFrameMkLst>
        </pc:graphicFrameChg>
        <pc:graphicFrameChg chg="mod modGraphic">
          <ac:chgData name="조호습(HOSEUP CHO)[hoseupcho]/책임/제조DX.FDC DX.조립FDC팀" userId="3b20c342-f290-4d69-a6b8-7223b626e0a8" providerId="ADAL" clId="{28D04202-6C71-4F06-9DCC-E4D59C6C3EAF}" dt="2026-07-14T06:26:05.973" v="2943" actId="1036"/>
          <ac:graphicFrameMkLst>
            <pc:docMk/>
            <pc:sldMk cId="1810643486" sldId="2147483647"/>
            <ac:graphicFrameMk id="149" creationId="{1AAE3A89-1B89-912C-91CB-8B441712C0A6}"/>
          </ac:graphicFrameMkLst>
        </pc:graphicFrameChg>
        <pc:picChg chg="add mod">
          <ac:chgData name="조호습(HOSEUP CHO)[hoseupcho]/책임/제조DX.FDC DX.조립FDC팀" userId="3b20c342-f290-4d69-a6b8-7223b626e0a8" providerId="ADAL" clId="{28D04202-6C71-4F06-9DCC-E4D59C6C3EAF}" dt="2026-07-15T09:01:15.558" v="6926" actId="1076"/>
          <ac:picMkLst>
            <pc:docMk/>
            <pc:sldMk cId="1810643486" sldId="2147483647"/>
            <ac:picMk id="8" creationId="{50B10E99-79B5-9B53-FF72-8E01928CD3AD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7-14T06:07:36.457" v="1626" actId="478"/>
          <ac:picMkLst>
            <pc:docMk/>
            <pc:sldMk cId="1810643486" sldId="2147483647"/>
            <ac:picMk id="62" creationId="{A9ED810D-0C4B-8581-F485-7F168217C4C6}"/>
          </ac:picMkLst>
        </pc:picChg>
        <pc:picChg chg="mod">
          <ac:chgData name="조호습(HOSEUP CHO)[hoseupcho]/책임/제조DX.FDC DX.조립FDC팀" userId="3b20c342-f290-4d69-a6b8-7223b626e0a8" providerId="ADAL" clId="{28D04202-6C71-4F06-9DCC-E4D59C6C3EAF}" dt="2026-07-14T10:39:02.960" v="4883" actId="1076"/>
          <ac:picMkLst>
            <pc:docMk/>
            <pc:sldMk cId="1810643486" sldId="2147483647"/>
            <ac:picMk id="135" creationId="{1CB38488-2904-E302-6AEE-71BB77C09F8E}"/>
          </ac:picMkLst>
        </pc:picChg>
        <pc:cxnChg chg="mod">
          <ac:chgData name="조호습(HOSEUP CHO)[hoseupcho]/책임/제조DX.FDC DX.조립FDC팀" userId="3b20c342-f290-4d69-a6b8-7223b626e0a8" providerId="ADAL" clId="{28D04202-6C71-4F06-9DCC-E4D59C6C3EAF}" dt="2026-07-14T06:00:52.875" v="1204" actId="14100"/>
          <ac:cxnSpMkLst>
            <pc:docMk/>
            <pc:sldMk cId="1810643486" sldId="2147483647"/>
            <ac:cxnSpMk id="65" creationId="{15137FA2-3FD9-722A-2F91-4C30040044D3}"/>
          </ac:cxnSpMkLst>
        </pc:cxnChg>
        <pc:cxnChg chg="del mod">
          <ac:chgData name="조호습(HOSEUP CHO)[hoseupcho]/책임/제조DX.FDC DX.조립FDC팀" userId="3b20c342-f290-4d69-a6b8-7223b626e0a8" providerId="ADAL" clId="{28D04202-6C71-4F06-9DCC-E4D59C6C3EAF}" dt="2026-07-14T05:55:18.924" v="1062" actId="478"/>
          <ac:cxnSpMkLst>
            <pc:docMk/>
            <pc:sldMk cId="1810643486" sldId="2147483647"/>
            <ac:cxnSpMk id="73" creationId="{52C64D19-F020-7354-4192-7C19D30F5FA7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5:59:24.098" v="1191" actId="1076"/>
          <ac:cxnSpMkLst>
            <pc:docMk/>
            <pc:sldMk cId="1810643486" sldId="2147483647"/>
            <ac:cxnSpMk id="74" creationId="{CC8723C5-1F51-204D-6822-AF791A26E7D2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5:55:22.690" v="1063" actId="14100"/>
          <ac:cxnSpMkLst>
            <pc:docMk/>
            <pc:sldMk cId="1810643486" sldId="2147483647"/>
            <ac:cxnSpMk id="99" creationId="{DAC9E2D8-03B5-F8C0-2D50-1E7111C1319E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5:55:26.845" v="1064" actId="571"/>
          <ac:cxnSpMkLst>
            <pc:docMk/>
            <pc:sldMk cId="1810643486" sldId="2147483647"/>
            <ac:cxnSpMk id="107" creationId="{17CF36C0-EFEB-008E-9EBC-3E8CF3665AA7}"/>
          </ac:cxnSpMkLst>
        </pc:cxnChg>
        <pc:cxnChg chg="mod">
          <ac:chgData name="조호습(HOSEUP CHO)[hoseupcho]/책임/제조DX.FDC DX.조립FDC팀" userId="3b20c342-f290-4d69-a6b8-7223b626e0a8" providerId="ADAL" clId="{28D04202-6C71-4F06-9DCC-E4D59C6C3EAF}" dt="2026-07-14T06:01:11.786" v="1207" actId="14100"/>
          <ac:cxnSpMkLst>
            <pc:docMk/>
            <pc:sldMk cId="1810643486" sldId="2147483647"/>
            <ac:cxnSpMk id="119" creationId="{E6F80D86-C35A-1F38-8CD1-2E58C9FCE10C}"/>
          </ac:cxnSpMkLst>
        </pc:cxnChg>
        <pc:cxnChg chg="add mod">
          <ac:chgData name="조호습(HOSEUP CHO)[hoseupcho]/책임/제조DX.FDC DX.조립FDC팀" userId="3b20c342-f290-4d69-a6b8-7223b626e0a8" providerId="ADAL" clId="{28D04202-6C71-4F06-9DCC-E4D59C6C3EAF}" dt="2026-07-14T06:01:15.668" v="1208" actId="14100"/>
          <ac:cxnSpMkLst>
            <pc:docMk/>
            <pc:sldMk cId="1810643486" sldId="2147483647"/>
            <ac:cxnSpMk id="166" creationId="{AF63FC1D-1BDE-D048-9B00-D83F1330B6D3}"/>
          </ac:cxnSpMkLst>
        </pc:cxnChg>
        <pc:cxnChg chg="add del mod">
          <ac:chgData name="조호습(HOSEUP CHO)[hoseupcho]/책임/제조DX.FDC DX.조립FDC팀" userId="3b20c342-f290-4d69-a6b8-7223b626e0a8" providerId="ADAL" clId="{28D04202-6C71-4F06-9DCC-E4D59C6C3EAF}" dt="2026-07-14T06:12:38.685" v="1886" actId="478"/>
          <ac:cxnSpMkLst>
            <pc:docMk/>
            <pc:sldMk cId="1810643486" sldId="2147483647"/>
            <ac:cxnSpMk id="185" creationId="{1F97BE37-A718-4600-3E76-C156AAB477EB}"/>
          </ac:cxnSpMkLst>
        </pc:cxnChg>
        <pc:cxnChg chg="add del">
          <ac:chgData name="조호습(HOSEUP CHO)[hoseupcho]/책임/제조DX.FDC DX.조립FDC팀" userId="3b20c342-f290-4d69-a6b8-7223b626e0a8" providerId="ADAL" clId="{28D04202-6C71-4F06-9DCC-E4D59C6C3EAF}" dt="2026-07-14T06:12:43.829" v="1888" actId="478"/>
          <ac:cxnSpMkLst>
            <pc:docMk/>
            <pc:sldMk cId="1810643486" sldId="2147483647"/>
            <ac:cxnSpMk id="187" creationId="{95D41F00-6D0E-BD7E-711D-C93025FD66D3}"/>
          </ac:cxnSpMkLst>
        </pc:cxnChg>
        <pc:cxnChg chg="add del mod">
          <ac:chgData name="조호습(HOSEUP CHO)[hoseupcho]/책임/제조DX.FDC DX.조립FDC팀" userId="3b20c342-f290-4d69-a6b8-7223b626e0a8" providerId="ADAL" clId="{28D04202-6C71-4F06-9DCC-E4D59C6C3EAF}" dt="2026-07-14T06:17:17.996" v="2464" actId="478"/>
          <ac:cxnSpMkLst>
            <pc:docMk/>
            <pc:sldMk cId="1810643486" sldId="2147483647"/>
            <ac:cxnSpMk id="189" creationId="{480DA3CB-6D16-CD93-D016-22C0E49A28C1}"/>
          </ac:cxnSpMkLst>
        </pc:cxnChg>
        <pc:cxnChg chg="add del mod">
          <ac:chgData name="조호습(HOSEUP CHO)[hoseupcho]/책임/제조DX.FDC DX.조립FDC팀" userId="3b20c342-f290-4d69-a6b8-7223b626e0a8" providerId="ADAL" clId="{28D04202-6C71-4F06-9DCC-E4D59C6C3EAF}" dt="2026-07-14T06:24:26.392" v="2755" actId="478"/>
          <ac:cxnSpMkLst>
            <pc:docMk/>
            <pc:sldMk cId="1810643486" sldId="2147483647"/>
            <ac:cxnSpMk id="198" creationId="{19F5F348-E64B-1DC7-AD68-DDA828E0F7C4}"/>
          </ac:cxnSpMkLst>
        </pc:cxnChg>
      </pc:sldChg>
    </pc:docChg>
  </pc:docChgLst>
  <pc:docChgLst>
    <pc:chgData name="백광민(KWANG MIN BAIK)[kmbaik]/팀장/제조DX.FDC DX.원통형조립FDC팀" userId="38a3dff6-bebd-4bce-aa13-3749dddaf0fc" providerId="ADAL" clId="{4E83BD5E-EE62-4FDF-8C87-85D5BFD9173A}"/>
    <pc:docChg chg="custSel modSld">
      <pc:chgData name="백광민(KWANG MIN BAIK)[kmbaik]/팀장/제조DX.FDC DX.원통형조립FDC팀" userId="38a3dff6-bebd-4bce-aa13-3749dddaf0fc" providerId="ADAL" clId="{4E83BD5E-EE62-4FDF-8C87-85D5BFD9173A}" dt="2026-07-15T08:32:54.534" v="34"/>
      <pc:docMkLst>
        <pc:docMk/>
      </pc:docMkLst>
      <pc:sldChg chg="addSp delSp modSp mod">
        <pc:chgData name="백광민(KWANG MIN BAIK)[kmbaik]/팀장/제조DX.FDC DX.원통형조립FDC팀" userId="38a3dff6-bebd-4bce-aa13-3749dddaf0fc" providerId="ADAL" clId="{4E83BD5E-EE62-4FDF-8C87-85D5BFD9173A}" dt="2026-07-14T05:26:29.868" v="1"/>
        <pc:sldMkLst>
          <pc:docMk/>
          <pc:sldMk cId="2969742211" sldId="259"/>
        </pc:sldMkLst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3" creationId="{0E6424B9-D6DB-1A94-CE70-1A3A37038AC9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4" creationId="{99EC3EE6-ACC2-615B-D019-3554E3868F9E}"/>
          </ac:spMkLst>
        </pc:spChg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5" creationId="{B6DDF00F-EFB1-E962-5081-973C8DF9C41E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6" creationId="{E8D7649A-3D1B-2CB1-6F9D-2F3E4E0BFE89}"/>
          </ac:spMkLst>
        </pc:spChg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7" creationId="{1FA8999F-6215-4018-436C-0102010150E7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9" creationId="{8B5B4403-7607-7108-07E2-AF5472814A85}"/>
          </ac:spMkLst>
        </pc:spChg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10" creationId="{05902F97-A07B-4FF7-75EE-92E85C6423E8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11" creationId="{FA06D1B8-6559-9CE9-4199-C0D20B89A15D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13" creationId="{DB22F3F3-5CDC-C589-C9E8-5A17F545B9B6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14" creationId="{2D28BEFC-2091-C350-B3DA-2DA20C330FC9}"/>
          </ac:spMkLst>
        </pc:spChg>
        <pc:sp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spMkLst>
            <pc:docMk/>
            <pc:sldMk cId="2969742211" sldId="259"/>
            <ac:spMk id="17" creationId="{FB16841D-9640-633E-5DA2-09C1A3E3A186}"/>
          </ac:spMkLst>
        </pc:spChg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60" creationId="{23DD24B5-F9E8-F45C-95A4-CC4990ED7DA5}"/>
          </ac:spMkLst>
        </pc:spChg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62" creationId="{9F29C8BF-12F1-2143-5F2A-92586D2B9102}"/>
          </ac:spMkLst>
        </pc:spChg>
        <pc:sp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spMkLst>
            <pc:docMk/>
            <pc:sldMk cId="2969742211" sldId="259"/>
            <ac:spMk id="64" creationId="{43FB556B-6013-40C0-503E-CDA876020E18}"/>
          </ac:spMkLst>
        </pc:spChg>
        <pc:graphicFrameChg chg="add mod">
          <ac:chgData name="백광민(KWANG MIN BAIK)[kmbaik]/팀장/제조DX.FDC DX.원통형조립FDC팀" userId="38a3dff6-bebd-4bce-aa13-3749dddaf0fc" providerId="ADAL" clId="{4E83BD5E-EE62-4FDF-8C87-85D5BFD9173A}" dt="2026-07-14T05:26:29.868" v="1"/>
          <ac:graphicFrameMkLst>
            <pc:docMk/>
            <pc:sldMk cId="2969742211" sldId="259"/>
            <ac:graphicFrameMk id="2" creationId="{CC4A7C43-E9DD-0E84-566E-6370F6FC13D4}"/>
          </ac:graphicFrameMkLst>
        </pc:graphicFrameChg>
        <pc:graphicFrameChg chg="del">
          <ac:chgData name="백광민(KWANG MIN BAIK)[kmbaik]/팀장/제조DX.FDC DX.원통형조립FDC팀" userId="38a3dff6-bebd-4bce-aa13-3749dddaf0fc" providerId="ADAL" clId="{4E83BD5E-EE62-4FDF-8C87-85D5BFD9173A}" dt="2026-07-14T05:26:17.870" v="0" actId="478"/>
          <ac:graphicFrameMkLst>
            <pc:docMk/>
            <pc:sldMk cId="2969742211" sldId="259"/>
            <ac:graphicFrameMk id="58" creationId="{C48A8FA7-07FE-199F-9CC6-BDB902CF7735}"/>
          </ac:graphicFrameMkLst>
        </pc:graphicFrameChg>
      </pc:sldChg>
      <pc:sldChg chg="modSp mod">
        <pc:chgData name="백광민(KWANG MIN BAIK)[kmbaik]/팀장/제조DX.FDC DX.원통형조립FDC팀" userId="38a3dff6-bebd-4bce-aa13-3749dddaf0fc" providerId="ADAL" clId="{4E83BD5E-EE62-4FDF-8C87-85D5BFD9173A}" dt="2026-07-15T03:22:04.423" v="33" actId="20577"/>
        <pc:sldMkLst>
          <pc:docMk/>
          <pc:sldMk cId="3443993367" sldId="273"/>
        </pc:sldMkLst>
        <pc:graphicFrameChg chg="modGraphic">
          <ac:chgData name="백광민(KWANG MIN BAIK)[kmbaik]/팀장/제조DX.FDC DX.원통형조립FDC팀" userId="38a3dff6-bebd-4bce-aa13-3749dddaf0fc" providerId="ADAL" clId="{4E83BD5E-EE62-4FDF-8C87-85D5BFD9173A}" dt="2026-07-15T03:22:04.423" v="33" actId="20577"/>
          <ac:graphicFrameMkLst>
            <pc:docMk/>
            <pc:sldMk cId="3443993367" sldId="273"/>
            <ac:graphicFrameMk id="17" creationId="{8F9C922C-6630-F91F-D39F-5B76FB588696}"/>
          </ac:graphicFrameMkLst>
        </pc:graphicFrameChg>
      </pc:sldChg>
      <pc:sldChg chg="addSp delSp modSp mod">
        <pc:chgData name="백광민(KWANG MIN BAIK)[kmbaik]/팀장/제조DX.FDC DX.원통형조립FDC팀" userId="38a3dff6-bebd-4bce-aa13-3749dddaf0fc" providerId="ADAL" clId="{4E83BD5E-EE62-4FDF-8C87-85D5BFD9173A}" dt="2026-07-15T03:20:35.598" v="30" actId="478"/>
        <pc:sldMkLst>
          <pc:docMk/>
          <pc:sldMk cId="384827006" sldId="2147483406"/>
        </pc:sldMkLst>
        <pc:spChg chg="mod">
          <ac:chgData name="백광민(KWANG MIN BAIK)[kmbaik]/팀장/제조DX.FDC DX.원통형조립FDC팀" userId="38a3dff6-bebd-4bce-aa13-3749dddaf0fc" providerId="ADAL" clId="{4E83BD5E-EE62-4FDF-8C87-85D5BFD9173A}" dt="2026-07-15T03:17:52.239" v="16" actId="20577"/>
          <ac:spMkLst>
            <pc:docMk/>
            <pc:sldMk cId="384827006" sldId="2147483406"/>
            <ac:spMk id="89" creationId="{C77C8FBE-40A0-38CC-4A0B-D7359581D7DA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26.280" v="22" actId="1036"/>
          <ac:spMkLst>
            <pc:docMk/>
            <pc:sldMk cId="384827006" sldId="2147483406"/>
            <ac:spMk id="100" creationId="{AB43FA5F-D63B-ECF8-DA4B-17BC12C0BB8C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26.280" v="22" actId="1036"/>
          <ac:spMkLst>
            <pc:docMk/>
            <pc:sldMk cId="384827006" sldId="2147483406"/>
            <ac:spMk id="103" creationId="{5CCD3251-671D-6A76-735F-6817A95DB7B8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26.280" v="22" actId="1036"/>
          <ac:spMkLst>
            <pc:docMk/>
            <pc:sldMk cId="384827006" sldId="2147483406"/>
            <ac:spMk id="105" creationId="{E839B34B-395C-7C9C-0778-D33110A6F316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26.280" v="22" actId="1036"/>
          <ac:spMkLst>
            <pc:docMk/>
            <pc:sldMk cId="384827006" sldId="2147483406"/>
            <ac:spMk id="108" creationId="{0DD25CAE-E32A-7C6D-0A14-50EACC57F861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26.280" v="22" actId="1036"/>
          <ac:spMkLst>
            <pc:docMk/>
            <pc:sldMk cId="384827006" sldId="2147483406"/>
            <ac:spMk id="110" creationId="{C6FE2528-0E46-C408-CA0E-A4186DF4F805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17.541" v="21" actId="1035"/>
          <ac:spMkLst>
            <pc:docMk/>
            <pc:sldMk cId="384827006" sldId="2147483406"/>
            <ac:spMk id="115" creationId="{E33E83C2-2F5E-1B78-0B46-D0CC4DEF5EF2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17.541" v="21" actId="1035"/>
          <ac:spMkLst>
            <pc:docMk/>
            <pc:sldMk cId="384827006" sldId="2147483406"/>
            <ac:spMk id="117" creationId="{663AB2A1-5025-643A-999F-8F5EE315C9BA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17.541" v="21" actId="1035"/>
          <ac:spMkLst>
            <pc:docMk/>
            <pc:sldMk cId="384827006" sldId="2147483406"/>
            <ac:spMk id="119" creationId="{99F2D729-8146-7742-05AD-A49026BCA236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8:17.541" v="21" actId="1035"/>
          <ac:spMkLst>
            <pc:docMk/>
            <pc:sldMk cId="384827006" sldId="2147483406"/>
            <ac:spMk id="121" creationId="{33D60AD6-2078-325A-A436-0F000965FD31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9:17.093" v="23" actId="12788"/>
          <ac:spMkLst>
            <pc:docMk/>
            <pc:sldMk cId="384827006" sldId="2147483406"/>
            <ac:spMk id="132" creationId="{31633DCE-7FC8-DC0F-44A6-A8369FE7B412}"/>
          </ac:spMkLst>
        </pc:spChg>
        <pc:spChg chg="mod">
          <ac:chgData name="백광민(KWANG MIN BAIK)[kmbaik]/팀장/제조DX.FDC DX.원통형조립FDC팀" userId="38a3dff6-bebd-4bce-aa13-3749dddaf0fc" providerId="ADAL" clId="{4E83BD5E-EE62-4FDF-8C87-85D5BFD9173A}" dt="2026-07-15T03:19:20.435" v="24" actId="12788"/>
          <ac:spMkLst>
            <pc:docMk/>
            <pc:sldMk cId="384827006" sldId="2147483406"/>
            <ac:spMk id="135" creationId="{4053E739-A348-F41F-14E9-8DEC3E6DA239}"/>
          </ac:spMkLst>
        </pc:spChg>
        <pc:graphicFrameChg chg="add del mod modGraphic">
          <ac:chgData name="백광민(KWANG MIN BAIK)[kmbaik]/팀장/제조DX.FDC DX.원통형조립FDC팀" userId="38a3dff6-bebd-4bce-aa13-3749dddaf0fc" providerId="ADAL" clId="{4E83BD5E-EE62-4FDF-8C87-85D5BFD9173A}" dt="2026-07-15T03:20:35.598" v="30" actId="478"/>
          <ac:graphicFrameMkLst>
            <pc:docMk/>
            <pc:sldMk cId="384827006" sldId="2147483406"/>
            <ac:graphicFrameMk id="2" creationId="{05927A70-F541-D4C1-626C-B8BEBD932DC8}"/>
          </ac:graphicFrameMkLst>
        </pc:graphicFrameChg>
        <pc:graphicFrameChg chg="modGraphic">
          <ac:chgData name="백광민(KWANG MIN BAIK)[kmbaik]/팀장/제조DX.FDC DX.원통형조립FDC팀" userId="38a3dff6-bebd-4bce-aa13-3749dddaf0fc" providerId="ADAL" clId="{4E83BD5E-EE62-4FDF-8C87-85D5BFD9173A}" dt="2026-07-15T03:19:37.580" v="26" actId="20577"/>
          <ac:graphicFrameMkLst>
            <pc:docMk/>
            <pc:sldMk cId="384827006" sldId="2147483406"/>
            <ac:graphicFrameMk id="11" creationId="{7ABBD3AE-45F1-906A-0E1A-B633BBC5A6A9}"/>
          </ac:graphicFrameMkLst>
        </pc:graphicFrameChg>
        <pc:graphicFrameChg chg="mod">
          <ac:chgData name="백광민(KWANG MIN BAIK)[kmbaik]/팀장/제조DX.FDC DX.원통형조립FDC팀" userId="38a3dff6-bebd-4bce-aa13-3749dddaf0fc" providerId="ADAL" clId="{4E83BD5E-EE62-4FDF-8C87-85D5BFD9173A}" dt="2026-07-15T03:18:26.280" v="22" actId="1036"/>
          <ac:graphicFrameMkLst>
            <pc:docMk/>
            <pc:sldMk cId="384827006" sldId="2147483406"/>
            <ac:graphicFrameMk id="70" creationId="{B03311DB-F6AA-A3E5-EF96-7249F8D07219}"/>
          </ac:graphicFrameMkLst>
        </pc:graphicFrameChg>
        <pc:graphicFrameChg chg="mod">
          <ac:chgData name="백광민(KWANG MIN BAIK)[kmbaik]/팀장/제조DX.FDC DX.원통형조립FDC팀" userId="38a3dff6-bebd-4bce-aa13-3749dddaf0fc" providerId="ADAL" clId="{4E83BD5E-EE62-4FDF-8C87-85D5BFD9173A}" dt="2026-07-15T03:18:12.872" v="19" actId="1036"/>
          <ac:graphicFrameMkLst>
            <pc:docMk/>
            <pc:sldMk cId="384827006" sldId="2147483406"/>
            <ac:graphicFrameMk id="74" creationId="{C5419397-5066-15B7-8D12-17455F295E6B}"/>
          </ac:graphicFrameMkLst>
        </pc:graphicFrameChg>
        <pc:cxnChg chg="mod">
          <ac:chgData name="백광민(KWANG MIN BAIK)[kmbaik]/팀장/제조DX.FDC DX.원통형조립FDC팀" userId="38a3dff6-bebd-4bce-aa13-3749dddaf0fc" providerId="ADAL" clId="{4E83BD5E-EE62-4FDF-8C87-85D5BFD9173A}" dt="2026-07-15T03:19:17.093" v="23" actId="12788"/>
          <ac:cxnSpMkLst>
            <pc:docMk/>
            <pc:sldMk cId="384827006" sldId="2147483406"/>
            <ac:cxnSpMk id="133" creationId="{E61B72DE-4183-67EE-D4E2-EC154E1E24E7}"/>
          </ac:cxnSpMkLst>
        </pc:cxnChg>
        <pc:cxnChg chg="mod">
          <ac:chgData name="백광민(KWANG MIN BAIK)[kmbaik]/팀장/제조DX.FDC DX.원통형조립FDC팀" userId="38a3dff6-bebd-4bce-aa13-3749dddaf0fc" providerId="ADAL" clId="{4E83BD5E-EE62-4FDF-8C87-85D5BFD9173A}" dt="2026-07-15T03:19:20.435" v="24" actId="12788"/>
          <ac:cxnSpMkLst>
            <pc:docMk/>
            <pc:sldMk cId="384827006" sldId="2147483406"/>
            <ac:cxnSpMk id="136" creationId="{BC03A183-49C1-B379-AB47-15D1CA3DF969}"/>
          </ac:cxnSpMkLst>
        </pc:cxnChg>
      </pc:sldChg>
      <pc:sldChg chg="modSp">
        <pc:chgData name="백광민(KWANG MIN BAIK)[kmbaik]/팀장/제조DX.FDC DX.원통형조립FDC팀" userId="38a3dff6-bebd-4bce-aa13-3749dddaf0fc" providerId="ADAL" clId="{4E83BD5E-EE62-4FDF-8C87-85D5BFD9173A}" dt="2026-07-15T08:32:54.534" v="34"/>
        <pc:sldMkLst>
          <pc:docMk/>
          <pc:sldMk cId="3658460371" sldId="2147483409"/>
        </pc:sldMkLst>
        <pc:graphicFrameChg chg="mod">
          <ac:chgData name="백광민(KWANG MIN BAIK)[kmbaik]/팀장/제조DX.FDC DX.원통형조립FDC팀" userId="38a3dff6-bebd-4bce-aa13-3749dddaf0fc" providerId="ADAL" clId="{4E83BD5E-EE62-4FDF-8C87-85D5BFD9173A}" dt="2026-07-15T08:32:54.534" v="34"/>
          <ac:graphicFrameMkLst>
            <pc:docMk/>
            <pc:sldMk cId="3658460371" sldId="2147483409"/>
            <ac:graphicFrameMk id="68" creationId="{FBC15823-A67B-8B5A-F7D0-FA74FC53DC41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6" tIns="45508" rIns="91016" bIns="455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17"/>
            <a:ext cx="5438140" cy="4442699"/>
          </a:xfrm>
          <a:prstGeom prst="rect">
            <a:avLst/>
          </a:prstGeom>
        </p:spPr>
        <p:txBody>
          <a:bodyPr vert="horz" lIns="91016" tIns="45508" rIns="91016" bIns="4550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91F4C645-ABDE-4C2B-8039-27118650AB2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22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28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805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629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46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760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935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008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28EC-2F95-A047-8B7A-FE7F9323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FF48F-1342-6082-763C-656294B91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3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5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26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2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34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33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02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03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2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15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52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_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/>
          <p:cNvSpPr>
            <a:spLocks noGrp="1"/>
          </p:cNvSpPr>
          <p:nvPr>
            <p:ph idx="1"/>
          </p:nvPr>
        </p:nvSpPr>
        <p:spPr>
          <a:xfrm>
            <a:off x="273050" y="657511"/>
            <a:ext cx="9359900" cy="5032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34568" y="141836"/>
            <a:ext cx="184731" cy="39267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algn="l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731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36447136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41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4BB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964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24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96140" y="158233"/>
            <a:ext cx="4320000" cy="294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ko-KR" altLang="en-US" sz="1463" kern="1200" dirty="0"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err="1"/>
              <a:t>주제목</a:t>
            </a:r>
            <a:r>
              <a:rPr lang="ko-KR" altLang="en-US"/>
              <a:t> </a:t>
            </a:r>
            <a:r>
              <a:rPr lang="en-US" altLang="ko-KR"/>
              <a:t>: LG</a:t>
            </a:r>
            <a:r>
              <a:rPr lang="ko-KR" altLang="en-US" err="1"/>
              <a:t>스마트체</a:t>
            </a:r>
            <a:r>
              <a:rPr lang="ko-KR" altLang="en-US"/>
              <a:t> </a:t>
            </a:r>
            <a:r>
              <a:rPr lang="en-US" altLang="ko-KR"/>
              <a:t>Regular,</a:t>
            </a:r>
            <a:r>
              <a:rPr lang="ko-KR" altLang="en-US"/>
              <a:t>굵게</a:t>
            </a:r>
            <a:r>
              <a:rPr lang="en-US" altLang="ko-KR"/>
              <a:t>,18 pt </a:t>
            </a:r>
            <a:endParaRPr lang="ko-KR" altLang="en-US"/>
          </a:p>
        </p:txBody>
      </p:sp>
      <p:sp>
        <p:nvSpPr>
          <p:cNvPr id="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13055" y="746443"/>
            <a:ext cx="9074150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 anchorCtr="0">
            <a:noAutofit/>
          </a:bodyPr>
          <a:lstStyle>
            <a:lvl1pPr>
              <a:defRPr lang="en-US" altLang="ko-KR" sz="1138" kern="1200" dirty="0" smtClean="0">
                <a:solidFill>
                  <a:srgbClr val="000000"/>
                </a:solidFill>
                <a:latin typeface="LG스마트체 Regular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0"/>
              </a:spcBef>
              <a:buClr>
                <a:srgbClr val="CC0066"/>
              </a:buClr>
              <a:tabLst>
                <a:tab pos="2892173" algn="l"/>
              </a:tabLst>
            </a:pPr>
            <a:r>
              <a:rPr lang="en-US" altLang="ko-KR"/>
              <a:t>[ Head Message : LG</a:t>
            </a:r>
            <a:r>
              <a:rPr lang="ko-KR" altLang="en-US" err="1"/>
              <a:t>스마트체</a:t>
            </a:r>
            <a:r>
              <a:rPr lang="ko-KR" altLang="en-US"/>
              <a:t> </a:t>
            </a:r>
            <a:r>
              <a:rPr lang="en-US" altLang="ko-KR"/>
              <a:t>Regular, </a:t>
            </a:r>
            <a:r>
              <a:rPr lang="ko-KR" altLang="en-US"/>
              <a:t>굵게</a:t>
            </a:r>
            <a:r>
              <a:rPr lang="en-US" altLang="ko-KR"/>
              <a:t>, Size 14 ]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F92A8-05A9-41EB-84CC-61F1A33CFF85}"/>
              </a:ext>
            </a:extLst>
          </p:cNvPr>
          <p:cNvSpPr txBox="1"/>
          <p:nvPr userDrawn="1"/>
        </p:nvSpPr>
        <p:spPr>
          <a:xfrm>
            <a:off x="34252" y="6618456"/>
            <a:ext cx="557606" cy="194686"/>
          </a:xfrm>
          <a:prstGeom prst="rect">
            <a:avLst/>
          </a:prstGeom>
          <a:noFill/>
          <a:ln w="28575">
            <a:noFill/>
          </a:ln>
        </p:spPr>
        <p:txBody>
          <a:bodyPr wrap="none" lIns="29250" tIns="29250" rIns="29250" bIns="29250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488"/>
              </a:spcAft>
            </a:pPr>
            <a:r>
              <a:rPr lang="en-US" altLang="ko-KR" sz="813" b="1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</a:rPr>
              <a:t>Confidential</a:t>
            </a:r>
            <a:endParaRPr lang="ko-KR" altLang="en-US" sz="813" b="1">
              <a:solidFill>
                <a:schemeClr val="tx1"/>
              </a:solidFill>
              <a:latin typeface="Arial Narrow" panose="020B0606020202030204" pitchFamily="34" charset="0"/>
              <a:ea typeface="LG스마트체 Light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5CA816-C9C2-4F1C-BC7D-6CFD4323F2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0680" y="6631409"/>
            <a:ext cx="2215111" cy="18417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29250" tIns="29250" rIns="29250" bIns="29250">
            <a:spAutoFit/>
          </a:bodyPr>
          <a:lstStyle/>
          <a:p>
            <a:pPr algn="l" rtl="0" fontAlgn="base">
              <a:spcBef>
                <a:spcPts val="0"/>
              </a:spcBef>
              <a:spcAft>
                <a:spcPts val="0"/>
              </a:spcAft>
            </a:pPr>
            <a:r>
              <a:rPr kumimoji="1" lang="ko-KR" altLang="en-US" sz="813" b="1" kern="1200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813" b="1" kern="1200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813" b="1"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2022 LG Energy Solution, Ltd. </a:t>
            </a:r>
            <a:r>
              <a:rPr kumimoji="1" lang="en-US" altLang="ko-KR" sz="813" b="1" kern="1200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813" b="1" kern="1200">
              <a:solidFill>
                <a:schemeClr val="tx1"/>
              </a:solidFill>
              <a:latin typeface="Arial Narrow" panose="020B0606020202030204" pitchFamily="34" charset="0"/>
              <a:ea typeface="LG스마트체 Light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1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BAB2-A69D-4033-B2FE-2199B4E170F0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0A2C-132B-4EBE-B941-A15BA3EF4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104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운영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98445" y="126934"/>
            <a:ext cx="3922267" cy="276999"/>
          </a:xfrm>
        </p:spPr>
        <p:txBody>
          <a:bodyPr/>
          <a:lstStyle>
            <a:lvl1pPr>
              <a:defRPr kumimoji="1" lang="ko-KR" altLang="en-US" b="1" baseline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defTabSz="957223" rtl="0" eaLnBrk="0" fontAlgn="base" latinLnBrk="1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556956" y="6547624"/>
            <a:ext cx="1103611" cy="301756"/>
          </a:xfrm>
          <a:prstGeom prst="rect">
            <a:avLst/>
          </a:prstGeom>
        </p:spPr>
        <p:txBody>
          <a:bodyPr anchor="ctr"/>
          <a:lstStyle>
            <a:lvl1pPr algn="ctr">
              <a:defRPr sz="105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362048-7B1C-4B55-8A37-79D9EC7A1060}" type="slidenum">
              <a:rPr kumimoji="0" lang="ko-KR" altLang="en-US" sz="105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10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8558A-1595-413E-AD89-BF302E68AF1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71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4" r:id="rId12"/>
    <p:sldLayoutId id="214748382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5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.png"/><Relationship Id="rId5" Type="http://schemas.openxmlformats.org/officeDocument/2006/relationships/tags" Target="../tags/tag14.xml"/><Relationship Id="rId10" Type="http://schemas.openxmlformats.org/officeDocument/2006/relationships/image" Target="../media/image4.png"/><Relationship Id="rId4" Type="http://schemas.openxmlformats.org/officeDocument/2006/relationships/tags" Target="../tags/tag13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1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7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>
            <p:custDataLst>
              <p:tags r:id="rId1"/>
            </p:custDataLst>
          </p:nvPr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9" name="직사각형 8"/>
            <p:cNvSpPr/>
            <p:nvPr>
              <p:custDataLst>
                <p:tags r:id="rId5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itchFamily="50" charset="-127"/>
                <a:cs typeface="+mn-cs"/>
              </a:endParaRPr>
            </a:p>
          </p:txBody>
        </p:sp>
        <p:pic>
          <p:nvPicPr>
            <p:cNvPr id="10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0" cy="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제목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71375" y="1772997"/>
            <a:ext cx="6377662" cy="707886"/>
          </a:xfrm>
        </p:spPr>
        <p:txBody>
          <a:bodyPr/>
          <a:lstStyle/>
          <a:p>
            <a:r>
              <a:rPr lang="en-US" altLang="ko-KR" sz="4000" b="1">
                <a:latin typeface="Arial Narrow" panose="020B0606020202030204" pitchFamily="34" charset="0"/>
              </a:rPr>
              <a:t>FDC DX</a:t>
            </a:r>
            <a:r>
              <a:rPr lang="ko-KR" altLang="en-US" sz="4000" b="1">
                <a:latin typeface="Arial Narrow" panose="020B0606020202030204" pitchFamily="34" charset="0"/>
              </a:rPr>
              <a:t>담당</a:t>
            </a:r>
            <a:r>
              <a:rPr lang="en-US" altLang="ko-KR" sz="4000" b="1">
                <a:latin typeface="Arial Narrow" panose="020B0606020202030204" pitchFamily="34" charset="0"/>
              </a:rPr>
              <a:t> 7</a:t>
            </a:r>
            <a:r>
              <a:rPr lang="ko-KR" altLang="en-US" sz="4000" b="1">
                <a:latin typeface="Arial Narrow" panose="020B0606020202030204" pitchFamily="34" charset="0"/>
              </a:rPr>
              <a:t>월 업무 보고</a:t>
            </a:r>
          </a:p>
        </p:txBody>
      </p:sp>
      <p:sp>
        <p:nvSpPr>
          <p:cNvPr id="15" name="내용 개체 틀 14"/>
          <p:cNvSpPr>
            <a:spLocks noGrp="1"/>
          </p:cNvSpPr>
          <p:nvPr>
            <p:ph sz="quarter" idx="12"/>
            <p:custDataLst>
              <p:tags r:id="rId3"/>
            </p:custDataLst>
          </p:nvPr>
        </p:nvSpPr>
        <p:spPr>
          <a:xfrm>
            <a:off x="1149513" y="5076306"/>
            <a:ext cx="2789728" cy="338554"/>
          </a:xfrm>
        </p:spPr>
        <p:txBody>
          <a:bodyPr wrap="square">
            <a:spAutoFit/>
          </a:bodyPr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ko-KR" sz="1600" b="1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  <a:cs typeface="+mn-cs"/>
              </a:rPr>
              <a:t>| </a:t>
            </a:r>
            <a:r>
              <a:rPr lang="en-GB" altLang="ko-KR" sz="1600" b="1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  <a:cs typeface="+mn-cs"/>
              </a:rPr>
              <a:t>2026. 07. 16</a:t>
            </a:r>
          </a:p>
        </p:txBody>
      </p:sp>
      <p:sp>
        <p:nvSpPr>
          <p:cNvPr id="20" name="Rectangle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7168" y="3291253"/>
            <a:ext cx="6750168" cy="101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9pPr>
          </a:lstStyle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Summary</a:t>
            </a:r>
          </a:p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KPI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진척 현황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  <a:sym typeface="Wingdings" panose="05000000000000000000" pitchFamily="2" charset="2"/>
            </a:endParaRPr>
          </a:p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월별 진척사항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및 특이사항 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  <a:sym typeface="Wingdings" panose="05000000000000000000" pitchFamily="2" charset="2"/>
            </a:endParaRPr>
          </a:p>
        </p:txBody>
      </p:sp>
      <p:pic>
        <p:nvPicPr>
          <p:cNvPr id="1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3FDADC5C-3F1A-46B6-BB86-18E819CF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51" y="5156524"/>
            <a:ext cx="839468" cy="36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0696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B5766A33-19FE-4116-A4F0-EDBA6091DF48}"/>
              </a:ext>
            </a:extLst>
          </p:cNvPr>
          <p:cNvGrpSpPr/>
          <p:nvPr/>
        </p:nvGrpSpPr>
        <p:grpSpPr>
          <a:xfrm>
            <a:off x="7758397" y="92312"/>
            <a:ext cx="2127131" cy="575302"/>
            <a:chOff x="4232920" y="49957"/>
            <a:chExt cx="2041111" cy="60447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D089CE7-B0DA-4F1D-9794-3EBE6A5D9F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02231F-D7D2-46BE-81F4-539D281C6173}"/>
                </a:ext>
              </a:extLst>
            </p:cNvPr>
            <p:cNvSpPr txBox="1"/>
            <p:nvPr/>
          </p:nvSpPr>
          <p:spPr>
            <a:xfrm>
              <a:off x="4458469" y="52657"/>
              <a:ext cx="1010854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초과 달성</a:t>
              </a: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92A1536-7CC1-4E81-A4F6-AED7F32E3F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0D0C45-BC2A-4E46-AA96-E0CFB46561A4}"/>
                </a:ext>
              </a:extLst>
            </p:cNvPr>
            <p:cNvSpPr txBox="1"/>
            <p:nvPr/>
          </p:nvSpPr>
          <p:spPr>
            <a:xfrm>
              <a:off x="4458469" y="477133"/>
              <a:ext cx="1815562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미달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D74B849-955F-4A06-872B-77521603F7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A60B9D-3CE7-42C2-9F66-17FAEB6FEB3C}"/>
                </a:ext>
              </a:extLst>
            </p:cNvPr>
            <p:cNvSpPr txBox="1"/>
            <p:nvPr/>
          </p:nvSpPr>
          <p:spPr>
            <a:xfrm>
              <a:off x="4458469" y="264895"/>
              <a:ext cx="1622560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달성 수준</a:t>
              </a:r>
              <a:r>
                <a:rPr kumimoji="0" lang="en-US" altLang="ko-KR" sz="9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52B934D-4907-3DEB-309F-3688E1D57F10}"/>
              </a:ext>
            </a:extLst>
          </p:cNvPr>
          <p:cNvGrpSpPr/>
          <p:nvPr/>
        </p:nvGrpSpPr>
        <p:grpSpPr>
          <a:xfrm>
            <a:off x="109414" y="92312"/>
            <a:ext cx="1867819" cy="403380"/>
            <a:chOff x="210051" y="188640"/>
            <a:chExt cx="1867819" cy="40338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00DFA7-4EB8-571F-BFC8-9C3DB0084E99}"/>
                </a:ext>
              </a:extLst>
            </p:cNvPr>
            <p:cNvSpPr txBox="1"/>
            <p:nvPr/>
          </p:nvSpPr>
          <p:spPr>
            <a:xfrm>
              <a:off x="210051" y="188640"/>
              <a:ext cx="1867819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1. Summary (1/2)</a:t>
              </a: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5F5AB76-96A5-96D7-190A-39F0F9A34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79395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696A21B-6FC0-CF02-1F98-FFD919B24DB8}"/>
              </a:ext>
            </a:extLst>
          </p:cNvPr>
          <p:cNvSpPr txBox="1"/>
          <p:nvPr/>
        </p:nvSpPr>
        <p:spPr>
          <a:xfrm>
            <a:off x="4811437" y="6564185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4A7C43-E9DD-0E84-566E-6370F6FC1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417116"/>
              </p:ext>
            </p:extLst>
          </p:nvPr>
        </p:nvGraphicFramePr>
        <p:xfrm>
          <a:off x="98961" y="703026"/>
          <a:ext cx="9701078" cy="6044184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2989703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4405313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1112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12463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 운영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AX BM/PD </a:t>
                      </a: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 </a:t>
                      </a:r>
                      <a:r>
                        <a:rPr kumimoji="0" lang="ko-KR" altLang="en-US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실행계획</a:t>
                      </a:r>
                      <a:r>
                        <a:rPr kumimoji="0" lang="en-US" altLang="ko-KR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동작별 데이터 패턴 분석을 통해 이상인자 도출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</a:t>
                      </a:r>
                      <a:r>
                        <a:rPr lang="en-US" altLang="ko-KR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100" b="0" kern="1200" spc="0" baseline="0" noProof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이상감지  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 조치 프로세스 구축 및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EMS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수행 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-. Q :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/ESS BM/PD 20%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(’25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比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-. C :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인원 효율화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Δ890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연말 인원 기준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’25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比 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/ESS BM/PD Loss)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상반기 실적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18.3% (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대비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1.7%p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미달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LNS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미달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’25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2.3%p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열위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10.8%, ’26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상반기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13.1%)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상반기 주요 활동 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[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한계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텐션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도출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OS/DS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텐션차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보정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슬리터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교체 기준 변경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(WA)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51% (5.28%p)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10.36%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[’26.6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5.08%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26% (3.79%p)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14.74%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[’26.6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10.95%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[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LNS/AZS/PKG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개소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및 품질 이슈 이상감지 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(MI2)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구동부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주요 파손 개소 사전 감지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0.5%p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[’25.4Q] 0.7%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0.2%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(OT)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부하율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온도 리니어 모터 이상감지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[’26.1Q] 0.30%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[’26.2Q] 0.01%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(HG) AZS Swing Head, Align Stage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AZS BM/PD [’26.5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9.7%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[6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7.0%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(WA) PKG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탭단선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용접 품질 이슈 대응 이상감지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NCR [’26.2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9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→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[6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달성 방안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[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재료교체 단선 개선 활동으로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예정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(WA 0.58%p, OT 2.2%p)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[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설비기인 외관불량 및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재밍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파단 개선활동 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 전개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4201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[NFF]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연목표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달성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와인더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27.6%,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45.5%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상반기 활동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주요구동부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레이저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Vision 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조치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0.40%,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0.58%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4Q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는 와인더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0.56%(+0.16%),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1.06%(+0.48%)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까지 개선 가능할 것으로 판단됨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53242"/>
                  </a:ext>
                </a:extLst>
              </a:tr>
              <a:tr h="10165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 </a:t>
                      </a:r>
                      <a:r>
                        <a:rPr kumimoji="0" lang="ko-KR" altLang="en-US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lang="ko-KR" altLang="en-US" sz="1100" b="1" kern="1200" spc="0" baseline="0" err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96.3% / MI_L 94.2% / OT 95.3% / HD 92.6%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ESS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全 라인 셀 </a:t>
                      </a:r>
                      <a:r>
                        <a:rPr lang="ko-KR" altLang="en-US" sz="1000" b="0" i="0" u="none" strike="noStrike" baseline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달성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(MI 96.4%, MI_L 95.3%, OT 96.0%, HD 95.0%) </a:t>
                      </a:r>
                    </a:p>
                  </a:txBody>
                  <a:tcPr marL="18000" marR="18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연목표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96.4%, MI_LS 95.3%, OT 96.0%, HD 95.0%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상반기 실적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 96.3%, MI_LS 96.4%, OT 93.9%, HD 94.9% (OT 2.1%p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미달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OT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 미달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0.3%p,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1.8%p Catch-up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필요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상반기 주요 활동 </a:t>
                      </a:r>
                      <a:endParaRPr lang="en-US" altLang="ko-KR" sz="1000" b="1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(MI2)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Y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 실러 불량 개선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[’25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0.11%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상반기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0.07%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합치 가접롤러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Gap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최적화를 통한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AA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갭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Cpk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 위치불량 개선</a:t>
                      </a:r>
                      <a:b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위치불량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[’26.3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0.31%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[’26.6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0.19%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D-STK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진공압 이상감지 모노스태킹 불량개선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[’25.12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0.37%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0.15%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재밍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파단 이상감지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(Y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 패스라인 이상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C/V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속도편차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A/S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 및 개선</a:t>
                      </a:r>
                      <a:b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: [’26.1Q] 2.86%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[’26.2Q] 0.85%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달성 방안</a:t>
                      </a:r>
                      <a:endParaRPr lang="en-US" altLang="ko-KR" sz="1000" b="1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상반기 개선과제 확산 전개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가접롤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파기솔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장변실러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 이상감지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Degas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챔버 진공압 프로파일 </a:t>
                      </a: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vs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절연저항 관계 분석 및 개선 </a:t>
                      </a: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(WA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OT)   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  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34644"/>
                  </a:ext>
                </a:extLst>
              </a:tr>
              <a:tr h="8614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셀 수율 목표 달성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 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[WA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자동차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lang="ko-KR" altLang="en-US" sz="1100" b="1" kern="1200" spc="0" baseline="0" err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 </a:t>
                      </a:r>
                      <a:br>
                        <a:rPr lang="en-US" altLang="ko-KR" sz="1100" b="0" i="0" u="none" strike="noStrike" kern="1200" spc="0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i="0" u="none" strike="noStrike" kern="1200" spc="0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[WA 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ESS]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셀 </a:t>
                      </a:r>
                      <a:r>
                        <a:rPr lang="ko-KR" altLang="en-US" sz="1100" b="1" kern="1200" spc="0" baseline="0" err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95.7% </a:t>
                      </a:r>
                      <a:r>
                        <a:rPr lang="en-US" altLang="ko-KR" sz="1000" b="0" i="0" u="none" strike="noStrike" kern="1200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lang="en-US" altLang="ko-KR" sz="1100" b="0" i="0" u="none" strike="noStrike" kern="1200" baseline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-.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ESWA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셀 </a:t>
                      </a:r>
                      <a:r>
                        <a:rPr lang="ko-KR" altLang="en-US" sz="1000" b="0" i="0" u="none" strike="noStrike" baseline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  <a:b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ESWA ESS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 </a:t>
                      </a:r>
                      <a:r>
                        <a:rPr lang="ko-KR" altLang="en-US" sz="1000" b="0" i="0" u="none" strike="noStrike" baseline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 [</a:t>
                      </a:r>
                      <a:r>
                        <a:rPr lang="ko-KR" altLang="en-US" sz="1000" b="0" i="0" u="none" strike="noStrike" baseline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-. D : ’26.12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셀수율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97.2%, ESS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셀수율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  <a:p>
                      <a:pPr marL="0" indent="0" algn="l" fontAlgn="ctr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상반기 실적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 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0.5%p,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0.5%p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미달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               ESS 93.5% 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1.2%p,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1.5%p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미달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marL="0" indent="0" algn="l" defTabSz="914400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상반기 주요 활동 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라미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컷터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(E77A)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’26.2~6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(35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건 현장 조치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),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월 평균 위치불량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0.08%p 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개선 기여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indent="0" algn="l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피딩롤러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열화 교체 위치불량 개선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[’26.1Q] 0.27%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[’26.2Q] 0.21%</a:t>
                      </a:r>
                    </a:p>
                    <a:p>
                      <a:pPr marL="0" indent="0" algn="l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실러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불량 개선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[’25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0.07%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상반기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0.05% 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달성 방안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상반기 개선활동 →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 확산 전개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호기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(WA5, 51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 적용을 통한 추가 개선 예정 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88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/ESS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Degas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챔버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진공압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프로파일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vs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절연저항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관계분석 및 개선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747214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99EC3EE6-ACC2-615B-D019-3554E3868F9E}"/>
              </a:ext>
            </a:extLst>
          </p:cNvPr>
          <p:cNvSpPr>
            <a:spLocks noChangeAspect="1"/>
          </p:cNvSpPr>
          <p:nvPr/>
        </p:nvSpPr>
        <p:spPr>
          <a:xfrm>
            <a:off x="5010336" y="2209810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8D7649A-3D1B-2CB1-6F9D-2F3E4E0BFE89}"/>
              </a:ext>
            </a:extLst>
          </p:cNvPr>
          <p:cNvSpPr>
            <a:spLocks noChangeAspect="1"/>
          </p:cNvSpPr>
          <p:nvPr/>
        </p:nvSpPr>
        <p:spPr>
          <a:xfrm>
            <a:off x="5010336" y="4288846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06D1B8-6559-9CE9-4199-C0D20B89A15D}"/>
              </a:ext>
            </a:extLst>
          </p:cNvPr>
          <p:cNvSpPr/>
          <p:nvPr/>
        </p:nvSpPr>
        <p:spPr>
          <a:xfrm>
            <a:off x="1017156" y="1858279"/>
            <a:ext cx="252000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K 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B22F3F3-5CDC-C589-C9E8-5A17F545B9B6}"/>
              </a:ext>
            </a:extLst>
          </p:cNvPr>
          <p:cNvSpPr/>
          <p:nvPr/>
        </p:nvSpPr>
        <p:spPr>
          <a:xfrm>
            <a:off x="1310622" y="1853500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D28BEFC-2091-C350-B3DA-2DA20C330FC9}"/>
              </a:ext>
            </a:extLst>
          </p:cNvPr>
          <p:cNvSpPr/>
          <p:nvPr/>
        </p:nvSpPr>
        <p:spPr>
          <a:xfrm>
            <a:off x="1310622" y="3998899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16841D-9640-633E-5DA2-09C1A3E3A186}"/>
              </a:ext>
            </a:extLst>
          </p:cNvPr>
          <p:cNvSpPr/>
          <p:nvPr/>
        </p:nvSpPr>
        <p:spPr>
          <a:xfrm>
            <a:off x="1199697" y="5627108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7C234-F7F6-1B12-8594-1A983537767A}"/>
              </a:ext>
            </a:extLst>
          </p:cNvPr>
          <p:cNvSpPr txBox="1"/>
          <p:nvPr/>
        </p:nvSpPr>
        <p:spPr>
          <a:xfrm>
            <a:off x="1943741" y="950102"/>
            <a:ext cx="849019" cy="226591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-7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BM/PD</a:t>
            </a:r>
            <a:r>
              <a:rPr kumimoji="1" lang="ko-KR" altLang="en-US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월간 </a:t>
            </a:r>
            <a:r>
              <a:rPr kumimoji="1" lang="en-US" altLang="ko-KR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Trend</a:t>
            </a:r>
            <a:endParaRPr kumimoji="1" lang="ko-KR" altLang="en-US" sz="10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</a:endParaRPr>
          </a:p>
        </p:txBody>
      </p:sp>
      <p:sp>
        <p:nvSpPr>
          <p:cNvPr id="7" name="실행 단추: 끝으로 이동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26B3243-D332-029B-C462-25413BF9D6D9}"/>
              </a:ext>
            </a:extLst>
          </p:cNvPr>
          <p:cNvSpPr/>
          <p:nvPr/>
        </p:nvSpPr>
        <p:spPr>
          <a:xfrm>
            <a:off x="2790505" y="1014657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29" name="실행 단추: 끝으로 이동 2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880D29D-773B-1141-EB4F-813410A968F4}"/>
              </a:ext>
            </a:extLst>
          </p:cNvPr>
          <p:cNvSpPr/>
          <p:nvPr/>
        </p:nvSpPr>
        <p:spPr>
          <a:xfrm>
            <a:off x="9561542" y="963838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0" name="실행 단추: 끝으로 이동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C97123F-1CEC-71FB-159A-2C8035F093C8}"/>
              </a:ext>
            </a:extLst>
          </p:cNvPr>
          <p:cNvSpPr/>
          <p:nvPr/>
        </p:nvSpPr>
        <p:spPr>
          <a:xfrm>
            <a:off x="9561542" y="3582280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8" name="실행 단추: 끝으로 이동 1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AC99DC9-BB71-8FEE-4BBC-4B33090C41E2}"/>
              </a:ext>
            </a:extLst>
          </p:cNvPr>
          <p:cNvSpPr/>
          <p:nvPr/>
        </p:nvSpPr>
        <p:spPr>
          <a:xfrm>
            <a:off x="9561542" y="5347580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27" name="실행 단추: 끝으로 이동 2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18C30A6-8511-368E-671B-E20F608DE9D2}"/>
              </a:ext>
            </a:extLst>
          </p:cNvPr>
          <p:cNvSpPr/>
          <p:nvPr/>
        </p:nvSpPr>
        <p:spPr>
          <a:xfrm>
            <a:off x="9561542" y="2999224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C458681-8309-46C4-593A-EDB53700E36A}"/>
              </a:ext>
            </a:extLst>
          </p:cNvPr>
          <p:cNvSpPr>
            <a:spLocks noChangeAspect="1"/>
          </p:cNvSpPr>
          <p:nvPr/>
        </p:nvSpPr>
        <p:spPr>
          <a:xfrm>
            <a:off x="4976697" y="5860471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C71CC2D-FE17-FACF-486E-1442459A7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25" y="657477"/>
            <a:ext cx="9906000" cy="148562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BAE52CA-D5BB-CE90-BA40-8459EAFCE6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9825" y="2241541"/>
            <a:ext cx="9906000" cy="151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306B8B1-A9FC-E086-276A-2BA90110F696}"/>
              </a:ext>
            </a:extLst>
          </p:cNvPr>
          <p:cNvGrpSpPr/>
          <p:nvPr/>
        </p:nvGrpSpPr>
        <p:grpSpPr>
          <a:xfrm>
            <a:off x="7758397" y="63138"/>
            <a:ext cx="2085995" cy="604476"/>
            <a:chOff x="4232920" y="49957"/>
            <a:chExt cx="2085995" cy="60447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B8A68AE-7777-F40B-046C-1980AC4FA5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7D7A7D-0BD5-85A5-459C-D328048B68AF}"/>
                </a:ext>
              </a:extLst>
            </p:cNvPr>
            <p:cNvSpPr txBox="1"/>
            <p:nvPr/>
          </p:nvSpPr>
          <p:spPr>
            <a:xfrm>
              <a:off x="4458469" y="52657"/>
              <a:ext cx="1034899" cy="1675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분기 목표 초과 달성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C5117C2-8150-161E-C682-BF67FC3990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5B3032-E530-8465-5930-282A1BF516C9}"/>
                </a:ext>
              </a:extLst>
            </p:cNvPr>
            <p:cNvSpPr txBox="1"/>
            <p:nvPr/>
          </p:nvSpPr>
          <p:spPr>
            <a:xfrm>
              <a:off x="4458469" y="477133"/>
              <a:ext cx="1860446" cy="1675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spc="-3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분기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목표 미달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연간 목표 차질 예상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3A36D2C-4314-4549-A1C1-57EBECED2E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7F3ABC-70FD-E973-426C-EC7791332338}"/>
                </a:ext>
              </a:extLst>
            </p:cNvPr>
            <p:cNvSpPr txBox="1"/>
            <p:nvPr/>
          </p:nvSpPr>
          <p:spPr>
            <a:xfrm>
              <a:off x="4458469" y="264895"/>
              <a:ext cx="1678665" cy="1675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spc="-6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분기</a:t>
              </a:r>
              <a:r>
                <a:rPr kumimoji="0" lang="ko-KR" altLang="en-US" sz="105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목표 달성 수준</a:t>
              </a:r>
              <a:r>
                <a:rPr kumimoji="0" lang="en-US" altLang="ko-KR" sz="9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ko-KR" altLang="en-US" sz="105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2AC4D6F-DA1F-EC11-5A99-88BDB686255C}"/>
              </a:ext>
            </a:extLst>
          </p:cNvPr>
          <p:cNvGrpSpPr/>
          <p:nvPr/>
        </p:nvGrpSpPr>
        <p:grpSpPr>
          <a:xfrm>
            <a:off x="109414" y="92312"/>
            <a:ext cx="1867819" cy="403380"/>
            <a:chOff x="210051" y="188640"/>
            <a:chExt cx="1867819" cy="4033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4D8C11-CC0C-B492-9BF9-00F72B8E4C8F}"/>
                </a:ext>
              </a:extLst>
            </p:cNvPr>
            <p:cNvSpPr txBox="1"/>
            <p:nvPr/>
          </p:nvSpPr>
          <p:spPr>
            <a:xfrm>
              <a:off x="210051" y="188640"/>
              <a:ext cx="1867819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 (2/2)</a:t>
              </a:r>
              <a:endParaRPr lang="ko-KR" altLang="en-US" sz="2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8C662A2-0C9B-DA72-8BE8-9E2602005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79395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F9C922C-6630-F91F-D39F-5B76FB588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610256"/>
              </p:ext>
            </p:extLst>
          </p:nvPr>
        </p:nvGraphicFramePr>
        <p:xfrm>
          <a:off x="107670" y="712855"/>
          <a:ext cx="9567287" cy="5438563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700530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2740025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4251325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2103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136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목표 달성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누적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</a:t>
                      </a:r>
                      <a:endParaRPr kumimoji="0" lang="en-US" altLang="ko-KR" sz="1100" b="1" i="0" u="none" strike="noStrike" kern="1200" cap="none" spc="-30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 수율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대상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EP2 2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[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 : ’26.12(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연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 수율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97.66%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 누적 수율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상반기 실적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97.27% (0.39%p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미달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달성 방안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FDC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알람 기반으로 사전조치를 통해 불량률 개선 </a:t>
                      </a:r>
                      <a:b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 접시롤러 마모 이상감지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기대효과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0.044%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조명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밝기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기대효과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 ± α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CIT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좌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 진공압 차이 이상감지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기대효과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0.065%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CBD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(L3)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기대효과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ELF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주액 불량 개선을 위해 치명인자 분석 중임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683342"/>
                  </a:ext>
                </a:extLst>
              </a:tr>
              <a:tr h="136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NJ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고질 이슈 개선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[2Q </a:t>
                      </a:r>
                      <a:r>
                        <a:rPr kumimoji="1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</a:t>
                      </a:r>
                      <a:r>
                        <a:rPr kumimoji="1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라인 확산 및 </a:t>
                      </a:r>
                      <a:r>
                        <a:rPr kumimoji="1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EMS </a:t>
                      </a:r>
                      <a:r>
                        <a:rPr kumimoji="1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연동</a:t>
                      </a:r>
                      <a:endParaRPr kumimoji="0" lang="en-US" altLang="ko-KR" sz="1100" b="1" i="0" u="none" strike="noStrike" kern="1200" cap="none" spc="-30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M53F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발열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 : ’26.3Q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연목표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M53F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발열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상반기 실적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2Q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발열 실적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0.33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(’25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2.4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대비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2.07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 개선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 </a:t>
                      </a:r>
                    </a:p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 주요 활동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(FDC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EMS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연계 활동 중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EMS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연계 후 사전 조치 비율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[5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]12.9% (4/35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[6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]34.8%(16/46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 중</a:t>
                      </a:r>
                      <a:b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달성 방안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진성 알람율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감지율 추가 개선 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NJ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법인과 협업을 통해 사전 조치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비율 개선 </a:t>
                      </a:r>
                      <a:endParaRPr lang="en-US" altLang="ko-KR" sz="1000" b="0" i="0" u="none" strike="noStrike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136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 자동화를 </a:t>
                      </a:r>
                      <a:b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통한 업무효율 향상</a:t>
                      </a:r>
                      <a:r>
                        <a:rPr kumimoji="1" lang="en-US" altLang="ko-KR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 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알고리즘 개발 및 수정</a:t>
                      </a:r>
                      <a:endParaRPr kumimoji="1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분석 업무 생산성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 : ’26.12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연목표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생산성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위한 주요인자 추출 자동화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177800" indent="-177800" algn="l" fontAlgn="ctr"/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77%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(54Hr↓: ’25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70Hr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16Hr)</a:t>
                      </a:r>
                    </a:p>
                    <a:p>
                      <a:pPr marL="177800" indent="-177800"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상반기 주요 활동 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8900" indent="-88900"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-. AI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활용한 주요 인자 도출 자동화 에이전트를 개발하여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롤프레스 </a:t>
                      </a:r>
                      <a:b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성능평가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91.6% (22/24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8900" indent="-88900"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하반기 계획   </a:t>
                      </a:r>
                    </a:p>
                    <a:p>
                      <a:pPr marL="88900" indent="-88900"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외 타공정 성능평가 및 최신 고도화 알고리즘 활용 변수 추출 방법론 검토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852064"/>
                  </a:ext>
                </a:extLst>
              </a:tr>
              <a:tr h="11276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(FDC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 환경 구축</a:t>
                      </a: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[2Q </a:t>
                      </a:r>
                      <a:r>
                        <a:rPr kumimoji="0" lang="ko-KR" altLang="en-US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1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검증 환경 테스트</a:t>
                      </a:r>
                      <a:r>
                        <a:rPr kumimoji="1" lang="en-US" altLang="ko-KR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 인프라 구축</a:t>
                      </a:r>
                      <a:endParaRPr kumimoji="0" lang="en-US" altLang="ko-KR" sz="1100" b="1" i="0" u="none" strike="noStrike" kern="1200" cap="none" spc="-30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 적확도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 : ’26.9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전극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원통형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공정 법인별 FDC 사전감지 모델 개발 환경 요건 정의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전극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원통형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공정 법인별 일 사용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전송 속도 테스트 완료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파이프라인 구축 및 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Codespace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아키텍쳐 설계 완료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서버 투자심의  완료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(7/7)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개발 환경 및 핵심 기능 구축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월),시스템 오픈 및 글로벌 법인 확대 적용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(12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808684"/>
                  </a:ext>
                </a:extLst>
              </a:tr>
            </a:tbl>
          </a:graphicData>
        </a:graphic>
      </p:graphicFrame>
      <p:sp>
        <p:nvSpPr>
          <p:cNvPr id="21" name="타원 20">
            <a:extLst>
              <a:ext uri="{FF2B5EF4-FFF2-40B4-BE49-F238E27FC236}">
                <a16:creationId xmlns:a16="http://schemas.microsoft.com/office/drawing/2014/main" id="{AD0FE4FD-5CF0-108D-23B1-D4404C8C2B66}"/>
              </a:ext>
            </a:extLst>
          </p:cNvPr>
          <p:cNvSpPr>
            <a:spLocks noChangeAspect="1"/>
          </p:cNvSpPr>
          <p:nvPr/>
        </p:nvSpPr>
        <p:spPr>
          <a:xfrm>
            <a:off x="5049476" y="1511443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29027B3-E595-D7DB-E9E5-0FDD47185B3D}"/>
              </a:ext>
            </a:extLst>
          </p:cNvPr>
          <p:cNvSpPr>
            <a:spLocks noChangeAspect="1"/>
          </p:cNvSpPr>
          <p:nvPr/>
        </p:nvSpPr>
        <p:spPr>
          <a:xfrm>
            <a:off x="5049476" y="2921170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3142A61-7FBE-F363-E6FF-E13BEC8F0B6D}"/>
              </a:ext>
            </a:extLst>
          </p:cNvPr>
          <p:cNvSpPr>
            <a:spLocks noChangeAspect="1"/>
          </p:cNvSpPr>
          <p:nvPr/>
        </p:nvSpPr>
        <p:spPr>
          <a:xfrm>
            <a:off x="5049476" y="4296205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E908314-08B0-1C75-B0C4-1D203E1636D6}"/>
              </a:ext>
            </a:extLst>
          </p:cNvPr>
          <p:cNvSpPr/>
          <p:nvPr/>
        </p:nvSpPr>
        <p:spPr>
          <a:xfrm>
            <a:off x="1520144" y="1152219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48E8D-481D-53CE-6B80-8DEDD6E3C60D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실행 단추: 끝으로 이동 4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4FE23F5-3972-37A7-F36E-B6C53576667F}"/>
              </a:ext>
            </a:extLst>
          </p:cNvPr>
          <p:cNvSpPr/>
          <p:nvPr/>
        </p:nvSpPr>
        <p:spPr>
          <a:xfrm>
            <a:off x="9419049" y="1001577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6" name="실행 단추: 끝으로 이동 1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C196147-3343-DA5A-4F76-2662A689929D}"/>
              </a:ext>
            </a:extLst>
          </p:cNvPr>
          <p:cNvSpPr/>
          <p:nvPr/>
        </p:nvSpPr>
        <p:spPr>
          <a:xfrm>
            <a:off x="9419049" y="5135427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18" name="실행 단추: 끝으로 이동 1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137CD81-69C3-F685-34FD-1D356E4856B8}"/>
              </a:ext>
            </a:extLst>
          </p:cNvPr>
          <p:cNvSpPr/>
          <p:nvPr/>
        </p:nvSpPr>
        <p:spPr>
          <a:xfrm>
            <a:off x="9419049" y="4001952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661F49F-2B18-E077-4790-4EAE8C40CD5E}"/>
              </a:ext>
            </a:extLst>
          </p:cNvPr>
          <p:cNvSpPr>
            <a:spLocks noChangeAspect="1"/>
          </p:cNvSpPr>
          <p:nvPr/>
        </p:nvSpPr>
        <p:spPr>
          <a:xfrm>
            <a:off x="5049476" y="5464649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3993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43328343-A3CD-39D1-C76E-BE008FDAA08B}"/>
              </a:ext>
            </a:extLst>
          </p:cNvPr>
          <p:cNvGrpSpPr/>
          <p:nvPr/>
        </p:nvGrpSpPr>
        <p:grpSpPr>
          <a:xfrm>
            <a:off x="7758397" y="68805"/>
            <a:ext cx="1975387" cy="604476"/>
            <a:chOff x="4232920" y="49957"/>
            <a:chExt cx="1975387" cy="60447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83A1B57-13B2-916B-0E4A-81027006E2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79B60E-4144-EDE0-38DB-38C3C6D467BE}"/>
                </a:ext>
              </a:extLst>
            </p:cNvPr>
            <p:cNvSpPr txBox="1"/>
            <p:nvPr/>
          </p:nvSpPr>
          <p:spPr>
            <a:xfrm>
              <a:off x="4458469" y="52657"/>
              <a:ext cx="973985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초과 달성</a:t>
              </a: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AC8D8E8-0D46-AEE2-10AD-AE8F45FB8B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43008C-9CF0-F29A-432F-1A0A0D180513}"/>
                </a:ext>
              </a:extLst>
            </p:cNvPr>
            <p:cNvSpPr txBox="1"/>
            <p:nvPr/>
          </p:nvSpPr>
          <p:spPr>
            <a:xfrm>
              <a:off x="4458469" y="477133"/>
              <a:ext cx="1749838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미달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5D3DDAD-C881-37F2-BF63-F327485713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C00FF2B-D465-D133-E18A-77F1B476FD79}"/>
                </a:ext>
              </a:extLst>
            </p:cNvPr>
            <p:cNvSpPr txBox="1"/>
            <p:nvPr/>
          </p:nvSpPr>
          <p:spPr>
            <a:xfrm>
              <a:off x="4458469" y="264895"/>
              <a:ext cx="1534394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달성 수준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47" name="제목 3">
            <a:extLst>
              <a:ext uri="{FF2B5EF4-FFF2-40B4-BE49-F238E27FC236}">
                <a16:creationId xmlns:a16="http://schemas.microsoft.com/office/drawing/2014/main" id="{3244E635-914F-8C60-7D4D-7461F78B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6</a:t>
            </a:r>
            <a:r>
              <a:rPr lang="ko-KR" altLang="en-US"/>
              <a:t>월 진척 사항 </a:t>
            </a:r>
            <a:r>
              <a:rPr lang="en-US" altLang="ko-KR"/>
              <a:t>(1/5)</a:t>
            </a:r>
            <a:endParaRPr lang="ko-KR" altLang="en-US"/>
          </a:p>
        </p:txBody>
      </p:sp>
      <p:sp>
        <p:nvSpPr>
          <p:cNvPr id="125" name="실행 단추: 처음으로 이동 12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BE9E25-C939-B4E7-DB05-B6B48148EC00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804CDB-96E7-C69F-FB68-18F2F119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055" y="-260209"/>
            <a:ext cx="7189470" cy="51935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AD61E3-346F-A19D-5739-16B240686060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B$4:$L$8"/>
              </a:ext>
            </a:extLst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178550" y="5055892"/>
            <a:ext cx="8084076" cy="1949062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B10E99-79B5-9B53-FF72-8E01928CD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496" y="7133771"/>
            <a:ext cx="8244790" cy="55741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0AA96CA-9FBC-2D63-A30F-E09E38A56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645773"/>
              </p:ext>
            </p:extLst>
          </p:nvPr>
        </p:nvGraphicFramePr>
        <p:xfrm>
          <a:off x="735049" y="761673"/>
          <a:ext cx="8862107" cy="756427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84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 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427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BM/PD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(AX </a:t>
                      </a: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Loss </a:t>
                      </a: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1" lang="en-US" altLang="ko-KR" sz="11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[2Q </a:t>
                      </a:r>
                      <a:r>
                        <a:rPr lang="ko-KR" altLang="en-US" sz="1000" b="1" kern="1200" spc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계획</a:t>
                      </a: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이상감지 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Q :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/ESS BM/PD 20%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(’25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比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en-US" altLang="ko-KR" sz="80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kumimoji="0" lang="ko-KR" altLang="en-US" sz="80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각 공정 개선율의 산술평균으로 목표 산정</a:t>
                      </a:r>
                      <a:endParaRPr lang="en-US" altLang="ko-KR" sz="800" b="0" kern="1200" spc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C :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인원 효율화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Δ890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연말 인원 기준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(CDO)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3FB88F6-C0A8-45B9-8884-D2D6BF015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5"/>
            <a:ext cx="448035" cy="7564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DD8105C-DB24-7CDA-C681-E664FA9C5C74}"/>
              </a:ext>
            </a:extLst>
          </p:cNvPr>
          <p:cNvSpPr>
            <a:spLocks noChangeAspect="1"/>
          </p:cNvSpPr>
          <p:nvPr/>
        </p:nvSpPr>
        <p:spPr>
          <a:xfrm>
            <a:off x="9131468" y="112474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F87C0C5-31B7-77AA-B775-E8854AAE7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61719"/>
            <a:ext cx="448035" cy="188211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D23434-6BEB-59AB-3DF2-CD407530DE66}"/>
              </a:ext>
            </a:extLst>
          </p:cNvPr>
          <p:cNvSpPr/>
          <p:nvPr/>
        </p:nvSpPr>
        <p:spPr>
          <a:xfrm>
            <a:off x="2413570" y="1001335"/>
            <a:ext cx="252000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 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B229C5D-D879-9F40-674D-2174B70AA203}"/>
              </a:ext>
            </a:extLst>
          </p:cNvPr>
          <p:cNvSpPr/>
          <p:nvPr/>
        </p:nvSpPr>
        <p:spPr>
          <a:xfrm>
            <a:off x="2707036" y="1001335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9E7306E-74F3-A11C-8345-8B9D7E7E6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539849"/>
              </p:ext>
            </p:extLst>
          </p:nvPr>
        </p:nvGraphicFramePr>
        <p:xfrm>
          <a:off x="735048" y="1521549"/>
          <a:ext cx="8862108" cy="1932498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4637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46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82908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82908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D1F3BBA-761A-1E23-73C8-B6F57CCE3A63}"/>
              </a:ext>
            </a:extLst>
          </p:cNvPr>
          <p:cNvSpPr txBox="1"/>
          <p:nvPr/>
        </p:nvSpPr>
        <p:spPr>
          <a:xfrm>
            <a:off x="1738336" y="2318909"/>
            <a:ext cx="714762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텐션 차이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기인 단선 개선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D70C3A-3AD4-F1D2-A871-7EF402E833A6}"/>
              </a:ext>
            </a:extLst>
          </p:cNvPr>
          <p:cNvCxnSpPr>
            <a:cxnSpLocks/>
          </p:cNvCxnSpPr>
          <p:nvPr/>
        </p:nvCxnSpPr>
        <p:spPr>
          <a:xfrm>
            <a:off x="993815" y="2271754"/>
            <a:ext cx="71640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56F20239-E738-B13E-C137-AD6295512E34}"/>
              </a:ext>
            </a:extLst>
          </p:cNvPr>
          <p:cNvSpPr/>
          <p:nvPr/>
        </p:nvSpPr>
        <p:spPr>
          <a:xfrm>
            <a:off x="2025518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C04F7EB-8F0A-B6CD-4174-0874CACE9588}"/>
              </a:ext>
            </a:extLst>
          </p:cNvPr>
          <p:cNvSpPr/>
          <p:nvPr/>
        </p:nvSpPr>
        <p:spPr>
          <a:xfrm>
            <a:off x="4713473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FD49A6-14A5-485F-BB31-D669AA9DFEF7}"/>
              </a:ext>
            </a:extLst>
          </p:cNvPr>
          <p:cNvSpPr txBox="1"/>
          <p:nvPr/>
        </p:nvSpPr>
        <p:spPr>
          <a:xfrm>
            <a:off x="4590106" y="2337586"/>
            <a:ext cx="797623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원인 개선 및 사전 알람 적용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grpSp>
        <p:nvGrpSpPr>
          <p:cNvPr id="26" name="그룹 1">
            <a:extLst>
              <a:ext uri="{FF2B5EF4-FFF2-40B4-BE49-F238E27FC236}">
                <a16:creationId xmlns:a16="http://schemas.microsoft.com/office/drawing/2014/main" id="{4207893B-6DA9-477C-D50A-6604CF3CC9B4}"/>
              </a:ext>
            </a:extLst>
          </p:cNvPr>
          <p:cNvGrpSpPr/>
          <p:nvPr/>
        </p:nvGrpSpPr>
        <p:grpSpPr>
          <a:xfrm>
            <a:off x="5302395" y="1510454"/>
            <a:ext cx="205184" cy="1943593"/>
            <a:chOff x="2020628" y="1123354"/>
            <a:chExt cx="205184" cy="5823078"/>
          </a:xfrm>
        </p:grpSpPr>
        <p:grpSp>
          <p:nvGrpSpPr>
            <p:cNvPr id="29" name="그룹 2">
              <a:extLst>
                <a:ext uri="{FF2B5EF4-FFF2-40B4-BE49-F238E27FC236}">
                  <a16:creationId xmlns:a16="http://schemas.microsoft.com/office/drawing/2014/main" id="{E4B83F17-5309-4BAA-99AA-C585831B8C88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5368372"/>
              <a:chOff x="4167960" y="2510051"/>
              <a:chExt cx="120667" cy="5565105"/>
            </a:xfrm>
          </p:grpSpPr>
          <p:cxnSp>
            <p:nvCxnSpPr>
              <p:cNvPr id="48" name="직선 연결선 167">
                <a:extLst>
                  <a:ext uri="{FF2B5EF4-FFF2-40B4-BE49-F238E27FC236}">
                    <a16:creationId xmlns:a16="http://schemas.microsoft.com/office/drawing/2014/main" id="{92071B23-5DE3-2B96-7D5A-4B26D61A41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538922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49" name="이등변 삼각형 7">
                <a:extLst>
                  <a:ext uri="{FF2B5EF4-FFF2-40B4-BE49-F238E27FC236}">
                    <a16:creationId xmlns:a16="http://schemas.microsoft.com/office/drawing/2014/main" id="{8135FB54-19CF-0902-8CD1-466C6CC4E85F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32" name="Text Box 4">
              <a:extLst>
                <a:ext uri="{FF2B5EF4-FFF2-40B4-BE49-F238E27FC236}">
                  <a16:creationId xmlns:a16="http://schemas.microsoft.com/office/drawing/2014/main" id="{5044B54E-A309-2104-9882-AD83AB233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A5F9A8F-B278-171E-8BFC-B04FC0B4F2D3}"/>
              </a:ext>
            </a:extLst>
          </p:cNvPr>
          <p:cNvSpPr txBox="1"/>
          <p:nvPr/>
        </p:nvSpPr>
        <p:spPr>
          <a:xfrm>
            <a:off x="674936" y="1847272"/>
            <a:ext cx="165572" cy="711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전극</a:t>
            </a:r>
            <a:endParaRPr kumimoji="0" lang="en-US" altLang="ko-KR" sz="1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39DCE2E-436E-B64B-3FD9-9B5C58DBD53B}"/>
              </a:ext>
            </a:extLst>
          </p:cNvPr>
          <p:cNvCxnSpPr>
            <a:cxnSpLocks/>
          </p:cNvCxnSpPr>
          <p:nvPr/>
        </p:nvCxnSpPr>
        <p:spPr>
          <a:xfrm>
            <a:off x="993815" y="1889285"/>
            <a:ext cx="636252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FC77429-C20E-961C-3AE6-F1A5E4080118}"/>
              </a:ext>
            </a:extLst>
          </p:cNvPr>
          <p:cNvSpPr txBox="1"/>
          <p:nvPr/>
        </p:nvSpPr>
        <p:spPr>
          <a:xfrm>
            <a:off x="6663393" y="1943484"/>
            <a:ext cx="642411" cy="19581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 효과 검증 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C662D4-BC9C-4715-244F-DC96F54F8D7B}"/>
              </a:ext>
            </a:extLst>
          </p:cNvPr>
          <p:cNvSpPr txBox="1"/>
          <p:nvPr/>
        </p:nvSpPr>
        <p:spPr>
          <a:xfrm>
            <a:off x="3584284" y="1943484"/>
            <a:ext cx="932652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라인 단선 신규 원인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연관인자 추가 발굴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6B19DE9-F5ED-99F0-9959-310599268B8E}"/>
              </a:ext>
            </a:extLst>
          </p:cNvPr>
          <p:cNvSpPr/>
          <p:nvPr/>
        </p:nvSpPr>
        <p:spPr>
          <a:xfrm>
            <a:off x="7049920" y="18154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41A5586-A603-0046-0543-96BE7E1B415D}"/>
              </a:ext>
            </a:extLst>
          </p:cNvPr>
          <p:cNvSpPr/>
          <p:nvPr/>
        </p:nvSpPr>
        <p:spPr>
          <a:xfrm>
            <a:off x="1062414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61E0E6-BB37-6209-119D-C28D6285FA12}"/>
              </a:ext>
            </a:extLst>
          </p:cNvPr>
          <p:cNvSpPr txBox="1"/>
          <p:nvPr/>
        </p:nvSpPr>
        <p:spPr>
          <a:xfrm>
            <a:off x="1077181" y="1925730"/>
            <a:ext cx="1156647" cy="3958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ESOT</a:t>
            </a:r>
            <a:r>
              <a:rPr lang="en-US" altLang="ko-KR" sz="7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롤프레스 단선원인 분석  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개선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item FDC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적용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4D86E3E-0809-C3C1-EFF2-BC02FE6FED4A}"/>
              </a:ext>
            </a:extLst>
          </p:cNvPr>
          <p:cNvSpPr/>
          <p:nvPr/>
        </p:nvSpPr>
        <p:spPr>
          <a:xfrm>
            <a:off x="4233706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62F598A-D2CD-2A1F-88C3-4DFB1D15DAAE}"/>
              </a:ext>
            </a:extLst>
          </p:cNvPr>
          <p:cNvSpPr/>
          <p:nvPr/>
        </p:nvSpPr>
        <p:spPr>
          <a:xfrm>
            <a:off x="2009935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E5F8F73-596C-A9B7-FBBF-487A22F5908D}"/>
              </a:ext>
            </a:extLst>
          </p:cNvPr>
          <p:cNvSpPr/>
          <p:nvPr/>
        </p:nvSpPr>
        <p:spPr>
          <a:xfrm>
            <a:off x="6229187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2BC1F5-05D1-F5EA-D782-192C453B1B64}"/>
              </a:ext>
            </a:extLst>
          </p:cNvPr>
          <p:cNvSpPr txBox="1"/>
          <p:nvPr/>
        </p:nvSpPr>
        <p:spPr>
          <a:xfrm>
            <a:off x="5990656" y="1927362"/>
            <a:ext cx="714619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WA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개선 사항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OT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적용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560805-F695-86F7-8B04-28C5EF871E91}"/>
              </a:ext>
            </a:extLst>
          </p:cNvPr>
          <p:cNvSpPr txBox="1"/>
          <p:nvPr/>
        </p:nvSpPr>
        <p:spPr>
          <a:xfrm>
            <a:off x="4467930" y="1925730"/>
            <a:ext cx="883420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OT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추가발굴 항목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1D798A2-EB65-F922-C372-6D845C0B5F22}"/>
              </a:ext>
            </a:extLst>
          </p:cNvPr>
          <p:cNvSpPr/>
          <p:nvPr/>
        </p:nvSpPr>
        <p:spPr>
          <a:xfrm>
            <a:off x="4954560" y="17994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27A167-0933-0C78-C3FC-8E2CBEFFF1D2}"/>
              </a:ext>
            </a:extLst>
          </p:cNvPr>
          <p:cNvSpPr txBox="1"/>
          <p:nvPr/>
        </p:nvSpPr>
        <p:spPr>
          <a:xfrm>
            <a:off x="5355624" y="2323158"/>
            <a:ext cx="64241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개선완료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855D8C4D-2421-32DC-017F-28F654675D16}"/>
              </a:ext>
            </a:extLst>
          </p:cNvPr>
          <p:cNvSpPr/>
          <p:nvPr/>
        </p:nvSpPr>
        <p:spPr>
          <a:xfrm>
            <a:off x="5633473" y="21951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C614AC-A648-6D6E-95BF-6355B5549FA1}"/>
              </a:ext>
            </a:extLst>
          </p:cNvPr>
          <p:cNvSpPr txBox="1"/>
          <p:nvPr/>
        </p:nvSpPr>
        <p:spPr>
          <a:xfrm>
            <a:off x="2501210" y="2318909"/>
            <a:ext cx="714762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텐션 모니터링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FDC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개발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82013E3-E9E3-11EB-E479-441D7DBFDCD3}"/>
              </a:ext>
            </a:extLst>
          </p:cNvPr>
          <p:cNvSpPr/>
          <p:nvPr/>
        </p:nvSpPr>
        <p:spPr>
          <a:xfrm>
            <a:off x="2788392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81E4B97A-E7BF-4FEA-93AB-91E28621F6CF}"/>
              </a:ext>
            </a:extLst>
          </p:cNvPr>
          <p:cNvSpPr/>
          <p:nvPr/>
        </p:nvSpPr>
        <p:spPr>
          <a:xfrm>
            <a:off x="3689744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AEA4968-3068-69D1-A56C-7440E5E99EDC}"/>
              </a:ext>
            </a:extLst>
          </p:cNvPr>
          <p:cNvSpPr txBox="1"/>
          <p:nvPr/>
        </p:nvSpPr>
        <p:spPr>
          <a:xfrm>
            <a:off x="3373784" y="2336545"/>
            <a:ext cx="1167800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추가 인자발굴 및 개선 진행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(ESWA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출장 진행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E08C716-5E02-D35F-ED64-705F69E67643}"/>
              </a:ext>
            </a:extLst>
          </p:cNvPr>
          <p:cNvSpPr txBox="1"/>
          <p:nvPr/>
        </p:nvSpPr>
        <p:spPr>
          <a:xfrm rot="16200000">
            <a:off x="773699" y="1937479"/>
            <a:ext cx="337722" cy="165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북미</a:t>
            </a:r>
            <a:endParaRPr kumimoji="0" lang="en-US" altLang="ko-KR" sz="9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C88FE94-C33C-3AE5-7482-A4B4EFBE1759}"/>
              </a:ext>
            </a:extLst>
          </p:cNvPr>
          <p:cNvSpPr txBox="1"/>
          <p:nvPr/>
        </p:nvSpPr>
        <p:spPr>
          <a:xfrm rot="16200000">
            <a:off x="773699" y="2304528"/>
            <a:ext cx="337722" cy="165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DFB2F7D-89ED-C575-F282-36DF59214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505201"/>
            <a:ext cx="448035" cy="313554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5CA80F5-59AE-AC9E-685A-15652979B975}"/>
              </a:ext>
            </a:extLst>
          </p:cNvPr>
          <p:cNvSpPr txBox="1"/>
          <p:nvPr/>
        </p:nvSpPr>
        <p:spPr>
          <a:xfrm>
            <a:off x="761641" y="3771653"/>
            <a:ext cx="314875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자동차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ESS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상반기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BM/PD Loss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현황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306BC51-4961-6C33-3ACB-F4198C0DACEA}"/>
              </a:ext>
            </a:extLst>
          </p:cNvPr>
          <p:cNvSpPr txBox="1"/>
          <p:nvPr/>
        </p:nvSpPr>
        <p:spPr>
          <a:xfrm>
            <a:off x="1935935" y="5305620"/>
            <a:ext cx="32168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spcBef>
                <a:spcPts val="100"/>
              </a:spcBef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 </a:t>
            </a:r>
            <a:r>
              <a:rPr kumimoji="1"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WA LNS : </a:t>
            </a:r>
            <a:r>
              <a:rPr kumimoji="1" lang="ko-KR" altLang="en-US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연간목표 </a:t>
            </a:r>
            <a:r>
              <a:rPr kumimoji="1"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9.9% </a:t>
            </a:r>
            <a:r>
              <a:rPr kumimoji="1" lang="ko-KR" altLang="en-US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대비 상반기 누적 </a:t>
            </a:r>
            <a:r>
              <a:rPr kumimoji="1"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13.9%</a:t>
            </a:r>
            <a:r>
              <a:rPr kumimoji="1" lang="ko-KR" altLang="en-US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</a:t>
            </a:r>
            <a:r>
              <a:rPr kumimoji="1"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4%p </a:t>
            </a:r>
            <a:r>
              <a:rPr kumimoji="1" lang="ko-KR" altLang="en-US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미달 </a:t>
            </a:r>
            <a:r>
              <a:rPr kumimoji="1"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1E236C06-1877-6D66-213D-01B9DB0A4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458634"/>
              </p:ext>
            </p:extLst>
          </p:nvPr>
        </p:nvGraphicFramePr>
        <p:xfrm>
          <a:off x="1021358" y="4394552"/>
          <a:ext cx="4062172" cy="882300"/>
        </p:xfrm>
        <a:graphic>
          <a:graphicData uri="http://schemas.openxmlformats.org/drawingml/2006/table">
            <a:tbl>
              <a:tblPr/>
              <a:tblGrid>
                <a:gridCol w="612775">
                  <a:extLst>
                    <a:ext uri="{9D8B030D-6E8A-4147-A177-3AD203B41FA5}">
                      <a16:colId xmlns:a16="http://schemas.microsoft.com/office/drawing/2014/main" val="398432560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401306541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015457865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1694630873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2022179904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601544523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590290585"/>
                    </a:ext>
                  </a:extLst>
                </a:gridCol>
                <a:gridCol w="345792">
                  <a:extLst>
                    <a:ext uri="{9D8B030D-6E8A-4147-A177-3AD203B41FA5}">
                      <a16:colId xmlns:a16="http://schemas.microsoft.com/office/drawing/2014/main" val="3277150361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898401328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1466435241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038053805"/>
                    </a:ext>
                  </a:extLst>
                </a:gridCol>
                <a:gridCol w="497394">
                  <a:extLst>
                    <a:ext uri="{9D8B030D-6E8A-4147-A177-3AD203B41FA5}">
                      <a16:colId xmlns:a16="http://schemas.microsoft.com/office/drawing/2014/main" val="656446378"/>
                    </a:ext>
                  </a:extLst>
                </a:gridCol>
              </a:tblGrid>
              <a:tr h="17646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Loss(%)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/ESS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실적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578325"/>
                  </a:ext>
                </a:extLst>
              </a:tr>
              <a:tr h="176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개선율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720225"/>
                  </a:ext>
                </a:extLst>
              </a:tr>
              <a:tr h="1764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 실적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18.3%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(1.7%p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95839"/>
                  </a:ext>
                </a:extLst>
              </a:tr>
              <a:tr h="1764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상반기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546290"/>
                  </a:ext>
                </a:extLst>
              </a:tr>
              <a:tr h="176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(%p)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  <a:endParaRPr lang="ko-KR" sz="9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△2.3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▽12.4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▽3.9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▽2.0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5711"/>
                  </a:ext>
                </a:extLst>
              </a:tr>
            </a:tbl>
          </a:graphicData>
        </a:graphic>
      </p:graphicFrame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CFB99EC0-44A1-789A-FE28-BA109AF14393}"/>
              </a:ext>
            </a:extLst>
          </p:cNvPr>
          <p:cNvGrpSpPr/>
          <p:nvPr/>
        </p:nvGrpSpPr>
        <p:grpSpPr>
          <a:xfrm>
            <a:off x="801481" y="3461733"/>
            <a:ext cx="4550614" cy="297484"/>
            <a:chOff x="961536" y="4517403"/>
            <a:chExt cx="4008771" cy="317996"/>
          </a:xfrm>
        </p:grpSpPr>
        <p:sp>
          <p:nvSpPr>
            <p:cNvPr id="135" name="제목 9">
              <a:extLst>
                <a:ext uri="{FF2B5EF4-FFF2-40B4-BE49-F238E27FC236}">
                  <a16:creationId xmlns:a16="http://schemas.microsoft.com/office/drawing/2014/main" id="{9BC2E67D-516A-FE57-DAD2-119B32577F99}"/>
                </a:ext>
              </a:extLst>
            </p:cNvPr>
            <p:cNvSpPr txBox="1">
              <a:spLocks/>
            </p:cNvSpPr>
            <p:nvPr/>
          </p:nvSpPr>
          <p:spPr>
            <a:xfrm>
              <a:off x="2606766" y="4517403"/>
              <a:ext cx="71831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 사항</a:t>
              </a:r>
            </a:p>
          </p:txBody>
        </p:sp>
        <p:cxnSp>
          <p:nvCxnSpPr>
            <p:cNvPr id="136" name="직선 연결선 2">
              <a:extLst>
                <a:ext uri="{FF2B5EF4-FFF2-40B4-BE49-F238E27FC236}">
                  <a16:creationId xmlns:a16="http://schemas.microsoft.com/office/drawing/2014/main" id="{EF07F896-9347-B1E7-CCE8-82EFBFD026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3B78AF82-44D1-2D71-E9C3-0E35C88FBCB8}"/>
              </a:ext>
            </a:extLst>
          </p:cNvPr>
          <p:cNvGrpSpPr/>
          <p:nvPr/>
        </p:nvGrpSpPr>
        <p:grpSpPr>
          <a:xfrm>
            <a:off x="5493084" y="3459914"/>
            <a:ext cx="4182189" cy="294456"/>
            <a:chOff x="5152724" y="4515584"/>
            <a:chExt cx="4221222" cy="317996"/>
          </a:xfrm>
        </p:grpSpPr>
        <p:sp>
          <p:nvSpPr>
            <p:cNvPr id="138" name="제목 9">
              <a:extLst>
                <a:ext uri="{FF2B5EF4-FFF2-40B4-BE49-F238E27FC236}">
                  <a16:creationId xmlns:a16="http://schemas.microsoft.com/office/drawing/2014/main" id="{D6744944-E634-89DC-DC86-5F3761B86BF2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51558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139" name="직선 연결선 2">
              <a:extLst>
                <a:ext uri="{FF2B5EF4-FFF2-40B4-BE49-F238E27FC236}">
                  <a16:creationId xmlns:a16="http://schemas.microsoft.com/office/drawing/2014/main" id="{FAD8540D-03D1-AB61-1F8F-16498E7CF6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4D77F66A-087E-F640-FC89-A6FBB5B648D6}"/>
              </a:ext>
            </a:extLst>
          </p:cNvPr>
          <p:cNvSpPr txBox="1"/>
          <p:nvPr/>
        </p:nvSpPr>
        <p:spPr>
          <a:xfrm>
            <a:off x="869409" y="3989242"/>
            <a:ext cx="4217952" cy="43088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/>
              <a:t>연목표 </a:t>
            </a:r>
            <a:r>
              <a:rPr lang="ko-KR" altLang="en-US" sz="1100" b="0" err="1"/>
              <a:t>개선율</a:t>
            </a:r>
            <a:r>
              <a:rPr lang="ko-KR" altLang="en-US" sz="1100" b="0"/>
              <a:t> </a:t>
            </a:r>
            <a:r>
              <a:rPr lang="en-US" altLang="ko-KR" sz="1100" b="0"/>
              <a:t>20% </a:t>
            </a:r>
            <a:r>
              <a:rPr lang="ko-KR" altLang="en-US" sz="1100" b="0"/>
              <a:t>比</a:t>
            </a:r>
            <a:r>
              <a:rPr lang="en-US" altLang="ko-KR" sz="1100" b="0"/>
              <a:t>, </a:t>
            </a:r>
            <a:r>
              <a:rPr lang="ko-KR" altLang="en-US" sz="1100" b="0"/>
              <a:t>상반기 실적 </a:t>
            </a:r>
            <a:r>
              <a:rPr lang="en-US" altLang="ko-KR" sz="1100" b="0"/>
              <a:t>18.3% (1.7%p </a:t>
            </a:r>
            <a:r>
              <a:rPr lang="ko-KR" altLang="en-US" sz="1100" b="0"/>
              <a:t>미달</a:t>
            </a:r>
            <a:r>
              <a:rPr lang="en-US" altLang="ko-KR" sz="1100" b="0"/>
              <a:t>) </a:t>
            </a:r>
            <a:r>
              <a:rPr lang="ko-KR" altLang="en-US" sz="1100" b="0"/>
              <a:t> </a:t>
            </a:r>
            <a:r>
              <a:rPr lang="en-US" altLang="ko-KR" sz="1100" b="0"/>
              <a:t> </a:t>
            </a:r>
          </a:p>
          <a:p>
            <a:pPr marL="0" indent="0">
              <a:buNone/>
            </a:pPr>
            <a:r>
              <a:rPr lang="en-US" altLang="ko-KR" sz="1100" b="0"/>
              <a:t>    : </a:t>
            </a:r>
            <a:r>
              <a:rPr lang="ko-KR" altLang="en-US" sz="1100" b="0"/>
              <a:t>자동차 </a:t>
            </a:r>
            <a:r>
              <a:rPr lang="en-US" altLang="ko-KR" sz="1100" b="0"/>
              <a:t>LNS </a:t>
            </a:r>
            <a:r>
              <a:rPr lang="ko-KR" altLang="en-US" sz="1100" b="0"/>
              <a:t>미달 </a:t>
            </a:r>
            <a:r>
              <a:rPr lang="en-US" altLang="ko-KR" sz="1100" b="0"/>
              <a:t>: ’25</a:t>
            </a:r>
            <a:r>
              <a:rPr lang="ko-KR" altLang="en-US" sz="1100" b="0"/>
              <a:t>년 比 </a:t>
            </a:r>
            <a:r>
              <a:rPr lang="en-US" altLang="ko-KR" sz="1100" b="0"/>
              <a:t>2.3%p </a:t>
            </a:r>
            <a:r>
              <a:rPr lang="ko-KR" altLang="en-US" sz="1100" b="0"/>
              <a:t>열위 </a:t>
            </a:r>
            <a:r>
              <a:rPr lang="en-US" altLang="ko-KR" sz="1100" b="0"/>
              <a:t>(’25</a:t>
            </a:r>
            <a:r>
              <a:rPr lang="ko-KR" altLang="en-US" sz="1100" b="0"/>
              <a:t>년 </a:t>
            </a:r>
            <a:r>
              <a:rPr lang="en-US" altLang="ko-KR" sz="1100" b="0"/>
              <a:t>10.8%, ’26</a:t>
            </a:r>
            <a:r>
              <a:rPr lang="ko-KR" altLang="en-US" sz="1100" b="0"/>
              <a:t>년 상반기 </a:t>
            </a:r>
            <a:r>
              <a:rPr lang="en-US" altLang="ko-KR" sz="1100" b="0"/>
              <a:t>13.1%)</a:t>
            </a:r>
            <a:r>
              <a:rPr lang="ko-KR" altLang="en-US" sz="1100" b="0"/>
              <a:t> </a:t>
            </a:r>
            <a:r>
              <a:rPr lang="en-US" altLang="ko-KR" sz="1100" b="0"/>
              <a:t>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ECDD73-D7A9-4F25-FCD6-BF4DE710FFA0}"/>
              </a:ext>
            </a:extLst>
          </p:cNvPr>
          <p:cNvSpPr txBox="1"/>
          <p:nvPr/>
        </p:nvSpPr>
        <p:spPr>
          <a:xfrm>
            <a:off x="761641" y="5435547"/>
            <a:ext cx="1407877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상반기 주요 활동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F1EA894-32A3-4E50-1DDD-2099D13A81E2}"/>
              </a:ext>
            </a:extLst>
          </p:cNvPr>
          <p:cNvSpPr txBox="1"/>
          <p:nvPr/>
        </p:nvSpPr>
        <p:spPr>
          <a:xfrm>
            <a:off x="869409" y="5653136"/>
            <a:ext cx="4534548" cy="43088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전극 </a:t>
            </a:r>
            <a:r>
              <a:rPr lang="en-US" altLang="ko-KR" sz="1100" b="0"/>
              <a:t>: [WA] </a:t>
            </a:r>
            <a:r>
              <a:rPr lang="ko-KR" altLang="en-US" sz="1100" b="0"/>
              <a:t>단선 개선 </a:t>
            </a:r>
            <a:r>
              <a:rPr lang="en-US" altLang="ko-KR" sz="1100" b="0"/>
              <a:t>: </a:t>
            </a:r>
            <a:r>
              <a:rPr lang="ko-KR" altLang="en-US" sz="1100" b="0"/>
              <a:t>롤 로딩 편차에 의한 </a:t>
            </a:r>
            <a:r>
              <a:rPr lang="en-US" altLang="ko-KR" sz="1100" b="0"/>
              <a:t>DS/OS </a:t>
            </a:r>
            <a:r>
              <a:rPr lang="ko-KR" altLang="en-US" sz="1100" b="0" err="1"/>
              <a:t>텐션편차</a:t>
            </a:r>
            <a:r>
              <a:rPr lang="ko-KR" altLang="en-US" sz="1100" b="0"/>
              <a:t> 기인 단선 개선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              [OT] </a:t>
            </a:r>
            <a:r>
              <a:rPr lang="ko-KR" altLang="en-US" sz="1100" b="0"/>
              <a:t>단선 개선 </a:t>
            </a:r>
            <a:r>
              <a:rPr lang="en-US" altLang="ko-KR" sz="1100" b="0"/>
              <a:t>: </a:t>
            </a:r>
            <a:r>
              <a:rPr lang="ko-KR" altLang="en-US" sz="1100" b="0" err="1"/>
              <a:t>코팅롤</a:t>
            </a:r>
            <a:r>
              <a:rPr lang="ko-KR" altLang="en-US" sz="1100" b="0"/>
              <a:t> </a:t>
            </a:r>
            <a:r>
              <a:rPr lang="ko-KR" altLang="en-US" sz="1100" b="0" err="1"/>
              <a:t>슬링팅부</a:t>
            </a:r>
            <a:r>
              <a:rPr lang="ko-KR" altLang="en-US" sz="1100" b="0"/>
              <a:t> </a:t>
            </a:r>
            <a:r>
              <a:rPr lang="en-US" altLang="ko-KR" sz="1100" b="0"/>
              <a:t>Burr </a:t>
            </a:r>
            <a:r>
              <a:rPr lang="ko-KR" altLang="en-US" sz="1100" b="0"/>
              <a:t>기인 단선 저감 </a:t>
            </a:r>
            <a:r>
              <a:rPr lang="en-US" altLang="ko-KR" sz="800" b="0"/>
              <a:t>(</a:t>
            </a:r>
            <a:r>
              <a:rPr lang="ko-KR" altLang="en-US" sz="800" b="0" err="1"/>
              <a:t>하프슬리터</a:t>
            </a:r>
            <a:r>
              <a:rPr lang="ko-KR" altLang="en-US" sz="800" b="0"/>
              <a:t> 최적 사용량</a:t>
            </a:r>
            <a:r>
              <a:rPr lang="en-US" altLang="ko-KR" sz="800" b="0"/>
              <a:t>)</a:t>
            </a:r>
            <a:r>
              <a:rPr lang="en-US" altLang="ko-KR" sz="1100" b="0"/>
              <a:t>  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BD927C3-AB91-F3C1-9485-D1C002FF9FF2}"/>
              </a:ext>
            </a:extLst>
          </p:cNvPr>
          <p:cNvSpPr txBox="1"/>
          <p:nvPr/>
        </p:nvSpPr>
        <p:spPr>
          <a:xfrm>
            <a:off x="869409" y="6040576"/>
            <a:ext cx="4385460" cy="600164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조립 </a:t>
            </a:r>
            <a:r>
              <a:rPr lang="en-US" altLang="ko-KR" sz="1100" b="0"/>
              <a:t>: [MI2] </a:t>
            </a:r>
            <a:r>
              <a:rPr lang="ko-KR" altLang="en-US" sz="1100" b="0" err="1"/>
              <a:t>구동부</a:t>
            </a:r>
            <a:r>
              <a:rPr lang="ko-KR" altLang="en-US" sz="1100" b="0"/>
              <a:t> 주요 파손 및 품질 이슈 사전 이상감지 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              [OT] </a:t>
            </a:r>
            <a:r>
              <a:rPr lang="ko-KR" altLang="en-US" sz="1100" b="0" err="1"/>
              <a:t>부하율</a:t>
            </a:r>
            <a:r>
              <a:rPr lang="en-US" altLang="ko-KR" sz="1100" b="0"/>
              <a:t>/</a:t>
            </a:r>
            <a:r>
              <a:rPr lang="ko-KR" altLang="en-US" sz="1100" b="0"/>
              <a:t>온도 리니어 모터 이상감지</a:t>
            </a:r>
            <a:r>
              <a:rPr lang="en-US" altLang="ko-KR" sz="1100" b="0"/>
              <a:t>, </a:t>
            </a:r>
            <a:r>
              <a:rPr lang="ko-KR" altLang="en-US" sz="1100" b="0" err="1"/>
              <a:t>분리막</a:t>
            </a:r>
            <a:r>
              <a:rPr lang="ko-KR" altLang="en-US" sz="1100" b="0"/>
              <a:t> 열선 </a:t>
            </a:r>
            <a:r>
              <a:rPr lang="ko-KR" altLang="en-US" sz="1100" b="0" err="1"/>
              <a:t>컷터</a:t>
            </a:r>
            <a:r>
              <a:rPr lang="ko-KR" altLang="en-US" sz="1100" b="0"/>
              <a:t> 케이블 단선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              [HG] AZS </a:t>
            </a:r>
            <a:r>
              <a:rPr lang="ko-KR" altLang="en-US" sz="1100" b="0"/>
              <a:t>스윙헤드 이상감지</a:t>
            </a:r>
            <a:r>
              <a:rPr lang="en-US" altLang="ko-KR" sz="1100" b="0"/>
              <a:t>, [WA] PKG </a:t>
            </a:r>
            <a:r>
              <a:rPr lang="ko-KR" altLang="en-US" sz="1100" b="0" err="1"/>
              <a:t>탭단선</a:t>
            </a:r>
            <a:r>
              <a:rPr lang="ko-KR" altLang="en-US" sz="1100" b="0"/>
              <a:t> 용접 품질 이상감지 </a:t>
            </a:r>
            <a:endParaRPr lang="en-US" altLang="ko-KR" sz="1100" b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3472D42-DEA5-FF50-F414-E5A4C83E4421}"/>
              </a:ext>
            </a:extLst>
          </p:cNvPr>
          <p:cNvSpPr txBox="1"/>
          <p:nvPr/>
        </p:nvSpPr>
        <p:spPr>
          <a:xfrm>
            <a:off x="5448905" y="3771653"/>
            <a:ext cx="3971320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전극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: [WA][OT]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재료교체 단선 개선 활동으로 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Loss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추가 개선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60EC457-3E99-9D12-873C-D956E4EE37E4}"/>
              </a:ext>
            </a:extLst>
          </p:cNvPr>
          <p:cNvSpPr txBox="1"/>
          <p:nvPr/>
        </p:nvSpPr>
        <p:spPr>
          <a:xfrm>
            <a:off x="5556673" y="3989242"/>
            <a:ext cx="4217952" cy="600164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 err="1"/>
              <a:t>연결부</a:t>
            </a:r>
            <a:r>
              <a:rPr lang="ko-KR" altLang="en-US" sz="1100" b="0"/>
              <a:t> 이송 시 </a:t>
            </a:r>
            <a:r>
              <a:rPr lang="en-US" altLang="ko-KR" sz="1100" b="0" err="1"/>
              <a:t>Rollgap</a:t>
            </a:r>
            <a:r>
              <a:rPr lang="en-US" altLang="ko-KR" sz="1100" b="0"/>
              <a:t> </a:t>
            </a:r>
            <a:r>
              <a:rPr lang="ko-KR" altLang="en-US" sz="1100" b="0"/>
              <a:t>동작 중 호일 주행 속도 동기화 문제 개선 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/>
              <a:t>설비 재가동 시 </a:t>
            </a:r>
            <a:r>
              <a:rPr lang="en-US" altLang="ko-KR" sz="1100" b="0"/>
              <a:t>Press </a:t>
            </a:r>
            <a:r>
              <a:rPr lang="ko-KR" altLang="en-US" sz="1100" b="0" err="1"/>
              <a:t>세임니스를</a:t>
            </a:r>
            <a:r>
              <a:rPr lang="ko-KR" altLang="en-US" sz="1100" b="0"/>
              <a:t> 위한 제어 방식 변경 </a:t>
            </a:r>
            <a:r>
              <a:rPr lang="en-US" altLang="ko-KR" sz="1100" b="0"/>
              <a:t>(</a:t>
            </a:r>
            <a:r>
              <a:rPr lang="ko-KR" altLang="en-US" sz="1100" b="0"/>
              <a:t>테이블 → </a:t>
            </a:r>
            <a:r>
              <a:rPr lang="en-US" altLang="ko-KR" sz="1100" b="0"/>
              <a:t>PID </a:t>
            </a:r>
            <a:r>
              <a:rPr lang="ko-KR" altLang="en-US" sz="1100" b="0"/>
              <a:t>제어</a:t>
            </a:r>
            <a:r>
              <a:rPr lang="en-US" altLang="ko-KR" sz="1100" b="0"/>
              <a:t>)</a:t>
            </a:r>
          </a:p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/>
              <a:t>재료교체 시</a:t>
            </a:r>
            <a:r>
              <a:rPr lang="en-US" altLang="ko-KR" sz="1100" b="0"/>
              <a:t>, </a:t>
            </a:r>
            <a:r>
              <a:rPr lang="ko-KR" altLang="en-US" sz="1100" b="0"/>
              <a:t>연결부가 사선으로 커팅됨에 따른 전극 </a:t>
            </a:r>
            <a:r>
              <a:rPr lang="en-US" altLang="ko-KR" sz="1100" b="0"/>
              <a:t>Path </a:t>
            </a:r>
            <a:r>
              <a:rPr lang="ko-KR" altLang="en-US" sz="1100" b="0"/>
              <a:t>단차 개선 </a:t>
            </a:r>
            <a:endParaRPr lang="en-US" altLang="ko-KR" sz="1100" b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A198663-65F9-EA37-F1C4-46617934F421}"/>
              </a:ext>
            </a:extLst>
          </p:cNvPr>
          <p:cNvSpPr txBox="1"/>
          <p:nvPr/>
        </p:nvSpPr>
        <p:spPr>
          <a:xfrm>
            <a:off x="5458400" y="4552654"/>
            <a:ext cx="3795888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조립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: [WA] LNS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공정 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BM/PD Loss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88808BB-AB68-A36F-CF4A-C91102E7496F}"/>
              </a:ext>
            </a:extLst>
          </p:cNvPr>
          <p:cNvSpPr txBox="1"/>
          <p:nvPr/>
        </p:nvSpPr>
        <p:spPr>
          <a:xfrm>
            <a:off x="5556673" y="4759036"/>
            <a:ext cx="4279477" cy="769441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</a:t>
            </a:r>
            <a:r>
              <a:rPr lang="ko-KR" altLang="en-US" sz="1100" b="0" err="1"/>
              <a:t>분리막</a:t>
            </a:r>
            <a:r>
              <a:rPr lang="ko-KR" altLang="en-US" sz="1100" b="0"/>
              <a:t> 이상 </a:t>
            </a:r>
            <a:r>
              <a:rPr lang="en-US" altLang="ko-KR" sz="1100" b="0"/>
              <a:t>: EPC </a:t>
            </a:r>
            <a:r>
              <a:rPr lang="ko-KR" altLang="en-US" sz="1100" b="0"/>
              <a:t>모터 이상감지를 통한 </a:t>
            </a:r>
            <a:r>
              <a:rPr lang="ko-KR" altLang="en-US" sz="1100" b="0" err="1"/>
              <a:t>분리막</a:t>
            </a:r>
            <a:r>
              <a:rPr lang="ko-KR" altLang="en-US" sz="1100" b="0"/>
              <a:t> 파단 개선 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 err="1"/>
              <a:t>모노세파</a:t>
            </a:r>
            <a:r>
              <a:rPr lang="ko-KR" altLang="en-US" sz="1100" b="0"/>
              <a:t> 외관 </a:t>
            </a:r>
            <a:r>
              <a:rPr lang="en-US" altLang="ko-KR" sz="1100" b="0"/>
              <a:t>: </a:t>
            </a:r>
            <a:r>
              <a:rPr lang="ko-KR" altLang="en-US" sz="1100" b="0"/>
              <a:t>합치 </a:t>
            </a:r>
            <a:r>
              <a:rPr lang="ko-KR" altLang="en-US" sz="1100" b="0" err="1"/>
              <a:t>가접롤</a:t>
            </a:r>
            <a:r>
              <a:rPr lang="ko-KR" altLang="en-US" sz="1100" b="0"/>
              <a:t> 갭 최적화를 </a:t>
            </a:r>
            <a:r>
              <a:rPr lang="ko-KR" altLang="en-US" sz="1100" b="0" err="1"/>
              <a:t>모노세파</a:t>
            </a:r>
            <a:r>
              <a:rPr lang="ko-KR" altLang="en-US" sz="1100" b="0"/>
              <a:t> 불량 개선 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 err="1"/>
              <a:t>재밍</a:t>
            </a:r>
            <a:r>
              <a:rPr lang="en-US" altLang="ko-KR" sz="1100" b="0"/>
              <a:t>/</a:t>
            </a:r>
            <a:r>
              <a:rPr lang="ko-KR" altLang="en-US" sz="1100" b="0"/>
              <a:t>파단 </a:t>
            </a:r>
            <a:r>
              <a:rPr lang="en-US" altLang="ko-KR" sz="1100" b="0"/>
              <a:t>: Y</a:t>
            </a:r>
            <a:r>
              <a:rPr lang="ko-KR" altLang="en-US" sz="1100" b="0"/>
              <a:t>축 패스라인</a:t>
            </a:r>
            <a:r>
              <a:rPr lang="en-US" altLang="ko-KR" sz="1100" b="0"/>
              <a:t>, </a:t>
            </a:r>
            <a:r>
              <a:rPr lang="ko-KR" altLang="en-US" sz="1100" b="0"/>
              <a:t>파이널</a:t>
            </a:r>
            <a:r>
              <a:rPr lang="en-US" altLang="ko-KR" sz="1100" b="0"/>
              <a:t>CV</a:t>
            </a:r>
            <a:r>
              <a:rPr lang="ko-KR" altLang="en-US" sz="1100" b="0"/>
              <a:t>동기화</a:t>
            </a:r>
            <a:r>
              <a:rPr lang="en-US" altLang="ko-KR" sz="1100" b="0"/>
              <a:t>, A/S </a:t>
            </a:r>
            <a:r>
              <a:rPr lang="ko-KR" altLang="en-US" sz="1100" b="0"/>
              <a:t>이상감지 </a:t>
            </a:r>
            <a:r>
              <a:rPr lang="en-US" altLang="ko-KR" sz="1100" b="0"/>
              <a:t>(</a:t>
            </a:r>
            <a:r>
              <a:rPr lang="ko-KR" altLang="en-US" sz="1100" b="0"/>
              <a:t>북미 → </a:t>
            </a:r>
            <a:r>
              <a:rPr lang="en-US" altLang="ko-KR" sz="1100" b="0"/>
              <a:t>WA</a:t>
            </a:r>
            <a:r>
              <a:rPr lang="ko-KR" altLang="en-US" sz="1100" b="0"/>
              <a:t>확산</a:t>
            </a:r>
            <a:r>
              <a:rPr lang="en-US" altLang="ko-KR" sz="1100" b="0"/>
              <a:t>)</a:t>
            </a:r>
            <a:r>
              <a:rPr lang="ko-KR" altLang="en-US" sz="1100" b="0"/>
              <a:t>  </a:t>
            </a:r>
            <a:endParaRPr lang="en-US" altLang="ko-KR" sz="1100" b="0"/>
          </a:p>
          <a:p>
            <a:pPr marL="0" indent="0">
              <a:buNone/>
            </a:pPr>
            <a:r>
              <a:rPr lang="en-US" altLang="ko-KR" sz="1100" b="0"/>
              <a:t>-. </a:t>
            </a:r>
            <a:r>
              <a:rPr lang="ko-KR" altLang="en-US" sz="1100" b="0"/>
              <a:t>설비 순간정지 최소화를 통한 </a:t>
            </a:r>
            <a:r>
              <a:rPr lang="en-US" altLang="ko-KR" sz="1100" b="0"/>
              <a:t>PD Loss</a:t>
            </a:r>
            <a:r>
              <a:rPr lang="ko-KR" altLang="en-US" sz="1100" b="0"/>
              <a:t> 개선  </a:t>
            </a:r>
            <a:endParaRPr lang="en-US" altLang="ko-KR" sz="1100" b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A9E3C3E-67B5-3350-DB25-3A445D28B17E}"/>
              </a:ext>
            </a:extLst>
          </p:cNvPr>
          <p:cNvSpPr txBox="1"/>
          <p:nvPr/>
        </p:nvSpPr>
        <p:spPr>
          <a:xfrm>
            <a:off x="3882945" y="5554712"/>
            <a:ext cx="1728856" cy="20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51%(10.36%(2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5.08%(6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8EE420E-54D1-E965-056B-39FD0578B411}"/>
              </a:ext>
            </a:extLst>
          </p:cNvPr>
          <p:cNvSpPr txBox="1"/>
          <p:nvPr/>
        </p:nvSpPr>
        <p:spPr>
          <a:xfrm>
            <a:off x="4219102" y="5780963"/>
            <a:ext cx="1728856" cy="2089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93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26%(14.74%(25</a:t>
            </a:r>
            <a:r>
              <a:rPr lang="ko-KR" altLang="en-US"/>
              <a:t>년</a:t>
            </a:r>
            <a:r>
              <a:rPr lang="en-US" altLang="ko-KR"/>
              <a:t>) </a:t>
            </a:r>
            <a:r>
              <a:rPr lang="ko-KR" altLang="en-US"/>
              <a:t>→ </a:t>
            </a:r>
            <a:r>
              <a:rPr lang="en-US" altLang="ko-KR"/>
              <a:t>10.95%(6</a:t>
            </a:r>
            <a:r>
              <a:rPr lang="ko-KR" altLang="en-US"/>
              <a:t>월</a:t>
            </a:r>
            <a:r>
              <a:rPr lang="en-US" altLang="ko-KR"/>
              <a:t>))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132BDCB-3B38-039E-4696-D327E3A90923}"/>
              </a:ext>
            </a:extLst>
          </p:cNvPr>
          <p:cNvSpPr txBox="1"/>
          <p:nvPr/>
        </p:nvSpPr>
        <p:spPr>
          <a:xfrm>
            <a:off x="4057254" y="6057859"/>
            <a:ext cx="1238119" cy="2089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93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0.7%(’25.4Q) → 0.2%(5</a:t>
            </a:r>
            <a:r>
              <a:rPr lang="ko-KR" altLang="en-US"/>
              <a:t>월</a:t>
            </a:r>
            <a:r>
              <a:rPr lang="en-US" altLang="ko-KR"/>
              <a:t>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14DF7F0-A4CC-28F6-6518-501B5ACB9186}"/>
              </a:ext>
            </a:extLst>
          </p:cNvPr>
          <p:cNvSpPr txBox="1"/>
          <p:nvPr/>
        </p:nvSpPr>
        <p:spPr>
          <a:xfrm>
            <a:off x="8486178" y="3586172"/>
            <a:ext cx="1650579" cy="3234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93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(WA 0.58%p, OT 2.2%p)</a:t>
            </a:r>
          </a:p>
          <a:p>
            <a:r>
              <a:rPr kumimoji="1"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WA</a:t>
            </a:r>
            <a:r>
              <a:rPr kumimoji="1"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6%</a:t>
            </a:r>
            <a:r>
              <a:rPr kumimoji="1"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OT </a:t>
            </a: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14.9% </a:t>
            </a:r>
            <a:r>
              <a:rPr kumimoji="1" lang="ko-KR" altLang="en-US" sz="800" b="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개선 예상</a:t>
            </a:r>
            <a:endParaRPr lang="en-US" altLang="ko-KR"/>
          </a:p>
        </p:txBody>
      </p:sp>
      <p:graphicFrame>
        <p:nvGraphicFramePr>
          <p:cNvPr id="152" name="표 151">
            <a:extLst>
              <a:ext uri="{FF2B5EF4-FFF2-40B4-BE49-F238E27FC236}">
                <a16:creationId xmlns:a16="http://schemas.microsoft.com/office/drawing/2014/main" id="{D4C71DFB-B943-FA9F-2730-772A9A781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341865"/>
              </p:ext>
            </p:extLst>
          </p:nvPr>
        </p:nvGraphicFramePr>
        <p:xfrm>
          <a:off x="5889815" y="5513444"/>
          <a:ext cx="3304456" cy="129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60">
                  <a:extLst>
                    <a:ext uri="{9D8B030D-6E8A-4147-A177-3AD203B41FA5}">
                      <a16:colId xmlns:a16="http://schemas.microsoft.com/office/drawing/2014/main" val="967505217"/>
                    </a:ext>
                  </a:extLst>
                </a:gridCol>
                <a:gridCol w="810665">
                  <a:extLst>
                    <a:ext uri="{9D8B030D-6E8A-4147-A177-3AD203B41FA5}">
                      <a16:colId xmlns:a16="http://schemas.microsoft.com/office/drawing/2014/main" val="471359249"/>
                    </a:ext>
                  </a:extLst>
                </a:gridCol>
                <a:gridCol w="368943">
                  <a:extLst>
                    <a:ext uri="{9D8B030D-6E8A-4147-A177-3AD203B41FA5}">
                      <a16:colId xmlns:a16="http://schemas.microsoft.com/office/drawing/2014/main" val="1485184852"/>
                    </a:ext>
                  </a:extLst>
                </a:gridCol>
                <a:gridCol w="337400">
                  <a:extLst>
                    <a:ext uri="{9D8B030D-6E8A-4147-A177-3AD203B41FA5}">
                      <a16:colId xmlns:a16="http://schemas.microsoft.com/office/drawing/2014/main" val="2647101452"/>
                    </a:ext>
                  </a:extLst>
                </a:gridCol>
                <a:gridCol w="337400">
                  <a:extLst>
                    <a:ext uri="{9D8B030D-6E8A-4147-A177-3AD203B41FA5}">
                      <a16:colId xmlns:a16="http://schemas.microsoft.com/office/drawing/2014/main" val="2683498613"/>
                    </a:ext>
                  </a:extLst>
                </a:gridCol>
                <a:gridCol w="1100988">
                  <a:extLst>
                    <a:ext uri="{9D8B030D-6E8A-4147-A177-3AD203B41FA5}">
                      <a16:colId xmlns:a16="http://schemas.microsoft.com/office/drawing/2014/main" val="189109091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WA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03996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분류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연평균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점유율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75682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외관</a:t>
                      </a:r>
                    </a:p>
                  </a:txBody>
                  <a:tcPr marL="18000" marR="360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2.52%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4.05%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29.6%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90534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r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분리막이상</a:t>
                      </a: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0.37%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1.41%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10.3%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Splice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1089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모노세파</a:t>
                      </a: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0.68%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0.88%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6.5%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모노셀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외관불량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636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스태킹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테이프</a:t>
                      </a: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0.44%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0.47%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3.4%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Taping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진공문제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6439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재밍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파단</a:t>
                      </a:r>
                    </a:p>
                  </a:txBody>
                  <a:tcPr marL="18000" marR="360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0.86%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0.99%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7.3%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86475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 latinLnBrk="1"/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재밍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커터</a:t>
                      </a: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0.34%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2.5%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전극과 커터 간섭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26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36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파단</a:t>
                      </a:r>
                    </a:p>
                  </a:txBody>
                  <a:tcPr marL="18000" marR="360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원자재 기인 걸림</a:t>
                      </a: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881669"/>
                  </a:ext>
                </a:extLst>
              </a:tr>
            </a:tbl>
          </a:graphicData>
        </a:graphic>
      </p:graphicFrame>
      <p:sp>
        <p:nvSpPr>
          <p:cNvPr id="153" name="TextBox 152">
            <a:extLst>
              <a:ext uri="{FF2B5EF4-FFF2-40B4-BE49-F238E27FC236}">
                <a16:creationId xmlns:a16="http://schemas.microsoft.com/office/drawing/2014/main" id="{575DA41C-25EB-2AD8-0FE8-F21C92487BF3}"/>
              </a:ext>
            </a:extLst>
          </p:cNvPr>
          <p:cNvSpPr txBox="1"/>
          <p:nvPr/>
        </p:nvSpPr>
        <p:spPr>
          <a:xfrm>
            <a:off x="674936" y="2682882"/>
            <a:ext cx="163264" cy="7144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조립</a:t>
            </a:r>
            <a:endParaRPr kumimoji="0" lang="en-US" altLang="ko-KR" sz="1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398FE98-957E-23DA-34AE-07E6C29FEE15}"/>
              </a:ext>
            </a:extLst>
          </p:cNvPr>
          <p:cNvSpPr txBox="1"/>
          <p:nvPr/>
        </p:nvSpPr>
        <p:spPr>
          <a:xfrm>
            <a:off x="3269697" y="3197611"/>
            <a:ext cx="774705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(MI2)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재밍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파단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A/S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실패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검토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4A5C024-809E-E95A-B4AE-03F40490E774}"/>
              </a:ext>
            </a:extLst>
          </p:cNvPr>
          <p:cNvSpPr txBox="1"/>
          <p:nvPr/>
        </p:nvSpPr>
        <p:spPr>
          <a:xfrm>
            <a:off x="2780111" y="3197611"/>
            <a:ext cx="447238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FDC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모델링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컨셉 검토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F9CECD1-0097-595D-ABE4-105AE903CA36}"/>
              </a:ext>
            </a:extLst>
          </p:cNvPr>
          <p:cNvSpPr txBox="1"/>
          <p:nvPr/>
        </p:nvSpPr>
        <p:spPr>
          <a:xfrm>
            <a:off x="1543166" y="3197611"/>
            <a:ext cx="67326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(OT)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재밍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파단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점검 </a:t>
            </a: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50AF6704-EC22-E8EB-9349-6D62A9AF7E85}"/>
              </a:ext>
            </a:extLst>
          </p:cNvPr>
          <p:cNvCxnSpPr>
            <a:cxnSpLocks/>
          </p:cNvCxnSpPr>
          <p:nvPr/>
        </p:nvCxnSpPr>
        <p:spPr>
          <a:xfrm>
            <a:off x="1133475" y="3116001"/>
            <a:ext cx="639416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DDD5FFBD-43C9-BB6E-D336-A00F8980E4C8}"/>
              </a:ext>
            </a:extLst>
          </p:cNvPr>
          <p:cNvSpPr txBox="1"/>
          <p:nvPr/>
        </p:nvSpPr>
        <p:spPr>
          <a:xfrm>
            <a:off x="2182847" y="3197611"/>
            <a:ext cx="572273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법인사례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기반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가설 수립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135E09BE-C861-7EFE-8B0B-179F4511E326}"/>
              </a:ext>
            </a:extLst>
          </p:cNvPr>
          <p:cNvSpPr/>
          <p:nvPr/>
        </p:nvSpPr>
        <p:spPr>
          <a:xfrm>
            <a:off x="2930624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BAA0C72B-A7A4-3216-AEE4-1B8A99CD4959}"/>
              </a:ext>
            </a:extLst>
          </p:cNvPr>
          <p:cNvSpPr/>
          <p:nvPr/>
        </p:nvSpPr>
        <p:spPr>
          <a:xfrm>
            <a:off x="1981824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DE87E58E-9052-C62B-4F0A-6AEB073C7818}"/>
              </a:ext>
            </a:extLst>
          </p:cNvPr>
          <p:cNvSpPr/>
          <p:nvPr/>
        </p:nvSpPr>
        <p:spPr>
          <a:xfrm>
            <a:off x="2591446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30F0FC02-22C1-5E25-0739-B38E78DE41F6}"/>
              </a:ext>
            </a:extLst>
          </p:cNvPr>
          <p:cNvSpPr/>
          <p:nvPr/>
        </p:nvSpPr>
        <p:spPr>
          <a:xfrm>
            <a:off x="3482578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72FC3C6-8224-74AC-18F6-451732C76E6B}"/>
              </a:ext>
            </a:extLst>
          </p:cNvPr>
          <p:cNvSpPr txBox="1"/>
          <p:nvPr/>
        </p:nvSpPr>
        <p:spPr>
          <a:xfrm>
            <a:off x="2305188" y="2811425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(OT)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리니어 모터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BCF37B0-EB08-B313-C1FC-8D569B445B5E}"/>
              </a:ext>
            </a:extLst>
          </p:cNvPr>
          <p:cNvSpPr txBox="1"/>
          <p:nvPr/>
        </p:nvSpPr>
        <p:spPr>
          <a:xfrm>
            <a:off x="3028871" y="2811425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(MI2)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파기솔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     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2D6076D-0298-0EAE-8876-24CF5E1904EB}"/>
              </a:ext>
            </a:extLst>
          </p:cNvPr>
          <p:cNvSpPr txBox="1"/>
          <p:nvPr/>
        </p:nvSpPr>
        <p:spPr>
          <a:xfrm>
            <a:off x="3574280" y="2811425"/>
            <a:ext cx="9362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MI2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리니어 모터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77A9A1FF-6FD7-1311-A8AC-E600F6ACEA15}"/>
              </a:ext>
            </a:extLst>
          </p:cNvPr>
          <p:cNvCxnSpPr>
            <a:cxnSpLocks/>
          </p:cNvCxnSpPr>
          <p:nvPr/>
        </p:nvCxnSpPr>
        <p:spPr>
          <a:xfrm>
            <a:off x="1123950" y="2730224"/>
            <a:ext cx="640368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타원 179">
            <a:extLst>
              <a:ext uri="{FF2B5EF4-FFF2-40B4-BE49-F238E27FC236}">
                <a16:creationId xmlns:a16="http://schemas.microsoft.com/office/drawing/2014/main" id="{F20DD440-F8A8-8650-CB66-0DDEB1BFD20D}"/>
              </a:ext>
            </a:extLst>
          </p:cNvPr>
          <p:cNvSpPr/>
          <p:nvPr/>
        </p:nvSpPr>
        <p:spPr>
          <a:xfrm>
            <a:off x="2760454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4CE0CFBF-F777-0553-F9B8-23E991E7676E}"/>
              </a:ext>
            </a:extLst>
          </p:cNvPr>
          <p:cNvSpPr/>
          <p:nvPr/>
        </p:nvSpPr>
        <p:spPr>
          <a:xfrm>
            <a:off x="3078595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BC95A9F6-DB56-146F-E864-23AE6D64A578}"/>
              </a:ext>
            </a:extLst>
          </p:cNvPr>
          <p:cNvSpPr/>
          <p:nvPr/>
        </p:nvSpPr>
        <p:spPr>
          <a:xfrm>
            <a:off x="3723235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A3A5115-2B83-015F-484E-D4F5ECD613A3}"/>
              </a:ext>
            </a:extLst>
          </p:cNvPr>
          <p:cNvSpPr txBox="1"/>
          <p:nvPr/>
        </p:nvSpPr>
        <p:spPr>
          <a:xfrm rot="16200000">
            <a:off x="842972" y="2700399"/>
            <a:ext cx="337722" cy="3038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파기솔</a:t>
            </a: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리니어</a:t>
            </a:r>
            <a:endParaRPr lang="en-US" altLang="ko-KR" sz="900" kern="0"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E0FB68D-2F11-076C-E7B4-E58A40AF15E9}"/>
              </a:ext>
            </a:extLst>
          </p:cNvPr>
          <p:cNvSpPr txBox="1"/>
          <p:nvPr/>
        </p:nvSpPr>
        <p:spPr>
          <a:xfrm rot="16200000">
            <a:off x="842972" y="3067447"/>
            <a:ext cx="337722" cy="3038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파단</a:t>
            </a:r>
            <a:r>
              <a:rPr lang="en-US" altLang="ko-KR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재밍</a:t>
            </a:r>
            <a:endParaRPr lang="en-US" altLang="ko-KR" sz="900" kern="0"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4069A8F-4184-DE25-CDAF-C7F163D70EE6}"/>
              </a:ext>
            </a:extLst>
          </p:cNvPr>
          <p:cNvSpPr txBox="1"/>
          <p:nvPr/>
        </p:nvSpPr>
        <p:spPr>
          <a:xfrm>
            <a:off x="6745178" y="3199509"/>
            <a:ext cx="642411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WA) </a:t>
            </a:r>
            <a:r>
              <a:rPr kumimoji="1" lang="ko-KR" altLang="en-US" sz="8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재밍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파단</a:t>
            </a:r>
            <a:endParaRPr kumimoji="1"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이상감지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F31D716-5637-11BC-ACC4-8169D0D424FC}"/>
              </a:ext>
            </a:extLst>
          </p:cNvPr>
          <p:cNvSpPr txBox="1"/>
          <p:nvPr/>
        </p:nvSpPr>
        <p:spPr>
          <a:xfrm>
            <a:off x="5956916" y="3199509"/>
            <a:ext cx="673261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</a:t>
            </a:r>
            <a:r>
              <a:rPr kumimoji="1" lang="ko-KR" alt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재밍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파단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등록 </a:t>
            </a:r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76E164AE-463C-8682-A065-7A83E148BC54}"/>
              </a:ext>
            </a:extLst>
          </p:cNvPr>
          <p:cNvSpPr/>
          <p:nvPr/>
        </p:nvSpPr>
        <p:spPr>
          <a:xfrm>
            <a:off x="7090864" y="3045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25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74281B06-58E7-D708-9445-CE49D6F45FC9}"/>
              </a:ext>
            </a:extLst>
          </p:cNvPr>
          <p:cNvSpPr/>
          <p:nvPr/>
        </p:nvSpPr>
        <p:spPr>
          <a:xfrm>
            <a:off x="6376522" y="3045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2D783AB-A925-448F-852B-2B984951EDC6}"/>
              </a:ext>
            </a:extLst>
          </p:cNvPr>
          <p:cNvSpPr txBox="1"/>
          <p:nvPr/>
        </p:nvSpPr>
        <p:spPr>
          <a:xfrm>
            <a:off x="5901500" y="2813323"/>
            <a:ext cx="725076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합치 </a:t>
            </a:r>
            <a:r>
              <a:rPr lang="ko-KR" altLang="en-US" sz="800" kern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가접롤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 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최적화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9AD7958-9CE6-EADC-E063-95D30036093C}"/>
              </a:ext>
            </a:extLst>
          </p:cNvPr>
          <p:cNvSpPr txBox="1"/>
          <p:nvPr/>
        </p:nvSpPr>
        <p:spPr>
          <a:xfrm>
            <a:off x="6642942" y="2813323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순간 정지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최소화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7017E85-832E-0435-86D3-05A1D36F7539}"/>
              </a:ext>
            </a:extLst>
          </p:cNvPr>
          <p:cNvSpPr txBox="1"/>
          <p:nvPr/>
        </p:nvSpPr>
        <p:spPr>
          <a:xfrm>
            <a:off x="7228067" y="2813323"/>
            <a:ext cx="1213508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(WA)Y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축 패스라인 동기화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7C03BE94-9844-ABCC-76BD-B691620DCA97}"/>
              </a:ext>
            </a:extLst>
          </p:cNvPr>
          <p:cNvSpPr/>
          <p:nvPr/>
        </p:nvSpPr>
        <p:spPr>
          <a:xfrm>
            <a:off x="6376522" y="2660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4D8A00F5-847A-82B3-C0D9-17EA7B173C8B}"/>
              </a:ext>
            </a:extLst>
          </p:cNvPr>
          <p:cNvSpPr/>
          <p:nvPr/>
        </p:nvSpPr>
        <p:spPr>
          <a:xfrm>
            <a:off x="6811883" y="2660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7D8A8CB-078B-1622-1ED8-D8E4A5B02D8A}"/>
              </a:ext>
            </a:extLst>
          </p:cNvPr>
          <p:cNvSpPr/>
          <p:nvPr/>
        </p:nvSpPr>
        <p:spPr>
          <a:xfrm>
            <a:off x="7192291" y="2660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1E191EA-5D99-2188-9575-BA2C15D7E177}"/>
              </a:ext>
            </a:extLst>
          </p:cNvPr>
          <p:cNvSpPr txBox="1"/>
          <p:nvPr/>
        </p:nvSpPr>
        <p:spPr>
          <a:xfrm>
            <a:off x="4849626" y="2811425"/>
            <a:ext cx="9362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MI2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합치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가접롤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최적화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2AA78AA8-B26E-37E5-8C2D-8F98C00E530F}"/>
              </a:ext>
            </a:extLst>
          </p:cNvPr>
          <p:cNvSpPr/>
          <p:nvPr/>
        </p:nvSpPr>
        <p:spPr>
          <a:xfrm>
            <a:off x="4943164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73B208E-212C-62F1-5AA9-C2DFE98E4C7D}"/>
              </a:ext>
            </a:extLst>
          </p:cNvPr>
          <p:cNvSpPr txBox="1"/>
          <p:nvPr/>
        </p:nvSpPr>
        <p:spPr>
          <a:xfrm>
            <a:off x="4276954" y="2811425"/>
            <a:ext cx="9362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(HG)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스윙헤드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    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451F5F13-20B5-ABA2-4F5B-FAEB3C7CFFBA}"/>
              </a:ext>
            </a:extLst>
          </p:cNvPr>
          <p:cNvSpPr/>
          <p:nvPr/>
        </p:nvSpPr>
        <p:spPr>
          <a:xfrm>
            <a:off x="4490561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21E4BFC-FDC7-BF34-6EDC-46D1153C837E}"/>
              </a:ext>
            </a:extLst>
          </p:cNvPr>
          <p:cNvSpPr txBox="1"/>
          <p:nvPr/>
        </p:nvSpPr>
        <p:spPr>
          <a:xfrm>
            <a:off x="5416470" y="2815982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OT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파기솔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     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2C0C8E32-F8D1-377E-670D-6BED2FB60228}"/>
              </a:ext>
            </a:extLst>
          </p:cNvPr>
          <p:cNvSpPr/>
          <p:nvPr/>
        </p:nvSpPr>
        <p:spPr>
          <a:xfrm>
            <a:off x="5567793" y="266278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1" name="오른쪽 대괄호 200">
            <a:extLst>
              <a:ext uri="{FF2B5EF4-FFF2-40B4-BE49-F238E27FC236}">
                <a16:creationId xmlns:a16="http://schemas.microsoft.com/office/drawing/2014/main" id="{1DD46FB9-A889-78FC-26F1-2ADCCCD1B3D5}"/>
              </a:ext>
            </a:extLst>
          </p:cNvPr>
          <p:cNvSpPr/>
          <p:nvPr/>
        </p:nvSpPr>
        <p:spPr>
          <a:xfrm rot="5400000">
            <a:off x="4206288" y="2796589"/>
            <a:ext cx="80536" cy="746136"/>
          </a:xfrm>
          <a:prstGeom prst="rightBracket">
            <a:avLst>
              <a:gd name="adj" fmla="val 414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7860ACBC-52E8-2DB1-302B-03480670BD11}"/>
              </a:ext>
            </a:extLst>
          </p:cNvPr>
          <p:cNvSpPr txBox="1"/>
          <p:nvPr/>
        </p:nvSpPr>
        <p:spPr>
          <a:xfrm>
            <a:off x="3885999" y="3206862"/>
            <a:ext cx="1368380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>
                <a:sym typeface="Wingdings"/>
              </a:rPr>
              <a:t>(HG) SVM, CYL </a:t>
            </a:r>
            <a:r>
              <a:rPr lang="ko-KR" altLang="en-US">
                <a:sym typeface="Wingdings"/>
              </a:rPr>
              <a:t>모델링</a:t>
            </a:r>
            <a:endParaRPr lang="en-US" altLang="ko-KR">
              <a:sym typeface="Wingdings"/>
            </a:endParaRPr>
          </a:p>
          <a:p>
            <a:r>
              <a:rPr lang="ko-KR" altLang="en-US">
                <a:sym typeface="Wingdings"/>
              </a:rPr>
              <a:t>        </a:t>
            </a:r>
            <a:r>
              <a:rPr lang="en-US" altLang="ko-KR">
                <a:sym typeface="Wingdings"/>
              </a:rPr>
              <a:t>: Swing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Head,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Align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Stage</a:t>
            </a:r>
          </a:p>
        </p:txBody>
      </p:sp>
      <p:sp>
        <p:nvSpPr>
          <p:cNvPr id="203" name="오른쪽 대괄호 202">
            <a:extLst>
              <a:ext uri="{FF2B5EF4-FFF2-40B4-BE49-F238E27FC236}">
                <a16:creationId xmlns:a16="http://schemas.microsoft.com/office/drawing/2014/main" id="{4F6C970C-C188-21E3-D307-8DB131D47F83}"/>
              </a:ext>
            </a:extLst>
          </p:cNvPr>
          <p:cNvSpPr/>
          <p:nvPr/>
        </p:nvSpPr>
        <p:spPr>
          <a:xfrm rot="5400000">
            <a:off x="4986292" y="2796589"/>
            <a:ext cx="80536" cy="746136"/>
          </a:xfrm>
          <a:prstGeom prst="rightBracket">
            <a:avLst>
              <a:gd name="adj" fmla="val 414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420CA50-0DBB-BA6E-2AA9-C94D84301778}"/>
              </a:ext>
            </a:extLst>
          </p:cNvPr>
          <p:cNvSpPr txBox="1"/>
          <p:nvPr/>
        </p:nvSpPr>
        <p:spPr>
          <a:xfrm>
            <a:off x="4812977" y="3206863"/>
            <a:ext cx="87877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>
                <a:sym typeface="Wingdings"/>
              </a:rPr>
              <a:t>(GM2,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HD) FDC</a:t>
            </a:r>
            <a:r>
              <a:rPr lang="ko-KR" altLang="en-US">
                <a:sym typeface="Wingdings"/>
              </a:rPr>
              <a:t> 셋업</a:t>
            </a:r>
            <a:br>
              <a:rPr lang="en-US" altLang="ko-KR">
                <a:sym typeface="Wingdings"/>
              </a:rPr>
            </a:br>
            <a:r>
              <a:rPr lang="en-US" altLang="ko-KR">
                <a:sym typeface="Wingdings"/>
              </a:rPr>
              <a:t>                 </a:t>
            </a:r>
            <a:r>
              <a:rPr lang="ko-KR" altLang="en-US">
                <a:sym typeface="Wingdings"/>
              </a:rPr>
              <a:t>확산 과제 </a:t>
            </a:r>
            <a:endParaRPr lang="en-US" altLang="ko-KR">
              <a:sym typeface="Wingding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6376EC7-13D6-0268-00D0-F5CBF52A5A66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31540BCE-07DE-69CD-D839-92C0B7512B14}"/>
              </a:ext>
            </a:extLst>
          </p:cNvPr>
          <p:cNvCxnSpPr>
            <a:cxnSpLocks/>
          </p:cNvCxnSpPr>
          <p:nvPr/>
        </p:nvCxnSpPr>
        <p:spPr>
          <a:xfrm>
            <a:off x="7434565" y="1898821"/>
            <a:ext cx="213292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A75A7454-E402-6E77-2661-FE3C7C6EFC71}"/>
              </a:ext>
            </a:extLst>
          </p:cNvPr>
          <p:cNvSpPr txBox="1"/>
          <p:nvPr/>
        </p:nvSpPr>
        <p:spPr>
          <a:xfrm>
            <a:off x="8968743" y="1943484"/>
            <a:ext cx="64241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7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단선 개선안</a:t>
            </a:r>
            <a:endParaRPr lang="en-US" altLang="ko-KR" sz="700" b="0" i="0" u="none" strike="noStrike" kern="1200" cap="none" spc="-7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</a:endParaRPr>
          </a:p>
          <a:p>
            <a:pPr algn="ctr">
              <a:defRPr/>
            </a:pPr>
            <a:r>
              <a:rPr kumimoji="1" lang="ko-KR" altLang="en-US" sz="700" spc="-7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적용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8303BDD-5CFE-B0BB-0054-8FAA17CF9789}"/>
              </a:ext>
            </a:extLst>
          </p:cNvPr>
          <p:cNvSpPr/>
          <p:nvPr/>
        </p:nvSpPr>
        <p:spPr>
          <a:xfrm>
            <a:off x="9236273" y="18154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D38984D8-A459-A8A4-0CE1-5B41C9F69D34}"/>
              </a:ext>
            </a:extLst>
          </p:cNvPr>
          <p:cNvSpPr/>
          <p:nvPr/>
        </p:nvSpPr>
        <p:spPr>
          <a:xfrm>
            <a:off x="8415540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A01818B-64BE-4164-AD88-3CD36CF637A7}"/>
              </a:ext>
            </a:extLst>
          </p:cNvPr>
          <p:cNvSpPr txBox="1"/>
          <p:nvPr/>
        </p:nvSpPr>
        <p:spPr>
          <a:xfrm>
            <a:off x="8177009" y="1927362"/>
            <a:ext cx="714619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HD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단선 원인 도출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1A57A6-5059-E145-EA09-C3A5C71AB55D}"/>
              </a:ext>
            </a:extLst>
          </p:cNvPr>
          <p:cNvSpPr txBox="1"/>
          <p:nvPr/>
        </p:nvSpPr>
        <p:spPr>
          <a:xfrm>
            <a:off x="7639061" y="2323158"/>
            <a:ext cx="64241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AX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과제 완료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595A532A-978C-1D52-C02E-3CF670C11ED3}"/>
              </a:ext>
            </a:extLst>
          </p:cNvPr>
          <p:cNvSpPr/>
          <p:nvPr/>
        </p:nvSpPr>
        <p:spPr>
          <a:xfrm>
            <a:off x="7891858" y="21951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734B7F2-72C1-1033-3064-FC11238CDA68}"/>
              </a:ext>
            </a:extLst>
          </p:cNvPr>
          <p:cNvSpPr txBox="1"/>
          <p:nvPr/>
        </p:nvSpPr>
        <p:spPr>
          <a:xfrm>
            <a:off x="6948921" y="2323158"/>
            <a:ext cx="64241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단선 원인 분석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보조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Agent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구축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DB97081E-7E88-B73F-E4A2-5F6043724B60}"/>
              </a:ext>
            </a:extLst>
          </p:cNvPr>
          <p:cNvSpPr/>
          <p:nvPr/>
        </p:nvSpPr>
        <p:spPr>
          <a:xfrm>
            <a:off x="7201718" y="21951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64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20433E0-7B4C-740B-7E8E-C1E6E6F01FD0}"/>
              </a:ext>
            </a:extLst>
          </p:cNvPr>
          <p:cNvGrpSpPr/>
          <p:nvPr/>
        </p:nvGrpSpPr>
        <p:grpSpPr>
          <a:xfrm>
            <a:off x="7758397" y="68805"/>
            <a:ext cx="1975387" cy="604476"/>
            <a:chOff x="4232920" y="49957"/>
            <a:chExt cx="1975387" cy="604476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7CECEE7-5B25-8BAE-081D-40BA0B4FB0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8E2195-4218-A17F-4C7B-2F9A21776475}"/>
                </a:ext>
              </a:extLst>
            </p:cNvPr>
            <p:cNvSpPr txBox="1"/>
            <p:nvPr/>
          </p:nvSpPr>
          <p:spPr>
            <a:xfrm>
              <a:off x="4458469" y="52657"/>
              <a:ext cx="973985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초과 달성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C4E403F-18CD-3F19-381C-CDE4EF4AB9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2C0239-AB71-C676-E087-453757C2B942}"/>
                </a:ext>
              </a:extLst>
            </p:cNvPr>
            <p:cNvSpPr txBox="1"/>
            <p:nvPr/>
          </p:nvSpPr>
          <p:spPr>
            <a:xfrm>
              <a:off x="4458469" y="477133"/>
              <a:ext cx="1749838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미달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5CAC0FE-6FB0-2882-F571-3ABA227418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86D1EB-2FFB-574C-822E-6F578146E899}"/>
                </a:ext>
              </a:extLst>
            </p:cNvPr>
            <p:cNvSpPr txBox="1"/>
            <p:nvPr/>
          </p:nvSpPr>
          <p:spPr>
            <a:xfrm>
              <a:off x="4458469" y="264895"/>
              <a:ext cx="1534394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달성 수준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34" name="실행 단추: 처음으로 이동 3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0418318-F3DD-8B14-F505-F703DC274E9F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B969C579-2BBB-2F9B-6D86-6ED2AAA7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739205"/>
            <a:ext cx="448035" cy="216386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98D30552-5A55-6AA5-F465-0ADA37533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303954"/>
              </p:ext>
            </p:extLst>
          </p:nvPr>
        </p:nvGraphicFramePr>
        <p:xfrm>
          <a:off x="735049" y="761673"/>
          <a:ext cx="8862107" cy="923951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6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 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334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제조 운영 </a:t>
                      </a:r>
                      <a:r>
                        <a:rPr lang="en-US" altLang="ko-KR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-. AX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endParaRPr kumimoji="1" lang="en-US" altLang="ko-KR" sz="10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-. WA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목표 달성</a:t>
                      </a:r>
                      <a:endParaRPr kumimoji="1" lang="en-US" altLang="ko-KR" sz="10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[2Q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96.3% / MI_L 94.2% / OT 95.3% / HD 92.6% </a:t>
                      </a:r>
                      <a:endParaRPr lang="en-US" altLang="ko-KR" sz="1000" b="1" kern="1200" spc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MI ESS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 수율 달성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MI 96.4%, MI_L 95.3%, OT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96.0%, HD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95.0%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[2Q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 셀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97.2%</a:t>
                      </a:r>
                      <a:r>
                        <a:rPr lang="ko-KR" altLang="en-US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ESS </a:t>
                      </a:r>
                      <a:r>
                        <a:rPr lang="ko-KR" altLang="en-US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95.7% </a:t>
                      </a:r>
                      <a:endParaRPr lang="en-US" altLang="ko-KR" sz="1000" b="1" kern="1200" spc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ESWA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셀 수율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 / ESS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 수율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(CDO)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20% (ESS- 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자동차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Rectangle 4">
            <a:extLst>
              <a:ext uri="{FF2B5EF4-FFF2-40B4-BE49-F238E27FC236}">
                <a16:creationId xmlns:a16="http://schemas.microsoft.com/office/drawing/2014/main" id="{B2CEC769-6310-E75A-4D3E-25E155E8D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9103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0C552BEA-9ACB-E9E2-19E6-43F746350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602141"/>
              </p:ext>
            </p:extLst>
          </p:nvPr>
        </p:nvGraphicFramePr>
        <p:xfrm>
          <a:off x="735048" y="1739205"/>
          <a:ext cx="8862108" cy="2163868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5263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452845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98406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764773"/>
                  </a:ext>
                </a:extLst>
              </a:tr>
            </a:tbl>
          </a:graphicData>
        </a:graphic>
      </p:graphicFrame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AB419C5-7BD8-F226-638A-322D924B3A62}"/>
              </a:ext>
            </a:extLst>
          </p:cNvPr>
          <p:cNvCxnSpPr>
            <a:cxnSpLocks/>
          </p:cNvCxnSpPr>
          <p:nvPr/>
        </p:nvCxnSpPr>
        <p:spPr>
          <a:xfrm>
            <a:off x="992246" y="2122105"/>
            <a:ext cx="859880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927A1DF-72F2-1A38-5C88-8567B5B5C176}"/>
              </a:ext>
            </a:extLst>
          </p:cNvPr>
          <p:cNvSpPr txBox="1"/>
          <p:nvPr/>
        </p:nvSpPr>
        <p:spPr>
          <a:xfrm>
            <a:off x="3248010" y="2663405"/>
            <a:ext cx="1204969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(WA)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공급부 인자 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&amp;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위치불량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상관성 분석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AA5C52-C218-5D7E-5023-8AE04A3E93BF}"/>
              </a:ext>
            </a:extLst>
          </p:cNvPr>
          <p:cNvCxnSpPr>
            <a:cxnSpLocks/>
          </p:cNvCxnSpPr>
          <p:nvPr/>
        </p:nvCxnSpPr>
        <p:spPr>
          <a:xfrm>
            <a:off x="992246" y="2574175"/>
            <a:ext cx="859880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5CC8978F-3863-242F-C69F-BFC738F0D71B}"/>
              </a:ext>
            </a:extLst>
          </p:cNvPr>
          <p:cNvSpPr/>
          <p:nvPr/>
        </p:nvSpPr>
        <p:spPr>
          <a:xfrm>
            <a:off x="3291596" y="250217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B53A07F5-9CED-A0D6-5439-4B81C694801F}"/>
              </a:ext>
            </a:extLst>
          </p:cNvPr>
          <p:cNvSpPr/>
          <p:nvPr/>
        </p:nvSpPr>
        <p:spPr>
          <a:xfrm>
            <a:off x="2791600" y="250217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376A47-70EA-8F96-34CD-5A8DA9AC8531}"/>
              </a:ext>
            </a:extLst>
          </p:cNvPr>
          <p:cNvSpPr txBox="1"/>
          <p:nvPr/>
        </p:nvSpPr>
        <p:spPr>
          <a:xfrm>
            <a:off x="2492342" y="2663405"/>
            <a:ext cx="695762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정지후 재가동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불량분석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25F812DD-75E6-872F-28F6-02985AF4CE5B}"/>
              </a:ext>
            </a:extLst>
          </p:cNvPr>
          <p:cNvSpPr>
            <a:spLocks noChangeAspect="1"/>
          </p:cNvSpPr>
          <p:nvPr/>
        </p:nvSpPr>
        <p:spPr>
          <a:xfrm>
            <a:off x="9121943" y="1214170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6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566D6FFB-C26A-46EA-D465-99EB0A20F735}"/>
              </a:ext>
            </a:extLst>
          </p:cNvPr>
          <p:cNvGrpSpPr/>
          <p:nvPr/>
        </p:nvGrpSpPr>
        <p:grpSpPr>
          <a:xfrm>
            <a:off x="5300403" y="1748068"/>
            <a:ext cx="448035" cy="2132030"/>
            <a:chOff x="-1844372" y="1281056"/>
            <a:chExt cx="448035" cy="2132030"/>
          </a:xfrm>
        </p:grpSpPr>
        <p:cxnSp>
          <p:nvCxnSpPr>
            <p:cNvPr id="109" name="직선 연결선 167">
              <a:extLst>
                <a:ext uri="{FF2B5EF4-FFF2-40B4-BE49-F238E27FC236}">
                  <a16:creationId xmlns:a16="http://schemas.microsoft.com/office/drawing/2014/main" id="{C059EEE1-54B6-E7D2-70A0-B8B7D6D824D1}"/>
                </a:ext>
              </a:extLst>
            </p:cNvPr>
            <p:cNvCxnSpPr>
              <a:cxnSpLocks/>
            </p:cNvCxnSpPr>
            <p:nvPr/>
          </p:nvCxnSpPr>
          <p:spPr>
            <a:xfrm>
              <a:off x="-1728735" y="1417517"/>
              <a:ext cx="0" cy="1995569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ysDot"/>
            </a:ln>
            <a:effectLst/>
          </p:spPr>
        </p:cxnSp>
        <p:sp>
          <p:nvSpPr>
            <p:cNvPr id="113" name="Text Box 4">
              <a:extLst>
                <a:ext uri="{FF2B5EF4-FFF2-40B4-BE49-F238E27FC236}">
                  <a16:creationId xmlns:a16="http://schemas.microsoft.com/office/drawing/2014/main" id="{B883690E-8843-358D-2A2E-9E8E904F7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44372" y="1281056"/>
              <a:ext cx="44803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▼현재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19" name="타원 118">
            <a:extLst>
              <a:ext uri="{FF2B5EF4-FFF2-40B4-BE49-F238E27FC236}">
                <a16:creationId xmlns:a16="http://schemas.microsoft.com/office/drawing/2014/main" id="{370F7421-9ED0-49D9-8A1A-30CD198631E3}"/>
              </a:ext>
            </a:extLst>
          </p:cNvPr>
          <p:cNvSpPr/>
          <p:nvPr/>
        </p:nvSpPr>
        <p:spPr>
          <a:xfrm>
            <a:off x="1562290" y="205010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AA27F8-EF47-8C6C-D6A1-AA83AB61F836}"/>
              </a:ext>
            </a:extLst>
          </p:cNvPr>
          <p:cNvSpPr txBox="1"/>
          <p:nvPr/>
        </p:nvSpPr>
        <p:spPr>
          <a:xfrm>
            <a:off x="1490265" y="2210926"/>
            <a:ext cx="75756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속도 프로파일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개선적용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C4D3D63E-E31E-42C6-1DBA-1FB33D9C2735}"/>
              </a:ext>
            </a:extLst>
          </p:cNvPr>
          <p:cNvSpPr/>
          <p:nvPr/>
        </p:nvSpPr>
        <p:spPr>
          <a:xfrm>
            <a:off x="2276004" y="205010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2EDA92E-6033-25E9-43CC-9B45665BAC0D}"/>
              </a:ext>
            </a:extLst>
          </p:cNvPr>
          <p:cNvSpPr txBox="1"/>
          <p:nvPr/>
        </p:nvSpPr>
        <p:spPr>
          <a:xfrm>
            <a:off x="2272023" y="2210926"/>
            <a:ext cx="91608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속도 프로파일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고도화 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Test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요청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4818D96A-D9D4-AD21-0B73-8891780CB5B4}"/>
              </a:ext>
            </a:extLst>
          </p:cNvPr>
          <p:cNvSpPr/>
          <p:nvPr/>
        </p:nvSpPr>
        <p:spPr>
          <a:xfrm>
            <a:off x="2000692" y="250217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27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A78AED6-6849-E833-C6EC-BD5E8E6B947B}"/>
              </a:ext>
            </a:extLst>
          </p:cNvPr>
          <p:cNvSpPr txBox="1"/>
          <p:nvPr/>
        </p:nvSpPr>
        <p:spPr>
          <a:xfrm>
            <a:off x="1562268" y="2663405"/>
            <a:ext cx="865962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중앙피딩롤러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 이상감지 적용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42659667-473C-A1F1-0B41-044F7C7E10B1}"/>
              </a:ext>
            </a:extLst>
          </p:cNvPr>
          <p:cNvSpPr/>
          <p:nvPr/>
        </p:nvSpPr>
        <p:spPr>
          <a:xfrm>
            <a:off x="3512856" y="205010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2C80442-3C23-4FED-B9C3-DBF9B133D266}"/>
              </a:ext>
            </a:extLst>
          </p:cNvPr>
          <p:cNvSpPr txBox="1"/>
          <p:nvPr/>
        </p:nvSpPr>
        <p:spPr>
          <a:xfrm>
            <a:off x="3286361" y="2210926"/>
            <a:ext cx="91608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속도프로파일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확대 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254683A2-D14E-9C3E-405D-EC1698E5F80F}"/>
              </a:ext>
            </a:extLst>
          </p:cNvPr>
          <p:cNvSpPr/>
          <p:nvPr/>
        </p:nvSpPr>
        <p:spPr>
          <a:xfrm>
            <a:off x="4986141" y="250217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6DFF4B5-38A2-5001-FC19-785D8EE40EB4}"/>
              </a:ext>
            </a:extLst>
          </p:cNvPr>
          <p:cNvSpPr txBox="1"/>
          <p:nvPr/>
        </p:nvSpPr>
        <p:spPr>
          <a:xfrm>
            <a:off x="4786027" y="2663405"/>
            <a:ext cx="11030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북미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위치불량 개선인자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  확산 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6951257B-1B10-E906-1A9F-38503CFBD78F}"/>
              </a:ext>
            </a:extLst>
          </p:cNvPr>
          <p:cNvSpPr/>
          <p:nvPr/>
        </p:nvSpPr>
        <p:spPr>
          <a:xfrm>
            <a:off x="4270781" y="205010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187FE45-A8DD-E83B-8AA0-2011131DAF67}"/>
              </a:ext>
            </a:extLst>
          </p:cNvPr>
          <p:cNvSpPr txBox="1"/>
          <p:nvPr/>
        </p:nvSpPr>
        <p:spPr>
          <a:xfrm>
            <a:off x="4144231" y="2217276"/>
            <a:ext cx="854649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(WA)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속도프로파일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확대 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111F51AF-5BB2-F2EF-5D6F-E429461D624C}"/>
              </a:ext>
            </a:extLst>
          </p:cNvPr>
          <p:cNvSpPr/>
          <p:nvPr/>
        </p:nvSpPr>
        <p:spPr>
          <a:xfrm>
            <a:off x="2317279" y="1254930"/>
            <a:ext cx="373440" cy="124194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892F557-A22C-F997-64CC-59B73C2B1082}"/>
              </a:ext>
            </a:extLst>
          </p:cNvPr>
          <p:cNvSpPr/>
          <p:nvPr/>
        </p:nvSpPr>
        <p:spPr>
          <a:xfrm>
            <a:off x="2317279" y="1422518"/>
            <a:ext cx="373440" cy="124194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62C0C76-4642-2D0F-9771-3BB9CFAC3240}"/>
              </a:ext>
            </a:extLst>
          </p:cNvPr>
          <p:cNvGrpSpPr/>
          <p:nvPr/>
        </p:nvGrpSpPr>
        <p:grpSpPr>
          <a:xfrm>
            <a:off x="7998521" y="1748068"/>
            <a:ext cx="448035" cy="2155005"/>
            <a:chOff x="-1844372" y="1281056"/>
            <a:chExt cx="448035" cy="2155005"/>
          </a:xfrm>
        </p:grpSpPr>
        <p:cxnSp>
          <p:nvCxnSpPr>
            <p:cNvPr id="136" name="직선 연결선 167">
              <a:extLst>
                <a:ext uri="{FF2B5EF4-FFF2-40B4-BE49-F238E27FC236}">
                  <a16:creationId xmlns:a16="http://schemas.microsoft.com/office/drawing/2014/main" id="{D9A7569D-6F88-4E54-40BC-7C54BA8F46FB}"/>
                </a:ext>
              </a:extLst>
            </p:cNvPr>
            <p:cNvCxnSpPr>
              <a:cxnSpLocks/>
            </p:cNvCxnSpPr>
            <p:nvPr/>
          </p:nvCxnSpPr>
          <p:spPr>
            <a:xfrm>
              <a:off x="-1721115" y="1417517"/>
              <a:ext cx="0" cy="2018544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ysDot"/>
            </a:ln>
            <a:effectLst/>
          </p:spPr>
        </p:cxnSp>
        <p:sp>
          <p:nvSpPr>
            <p:cNvPr id="137" name="Text Box 4">
              <a:extLst>
                <a:ext uri="{FF2B5EF4-FFF2-40B4-BE49-F238E27FC236}">
                  <a16:creationId xmlns:a16="http://schemas.microsoft.com/office/drawing/2014/main" id="{B81FB66D-FE97-F8FF-2EFB-62DA8B304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44372" y="1281056"/>
              <a:ext cx="44803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▼완료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38" name="Rectangle 4">
            <a:extLst>
              <a:ext uri="{FF2B5EF4-FFF2-40B4-BE49-F238E27FC236}">
                <a16:creationId xmlns:a16="http://schemas.microsoft.com/office/drawing/2014/main" id="{B5F4A83C-F776-622E-591F-7560CC79A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981451"/>
            <a:ext cx="448035" cy="268791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5F2C9B4-A5F5-5C39-511C-B4F586E2A37C}"/>
              </a:ext>
            </a:extLst>
          </p:cNvPr>
          <p:cNvSpPr txBox="1"/>
          <p:nvPr/>
        </p:nvSpPr>
        <p:spPr>
          <a:xfrm>
            <a:off x="776536" y="2028825"/>
            <a:ext cx="660378" cy="4190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Y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축 실러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불량 개선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CF2F4808-E8E5-47D9-2D4E-D8241F3F7CD1}"/>
              </a:ext>
            </a:extLst>
          </p:cNvPr>
          <p:cNvCxnSpPr>
            <a:cxnSpLocks/>
          </p:cNvCxnSpPr>
          <p:nvPr/>
        </p:nvCxnSpPr>
        <p:spPr>
          <a:xfrm>
            <a:off x="1136576" y="3008189"/>
            <a:ext cx="8454472" cy="1311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78A06F7B-3D79-7A9E-7AE8-BC3678E61810}"/>
              </a:ext>
            </a:extLst>
          </p:cNvPr>
          <p:cNvSpPr/>
          <p:nvPr/>
        </p:nvSpPr>
        <p:spPr>
          <a:xfrm>
            <a:off x="1450735" y="293300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59A098EA-F4F2-A122-E10D-4783DF3AB07A}"/>
              </a:ext>
            </a:extLst>
          </p:cNvPr>
          <p:cNvSpPr/>
          <p:nvPr/>
        </p:nvSpPr>
        <p:spPr>
          <a:xfrm>
            <a:off x="2765473" y="2941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75E7B0D5-7B01-FCE5-9C24-81CE8B4B16AF}"/>
              </a:ext>
            </a:extLst>
          </p:cNvPr>
          <p:cNvSpPr/>
          <p:nvPr/>
        </p:nvSpPr>
        <p:spPr>
          <a:xfrm>
            <a:off x="3527710" y="2941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CD1FE33-0341-31EF-D029-FA50ACDCA247}"/>
              </a:ext>
            </a:extLst>
          </p:cNvPr>
          <p:cNvSpPr txBox="1"/>
          <p:nvPr/>
        </p:nvSpPr>
        <p:spPr>
          <a:xfrm>
            <a:off x="2605955" y="3108344"/>
            <a:ext cx="834502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(WA)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FDC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이상감지 적용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E318540-5142-4286-45B8-98529D45AB72}"/>
              </a:ext>
            </a:extLst>
          </p:cNvPr>
          <p:cNvSpPr txBox="1"/>
          <p:nvPr/>
        </p:nvSpPr>
        <p:spPr>
          <a:xfrm>
            <a:off x="3426949" y="3108344"/>
            <a:ext cx="897029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(WA)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FDC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모델링 최적화 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C5AEF1C8-6EBD-89FD-F3CA-0F6414B70D88}"/>
              </a:ext>
            </a:extLst>
          </p:cNvPr>
          <p:cNvSpPr/>
          <p:nvPr/>
        </p:nvSpPr>
        <p:spPr>
          <a:xfrm>
            <a:off x="4998881" y="2941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7B4FA9E-B0C3-8D94-0402-1E4A07BD7477}"/>
              </a:ext>
            </a:extLst>
          </p:cNvPr>
          <p:cNvSpPr txBox="1"/>
          <p:nvPr/>
        </p:nvSpPr>
        <p:spPr>
          <a:xfrm>
            <a:off x="4452979" y="3108344"/>
            <a:ext cx="937217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타법인 확산 위한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모델 유효성 검증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082B3244-A449-6C0F-1B18-279BE0E58827}"/>
              </a:ext>
            </a:extLst>
          </p:cNvPr>
          <p:cNvSpPr/>
          <p:nvPr/>
        </p:nvSpPr>
        <p:spPr>
          <a:xfrm>
            <a:off x="6475007" y="2941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B9E8494-F48B-7A17-30C4-1F7A7FB84124}"/>
              </a:ext>
            </a:extLst>
          </p:cNvPr>
          <p:cNvSpPr txBox="1"/>
          <p:nvPr/>
        </p:nvSpPr>
        <p:spPr>
          <a:xfrm>
            <a:off x="6033121" y="3108344"/>
            <a:ext cx="809102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모델 최적화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63E3C49A-ED71-AC56-B7A7-AF2D60814AF0}"/>
              </a:ext>
            </a:extLst>
          </p:cNvPr>
          <p:cNvSpPr/>
          <p:nvPr/>
        </p:nvSpPr>
        <p:spPr>
          <a:xfrm>
            <a:off x="7966291" y="2941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4F89DB7-022A-7084-9C03-43A4264FA988}"/>
              </a:ext>
            </a:extLst>
          </p:cNvPr>
          <p:cNvSpPr txBox="1"/>
          <p:nvPr/>
        </p:nvSpPr>
        <p:spPr>
          <a:xfrm>
            <a:off x="7795307" y="3108344"/>
            <a:ext cx="67326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(OT)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모델 최적화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8E1566F2-3DED-1A20-C6D3-5FDB9913AAB0}"/>
              </a:ext>
            </a:extLst>
          </p:cNvPr>
          <p:cNvSpPr/>
          <p:nvPr/>
        </p:nvSpPr>
        <p:spPr>
          <a:xfrm>
            <a:off x="7217748" y="29417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79A49AF-4839-43F2-C9EC-617CA345BC99}"/>
              </a:ext>
            </a:extLst>
          </p:cNvPr>
          <p:cNvSpPr txBox="1"/>
          <p:nvPr/>
        </p:nvSpPr>
        <p:spPr>
          <a:xfrm>
            <a:off x="6834386" y="3108344"/>
            <a:ext cx="88004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(OT)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모델 유효성 검증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C398D4E-6632-BA24-34FE-2100A7A1ADF7}"/>
              </a:ext>
            </a:extLst>
          </p:cNvPr>
          <p:cNvSpPr txBox="1"/>
          <p:nvPr/>
        </p:nvSpPr>
        <p:spPr>
          <a:xfrm>
            <a:off x="776536" y="2476501"/>
            <a:ext cx="312035" cy="13917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위치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불량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개선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9E3294D-9274-7A47-10FE-48AB1F8A7E2F}"/>
              </a:ext>
            </a:extLst>
          </p:cNvPr>
          <p:cNvSpPr txBox="1"/>
          <p:nvPr/>
        </p:nvSpPr>
        <p:spPr>
          <a:xfrm>
            <a:off x="1124879" y="2476501"/>
            <a:ext cx="312035" cy="4190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공급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주행부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924D2761-7BF9-43FA-7D03-20A5171B5739}"/>
              </a:ext>
            </a:extLst>
          </p:cNvPr>
          <p:cNvCxnSpPr>
            <a:cxnSpLocks/>
          </p:cNvCxnSpPr>
          <p:nvPr/>
        </p:nvCxnSpPr>
        <p:spPr>
          <a:xfrm>
            <a:off x="1340456" y="3459193"/>
            <a:ext cx="825059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75FE503E-585E-7661-8D4A-2B66FFD1C0CC}"/>
              </a:ext>
            </a:extLst>
          </p:cNvPr>
          <p:cNvSpPr/>
          <p:nvPr/>
        </p:nvSpPr>
        <p:spPr>
          <a:xfrm>
            <a:off x="1562267" y="33838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F571DA2-868F-7E11-67C3-A5AE9681979F}"/>
              </a:ext>
            </a:extLst>
          </p:cNvPr>
          <p:cNvSpPr txBox="1"/>
          <p:nvPr/>
        </p:nvSpPr>
        <p:spPr>
          <a:xfrm>
            <a:off x="1443701" y="3557505"/>
            <a:ext cx="620363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E77A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알람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정식 운영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113D035-E845-3C60-96AC-3E7D638D9E59}"/>
              </a:ext>
            </a:extLst>
          </p:cNvPr>
          <p:cNvSpPr txBox="1"/>
          <p:nvPr/>
        </p:nvSpPr>
        <p:spPr>
          <a:xfrm>
            <a:off x="2088285" y="3557505"/>
            <a:ext cx="60914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Fault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법인과 점검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8409CFF4-D5BE-6A46-459C-0AC7F460557C}"/>
              </a:ext>
            </a:extLst>
          </p:cNvPr>
          <p:cNvSpPr/>
          <p:nvPr/>
        </p:nvSpPr>
        <p:spPr>
          <a:xfrm>
            <a:off x="2000692" y="33871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27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7D6DD6CF-EE6C-DED3-C6C1-5F874C15637D}"/>
              </a:ext>
            </a:extLst>
          </p:cNvPr>
          <p:cNvSpPr/>
          <p:nvPr/>
        </p:nvSpPr>
        <p:spPr>
          <a:xfrm>
            <a:off x="2765473" y="33871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9FF1D03-6323-EAD0-5531-3C9210F8886C}"/>
              </a:ext>
            </a:extLst>
          </p:cNvPr>
          <p:cNvSpPr txBox="1"/>
          <p:nvPr/>
        </p:nvSpPr>
        <p:spPr>
          <a:xfrm>
            <a:off x="2739821" y="3557505"/>
            <a:ext cx="81111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알람 양산 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및 수율 개선 활동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E89D356A-A1C7-AD76-5BB8-1DFDDF9C3CCB}"/>
              </a:ext>
            </a:extLst>
          </p:cNvPr>
          <p:cNvSpPr/>
          <p:nvPr/>
        </p:nvSpPr>
        <p:spPr>
          <a:xfrm>
            <a:off x="5745104" y="33838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DA23BD9-3D8D-0BEA-B254-1DFCEC7240EB}"/>
              </a:ext>
            </a:extLst>
          </p:cNvPr>
          <p:cNvSpPr txBox="1"/>
          <p:nvPr/>
        </p:nvSpPr>
        <p:spPr>
          <a:xfrm>
            <a:off x="4613896" y="3548796"/>
            <a:ext cx="782265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(MI2) FDC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이상감지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알람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PoC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운영</a:t>
            </a: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6D7F7847-CA8F-E794-D77D-AF6632AE8BA8}"/>
              </a:ext>
            </a:extLst>
          </p:cNvPr>
          <p:cNvSpPr/>
          <p:nvPr/>
        </p:nvSpPr>
        <p:spPr>
          <a:xfrm>
            <a:off x="7966291" y="33838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1298FC4-BCCC-4125-59A6-8225AB21EEBF}"/>
              </a:ext>
            </a:extLst>
          </p:cNvPr>
          <p:cNvSpPr txBox="1"/>
          <p:nvPr/>
        </p:nvSpPr>
        <p:spPr>
          <a:xfrm>
            <a:off x="5472882" y="3548796"/>
            <a:ext cx="81592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알람 양산 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    및 </a:t>
            </a:r>
            <a:r>
              <a:rPr lang="ko-KR" altLang="en-US" sz="800">
                <a:latin typeface="Arial Narrow"/>
                <a:ea typeface="LG스마트체 Regular"/>
                <a:cs typeface="Arial"/>
              </a:rPr>
              <a:t>알람 정식 운영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EB371281-AC4D-A7EA-999D-49421DB8B7C5}"/>
              </a:ext>
            </a:extLst>
          </p:cNvPr>
          <p:cNvSpPr/>
          <p:nvPr/>
        </p:nvSpPr>
        <p:spPr>
          <a:xfrm>
            <a:off x="4256303" y="33871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FB7E950-4844-24C3-7712-C988D5B0301B}"/>
              </a:ext>
            </a:extLst>
          </p:cNvPr>
          <p:cNvSpPr txBox="1"/>
          <p:nvPr/>
        </p:nvSpPr>
        <p:spPr>
          <a:xfrm>
            <a:off x="3927470" y="3548796"/>
            <a:ext cx="62998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 법인 이식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79558388-61DB-813E-9919-940757302B16}"/>
              </a:ext>
            </a:extLst>
          </p:cNvPr>
          <p:cNvSpPr/>
          <p:nvPr/>
        </p:nvSpPr>
        <p:spPr>
          <a:xfrm>
            <a:off x="7217748" y="338719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08A021A-4419-98FD-5CF0-5AF4CF2A46CC}"/>
              </a:ext>
            </a:extLst>
          </p:cNvPr>
          <p:cNvSpPr txBox="1"/>
          <p:nvPr/>
        </p:nvSpPr>
        <p:spPr>
          <a:xfrm>
            <a:off x="1124879" y="2937379"/>
            <a:ext cx="312035" cy="9308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컷터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5419EC50-7390-9D3D-61BC-7277827D3C2C}"/>
              </a:ext>
            </a:extLst>
          </p:cNvPr>
          <p:cNvCxnSpPr>
            <a:cxnSpLocks/>
            <a:stCxn id="141" idx="4"/>
            <a:endCxn id="157" idx="7"/>
          </p:cNvCxnSpPr>
          <p:nvPr/>
        </p:nvCxnSpPr>
        <p:spPr>
          <a:xfrm rot="16200000" flipH="1">
            <a:off x="1439993" y="3159747"/>
            <a:ext cx="327928" cy="162444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B0469424-2CAF-EE55-AA36-747CF6C55B53}"/>
              </a:ext>
            </a:extLst>
          </p:cNvPr>
          <p:cNvSpPr txBox="1"/>
          <p:nvPr/>
        </p:nvSpPr>
        <p:spPr>
          <a:xfrm>
            <a:off x="1464814" y="3108344"/>
            <a:ext cx="1075615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(WA)FDC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알람 유효성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*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알람 정확도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53% (9/17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건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)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cxnSp>
        <p:nvCxnSpPr>
          <p:cNvPr id="173" name="연결선: 구부러짐 172">
            <a:extLst>
              <a:ext uri="{FF2B5EF4-FFF2-40B4-BE49-F238E27FC236}">
                <a16:creationId xmlns:a16="http://schemas.microsoft.com/office/drawing/2014/main" id="{CAF6EB8D-E5B7-98CA-9AE0-78F5CB5A32B5}"/>
              </a:ext>
            </a:extLst>
          </p:cNvPr>
          <p:cNvCxnSpPr>
            <a:cxnSpLocks/>
            <a:stCxn id="143" idx="6"/>
            <a:endCxn id="167" idx="2"/>
          </p:cNvCxnSpPr>
          <p:nvPr/>
        </p:nvCxnSpPr>
        <p:spPr>
          <a:xfrm>
            <a:off x="3671710" y="3013714"/>
            <a:ext cx="584593" cy="445479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타원 173">
            <a:extLst>
              <a:ext uri="{FF2B5EF4-FFF2-40B4-BE49-F238E27FC236}">
                <a16:creationId xmlns:a16="http://schemas.microsoft.com/office/drawing/2014/main" id="{18D470C6-46BB-3A78-294B-79B59C019F03}"/>
              </a:ext>
            </a:extLst>
          </p:cNvPr>
          <p:cNvSpPr/>
          <p:nvPr/>
        </p:nvSpPr>
        <p:spPr>
          <a:xfrm>
            <a:off x="4998881" y="339109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7E4F375-8B4A-8D2B-31F4-5555AB9CC93A}"/>
              </a:ext>
            </a:extLst>
          </p:cNvPr>
          <p:cNvSpPr txBox="1"/>
          <p:nvPr/>
        </p:nvSpPr>
        <p:spPr>
          <a:xfrm>
            <a:off x="7179859" y="3548796"/>
            <a:ext cx="58189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(OT)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법인 이식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2DC5D0A-C570-49C2-25B2-CC1B01AAF683}"/>
              </a:ext>
            </a:extLst>
          </p:cNvPr>
          <p:cNvSpPr txBox="1"/>
          <p:nvPr/>
        </p:nvSpPr>
        <p:spPr>
          <a:xfrm>
            <a:off x="7868929" y="3548796"/>
            <a:ext cx="78386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(OT) FDC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이상감지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알람 정식 운영</a:t>
            </a:r>
          </a:p>
        </p:txBody>
      </p:sp>
      <p:cxnSp>
        <p:nvCxnSpPr>
          <p:cNvPr id="177" name="연결선: 구부러짐 176">
            <a:extLst>
              <a:ext uri="{FF2B5EF4-FFF2-40B4-BE49-F238E27FC236}">
                <a16:creationId xmlns:a16="http://schemas.microsoft.com/office/drawing/2014/main" id="{D49D3042-0320-2FCC-D00F-CD75C13AF631}"/>
              </a:ext>
            </a:extLst>
          </p:cNvPr>
          <p:cNvCxnSpPr>
            <a:cxnSpLocks/>
            <a:stCxn id="143" idx="6"/>
            <a:endCxn id="169" idx="2"/>
          </p:cNvCxnSpPr>
          <p:nvPr/>
        </p:nvCxnSpPr>
        <p:spPr>
          <a:xfrm>
            <a:off x="3671710" y="3013714"/>
            <a:ext cx="3546038" cy="445479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23234342-A42C-786F-BF11-49D409965009}"/>
              </a:ext>
            </a:extLst>
          </p:cNvPr>
          <p:cNvSpPr txBox="1"/>
          <p:nvPr/>
        </p:nvSpPr>
        <p:spPr>
          <a:xfrm>
            <a:off x="1143317" y="2952944"/>
            <a:ext cx="360040" cy="19389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FDC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고도화▷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E807650-3514-39B2-4C00-3AC0C3A29671}"/>
              </a:ext>
            </a:extLst>
          </p:cNvPr>
          <p:cNvSpPr txBox="1"/>
          <p:nvPr/>
        </p:nvSpPr>
        <p:spPr>
          <a:xfrm>
            <a:off x="1143317" y="3489225"/>
            <a:ext cx="360040" cy="19389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FDC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운영▷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730A2FD-E74B-53D8-0B00-381D712E79A9}"/>
              </a:ext>
            </a:extLst>
          </p:cNvPr>
          <p:cNvGrpSpPr/>
          <p:nvPr/>
        </p:nvGrpSpPr>
        <p:grpSpPr>
          <a:xfrm>
            <a:off x="839581" y="3885734"/>
            <a:ext cx="4218562" cy="341334"/>
            <a:chOff x="961536" y="4488828"/>
            <a:chExt cx="3716256" cy="341334"/>
          </a:xfrm>
        </p:grpSpPr>
        <p:sp>
          <p:nvSpPr>
            <p:cNvPr id="181" name="제목 9">
              <a:extLst>
                <a:ext uri="{FF2B5EF4-FFF2-40B4-BE49-F238E27FC236}">
                  <a16:creationId xmlns:a16="http://schemas.microsoft.com/office/drawing/2014/main" id="{637F869D-C013-A379-B4EE-B975083BA181}"/>
                </a:ext>
              </a:extLst>
            </p:cNvPr>
            <p:cNvSpPr txBox="1">
              <a:spLocks/>
            </p:cNvSpPr>
            <p:nvPr/>
          </p:nvSpPr>
          <p:spPr>
            <a:xfrm>
              <a:off x="2606766" y="4488828"/>
              <a:ext cx="71831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 사항</a:t>
              </a:r>
            </a:p>
          </p:txBody>
        </p:sp>
        <p:cxnSp>
          <p:nvCxnSpPr>
            <p:cNvPr id="182" name="직선 연결선 2">
              <a:extLst>
                <a:ext uri="{FF2B5EF4-FFF2-40B4-BE49-F238E27FC236}">
                  <a16:creationId xmlns:a16="http://schemas.microsoft.com/office/drawing/2014/main" id="{8D97706B-B2C6-E230-236D-8DE3620A57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37162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6EB5C07B-F632-F37E-F122-B7C210047D37}"/>
              </a:ext>
            </a:extLst>
          </p:cNvPr>
          <p:cNvGrpSpPr/>
          <p:nvPr/>
        </p:nvGrpSpPr>
        <p:grpSpPr>
          <a:xfrm>
            <a:off x="5340684" y="3893440"/>
            <a:ext cx="4182189" cy="333628"/>
            <a:chOff x="5152724" y="4496534"/>
            <a:chExt cx="4221222" cy="333628"/>
          </a:xfrm>
        </p:grpSpPr>
        <p:sp>
          <p:nvSpPr>
            <p:cNvPr id="184" name="제목 9">
              <a:extLst>
                <a:ext uri="{FF2B5EF4-FFF2-40B4-BE49-F238E27FC236}">
                  <a16:creationId xmlns:a16="http://schemas.microsoft.com/office/drawing/2014/main" id="{ADEB90C6-B391-08B4-115E-E1B168E13B8C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185" name="직선 연결선 2">
              <a:extLst>
                <a:ext uri="{FF2B5EF4-FFF2-40B4-BE49-F238E27FC236}">
                  <a16:creationId xmlns:a16="http://schemas.microsoft.com/office/drawing/2014/main" id="{FC9A87E2-34A4-AC0E-D194-8687AA2F95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124BD33D-DF30-A029-C5FA-67074627E384}"/>
              </a:ext>
            </a:extLst>
          </p:cNvPr>
          <p:cNvSpPr txBox="1"/>
          <p:nvPr/>
        </p:nvSpPr>
        <p:spPr>
          <a:xfrm>
            <a:off x="833500" y="4238835"/>
            <a:ext cx="2290699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북미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ESS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및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WA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셀 수율 현황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6B35DEF-4C45-999E-E2D4-50A461E84375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8" name="제목 3">
            <a:extLst>
              <a:ext uri="{FF2B5EF4-FFF2-40B4-BE49-F238E27FC236}">
                <a16:creationId xmlns:a16="http://schemas.microsoft.com/office/drawing/2014/main" id="{F09481DE-EFF8-03A5-C5E1-415FE528C441}"/>
              </a:ext>
            </a:extLst>
          </p:cNvPr>
          <p:cNvSpPr txBox="1">
            <a:spLocks/>
          </p:cNvSpPr>
          <p:nvPr/>
        </p:nvSpPr>
        <p:spPr>
          <a:xfrm>
            <a:off x="134567" y="116449"/>
            <a:ext cx="2531003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6</a:t>
            </a:r>
            <a:r>
              <a:rPr lang="ko-KR" altLang="en-US"/>
              <a:t>월 진척 사항 </a:t>
            </a:r>
            <a:r>
              <a:rPr lang="en-US" altLang="ko-KR"/>
              <a:t>(2/5)</a:t>
            </a:r>
            <a:endParaRPr lang="ko-KR" alt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F0743AD-E494-1F53-F854-A24E0F5EC237}"/>
              </a:ext>
            </a:extLst>
          </p:cNvPr>
          <p:cNvSpPr txBox="1"/>
          <p:nvPr/>
        </p:nvSpPr>
        <p:spPr>
          <a:xfrm>
            <a:off x="971380" y="4507246"/>
            <a:ext cx="3871797" cy="43088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 dirty="0"/>
              <a:t>[</a:t>
            </a:r>
            <a:r>
              <a:rPr lang="ko-KR" altLang="en-US" sz="1100" b="0" dirty="0"/>
              <a:t>북미 </a:t>
            </a:r>
            <a:r>
              <a:rPr lang="en-US" altLang="ko-KR" sz="1100" b="0" dirty="0"/>
              <a:t>ESS </a:t>
            </a:r>
            <a:r>
              <a:rPr lang="ko-KR" altLang="en-US" sz="1100" b="0" dirty="0"/>
              <a:t>셀 </a:t>
            </a:r>
            <a:r>
              <a:rPr lang="ko-KR" altLang="en-US" sz="1100" b="0" dirty="0" err="1"/>
              <a:t>수율</a:t>
            </a:r>
            <a:r>
              <a:rPr lang="en-US" altLang="ko-KR" sz="1100" b="0" dirty="0"/>
              <a:t>] </a:t>
            </a:r>
          </a:p>
          <a:p>
            <a:pPr marL="0" indent="0">
              <a:buNone/>
            </a:pPr>
            <a:r>
              <a:rPr lang="en-US" altLang="ko-KR" sz="1100" b="0" dirty="0"/>
              <a:t>-. OT </a:t>
            </a:r>
            <a:r>
              <a:rPr lang="ko-KR" altLang="en-US" sz="1100" b="0" dirty="0"/>
              <a:t>법인</a:t>
            </a:r>
            <a:r>
              <a:rPr lang="en-US" altLang="ko-KR" sz="1100" b="0" dirty="0"/>
              <a:t> </a:t>
            </a:r>
            <a:r>
              <a:rPr lang="ko-KR" altLang="en-US" sz="1100" b="0" dirty="0"/>
              <a:t>셀 </a:t>
            </a:r>
            <a:r>
              <a:rPr lang="ko-KR" altLang="en-US" sz="1100" b="0" dirty="0" err="1"/>
              <a:t>수율</a:t>
            </a:r>
            <a:r>
              <a:rPr lang="ko-KR" altLang="en-US" sz="1100" b="0" dirty="0"/>
              <a:t> </a:t>
            </a:r>
            <a:r>
              <a:rPr lang="ko-KR" altLang="en-US" sz="1100" b="0" dirty="0" err="1"/>
              <a:t>연목표</a:t>
            </a:r>
            <a:r>
              <a:rPr lang="ko-KR" altLang="en-US" sz="1100" b="0" dirty="0"/>
              <a:t> 대비 </a:t>
            </a:r>
            <a:r>
              <a:rPr lang="en-US" altLang="ko-KR" sz="1100" b="0" dirty="0"/>
              <a:t>2.1%p </a:t>
            </a:r>
            <a:r>
              <a:rPr lang="ko-KR" altLang="en-US" sz="1100" b="0" dirty="0"/>
              <a:t>미달 수준 </a:t>
            </a:r>
            <a:r>
              <a:rPr lang="en-US" altLang="ko-KR" sz="1100" b="0" dirty="0"/>
              <a:t>(</a:t>
            </a:r>
            <a:r>
              <a:rPr lang="ko-KR" altLang="en-US" sz="1100" b="0" dirty="0"/>
              <a:t>하반기 만회 필요</a:t>
            </a:r>
            <a:r>
              <a:rPr lang="en-US" altLang="ko-KR" sz="1100" b="0" dirty="0"/>
              <a:t>) </a:t>
            </a:r>
          </a:p>
        </p:txBody>
      </p:sp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D4745248-5EEE-D11B-9765-F32E601A5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557576"/>
              </p:ext>
            </p:extLst>
          </p:nvPr>
        </p:nvGraphicFramePr>
        <p:xfrm>
          <a:off x="1140405" y="5535956"/>
          <a:ext cx="3323058" cy="960120"/>
        </p:xfrm>
        <a:graphic>
          <a:graphicData uri="http://schemas.openxmlformats.org/drawingml/2006/table">
            <a:tbl>
              <a:tblPr/>
              <a:tblGrid>
                <a:gridCol w="437656">
                  <a:extLst>
                    <a:ext uri="{9D8B030D-6E8A-4147-A177-3AD203B41FA5}">
                      <a16:colId xmlns:a16="http://schemas.microsoft.com/office/drawing/2014/main" val="3459835118"/>
                    </a:ext>
                  </a:extLst>
                </a:gridCol>
                <a:gridCol w="399833">
                  <a:extLst>
                    <a:ext uri="{9D8B030D-6E8A-4147-A177-3AD203B41FA5}">
                      <a16:colId xmlns:a16="http://schemas.microsoft.com/office/drawing/2014/main" val="2507179855"/>
                    </a:ext>
                  </a:extLst>
                </a:gridCol>
                <a:gridCol w="428475">
                  <a:extLst>
                    <a:ext uri="{9D8B030D-6E8A-4147-A177-3AD203B41FA5}">
                      <a16:colId xmlns:a16="http://schemas.microsoft.com/office/drawing/2014/main" val="2841986536"/>
                    </a:ext>
                  </a:extLst>
                </a:gridCol>
                <a:gridCol w="428475">
                  <a:extLst>
                    <a:ext uri="{9D8B030D-6E8A-4147-A177-3AD203B41FA5}">
                      <a16:colId xmlns:a16="http://schemas.microsoft.com/office/drawing/2014/main" val="2132637823"/>
                    </a:ext>
                  </a:extLst>
                </a:gridCol>
                <a:gridCol w="444344">
                  <a:extLst>
                    <a:ext uri="{9D8B030D-6E8A-4147-A177-3AD203B41FA5}">
                      <a16:colId xmlns:a16="http://schemas.microsoft.com/office/drawing/2014/main" val="373896412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706671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57072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북미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9525" marR="9525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9525" marR="9525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96.4%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Δ0.1%p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3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</a:t>
                      </a:r>
                    </a:p>
                  </a:txBody>
                  <a:tcPr marL="9525" marR="9525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95.3%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96.4%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1.1%p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2343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9525" marR="9525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2.1%p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99.7%,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98.2%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9525" marR="9525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95.0%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94.9%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Δ0.1%p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113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Δ1.0%p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0527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9525" marR="9525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93.5%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Δ2.7%p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99.5%,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98.4%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97613"/>
                  </a:ext>
                </a:extLst>
              </a:tr>
            </a:tbl>
          </a:graphicData>
        </a:graphic>
      </p:graphicFrame>
      <p:sp>
        <p:nvSpPr>
          <p:cNvPr id="191" name="TextBox 190">
            <a:extLst>
              <a:ext uri="{FF2B5EF4-FFF2-40B4-BE49-F238E27FC236}">
                <a16:creationId xmlns:a16="http://schemas.microsoft.com/office/drawing/2014/main" id="{E005AF31-A2F5-147D-2D05-D7A1939060A5}"/>
              </a:ext>
            </a:extLst>
          </p:cNvPr>
          <p:cNvSpPr txBox="1"/>
          <p:nvPr/>
        </p:nvSpPr>
        <p:spPr>
          <a:xfrm>
            <a:off x="971380" y="5004595"/>
            <a:ext cx="3615281" cy="43088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 dirty="0"/>
              <a:t>[WA </a:t>
            </a:r>
            <a:r>
              <a:rPr lang="ko-KR" altLang="en-US" sz="1100" b="0" dirty="0"/>
              <a:t>셀 </a:t>
            </a:r>
            <a:r>
              <a:rPr lang="ko-KR" altLang="en-US" sz="1100" b="0" dirty="0" err="1"/>
              <a:t>수율</a:t>
            </a:r>
            <a:r>
              <a:rPr lang="en-US" altLang="ko-KR" sz="1100" b="0" dirty="0"/>
              <a:t>] </a:t>
            </a:r>
          </a:p>
          <a:p>
            <a:pPr marL="0" indent="0">
              <a:buNone/>
            </a:pPr>
            <a:r>
              <a:rPr lang="en-US" altLang="ko-KR" sz="1100" b="0" dirty="0"/>
              <a:t>-. ESS </a:t>
            </a:r>
            <a:r>
              <a:rPr lang="ko-KR" altLang="en-US" sz="1100" b="0" dirty="0"/>
              <a:t>셀 </a:t>
            </a:r>
            <a:r>
              <a:rPr lang="ko-KR" altLang="en-US" sz="1100" b="0" dirty="0" err="1"/>
              <a:t>수율</a:t>
            </a:r>
            <a:r>
              <a:rPr lang="ko-KR" altLang="en-US" sz="1100" b="0" dirty="0"/>
              <a:t> </a:t>
            </a:r>
            <a:r>
              <a:rPr lang="ko-KR" altLang="en-US" sz="1100" b="0" dirty="0" err="1"/>
              <a:t>연목표</a:t>
            </a:r>
            <a:r>
              <a:rPr lang="ko-KR" altLang="en-US" sz="1100" b="0" dirty="0"/>
              <a:t> 대비 </a:t>
            </a:r>
            <a:r>
              <a:rPr lang="en-US" altLang="ko-KR" sz="1100" b="0" dirty="0"/>
              <a:t>2.7%p </a:t>
            </a:r>
            <a:r>
              <a:rPr lang="ko-KR" altLang="en-US" sz="1100" b="0" dirty="0"/>
              <a:t>미달</a:t>
            </a:r>
            <a:r>
              <a:rPr lang="en-US" altLang="ko-KR" sz="1100" b="0" dirty="0"/>
              <a:t> </a:t>
            </a:r>
            <a:r>
              <a:rPr lang="ko-KR" altLang="en-US" sz="1100" b="0" dirty="0"/>
              <a:t>수준 </a:t>
            </a:r>
            <a:r>
              <a:rPr lang="en-US" altLang="ko-KR" sz="1100" b="0" dirty="0"/>
              <a:t>(</a:t>
            </a:r>
            <a:r>
              <a:rPr lang="ko-KR" altLang="en-US" sz="1100" b="0" dirty="0"/>
              <a:t>하반기 만회 필요</a:t>
            </a:r>
            <a:r>
              <a:rPr lang="en-US" altLang="ko-KR" sz="1100" b="0" dirty="0"/>
              <a:t>)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7C30508-2BA4-C0D0-FEC7-301AC9CA1CEC}"/>
              </a:ext>
            </a:extLst>
          </p:cNvPr>
          <p:cNvSpPr txBox="1"/>
          <p:nvPr/>
        </p:nvSpPr>
        <p:spPr>
          <a:xfrm>
            <a:off x="5328865" y="4238835"/>
            <a:ext cx="1750468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Catch-up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방안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5A71383-CC51-6776-3653-7C4B269EB1BE}"/>
              </a:ext>
            </a:extLst>
          </p:cNvPr>
          <p:cNvSpPr txBox="1"/>
          <p:nvPr/>
        </p:nvSpPr>
        <p:spPr>
          <a:xfrm>
            <a:off x="5479330" y="4562213"/>
            <a:ext cx="4322376" cy="1933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북미 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셀 </a:t>
            </a:r>
            <a:r>
              <a:rPr kumimoji="1" lang="ko-KR" alt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</a:t>
            </a: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: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상반기 개선과제 확산 전개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가접롤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파기솔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장변실러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컷터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이상감지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활성화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Degas </a:t>
            </a:r>
            <a:r>
              <a:rPr kumimoji="1" lang="ko-KR" altLang="en-US" sz="1100" err="1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진공압</a:t>
            </a:r>
            <a:r>
              <a:rPr kumimoji="1" lang="ko-KR" altLang="en-US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 프로파일 </a:t>
            </a:r>
            <a:r>
              <a:rPr kumimoji="1" lang="en-US" altLang="ko-KR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vs</a:t>
            </a:r>
            <a:r>
              <a:rPr kumimoji="1" lang="ko-KR" altLang="en-US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 절연저항 관계 분석 개선 </a:t>
            </a:r>
            <a:r>
              <a:rPr kumimoji="1" lang="en-US" altLang="ko-KR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(WA </a:t>
            </a:r>
            <a:r>
              <a:rPr kumimoji="1" lang="ko-KR" altLang="en-US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→ </a:t>
            </a:r>
            <a:r>
              <a:rPr kumimoji="1" lang="en-US" altLang="ko-KR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OT </a:t>
            </a:r>
            <a:r>
              <a:rPr kumimoji="1" lang="ko-KR" altLang="en-US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확산</a:t>
            </a:r>
            <a:r>
              <a:rPr kumimoji="1" lang="en-US" altLang="ko-KR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ko-KR" altLang="en-US" sz="1100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[WA </a:t>
            </a:r>
            <a:r>
              <a:rPr kumimoji="1"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</a:t>
            </a:r>
            <a:r>
              <a:rPr kumimoji="1"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/ESS </a:t>
            </a:r>
            <a:r>
              <a:rPr kumimoji="1"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셀 </a:t>
            </a:r>
            <a:r>
              <a:rPr kumimoji="1" lang="ko-KR" altLang="en-US" sz="1100" b="1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kumimoji="1"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(E77A)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상반기 개선활동 →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ESS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라인 확산 전개 </a:t>
            </a: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(E77A)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컷터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전 호기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(WA5, 51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적용을 통한 추가 개선 예정</a:t>
            </a: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/ESS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활성화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Deg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챔버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진공압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프로파일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vs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절연저항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관계분석 및 개선 </a:t>
            </a: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844083" fontAlgn="base">
              <a:spcBef>
                <a:spcPts val="200"/>
              </a:spcBef>
              <a:spcAft>
                <a:spcPts val="200"/>
              </a:spcAft>
              <a:buSzPct val="85000"/>
              <a:defRPr/>
            </a:pP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94" name="표 193">
            <a:extLst>
              <a:ext uri="{FF2B5EF4-FFF2-40B4-BE49-F238E27FC236}">
                <a16:creationId xmlns:a16="http://schemas.microsoft.com/office/drawing/2014/main" id="{FA4FFE92-5C11-A33B-1FBF-5AEE5526F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434815"/>
              </p:ext>
            </p:extLst>
          </p:nvPr>
        </p:nvGraphicFramePr>
        <p:xfrm>
          <a:off x="10027155" y="2028825"/>
          <a:ext cx="4322376" cy="2682240"/>
        </p:xfrm>
        <a:graphic>
          <a:graphicData uri="http://schemas.openxmlformats.org/drawingml/2006/table">
            <a:tbl>
              <a:tblPr/>
              <a:tblGrid>
                <a:gridCol w="394028">
                  <a:extLst>
                    <a:ext uri="{9D8B030D-6E8A-4147-A177-3AD203B41FA5}">
                      <a16:colId xmlns:a16="http://schemas.microsoft.com/office/drawing/2014/main" val="3459835118"/>
                    </a:ext>
                  </a:extLst>
                </a:gridCol>
                <a:gridCol w="359976">
                  <a:extLst>
                    <a:ext uri="{9D8B030D-6E8A-4147-A177-3AD203B41FA5}">
                      <a16:colId xmlns:a16="http://schemas.microsoft.com/office/drawing/2014/main" val="2507179855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498327154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2841986536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701378957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4183846963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2159789640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1412892017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1609828424"/>
                    </a:ext>
                  </a:extLst>
                </a:gridCol>
                <a:gridCol w="347820">
                  <a:extLst>
                    <a:ext uri="{9D8B030D-6E8A-4147-A177-3AD203B41FA5}">
                      <a16:colId xmlns:a16="http://schemas.microsoft.com/office/drawing/2014/main" val="5870779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13263782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738964120"/>
                    </a:ext>
                  </a:extLst>
                </a:gridCol>
              </a:tblGrid>
              <a:tr h="11451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월별 실적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연간比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달성율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570723"/>
                  </a:ext>
                </a:extLst>
              </a:tr>
              <a:tr h="1145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10061"/>
                  </a:ext>
                </a:extLst>
              </a:tr>
              <a:tr h="114519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북미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9525" marR="9525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9525" marR="9525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239344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503902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826732"/>
                  </a:ext>
                </a:extLst>
              </a:tr>
              <a:tr h="11451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</a:t>
                      </a:r>
                    </a:p>
                  </a:txBody>
                  <a:tcPr marL="9525" marR="9525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101.1%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234338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101.0%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86975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98.75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90207"/>
                  </a:ext>
                </a:extLst>
              </a:tr>
              <a:tr h="11451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99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9525" marR="9525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FFFF99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5210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510554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58960"/>
                  </a:ext>
                </a:extLst>
              </a:tr>
              <a:tr h="114519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9525" marR="9525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11304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041173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25959"/>
                  </a:ext>
                </a:extLst>
              </a:tr>
              <a:tr h="11451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052738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334242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337859"/>
                  </a:ext>
                </a:extLst>
              </a:tr>
              <a:tr h="114519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99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9525" marR="9525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99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97613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878995"/>
                  </a:ext>
                </a:extLst>
              </a:tr>
              <a:tr h="91615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360399"/>
                  </a:ext>
                </a:extLst>
              </a:tr>
            </a:tbl>
          </a:graphicData>
        </a:graphic>
      </p:graphicFrame>
      <p:sp>
        <p:nvSpPr>
          <p:cNvPr id="195" name="타원 194">
            <a:extLst>
              <a:ext uri="{FF2B5EF4-FFF2-40B4-BE49-F238E27FC236}">
                <a16:creationId xmlns:a16="http://schemas.microsoft.com/office/drawing/2014/main" id="{243BD0B4-9171-3314-A3FE-2A71FC3B81C8}"/>
              </a:ext>
            </a:extLst>
          </p:cNvPr>
          <p:cNvSpPr/>
          <p:nvPr/>
        </p:nvSpPr>
        <p:spPr>
          <a:xfrm>
            <a:off x="6420862" y="33838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25C6C96-ED5F-04C0-6FA6-9ADF754126EC}"/>
              </a:ext>
            </a:extLst>
          </p:cNvPr>
          <p:cNvSpPr txBox="1"/>
          <p:nvPr/>
        </p:nvSpPr>
        <p:spPr>
          <a:xfrm>
            <a:off x="6315472" y="3548796"/>
            <a:ext cx="81592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알람 양산 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및 수율 개선 활동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6B85C-7CAF-CA09-E799-EC04618E5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974261"/>
              </p:ext>
            </p:extLst>
          </p:nvPr>
        </p:nvGraphicFramePr>
        <p:xfrm>
          <a:off x="10032875" y="4866962"/>
          <a:ext cx="5591275" cy="1971675"/>
        </p:xfrm>
        <a:graphic>
          <a:graphicData uri="http://schemas.openxmlformats.org/drawingml/2006/table">
            <a:tbl>
              <a:tblPr/>
              <a:tblGrid>
                <a:gridCol w="324925">
                  <a:extLst>
                    <a:ext uri="{9D8B030D-6E8A-4147-A177-3AD203B41FA5}">
                      <a16:colId xmlns:a16="http://schemas.microsoft.com/office/drawing/2014/main" val="3360479996"/>
                    </a:ext>
                  </a:extLst>
                </a:gridCol>
                <a:gridCol w="240787">
                  <a:extLst>
                    <a:ext uri="{9D8B030D-6E8A-4147-A177-3AD203B41FA5}">
                      <a16:colId xmlns:a16="http://schemas.microsoft.com/office/drawing/2014/main" val="621691275"/>
                    </a:ext>
                  </a:extLst>
                </a:gridCol>
                <a:gridCol w="240787">
                  <a:extLst>
                    <a:ext uri="{9D8B030D-6E8A-4147-A177-3AD203B41FA5}">
                      <a16:colId xmlns:a16="http://schemas.microsoft.com/office/drawing/2014/main" val="481387887"/>
                    </a:ext>
                  </a:extLst>
                </a:gridCol>
                <a:gridCol w="2558538">
                  <a:extLst>
                    <a:ext uri="{9D8B030D-6E8A-4147-A177-3AD203B41FA5}">
                      <a16:colId xmlns:a16="http://schemas.microsoft.com/office/drawing/2014/main" val="2918409670"/>
                    </a:ext>
                  </a:extLst>
                </a:gridCol>
                <a:gridCol w="717038">
                  <a:extLst>
                    <a:ext uri="{9D8B030D-6E8A-4147-A177-3AD203B41FA5}">
                      <a16:colId xmlns:a16="http://schemas.microsoft.com/office/drawing/2014/main" val="585208285"/>
                    </a:ext>
                  </a:extLst>
                </a:gridCol>
                <a:gridCol w="1509200">
                  <a:extLst>
                    <a:ext uri="{9D8B030D-6E8A-4147-A177-3AD203B41FA5}">
                      <a16:colId xmlns:a16="http://schemas.microsoft.com/office/drawing/2014/main" val="1023983340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과제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항목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효과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7746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구동부 주요 파손 개소 사전 감지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(%)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[25.4Q] 0.7% → [26.5월] 0.2%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05342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부하율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/온도 이상감지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(%)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[26.1Q] 0.30% → [26.2Q] 0.01%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378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AZS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AZS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Swing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Head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Align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Stage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이상감지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(%)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[26.5월] 9.7% → [26.6월] 7.0%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8207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탭단선 용접 품질 이슈 대응 이상감지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NCR (건)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[26.2월] 9건 → [26.3월] 0건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72405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장변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Y축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실러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 개선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Y축 실러불량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[25년] 0.11% → [26년 상반기] 0.07%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24111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가접롤러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AA갭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최적화를 통한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AA갭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Cpk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위치불량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[26.3월] 0.31% → [26.6월] 0.19%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7932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STK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D-STK 파기솔 진공압 이상감지 모노스태킹 불량개선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모노스태킹 불량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[25.12월] 0.37% → [26.6월] 0.15%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65499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재밍/파단 이상감지(Y축 패스라인 이상, C/V 속도편차, A/S이상)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재밍/파단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[26.1Q] 2.86% → [26.2Q] 0.85%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82287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 컷터(E77A) ’26.2~6월(35건 현장 조치)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위치불량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[월 평균] 0.08%p 개선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42247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 피딩롤러 열화 교체 위치불량 개선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위치불량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[26.1Q] 0.27% → [26.2Q] 0.21%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33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 장변 Y축 실러 불량 개선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Y축 실러불량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[25년] 0.07% → [26년 상반기] 0.05%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137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39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그룹 93">
            <a:extLst>
              <a:ext uri="{FF2B5EF4-FFF2-40B4-BE49-F238E27FC236}">
                <a16:creationId xmlns:a16="http://schemas.microsoft.com/office/drawing/2014/main" id="{9D10BDBC-5C15-4CD9-93AB-52847D96B08B}"/>
              </a:ext>
            </a:extLst>
          </p:cNvPr>
          <p:cNvGrpSpPr/>
          <p:nvPr/>
        </p:nvGrpSpPr>
        <p:grpSpPr>
          <a:xfrm>
            <a:off x="7758397" y="68805"/>
            <a:ext cx="1975387" cy="604476"/>
            <a:chOff x="4232920" y="49957"/>
            <a:chExt cx="1975387" cy="604476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E91A4BFE-EF64-43BD-A97C-5121433419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9E991CC-BD5A-4EF2-8C69-EBF86AAA4D37}"/>
                </a:ext>
              </a:extLst>
            </p:cNvPr>
            <p:cNvSpPr txBox="1"/>
            <p:nvPr/>
          </p:nvSpPr>
          <p:spPr>
            <a:xfrm>
              <a:off x="4458469" y="52657"/>
              <a:ext cx="973985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초과 달성</a:t>
              </a:r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D7002EAD-6A30-468E-A221-EBC2257CC6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33BF6C8-F4D9-43C1-9776-462EA193D63B}"/>
                </a:ext>
              </a:extLst>
            </p:cNvPr>
            <p:cNvSpPr txBox="1"/>
            <p:nvPr/>
          </p:nvSpPr>
          <p:spPr>
            <a:xfrm>
              <a:off x="4458469" y="477133"/>
              <a:ext cx="1749838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미달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B4DD7C55-3F69-4580-AA61-F5F1061E96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B26F4D9-0AD5-4DFE-A4DF-A6AA5DA37C9F}"/>
                </a:ext>
              </a:extLst>
            </p:cNvPr>
            <p:cNvSpPr txBox="1"/>
            <p:nvPr/>
          </p:nvSpPr>
          <p:spPr>
            <a:xfrm>
              <a:off x="4458469" y="264895"/>
              <a:ext cx="1534394" cy="1595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달성 수준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8" name="실행 단추: 처음으로 이동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E17314-3356-4004-6AFE-1E00A4D080B4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ABBD3AE-45F1-906A-0E1A-B633BBC5A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23909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제조 운영 </a:t>
                      </a:r>
                      <a:r>
                        <a:rPr lang="en-US" altLang="ko-KR" sz="11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100" b="1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1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(</a:t>
                      </a:r>
                      <a:r>
                        <a:rPr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</a:t>
                      </a:r>
                      <a:r>
                        <a:rPr kumimoji="1" lang="ko-KR" altLang="en-US" sz="11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목표 달성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[2Q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 </a:t>
                      </a:r>
                      <a:r>
                        <a:rPr lang="en-US" altLang="ko-KR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97.36% / </a:t>
                      </a:r>
                      <a:r>
                        <a:rPr lang="ko-KR" altLang="en-US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 전개</a:t>
                      </a:r>
                      <a:r>
                        <a:rPr lang="en-US" altLang="ko-KR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 검증 및 개선</a:t>
                      </a:r>
                      <a:endParaRPr lang="en-US" altLang="ko-KR" sz="1000" b="1" kern="1200" spc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Q: OC2 NFF 2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셀 수율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97.7%(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달성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D:’25.12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 (</a:t>
                      </a:r>
                      <a:r>
                        <a:rPr lang="ko-KR" altLang="en-US" sz="1000" b="1" i="0" u="none" strike="noStrike" spc="-7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DEB36B91-6CB3-225D-9AA7-B553425D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FB7DB57-BBAB-CD29-0393-C69AE4AA2E7C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17E61D-C7DA-3DB6-02D2-7FFA67EC4CDE}"/>
              </a:ext>
            </a:extLst>
          </p:cNvPr>
          <p:cNvSpPr/>
          <p:nvPr/>
        </p:nvSpPr>
        <p:spPr>
          <a:xfrm>
            <a:off x="2547139" y="1071294"/>
            <a:ext cx="459888" cy="13662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605CE17-A860-81AC-8289-6A501BDA6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2828925"/>
            <a:ext cx="448035" cy="3801799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E5985277-EFBB-38DF-4DAF-D729B9530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499549"/>
              </p:ext>
            </p:extLst>
          </p:nvPr>
        </p:nvGraphicFramePr>
        <p:xfrm>
          <a:off x="735048" y="1521549"/>
          <a:ext cx="8862108" cy="1250226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87953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487953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B3B2E45-D187-9325-116E-39E9A1FB62D1}"/>
              </a:ext>
            </a:extLst>
          </p:cNvPr>
          <p:cNvSpPr txBox="1"/>
          <p:nvPr/>
        </p:nvSpPr>
        <p:spPr>
          <a:xfrm>
            <a:off x="776536" y="1854060"/>
            <a:ext cx="431420" cy="8510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수율</a:t>
            </a:r>
            <a:endParaRPr kumimoji="0" lang="en-US" altLang="ko-KR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개선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F1FC784-7463-0895-CC15-E476A540CABC}"/>
              </a:ext>
            </a:extLst>
          </p:cNvPr>
          <p:cNvCxnSpPr>
            <a:cxnSpLocks/>
          </p:cNvCxnSpPr>
          <p:nvPr/>
        </p:nvCxnSpPr>
        <p:spPr>
          <a:xfrm>
            <a:off x="1524000" y="1865033"/>
            <a:ext cx="578530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18A91B7-58D2-6C99-7284-747FE3574B12}"/>
              </a:ext>
            </a:extLst>
          </p:cNvPr>
          <p:cNvCxnSpPr>
            <a:cxnSpLocks/>
          </p:cNvCxnSpPr>
          <p:nvPr/>
        </p:nvCxnSpPr>
        <p:spPr>
          <a:xfrm>
            <a:off x="1524000" y="2408283"/>
            <a:ext cx="501639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55319B86-526E-36FB-BC95-AAAC7B67AC54}"/>
              </a:ext>
            </a:extLst>
          </p:cNvPr>
          <p:cNvSpPr/>
          <p:nvPr/>
        </p:nvSpPr>
        <p:spPr>
          <a:xfrm>
            <a:off x="2773692" y="233628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F2D0198E-E948-E423-3E6C-8EF65FD45952}"/>
              </a:ext>
            </a:extLst>
          </p:cNvPr>
          <p:cNvCxnSpPr>
            <a:cxnSpLocks/>
            <a:stCxn id="84" idx="0"/>
            <a:endCxn id="86" idx="4"/>
          </p:cNvCxnSpPr>
          <p:nvPr/>
        </p:nvCxnSpPr>
        <p:spPr>
          <a:xfrm rot="5400000" flipH="1" flipV="1">
            <a:off x="3158794" y="1932148"/>
            <a:ext cx="388998" cy="409414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45F1359-D500-BF65-9C1E-FDEE0B1DE081}"/>
              </a:ext>
            </a:extLst>
          </p:cNvPr>
          <p:cNvSpPr txBox="1"/>
          <p:nvPr/>
        </p:nvSpPr>
        <p:spPr>
          <a:xfrm>
            <a:off x="1265765" y="2323760"/>
            <a:ext cx="48772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모델 개발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01808-E380-10AF-034D-C3C2F2FE6B8D}"/>
              </a:ext>
            </a:extLst>
          </p:cNvPr>
          <p:cNvSpPr txBox="1"/>
          <p:nvPr/>
        </p:nvSpPr>
        <p:spPr>
          <a:xfrm>
            <a:off x="1265765" y="1835690"/>
            <a:ext cx="48772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양산 운영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FCBB26-0888-20A4-A925-7F5C090A4C80}"/>
              </a:ext>
            </a:extLst>
          </p:cNvPr>
          <p:cNvSpPr txBox="1"/>
          <p:nvPr/>
        </p:nvSpPr>
        <p:spPr>
          <a:xfrm>
            <a:off x="3750935" y="2057647"/>
            <a:ext cx="851121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과제별  진행사항에 따라 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유동적으로  진행 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600079-0A37-6E5A-3668-7BAB099D350A}"/>
              </a:ext>
            </a:extLst>
          </p:cNvPr>
          <p:cNvSpPr txBox="1"/>
          <p:nvPr/>
        </p:nvSpPr>
        <p:spPr>
          <a:xfrm>
            <a:off x="2452942" y="2463240"/>
            <a:ext cx="78604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치명 인자 도출 및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 개발 완료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(3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건 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37" name="그룹 1">
            <a:extLst>
              <a:ext uri="{FF2B5EF4-FFF2-40B4-BE49-F238E27FC236}">
                <a16:creationId xmlns:a16="http://schemas.microsoft.com/office/drawing/2014/main" id="{730830E0-7C2D-FBDD-30BE-A84D29561D62}"/>
              </a:ext>
            </a:extLst>
          </p:cNvPr>
          <p:cNvGrpSpPr/>
          <p:nvPr/>
        </p:nvGrpSpPr>
        <p:grpSpPr>
          <a:xfrm>
            <a:off x="5303579" y="1518753"/>
            <a:ext cx="205184" cy="1253022"/>
            <a:chOff x="2020628" y="1123354"/>
            <a:chExt cx="205184" cy="3754101"/>
          </a:xfrm>
        </p:grpSpPr>
        <p:grpSp>
          <p:nvGrpSpPr>
            <p:cNvPr id="38" name="그룹 2">
              <a:extLst>
                <a:ext uri="{FF2B5EF4-FFF2-40B4-BE49-F238E27FC236}">
                  <a16:creationId xmlns:a16="http://schemas.microsoft.com/office/drawing/2014/main" id="{18CC7EF9-97D0-8143-9565-203739CA0179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3299395"/>
              <a:chOff x="4167960" y="2510051"/>
              <a:chExt cx="120667" cy="3420307"/>
            </a:xfrm>
          </p:grpSpPr>
          <p:cxnSp>
            <p:nvCxnSpPr>
              <p:cNvPr id="45" name="직선 연결선 167">
                <a:extLst>
                  <a:ext uri="{FF2B5EF4-FFF2-40B4-BE49-F238E27FC236}">
                    <a16:creationId xmlns:a16="http://schemas.microsoft.com/office/drawing/2014/main" id="{AC74E27F-6FD4-3B21-0DA9-E701CF872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324443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46" name="이등변 삼각형 7">
                <a:extLst>
                  <a:ext uri="{FF2B5EF4-FFF2-40B4-BE49-F238E27FC236}">
                    <a16:creationId xmlns:a16="http://schemas.microsoft.com/office/drawing/2014/main" id="{F5A328CC-C824-48DD-8331-2F7920F8DF7B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41" name="Text Box 4">
              <a:extLst>
                <a:ext uri="{FF2B5EF4-FFF2-40B4-BE49-F238E27FC236}">
                  <a16:creationId xmlns:a16="http://schemas.microsoft.com/office/drawing/2014/main" id="{32ACE0CE-944F-0647-9A1E-4F60B8795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48" name="그룹 1">
            <a:extLst>
              <a:ext uri="{FF2B5EF4-FFF2-40B4-BE49-F238E27FC236}">
                <a16:creationId xmlns:a16="http://schemas.microsoft.com/office/drawing/2014/main" id="{6083D693-E563-6ECC-E078-CD0EECF5DAE5}"/>
              </a:ext>
            </a:extLst>
          </p:cNvPr>
          <p:cNvGrpSpPr/>
          <p:nvPr/>
        </p:nvGrpSpPr>
        <p:grpSpPr>
          <a:xfrm>
            <a:off x="7257256" y="1484784"/>
            <a:ext cx="205184" cy="1286991"/>
            <a:chOff x="2020628" y="1123354"/>
            <a:chExt cx="205184" cy="3855874"/>
          </a:xfrm>
        </p:grpSpPr>
        <p:grpSp>
          <p:nvGrpSpPr>
            <p:cNvPr id="52" name="그룹 2">
              <a:extLst>
                <a:ext uri="{FF2B5EF4-FFF2-40B4-BE49-F238E27FC236}">
                  <a16:creationId xmlns:a16="http://schemas.microsoft.com/office/drawing/2014/main" id="{059A5C2D-104E-B8ED-D105-7E06A73F44DC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3401168"/>
              <a:chOff x="4167960" y="2510051"/>
              <a:chExt cx="120667" cy="3525809"/>
            </a:xfrm>
          </p:grpSpPr>
          <p:cxnSp>
            <p:nvCxnSpPr>
              <p:cNvPr id="55" name="직선 연결선 167">
                <a:extLst>
                  <a:ext uri="{FF2B5EF4-FFF2-40B4-BE49-F238E27FC236}">
                    <a16:creationId xmlns:a16="http://schemas.microsoft.com/office/drawing/2014/main" id="{223612EC-2B23-060C-1C14-7951940132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3349932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58" name="이등변 삼각형 7">
                <a:extLst>
                  <a:ext uri="{FF2B5EF4-FFF2-40B4-BE49-F238E27FC236}">
                    <a16:creationId xmlns:a16="http://schemas.microsoft.com/office/drawing/2014/main" id="{166E22A8-6268-28B9-F9AD-DAB8CA335861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54" name="Text Box 4">
              <a:extLst>
                <a:ext uri="{FF2B5EF4-FFF2-40B4-BE49-F238E27FC236}">
                  <a16:creationId xmlns:a16="http://schemas.microsoft.com/office/drawing/2014/main" id="{5060FAE0-B797-F56D-5765-2EA326DAD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9" name="타원 58">
            <a:extLst>
              <a:ext uri="{FF2B5EF4-FFF2-40B4-BE49-F238E27FC236}">
                <a16:creationId xmlns:a16="http://schemas.microsoft.com/office/drawing/2014/main" id="{D66DDBE3-9DA1-FEBD-5FE8-E0B62D27A0D2}"/>
              </a:ext>
            </a:extLst>
          </p:cNvPr>
          <p:cNvSpPr/>
          <p:nvPr/>
        </p:nvSpPr>
        <p:spPr>
          <a:xfrm>
            <a:off x="3080792" y="179884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694CDB24-4955-6E46-42C9-7887A2C65FA7}"/>
              </a:ext>
            </a:extLst>
          </p:cNvPr>
          <p:cNvSpPr/>
          <p:nvPr/>
        </p:nvSpPr>
        <p:spPr>
          <a:xfrm>
            <a:off x="7197964" y="179835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B6877-288E-2217-C2E2-C8D77D66666B}"/>
              </a:ext>
            </a:extLst>
          </p:cNvPr>
          <p:cNvSpPr txBox="1"/>
          <p:nvPr/>
        </p:nvSpPr>
        <p:spPr>
          <a:xfrm>
            <a:off x="7036434" y="1915537"/>
            <a:ext cx="467042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효과 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4F342C-D9B3-5470-A4B2-B4D277AEFA79}"/>
              </a:ext>
            </a:extLst>
          </p:cNvPr>
          <p:cNvSpPr txBox="1"/>
          <p:nvPr/>
        </p:nvSpPr>
        <p:spPr>
          <a:xfrm>
            <a:off x="2935073" y="1933425"/>
            <a:ext cx="467042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양산 운영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DF443C-58F3-4241-BC4C-F87AE3E6EA82}"/>
              </a:ext>
            </a:extLst>
          </p:cNvPr>
          <p:cNvSpPr txBox="1"/>
          <p:nvPr/>
        </p:nvSpPr>
        <p:spPr>
          <a:xfrm>
            <a:off x="3790728" y="2436172"/>
            <a:ext cx="71711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 사항 도출 및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 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3D97F864-1AF3-A857-6E79-2791E3757E10}"/>
              </a:ext>
            </a:extLst>
          </p:cNvPr>
          <p:cNvSpPr/>
          <p:nvPr/>
        </p:nvSpPr>
        <p:spPr>
          <a:xfrm>
            <a:off x="4241192" y="233628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814E07-CE74-CD9D-3FDF-BAB77601D109}"/>
              </a:ext>
            </a:extLst>
          </p:cNvPr>
          <p:cNvSpPr txBox="1"/>
          <p:nvPr/>
        </p:nvSpPr>
        <p:spPr>
          <a:xfrm>
            <a:off x="4507838" y="2436173"/>
            <a:ext cx="71711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치명 인자 도출 및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 개발 </a:t>
            </a:r>
            <a:r>
              <a:rPr kumimoji="1" lang="en-US" altLang="ko-KR" sz="700" b="0" i="0" u="none" strike="sng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</a:t>
            </a:r>
            <a:r>
              <a:rPr kumimoji="1" lang="ko-KR" altLang="en-US" sz="700" b="0" i="0" u="none" strike="sng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건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건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B65D9B6-0510-CBC4-DB66-FC1B39D52FC8}"/>
              </a:ext>
            </a:extLst>
          </p:cNvPr>
          <p:cNvSpPr/>
          <p:nvPr/>
        </p:nvSpPr>
        <p:spPr>
          <a:xfrm>
            <a:off x="4727818" y="233027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FE5EA975-8D06-43E8-545D-E5A04260FA50}"/>
              </a:ext>
            </a:extLst>
          </p:cNvPr>
          <p:cNvSpPr/>
          <p:nvPr/>
        </p:nvSpPr>
        <p:spPr>
          <a:xfrm>
            <a:off x="4997076" y="17989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60DCBC-487A-9A8A-9AEB-D7FAD7ED68DE}"/>
              </a:ext>
            </a:extLst>
          </p:cNvPr>
          <p:cNvSpPr txBox="1"/>
          <p:nvPr/>
        </p:nvSpPr>
        <p:spPr>
          <a:xfrm>
            <a:off x="4851357" y="1933501"/>
            <a:ext cx="467042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양산 운영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80" name="연결선: 구부러짐 79">
            <a:extLst>
              <a:ext uri="{FF2B5EF4-FFF2-40B4-BE49-F238E27FC236}">
                <a16:creationId xmlns:a16="http://schemas.microsoft.com/office/drawing/2014/main" id="{278590F4-F3F0-CA3F-AFB1-A0226A46D1E2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 flipV="1">
            <a:off x="4871818" y="1870920"/>
            <a:ext cx="125258" cy="531353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74145EC-0A84-DFE3-C42C-EE3C28981CCD}"/>
              </a:ext>
            </a:extLst>
          </p:cNvPr>
          <p:cNvCxnSpPr>
            <a:endCxn id="64" idx="1"/>
          </p:cNvCxnSpPr>
          <p:nvPr/>
        </p:nvCxnSpPr>
        <p:spPr>
          <a:xfrm>
            <a:off x="3244079" y="2580246"/>
            <a:ext cx="546649" cy="0"/>
          </a:xfrm>
          <a:prstGeom prst="straightConnector1">
            <a:avLst/>
          </a:prstGeom>
          <a:ln w="63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4">
            <a:extLst>
              <a:ext uri="{FF2B5EF4-FFF2-40B4-BE49-F238E27FC236}">
                <a16:creationId xmlns:a16="http://schemas.microsoft.com/office/drawing/2014/main" id="{671F9D9F-D9B0-68C8-9D3A-9D2C94530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261651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E34237-EEE6-3718-D538-4EE66DE78656}"/>
              </a:ext>
            </a:extLst>
          </p:cNvPr>
          <p:cNvSpPr txBox="1"/>
          <p:nvPr/>
        </p:nvSpPr>
        <p:spPr>
          <a:xfrm>
            <a:off x="1817173" y="1973190"/>
            <a:ext cx="1116900" cy="39586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1. Tab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꽂힘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+FTF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상태검사 불량 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 2. CBD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비틀림 불량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 3. CIT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테이프 불량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857DE44B-0DA6-BF48-E27A-C000B20055E7}"/>
              </a:ext>
            </a:extLst>
          </p:cNvPr>
          <p:cNvSpPr/>
          <p:nvPr/>
        </p:nvSpPr>
        <p:spPr>
          <a:xfrm>
            <a:off x="3076586" y="23313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id="{7F9AEC35-2701-CEED-0F75-51544B50728B}"/>
              </a:ext>
            </a:extLst>
          </p:cNvPr>
          <p:cNvCxnSpPr>
            <a:cxnSpLocks/>
            <a:stCxn id="30" idx="7"/>
            <a:endCxn id="84" idx="1"/>
          </p:cNvCxnSpPr>
          <p:nvPr/>
        </p:nvCxnSpPr>
        <p:spPr>
          <a:xfrm rot="5400000" flipH="1" flipV="1">
            <a:off x="2994675" y="2254372"/>
            <a:ext cx="4929" cy="201070"/>
          </a:xfrm>
          <a:prstGeom prst="curvedConnector3">
            <a:avLst>
              <a:gd name="adj1" fmla="val 5165693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08E4E242-0B1F-8E3D-A9C2-191E82946D7F}"/>
              </a:ext>
            </a:extLst>
          </p:cNvPr>
          <p:cNvSpPr/>
          <p:nvPr/>
        </p:nvSpPr>
        <p:spPr>
          <a:xfrm>
            <a:off x="3486000" y="179835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0E0A9DC7-462D-5574-D142-969E5BE4BBA6}"/>
              </a:ext>
            </a:extLst>
          </p:cNvPr>
          <p:cNvCxnSpPr>
            <a:cxnSpLocks/>
            <a:stCxn id="59" idx="0"/>
            <a:endCxn id="86" idx="1"/>
          </p:cNvCxnSpPr>
          <p:nvPr/>
        </p:nvCxnSpPr>
        <p:spPr>
          <a:xfrm rot="16200000" flipH="1">
            <a:off x="3319640" y="1631996"/>
            <a:ext cx="20600" cy="354296"/>
          </a:xfrm>
          <a:prstGeom prst="curvedConnector3">
            <a:avLst>
              <a:gd name="adj1" fmla="val -1112078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E41D31A-3E3F-4BED-A777-46337942397F}"/>
              </a:ext>
            </a:extLst>
          </p:cNvPr>
          <p:cNvSpPr txBox="1"/>
          <p:nvPr/>
        </p:nvSpPr>
        <p:spPr>
          <a:xfrm>
            <a:off x="5037046" y="2081784"/>
            <a:ext cx="1116900" cy="18042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1. Tab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꽂힘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+FTF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상태검사 불량 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91750-B754-A412-E4C9-198CFF73D9A4}"/>
              </a:ext>
            </a:extLst>
          </p:cNvPr>
          <p:cNvSpPr txBox="1"/>
          <p:nvPr/>
        </p:nvSpPr>
        <p:spPr>
          <a:xfrm>
            <a:off x="799741" y="3016197"/>
            <a:ext cx="314875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상반기 실적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0A0CA-4CD6-D6FB-2B34-D9F81C851437}"/>
              </a:ext>
            </a:extLst>
          </p:cNvPr>
          <p:cNvSpPr txBox="1"/>
          <p:nvPr/>
        </p:nvSpPr>
        <p:spPr>
          <a:xfrm>
            <a:off x="907509" y="3233786"/>
            <a:ext cx="4217952" cy="26161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</a:t>
            </a:r>
            <a:r>
              <a:rPr lang="en-US" altLang="ko-KR" sz="1100" b="0"/>
              <a:t>6</a:t>
            </a:r>
            <a:r>
              <a:rPr lang="ko-KR" altLang="en-US" sz="1100" b="0"/>
              <a:t>월 목표 </a:t>
            </a:r>
            <a:r>
              <a:rPr lang="en-US" altLang="ko-KR" sz="1100" b="0"/>
              <a:t>98.87% </a:t>
            </a:r>
            <a:r>
              <a:rPr lang="ko-KR" altLang="en-US" sz="1100" b="0"/>
              <a:t>대비</a:t>
            </a:r>
            <a:r>
              <a:rPr lang="en-US" altLang="ko-KR" sz="1100" b="0"/>
              <a:t>,</a:t>
            </a:r>
            <a:r>
              <a:rPr lang="ko-KR" altLang="en-US" sz="1100" b="0"/>
              <a:t> 실적 </a:t>
            </a:r>
            <a:r>
              <a:rPr lang="en-US" altLang="ko-KR" sz="1100" b="0"/>
              <a:t>98.58%</a:t>
            </a:r>
            <a:r>
              <a:rPr lang="ko-KR" altLang="en-US" sz="1100" b="0"/>
              <a:t>로 </a:t>
            </a:r>
            <a:r>
              <a:rPr lang="en-US" altLang="ko-KR" sz="1100" b="0"/>
              <a:t>0.09%p </a:t>
            </a:r>
            <a:r>
              <a:rPr lang="ko-KR" altLang="en-US" sz="1100" b="0" err="1"/>
              <a:t>미달성</a:t>
            </a:r>
            <a:r>
              <a:rPr lang="ko-KR" altLang="en-US" sz="1100" b="0"/>
              <a:t> </a:t>
            </a:r>
            <a:endParaRPr lang="en-US" altLang="ko-KR" sz="1100" b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43BF5F-63C2-E853-EA80-D411D773CAA7}"/>
              </a:ext>
            </a:extLst>
          </p:cNvPr>
          <p:cNvSpPr txBox="1"/>
          <p:nvPr/>
        </p:nvSpPr>
        <p:spPr>
          <a:xfrm>
            <a:off x="925606" y="5128813"/>
            <a:ext cx="4204677" cy="3608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Vision 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조명</a:t>
            </a:r>
            <a:r>
              <a:rPr kumimoji="1" lang="en-US" altLang="ko-KR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밝기</a:t>
            </a:r>
            <a:r>
              <a:rPr kumimoji="1" lang="en-US" altLang="ko-KR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이상감지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통한 검사기 오인식에 의한 과검 불량 개선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 사례 기준으로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0.04% ± α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가능할 것으로 판단됨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B03311DB-F6AA-A3E5-EF96-7249F8D07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80964"/>
              </p:ext>
            </p:extLst>
          </p:nvPr>
        </p:nvGraphicFramePr>
        <p:xfrm>
          <a:off x="1083961" y="4317944"/>
          <a:ext cx="4039566" cy="647700"/>
        </p:xfrm>
        <a:graphic>
          <a:graphicData uri="http://schemas.openxmlformats.org/drawingml/2006/table">
            <a:tbl>
              <a:tblPr/>
              <a:tblGrid>
                <a:gridCol w="673261">
                  <a:extLst>
                    <a:ext uri="{9D8B030D-6E8A-4147-A177-3AD203B41FA5}">
                      <a16:colId xmlns:a16="http://schemas.microsoft.com/office/drawing/2014/main" val="3180351185"/>
                    </a:ext>
                  </a:extLst>
                </a:gridCol>
                <a:gridCol w="673261">
                  <a:extLst>
                    <a:ext uri="{9D8B030D-6E8A-4147-A177-3AD203B41FA5}">
                      <a16:colId xmlns:a16="http://schemas.microsoft.com/office/drawing/2014/main" val="1695070359"/>
                    </a:ext>
                  </a:extLst>
                </a:gridCol>
                <a:gridCol w="673261">
                  <a:extLst>
                    <a:ext uri="{9D8B030D-6E8A-4147-A177-3AD203B41FA5}">
                      <a16:colId xmlns:a16="http://schemas.microsoft.com/office/drawing/2014/main" val="477970009"/>
                    </a:ext>
                  </a:extLst>
                </a:gridCol>
                <a:gridCol w="673261">
                  <a:extLst>
                    <a:ext uri="{9D8B030D-6E8A-4147-A177-3AD203B41FA5}">
                      <a16:colId xmlns:a16="http://schemas.microsoft.com/office/drawing/2014/main" val="2207768398"/>
                    </a:ext>
                  </a:extLst>
                </a:gridCol>
                <a:gridCol w="673261">
                  <a:extLst>
                    <a:ext uri="{9D8B030D-6E8A-4147-A177-3AD203B41FA5}">
                      <a16:colId xmlns:a16="http://schemas.microsoft.com/office/drawing/2014/main" val="2366292823"/>
                    </a:ext>
                  </a:extLst>
                </a:gridCol>
                <a:gridCol w="673261">
                  <a:extLst>
                    <a:ext uri="{9D8B030D-6E8A-4147-A177-3AD203B41FA5}">
                      <a16:colId xmlns:a16="http://schemas.microsoft.com/office/drawing/2014/main" val="4292207125"/>
                    </a:ext>
                  </a:extLst>
                </a:gridCol>
              </a:tblGrid>
              <a:tr h="73746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(7/9)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(7/10)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(7/10)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37446"/>
                  </a:ext>
                </a:extLst>
              </a:tr>
              <a:tr h="737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04952"/>
                  </a:ext>
                </a:extLst>
              </a:tr>
              <a:tr h="737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0.01%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078031"/>
                  </a:ext>
                </a:extLst>
              </a:tr>
              <a:tr h="737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개선효과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r>
                        <a:rPr lang="ko-KR" alt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0.09%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0.16%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701052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B0843C2A-5BDD-7DE9-EAAC-BC5037B945F7}"/>
              </a:ext>
            </a:extLst>
          </p:cNvPr>
          <p:cNvSpPr txBox="1"/>
          <p:nvPr/>
        </p:nvSpPr>
        <p:spPr>
          <a:xfrm>
            <a:off x="925606" y="6477183"/>
            <a:ext cx="2968761" cy="174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노칭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불량 개선을 위해 치명인자 분석 중임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(~7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C5419397-5066-15B7-8D12-17455F295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443382"/>
              </p:ext>
            </p:extLst>
          </p:nvPr>
        </p:nvGraphicFramePr>
        <p:xfrm>
          <a:off x="1083961" y="5528928"/>
          <a:ext cx="4026340" cy="647700"/>
        </p:xfrm>
        <a:graphic>
          <a:graphicData uri="http://schemas.openxmlformats.org/drawingml/2006/table">
            <a:tbl>
              <a:tblPr/>
              <a:tblGrid>
                <a:gridCol w="805268">
                  <a:extLst>
                    <a:ext uri="{9D8B030D-6E8A-4147-A177-3AD203B41FA5}">
                      <a16:colId xmlns:a16="http://schemas.microsoft.com/office/drawing/2014/main" val="3180351185"/>
                    </a:ext>
                  </a:extLst>
                </a:gridCol>
                <a:gridCol w="805268">
                  <a:extLst>
                    <a:ext uri="{9D8B030D-6E8A-4147-A177-3AD203B41FA5}">
                      <a16:colId xmlns:a16="http://schemas.microsoft.com/office/drawing/2014/main" val="1695070359"/>
                    </a:ext>
                  </a:extLst>
                </a:gridCol>
                <a:gridCol w="805268">
                  <a:extLst>
                    <a:ext uri="{9D8B030D-6E8A-4147-A177-3AD203B41FA5}">
                      <a16:colId xmlns:a16="http://schemas.microsoft.com/office/drawing/2014/main" val="477970009"/>
                    </a:ext>
                  </a:extLst>
                </a:gridCol>
                <a:gridCol w="805268">
                  <a:extLst>
                    <a:ext uri="{9D8B030D-6E8A-4147-A177-3AD203B41FA5}">
                      <a16:colId xmlns:a16="http://schemas.microsoft.com/office/drawing/2014/main" val="2207768398"/>
                    </a:ext>
                  </a:extLst>
                </a:gridCol>
                <a:gridCol w="805268">
                  <a:extLst>
                    <a:ext uri="{9D8B030D-6E8A-4147-A177-3AD203B41FA5}">
                      <a16:colId xmlns:a16="http://schemas.microsoft.com/office/drawing/2014/main" val="3848673953"/>
                    </a:ext>
                  </a:extLst>
                </a:gridCol>
              </a:tblGrid>
              <a:tr h="73746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(6/18)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(6/11)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37446"/>
                  </a:ext>
                </a:extLst>
              </a:tr>
              <a:tr h="737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04952"/>
                  </a:ext>
                </a:extLst>
              </a:tr>
              <a:tr h="737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0.09%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078031"/>
                  </a:ext>
                </a:extLst>
              </a:tr>
              <a:tr h="737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개선효과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0.07%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701052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15EBA9A6-B9B0-B376-6DB2-110DCAA079EB}"/>
              </a:ext>
            </a:extLst>
          </p:cNvPr>
          <p:cNvSpPr txBox="1"/>
          <p:nvPr/>
        </p:nvSpPr>
        <p:spPr>
          <a:xfrm>
            <a:off x="5501274" y="5058867"/>
            <a:ext cx="3805529" cy="3608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②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CBD L3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치수 이상감지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통한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CBD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기인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ABW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 불량 개선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 사례 기준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0.01%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예상됨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기준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0.04%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0.03%)</a:t>
            </a: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50112E93-A3A9-0808-A6DE-0D002F6E8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77595"/>
              </p:ext>
            </p:extLst>
          </p:nvPr>
        </p:nvGraphicFramePr>
        <p:xfrm>
          <a:off x="5804184" y="4191286"/>
          <a:ext cx="3133724" cy="647700"/>
        </p:xfrm>
        <a:graphic>
          <a:graphicData uri="http://schemas.openxmlformats.org/drawingml/2006/table">
            <a:tbl>
              <a:tblPr/>
              <a:tblGrid>
                <a:gridCol w="1078295">
                  <a:extLst>
                    <a:ext uri="{9D8B030D-6E8A-4147-A177-3AD203B41FA5}">
                      <a16:colId xmlns:a16="http://schemas.microsoft.com/office/drawing/2014/main" val="3180351185"/>
                    </a:ext>
                  </a:extLst>
                </a:gridCol>
                <a:gridCol w="685143">
                  <a:extLst>
                    <a:ext uri="{9D8B030D-6E8A-4147-A177-3AD203B41FA5}">
                      <a16:colId xmlns:a16="http://schemas.microsoft.com/office/drawing/2014/main" val="1695070359"/>
                    </a:ext>
                  </a:extLst>
                </a:gridCol>
                <a:gridCol w="685143">
                  <a:extLst>
                    <a:ext uri="{9D8B030D-6E8A-4147-A177-3AD203B41FA5}">
                      <a16:colId xmlns:a16="http://schemas.microsoft.com/office/drawing/2014/main" val="477970009"/>
                    </a:ext>
                  </a:extLst>
                </a:gridCol>
                <a:gridCol w="685143">
                  <a:extLst>
                    <a:ext uri="{9D8B030D-6E8A-4147-A177-3AD203B41FA5}">
                      <a16:colId xmlns:a16="http://schemas.microsoft.com/office/drawing/2014/main" val="2207768398"/>
                    </a:ext>
                  </a:extLst>
                </a:gridCol>
              </a:tblGrid>
              <a:tr h="733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개선효과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09025"/>
                  </a:ext>
                </a:extLst>
              </a:tr>
              <a:tr h="733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헤드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0.065%</a:t>
                      </a:r>
                      <a:r>
                        <a:rPr lang="ko-KR" alt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endParaRPr lang="en-US" altLang="ko-KR" sz="10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42032"/>
                  </a:ext>
                </a:extLst>
              </a:tr>
              <a:tr h="733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 외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헤드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0.004%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04952"/>
                  </a:ext>
                </a:extLst>
              </a:tr>
              <a:tr h="733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0.101%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0.077%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0.024%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078031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C77C8FBE-40A0-38CC-4A0B-D7359581D7DA}"/>
              </a:ext>
            </a:extLst>
          </p:cNvPr>
          <p:cNvSpPr txBox="1"/>
          <p:nvPr/>
        </p:nvSpPr>
        <p:spPr>
          <a:xfrm>
            <a:off x="925606" y="3763306"/>
            <a:ext cx="3927357" cy="5470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①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접시롤러 마모 이상감지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통해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Tab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꽂힘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 FTF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상태검사 불량 개선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4~5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 사례 기반 시뮬레이션 시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0.044%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예상됨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7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 사전조치를 통해 불량률 개선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중임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1D0439F-C9A1-3E18-63AF-31F64371A766}"/>
              </a:ext>
            </a:extLst>
          </p:cNvPr>
          <p:cNvSpPr txBox="1"/>
          <p:nvPr/>
        </p:nvSpPr>
        <p:spPr>
          <a:xfrm>
            <a:off x="5501274" y="3781256"/>
            <a:ext cx="4118115" cy="3608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①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좌</a:t>
            </a:r>
            <a:r>
              <a:rPr kumimoji="1" lang="en-US" altLang="ko-KR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우 진공압 차이 이상감지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통한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CIT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테이프 사행 불량 개선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– HMI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 연계 완료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(7/8) _ 5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사전 조치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0.065%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개선함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AD2047D-8A1D-DC7C-349A-B9E803D61329}"/>
              </a:ext>
            </a:extLst>
          </p:cNvPr>
          <p:cNvSpPr txBox="1"/>
          <p:nvPr/>
        </p:nvSpPr>
        <p:spPr>
          <a:xfrm>
            <a:off x="5501274" y="5864210"/>
            <a:ext cx="3516988" cy="17113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ELF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주액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불량 개선을 위해 치명인자 분석 중임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(~7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B43FA5F-D63B-ECF8-DA4B-17BC12C0BB8C}"/>
              </a:ext>
            </a:extLst>
          </p:cNvPr>
          <p:cNvSpPr txBox="1"/>
          <p:nvPr/>
        </p:nvSpPr>
        <p:spPr>
          <a:xfrm>
            <a:off x="1716792" y="4934338"/>
            <a:ext cx="7633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0.12%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0.02%</a:t>
            </a:r>
            <a:endParaRPr kumimoji="0" lang="ko-KR" altLang="en-US" sz="80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CCD3251-671D-6A76-735F-6817A95DB7B8}"/>
              </a:ext>
            </a:extLst>
          </p:cNvPr>
          <p:cNvSpPr txBox="1"/>
          <p:nvPr/>
        </p:nvSpPr>
        <p:spPr>
          <a:xfrm>
            <a:off x="1075523" y="4915288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조치 전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후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39B34B-395C-7C9C-0778-D33110A6F316}"/>
              </a:ext>
            </a:extLst>
          </p:cNvPr>
          <p:cNvSpPr txBox="1"/>
          <p:nvPr/>
        </p:nvSpPr>
        <p:spPr>
          <a:xfrm>
            <a:off x="2396629" y="4934338"/>
            <a:ext cx="766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0.36%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0.07%</a:t>
            </a:r>
            <a:endParaRPr kumimoji="0" lang="ko-KR" altLang="en-US" sz="80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DD25CAE-E32A-7C6D-0A14-50EACC57F861}"/>
              </a:ext>
            </a:extLst>
          </p:cNvPr>
          <p:cNvSpPr txBox="1"/>
          <p:nvPr/>
        </p:nvSpPr>
        <p:spPr>
          <a:xfrm>
            <a:off x="3057888" y="4934338"/>
            <a:ext cx="766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0.66%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0.00%</a:t>
            </a:r>
            <a:endParaRPr kumimoji="0" lang="ko-KR" altLang="en-US" sz="80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6FE2528-0E46-C408-CA0E-A4186DF4F805}"/>
              </a:ext>
            </a:extLst>
          </p:cNvPr>
          <p:cNvSpPr txBox="1"/>
          <p:nvPr/>
        </p:nvSpPr>
        <p:spPr>
          <a:xfrm>
            <a:off x="3745014" y="4934338"/>
            <a:ext cx="766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0.12%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altLang="ko-KR" sz="80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0.00%</a:t>
            </a:r>
            <a:endParaRPr kumimoji="0" lang="ko-KR" altLang="en-US" sz="80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423BB6-EE60-39B1-4947-CD2DE9802D54}"/>
              </a:ext>
            </a:extLst>
          </p:cNvPr>
          <p:cNvSpPr txBox="1"/>
          <p:nvPr/>
        </p:nvSpPr>
        <p:spPr>
          <a:xfrm>
            <a:off x="5752687" y="5414663"/>
            <a:ext cx="27959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번 헤드 조치 전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후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ABW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 불량률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0.19%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0.03%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33E83C2-2F5E-1B78-0B46-D0CC4DEF5EF2}"/>
              </a:ext>
            </a:extLst>
          </p:cNvPr>
          <p:cNvSpPr txBox="1"/>
          <p:nvPr/>
        </p:nvSpPr>
        <p:spPr>
          <a:xfrm>
            <a:off x="1915964" y="6140871"/>
            <a:ext cx="763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0.24%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0.05%</a:t>
            </a:r>
          </a:p>
          <a:p>
            <a:pPr algn="ctr"/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최외곽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사행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0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63AB2A1-5025-643A-999F-8F5EE315C9BA}"/>
              </a:ext>
            </a:extLst>
          </p:cNvPr>
          <p:cNvSpPr txBox="1"/>
          <p:nvPr/>
        </p:nvSpPr>
        <p:spPr>
          <a:xfrm>
            <a:off x="1166055" y="6140871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 전</a:t>
            </a:r>
            <a:r>
              <a:rPr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9F2D729-8146-7742-05AD-A49026BCA236}"/>
              </a:ext>
            </a:extLst>
          </p:cNvPr>
          <p:cNvSpPr txBox="1"/>
          <p:nvPr/>
        </p:nvSpPr>
        <p:spPr>
          <a:xfrm>
            <a:off x="2704442" y="6140871"/>
            <a:ext cx="763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1.02%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0.01%</a:t>
            </a:r>
          </a:p>
          <a:p>
            <a:pPr algn="ctr"/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사행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0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3D60AD6-2078-325A-A436-0F000965FD31}"/>
              </a:ext>
            </a:extLst>
          </p:cNvPr>
          <p:cNvSpPr txBox="1"/>
          <p:nvPr/>
        </p:nvSpPr>
        <p:spPr>
          <a:xfrm>
            <a:off x="3496930" y="6140871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0.29%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0.06%</a:t>
            </a:r>
          </a:p>
          <a:p>
            <a:pPr algn="ctr"/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</a:t>
            </a:r>
            <a:r>
              <a:rPr lang="ko-KR" altLang="en-US" sz="80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노칭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탭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0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6A54558-5839-A2B0-BA3F-ECF01FEF5AA8}"/>
              </a:ext>
            </a:extLst>
          </p:cNvPr>
          <p:cNvSpPr txBox="1"/>
          <p:nvPr/>
        </p:nvSpPr>
        <p:spPr>
          <a:xfrm>
            <a:off x="799741" y="3495827"/>
            <a:ext cx="4616224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달성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방안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: FDC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알람 기반으로 사전 조치를 통해 관련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불량율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개선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관리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549DA5-9994-80EC-BD78-A38047DAECD8}"/>
              </a:ext>
            </a:extLst>
          </p:cNvPr>
          <p:cNvSpPr txBox="1"/>
          <p:nvPr/>
        </p:nvSpPr>
        <p:spPr>
          <a:xfrm>
            <a:off x="5572246" y="3233786"/>
            <a:ext cx="3767732" cy="26161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/>
              <a:t>-. 6</a:t>
            </a:r>
            <a:r>
              <a:rPr lang="ko-KR" altLang="en-US" sz="1100" b="0"/>
              <a:t>월 목표 </a:t>
            </a:r>
            <a:r>
              <a:rPr lang="en-US" altLang="ko-KR" sz="1100" b="0"/>
              <a:t>98.99% </a:t>
            </a:r>
            <a:r>
              <a:rPr lang="ko-KR" altLang="en-US" sz="1100" b="0"/>
              <a:t>대비</a:t>
            </a:r>
            <a:r>
              <a:rPr lang="en-US" altLang="ko-KR" sz="1100" b="0"/>
              <a:t>, </a:t>
            </a:r>
            <a:r>
              <a:rPr lang="ko-KR" altLang="en-US" sz="1100" b="0"/>
              <a:t>실적 </a:t>
            </a:r>
            <a:r>
              <a:rPr lang="en-US" altLang="ko-KR" sz="1100" b="0"/>
              <a:t>98.95%</a:t>
            </a:r>
            <a:r>
              <a:rPr lang="ko-KR" altLang="en-US" sz="1100" b="0"/>
              <a:t>로 </a:t>
            </a:r>
            <a:r>
              <a:rPr lang="en-US" altLang="ko-KR" sz="1100" b="0"/>
              <a:t>0.04%p </a:t>
            </a:r>
            <a:r>
              <a:rPr lang="ko-KR" altLang="en-US" sz="1100" b="0" err="1"/>
              <a:t>미달성</a:t>
            </a:r>
            <a:r>
              <a:rPr lang="ko-KR" altLang="en-US" sz="1100" b="0"/>
              <a:t> </a:t>
            </a:r>
            <a:endParaRPr lang="en-US" altLang="ko-KR" sz="1100" b="0"/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482098F2-07F9-1711-90A8-0E5E1A263F50}"/>
              </a:ext>
            </a:extLst>
          </p:cNvPr>
          <p:cNvGrpSpPr/>
          <p:nvPr/>
        </p:nvGrpSpPr>
        <p:grpSpPr>
          <a:xfrm>
            <a:off x="839581" y="2723684"/>
            <a:ext cx="4385369" cy="317996"/>
            <a:chOff x="961536" y="4536453"/>
            <a:chExt cx="3863201" cy="317996"/>
          </a:xfrm>
        </p:grpSpPr>
        <p:sp>
          <p:nvSpPr>
            <p:cNvPr id="132" name="제목 9">
              <a:extLst>
                <a:ext uri="{FF2B5EF4-FFF2-40B4-BE49-F238E27FC236}">
                  <a16:creationId xmlns:a16="http://schemas.microsoft.com/office/drawing/2014/main" id="{31633DCE-7FC8-DC0F-44A6-A8369FE7B412}"/>
                </a:ext>
              </a:extLst>
            </p:cNvPr>
            <p:cNvSpPr txBox="1">
              <a:spLocks/>
            </p:cNvSpPr>
            <p:nvPr/>
          </p:nvSpPr>
          <p:spPr>
            <a:xfrm>
              <a:off x="2615179" y="4536453"/>
              <a:ext cx="555915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와인더</a:t>
              </a:r>
            </a:p>
          </p:txBody>
        </p:sp>
        <p:cxnSp>
          <p:nvCxnSpPr>
            <p:cNvPr id="133" name="직선 연결선 2">
              <a:extLst>
                <a:ext uri="{FF2B5EF4-FFF2-40B4-BE49-F238E27FC236}">
                  <a16:creationId xmlns:a16="http://schemas.microsoft.com/office/drawing/2014/main" id="{E61B72DE-4183-67EE-D4E2-EC154E1E24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386320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8EB8F21-7DE2-D08D-28C9-70F6533E08B2}"/>
              </a:ext>
            </a:extLst>
          </p:cNvPr>
          <p:cNvGrpSpPr/>
          <p:nvPr/>
        </p:nvGrpSpPr>
        <p:grpSpPr>
          <a:xfrm>
            <a:off x="5512136" y="2721865"/>
            <a:ext cx="4182191" cy="317996"/>
            <a:chOff x="5152724" y="4534634"/>
            <a:chExt cx="4221222" cy="317996"/>
          </a:xfrm>
        </p:grpSpPr>
        <p:sp>
          <p:nvSpPr>
            <p:cNvPr id="135" name="제목 9">
              <a:extLst>
                <a:ext uri="{FF2B5EF4-FFF2-40B4-BE49-F238E27FC236}">
                  <a16:creationId xmlns:a16="http://schemas.microsoft.com/office/drawing/2014/main" id="{4053E739-A348-F41F-14E9-8DEC3E6DA239}"/>
                </a:ext>
              </a:extLst>
            </p:cNvPr>
            <p:cNvSpPr txBox="1">
              <a:spLocks/>
            </p:cNvSpPr>
            <p:nvPr/>
          </p:nvSpPr>
          <p:spPr>
            <a:xfrm>
              <a:off x="7018479" y="4534634"/>
              <a:ext cx="489709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조립</a:t>
              </a:r>
            </a:p>
          </p:txBody>
        </p:sp>
        <p:cxnSp>
          <p:nvCxnSpPr>
            <p:cNvPr id="136" name="직선 연결선 2">
              <a:extLst>
                <a:ext uri="{FF2B5EF4-FFF2-40B4-BE49-F238E27FC236}">
                  <a16:creationId xmlns:a16="http://schemas.microsoft.com/office/drawing/2014/main" id="{BC03A183-49C1-B379-AB47-15D1CA3DF9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76B78770-0361-33F4-111A-4E40FBCED640}"/>
              </a:ext>
            </a:extLst>
          </p:cNvPr>
          <p:cNvCxnSpPr>
            <a:cxnSpLocks/>
          </p:cNvCxnSpPr>
          <p:nvPr/>
        </p:nvCxnSpPr>
        <p:spPr>
          <a:xfrm flipV="1">
            <a:off x="5371694" y="3016197"/>
            <a:ext cx="0" cy="3481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E65A1246-8256-EA4E-2CDE-49A897142024}"/>
              </a:ext>
            </a:extLst>
          </p:cNvPr>
          <p:cNvSpPr txBox="1"/>
          <p:nvPr/>
        </p:nvSpPr>
        <p:spPr>
          <a:xfrm>
            <a:off x="5455805" y="3016197"/>
            <a:ext cx="314875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상반기 실적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D56A0F9-247E-5F21-D00A-3B582639FA8D}"/>
              </a:ext>
            </a:extLst>
          </p:cNvPr>
          <p:cNvSpPr txBox="1"/>
          <p:nvPr/>
        </p:nvSpPr>
        <p:spPr>
          <a:xfrm>
            <a:off x="5455805" y="3495827"/>
            <a:ext cx="4450195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달성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방안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: FDC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알람 기반으로 사전 조치를 통해 관련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불량율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개선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관리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207470-7B5A-0E9E-B485-7B2FA4406BDA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제목 3">
            <a:extLst>
              <a:ext uri="{FF2B5EF4-FFF2-40B4-BE49-F238E27FC236}">
                <a16:creationId xmlns:a16="http://schemas.microsoft.com/office/drawing/2014/main" id="{A4F55B7F-3A82-485D-7E56-C7C17E8F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6</a:t>
            </a:r>
            <a:r>
              <a:rPr lang="ko-KR" altLang="en-US"/>
              <a:t>월 진척 사항 </a:t>
            </a:r>
            <a:r>
              <a:rPr lang="en-US" altLang="ko-KR"/>
              <a:t>(3/5)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그룹 93">
            <a:extLst>
              <a:ext uri="{FF2B5EF4-FFF2-40B4-BE49-F238E27FC236}">
                <a16:creationId xmlns:a16="http://schemas.microsoft.com/office/drawing/2014/main" id="{9D10BDBC-5C15-4CD9-93AB-52847D96B08B}"/>
              </a:ext>
            </a:extLst>
          </p:cNvPr>
          <p:cNvGrpSpPr/>
          <p:nvPr/>
        </p:nvGrpSpPr>
        <p:grpSpPr>
          <a:xfrm>
            <a:off x="7758397" y="68805"/>
            <a:ext cx="1940121" cy="604476"/>
            <a:chOff x="4232920" y="49957"/>
            <a:chExt cx="1940121" cy="604476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E91A4BFE-EF64-43BD-A97C-5121433419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9E991CC-BD5A-4EF2-8C69-EBF86AAA4D37}"/>
                </a:ext>
              </a:extLst>
            </p:cNvPr>
            <p:cNvSpPr txBox="1"/>
            <p:nvPr/>
          </p:nvSpPr>
          <p:spPr>
            <a:xfrm>
              <a:off x="4458469" y="52657"/>
              <a:ext cx="954749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초과 달성</a:t>
              </a:r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D7002EAD-6A30-468E-A221-EBC2257CC6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33BF6C8-F4D9-43C1-9776-462EA193D63B}"/>
                </a:ext>
              </a:extLst>
            </p:cNvPr>
            <p:cNvSpPr txBox="1"/>
            <p:nvPr/>
          </p:nvSpPr>
          <p:spPr>
            <a:xfrm>
              <a:off x="4458469" y="477133"/>
              <a:ext cx="1714572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미달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B4DD7C55-3F69-4580-AA61-F5F1061E96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B26F4D9-0AD5-4DFE-A4DF-A6AA5DA37C9F}"/>
                </a:ext>
              </a:extLst>
            </p:cNvPr>
            <p:cNvSpPr txBox="1"/>
            <p:nvPr/>
          </p:nvSpPr>
          <p:spPr>
            <a:xfrm>
              <a:off x="4458469" y="264895"/>
              <a:ext cx="1486304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달성 수준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3" name="실행 단추: 처음으로 이동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00A750A-FD06-073A-AB4A-1FFF9523E9FB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59C847E-916A-2FE2-BB08-476FAC6DDA58}"/>
              </a:ext>
            </a:extLst>
          </p:cNvPr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6" name="제목 9">
              <a:extLst>
                <a:ext uri="{FF2B5EF4-FFF2-40B4-BE49-F238E27FC236}">
                  <a16:creationId xmlns:a16="http://schemas.microsoft.com/office/drawing/2014/main" id="{DB7F8115-57F9-BDB1-54DF-C5F94CB0CC54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7" name="직선 연결선 2">
              <a:extLst>
                <a:ext uri="{FF2B5EF4-FFF2-40B4-BE49-F238E27FC236}">
                  <a16:creationId xmlns:a16="http://schemas.microsoft.com/office/drawing/2014/main" id="{ECC4059D-B3BB-BB3C-2525-6D670EEF9F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5F94DAF-E2ED-510A-0418-885A45D4A648}"/>
              </a:ext>
            </a:extLst>
          </p:cNvPr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21" name="제목 9">
              <a:extLst>
                <a:ext uri="{FF2B5EF4-FFF2-40B4-BE49-F238E27FC236}">
                  <a16:creationId xmlns:a16="http://schemas.microsoft.com/office/drawing/2014/main" id="{3C615696-6BC1-E890-3FCB-DFE5A3B93C9D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22" name="직선 연결선 2">
              <a:extLst>
                <a:ext uri="{FF2B5EF4-FFF2-40B4-BE49-F238E27FC236}">
                  <a16:creationId xmlns:a16="http://schemas.microsoft.com/office/drawing/2014/main" id="{9DEBA39B-AFFF-6571-6E02-068B0500BA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1" name="Rectangle 4">
            <a:extLst>
              <a:ext uri="{FF2B5EF4-FFF2-40B4-BE49-F238E27FC236}">
                <a16:creationId xmlns:a16="http://schemas.microsoft.com/office/drawing/2014/main" id="{69A6DEB0-411A-AC1B-1C9E-3E73E1752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33782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C5EBF4-DEF5-94F0-9FE4-86062C740C2C}"/>
              </a:ext>
            </a:extLst>
          </p:cNvPr>
          <p:cNvSpPr txBox="1"/>
          <p:nvPr/>
        </p:nvSpPr>
        <p:spPr>
          <a:xfrm>
            <a:off x="5123226" y="3645024"/>
            <a:ext cx="4648205" cy="1015663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알고리즘 고도화 및 추가 성능 검증 진행</a:t>
            </a:r>
            <a:endParaRPr kumimoji="1" lang="en-US" altLang="ko-KR" sz="1100">
              <a:solidFill>
                <a:prstClr val="black"/>
              </a:solidFill>
              <a:latin typeface="Arial Narrow"/>
              <a:ea typeface="LG스마트체 Regular"/>
              <a:sym typeface="Wingdings" panose="05000000000000000000" pitchFamily="2" charset="2"/>
            </a:endParaRPr>
          </a:p>
          <a:p>
            <a:pPr marL="266700" indent="-266700" defTabSz="844083">
              <a:spcAft>
                <a:spcPts val="600"/>
              </a:spcAft>
              <a:buSzPct val="85000"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   ▷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코터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롤프레스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라미네이션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 외 타공정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BM/PD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사례 지속 수집 및 검증 진행 중</a:t>
            </a:r>
          </a:p>
          <a:p>
            <a:pPr marL="266700" indent="-266700" defTabSz="844083">
              <a:spcAft>
                <a:spcPts val="600"/>
              </a:spcAft>
              <a:buSzPct val="85000"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  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▷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주요인자 도출 정확도 향상을 위해 문제 유형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종 추가 개발 진행 예정</a:t>
            </a:r>
          </a:p>
          <a:p>
            <a:pPr marL="266700" indent="-266700" defTabSz="844083">
              <a:spcAft>
                <a:spcPts val="600"/>
              </a:spcAft>
              <a:buSzPct val="85000"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sym typeface="Wingdings" panose="05000000000000000000" pitchFamily="2" charset="2"/>
              </a:rPr>
              <a:t>   ▷최신 고도화 알고리즘에 대한 변수 추출 방법론 추가 검토 예정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sym typeface="Wingdings" panose="05000000000000000000" pitchFamily="2" charset="2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60C0643-7373-E908-B11F-85DEDA9F5F0C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2045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">
            <a:extLst>
              <a:ext uri="{FF2B5EF4-FFF2-40B4-BE49-F238E27FC236}">
                <a16:creationId xmlns:a16="http://schemas.microsoft.com/office/drawing/2014/main" id="{395A6813-72D8-2EA4-EC7E-F6F21F63A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9BCC197-72D6-9334-A5C3-C4E1C7F0C225}"/>
              </a:ext>
            </a:extLst>
          </p:cNvPr>
          <p:cNvGraphicFramePr>
            <a:graphicFrameLocks noGrp="1"/>
          </p:cNvGraphicFramePr>
          <p:nvPr/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(AI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 자동화를 </a:t>
                      </a:r>
                      <a:b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통한 업무효율 향상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시스템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/DB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완료 및 개발 검증</a:t>
                      </a:r>
                      <a:endParaRPr lang="en-US" altLang="ko-KR" sz="1000" b="1" kern="1200" spc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분석 업무 생산성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D:’26.9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Rectangle 4">
            <a:extLst>
              <a:ext uri="{FF2B5EF4-FFF2-40B4-BE49-F238E27FC236}">
                <a16:creationId xmlns:a16="http://schemas.microsoft.com/office/drawing/2014/main" id="{2BCE2ED0-6692-23FA-B771-6DA6987D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543AFFA4-80F1-01B7-C1C7-FCFCE73900CB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6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138428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</a:tbl>
          </a:graphicData>
        </a:graphic>
      </p:graphicFrame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B9AB8B7-0416-9809-01A2-F43670646617}"/>
              </a:ext>
            </a:extLst>
          </p:cNvPr>
          <p:cNvCxnSpPr>
            <a:cxnSpLocks/>
          </p:cNvCxnSpPr>
          <p:nvPr/>
        </p:nvCxnSpPr>
        <p:spPr>
          <a:xfrm>
            <a:off x="735048" y="2383072"/>
            <a:ext cx="6630767" cy="18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1F8F856D-EB5C-3B3D-CF42-169C9C4C1F66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50" name="그룹 1">
            <a:extLst>
              <a:ext uri="{FF2B5EF4-FFF2-40B4-BE49-F238E27FC236}">
                <a16:creationId xmlns:a16="http://schemas.microsoft.com/office/drawing/2014/main" id="{1696FC42-F609-FD1F-EB74-A10868E311DB}"/>
              </a:ext>
            </a:extLst>
          </p:cNvPr>
          <p:cNvGrpSpPr/>
          <p:nvPr/>
        </p:nvGrpSpPr>
        <p:grpSpPr>
          <a:xfrm>
            <a:off x="5141600" y="1509607"/>
            <a:ext cx="205184" cy="1670547"/>
            <a:chOff x="2020628" y="1123354"/>
            <a:chExt cx="205184" cy="5005022"/>
          </a:xfrm>
        </p:grpSpPr>
        <p:grpSp>
          <p:nvGrpSpPr>
            <p:cNvPr id="51" name="그룹 2">
              <a:extLst>
                <a:ext uri="{FF2B5EF4-FFF2-40B4-BE49-F238E27FC236}">
                  <a16:creationId xmlns:a16="http://schemas.microsoft.com/office/drawing/2014/main" id="{FB7F2442-5A71-1F3E-FA75-9AB742E430E5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53" name="직선 연결선 167">
                <a:extLst>
                  <a:ext uri="{FF2B5EF4-FFF2-40B4-BE49-F238E27FC236}">
                    <a16:creationId xmlns:a16="http://schemas.microsoft.com/office/drawing/2014/main" id="{B9501DAD-10CD-4255-6234-56863BEC8D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4" name="이등변 삼각형 7">
                <a:extLst>
                  <a:ext uri="{FF2B5EF4-FFF2-40B4-BE49-F238E27FC236}">
                    <a16:creationId xmlns:a16="http://schemas.microsoft.com/office/drawing/2014/main" id="{9E7A4A5D-6BA6-01D4-3CD3-0C97EA020C89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52" name="Text Box 4">
              <a:extLst>
                <a:ext uri="{FF2B5EF4-FFF2-40B4-BE49-F238E27FC236}">
                  <a16:creationId xmlns:a16="http://schemas.microsoft.com/office/drawing/2014/main" id="{D8835654-D42E-BE25-5523-B3659FDB5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55" name="그룹 1">
            <a:extLst>
              <a:ext uri="{FF2B5EF4-FFF2-40B4-BE49-F238E27FC236}">
                <a16:creationId xmlns:a16="http://schemas.microsoft.com/office/drawing/2014/main" id="{EDEDBCFA-1379-49E0-E0A5-ADF95AD46E75}"/>
              </a:ext>
            </a:extLst>
          </p:cNvPr>
          <p:cNvGrpSpPr/>
          <p:nvPr/>
        </p:nvGrpSpPr>
        <p:grpSpPr>
          <a:xfrm>
            <a:off x="7263223" y="1484784"/>
            <a:ext cx="205184" cy="1639668"/>
            <a:chOff x="2020628" y="1123354"/>
            <a:chExt cx="205184" cy="4912508"/>
          </a:xfrm>
        </p:grpSpPr>
        <p:grpSp>
          <p:nvGrpSpPr>
            <p:cNvPr id="56" name="그룹 2">
              <a:extLst>
                <a:ext uri="{FF2B5EF4-FFF2-40B4-BE49-F238E27FC236}">
                  <a16:creationId xmlns:a16="http://schemas.microsoft.com/office/drawing/2014/main" id="{80F649F2-BA68-4139-F5AE-DDF43B5B1D37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58" name="직선 연결선 167">
                <a:extLst>
                  <a:ext uri="{FF2B5EF4-FFF2-40B4-BE49-F238E27FC236}">
                    <a16:creationId xmlns:a16="http://schemas.microsoft.com/office/drawing/2014/main" id="{247E345D-70FC-6FB9-549A-C6D11045FC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59" name="이등변 삼각형 7">
                <a:extLst>
                  <a:ext uri="{FF2B5EF4-FFF2-40B4-BE49-F238E27FC236}">
                    <a16:creationId xmlns:a16="http://schemas.microsoft.com/office/drawing/2014/main" id="{AE0C07D6-8FB9-C538-09B6-039456E80658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57" name="Text Box 4">
              <a:extLst>
                <a:ext uri="{FF2B5EF4-FFF2-40B4-BE49-F238E27FC236}">
                  <a16:creationId xmlns:a16="http://schemas.microsoft.com/office/drawing/2014/main" id="{B28E7DC3-1811-A6F7-AD8D-F4FA799D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60" name="타원 59">
            <a:extLst>
              <a:ext uri="{FF2B5EF4-FFF2-40B4-BE49-F238E27FC236}">
                <a16:creationId xmlns:a16="http://schemas.microsoft.com/office/drawing/2014/main" id="{FC27ADEC-8B75-9151-2309-A7BFBC784185}"/>
              </a:ext>
            </a:extLst>
          </p:cNvPr>
          <p:cNvSpPr/>
          <p:nvPr/>
        </p:nvSpPr>
        <p:spPr>
          <a:xfrm>
            <a:off x="5673080" y="230332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96687E6-7932-59B7-589E-73DC37031E22}"/>
              </a:ext>
            </a:extLst>
          </p:cNvPr>
          <p:cNvSpPr/>
          <p:nvPr/>
        </p:nvSpPr>
        <p:spPr>
          <a:xfrm>
            <a:off x="7158683" y="231107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76EEC93-25E6-1CA0-B5CB-7E633F142507}"/>
              </a:ext>
            </a:extLst>
          </p:cNvPr>
          <p:cNvSpPr/>
          <p:nvPr/>
        </p:nvSpPr>
        <p:spPr>
          <a:xfrm>
            <a:off x="3584864" y="230332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F4235B25-04A1-DAA8-3DEA-A96F2E836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295" y="2574913"/>
            <a:ext cx="1719705" cy="36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COT,ROL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공정 대상 성능검증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정상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 구간 구분 알고리즘 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주요인자 도출 알고리즘 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929086-82C8-F9EE-8E03-8BFA87BAD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905" y="2574913"/>
            <a:ext cx="1486350" cy="36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COT,ROL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외 공정 대상 성능검증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알고리즘 수정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모듈화 된 알고리즘 배포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5" name="TextBox 38">
            <a:extLst>
              <a:ext uri="{FF2B5EF4-FFF2-40B4-BE49-F238E27FC236}">
                <a16:creationId xmlns:a16="http://schemas.microsoft.com/office/drawing/2014/main" id="{599D9659-26A9-BBC0-9B0C-A8576936B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4797" y="2568121"/>
            <a:ext cx="1505248" cy="23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FDC Code Space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개발환경 내 탑재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추가 알고리즘 수정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6" name="TextBox 137">
            <a:extLst>
              <a:ext uri="{FF2B5EF4-FFF2-40B4-BE49-F238E27FC236}">
                <a16:creationId xmlns:a16="http://schemas.microsoft.com/office/drawing/2014/main" id="{635BFAAA-61E8-54FB-CBB4-55D1BE465262}"/>
              </a:ext>
            </a:extLst>
          </p:cNvPr>
          <p:cNvSpPr txBox="1"/>
          <p:nvPr/>
        </p:nvSpPr>
        <p:spPr>
          <a:xfrm>
            <a:off x="816726" y="3645024"/>
            <a:ext cx="4136273" cy="1769715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AI</a:t>
            </a:r>
            <a:r>
              <a:rPr kumimoji="1"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활용 치명인자 도출 자동화 </a:t>
            </a:r>
            <a:r>
              <a:rPr kumimoji="1"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Agent </a:t>
            </a:r>
            <a:r>
              <a:rPr kumimoji="1"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개발</a:t>
            </a:r>
            <a:r>
              <a:rPr kumimoji="1"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kumimoji="1"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및 </a:t>
            </a:r>
            <a:r>
              <a:rPr kumimoji="1" lang="en-US" altLang="ko-KR" sz="1200" b="1" err="1">
                <a:solidFill>
                  <a:prstClr val="black"/>
                </a:solidFill>
                <a:latin typeface="Arial Narrow"/>
                <a:ea typeface="LG스마트체 Regular"/>
              </a:rPr>
              <a:t>성능</a:t>
            </a:r>
            <a:r>
              <a:rPr kumimoji="1"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kumimoji="1" lang="en-US" altLang="ko-KR" sz="1200" b="1" err="1">
                <a:solidFill>
                  <a:prstClr val="black"/>
                </a:solidFill>
                <a:latin typeface="Arial Narrow"/>
                <a:ea typeface="LG스마트체 Regular"/>
              </a:rPr>
              <a:t>검증</a:t>
            </a:r>
            <a:endParaRPr kumimoji="1" lang="en-US" altLang="ko-KR" b="1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7800" indent="-177800" defTabSz="844083" fontAlgn="base">
              <a:spcAft>
                <a:spcPts val="600"/>
              </a:spcAft>
              <a:buSzPct val="85000"/>
              <a:defRPr/>
            </a:pPr>
            <a:r>
              <a:rPr kumimoji="1" lang="en-US" altLang="ko-KR" sz="1100" b="1">
                <a:solidFill>
                  <a:prstClr val="black"/>
                </a:solidFill>
                <a:latin typeface="Arial Narrow"/>
                <a:ea typeface="LG스마트체 Regular"/>
              </a:rPr>
              <a:t>   </a:t>
            </a:r>
            <a:r>
              <a:rPr lang="en-US" altLang="ko-KR" sz="1100">
                <a:latin typeface="Arial Narrow"/>
                <a:ea typeface="LG스마트체 Regular"/>
              </a:rPr>
              <a:t>▷ </a:t>
            </a:r>
            <a:r>
              <a:rPr lang="ko-KR" altLang="en-US" sz="1100">
                <a:latin typeface="Arial Narrow"/>
                <a:ea typeface="LG스마트체 Regular"/>
              </a:rPr>
              <a:t>주요인자 도출 자동화를 통한 ‘</a:t>
            </a:r>
            <a:r>
              <a:rPr lang="en-US" altLang="ko-KR" sz="1100">
                <a:latin typeface="Arial Narrow"/>
                <a:ea typeface="LG스마트체 Regular"/>
              </a:rPr>
              <a:t>26</a:t>
            </a:r>
            <a:r>
              <a:rPr lang="ko-KR" altLang="en-US" sz="1100">
                <a:latin typeface="Arial Narrow"/>
                <a:ea typeface="LG스마트체 Regular"/>
              </a:rPr>
              <a:t>년 데이터 분석 업무 생산성 </a:t>
            </a:r>
            <a:r>
              <a:rPr lang="en-US" altLang="ko-KR" sz="1100">
                <a:latin typeface="Arial Narrow"/>
                <a:ea typeface="LG스마트체 Regular"/>
              </a:rPr>
              <a:t>77% </a:t>
            </a:r>
            <a:r>
              <a:rPr lang="ko-KR" altLang="en-US" sz="1100">
                <a:latin typeface="Arial Narrow"/>
                <a:ea typeface="LG스마트체 Regular"/>
              </a:rPr>
              <a:t>개선</a:t>
            </a:r>
            <a:r>
              <a:rPr lang="en-US" altLang="ko-KR" sz="1100">
                <a:latin typeface="Arial Narrow"/>
                <a:ea typeface="LG스마트체 Regular"/>
              </a:rPr>
              <a:t>(‘25</a:t>
            </a:r>
            <a:r>
              <a:rPr lang="ko-KR" altLang="en-US" sz="1100">
                <a:latin typeface="Arial Narrow"/>
                <a:ea typeface="LG스마트체 Regular"/>
              </a:rPr>
              <a:t>년</a:t>
            </a:r>
            <a:r>
              <a:rPr lang="en-US" altLang="ko-KR" sz="1100">
                <a:latin typeface="Arial Narrow"/>
                <a:ea typeface="LG스마트체 Regular"/>
              </a:rPr>
              <a:t>: 70h → ‘26</a:t>
            </a:r>
            <a:r>
              <a:rPr lang="ko-KR" altLang="en-US" sz="1100">
                <a:latin typeface="Arial Narrow"/>
                <a:ea typeface="LG스마트체 Regular"/>
              </a:rPr>
              <a:t>년</a:t>
            </a:r>
            <a:r>
              <a:rPr lang="en-US" altLang="ko-KR" sz="1100">
                <a:latin typeface="Arial Narrow"/>
                <a:ea typeface="LG스마트체 Regular"/>
              </a:rPr>
              <a:t>: 16h)</a:t>
            </a:r>
          </a:p>
          <a:p>
            <a:pPr marL="177800" indent="-177800" defTabSz="844083" fontAlgn="base">
              <a:spcAft>
                <a:spcPts val="600"/>
              </a:spcAft>
              <a:buSzPct val="85000"/>
              <a:defRPr/>
            </a:pPr>
            <a:r>
              <a:rPr lang="en-US" altLang="ko-KR" sz="1100">
                <a:latin typeface="Arial Narrow"/>
                <a:ea typeface="LG스마트체 Regular"/>
              </a:rPr>
              <a:t>   ▷ </a:t>
            </a:r>
            <a:r>
              <a:rPr lang="ko-KR" altLang="en-US" sz="1100" err="1">
                <a:latin typeface="Arial Narrow"/>
                <a:ea typeface="LG스마트체 Regular"/>
              </a:rPr>
              <a:t>코터</a:t>
            </a:r>
            <a:r>
              <a:rPr lang="en-US" altLang="ko-KR" sz="1100">
                <a:latin typeface="Arial Narrow"/>
                <a:ea typeface="LG스마트체 Regular"/>
              </a:rPr>
              <a:t>/</a:t>
            </a:r>
            <a:r>
              <a:rPr lang="ko-KR" altLang="en-US" sz="1100">
                <a:latin typeface="Arial Narrow"/>
                <a:ea typeface="LG스마트체 Regular"/>
              </a:rPr>
              <a:t>롤프레스 </a:t>
            </a:r>
            <a:r>
              <a:rPr lang="en-US" altLang="ko-KR" sz="1100">
                <a:latin typeface="Arial Narrow"/>
                <a:ea typeface="LG스마트체 Regular"/>
              </a:rPr>
              <a:t>BM/PD 24</a:t>
            </a:r>
            <a:r>
              <a:rPr lang="ko-KR" altLang="en-US" sz="1100">
                <a:latin typeface="Arial Narrow"/>
                <a:ea typeface="LG스마트체 Regular"/>
              </a:rPr>
              <a:t>건 사례를 선정하여 성능평가 진행하였고 </a:t>
            </a:r>
            <a:r>
              <a:rPr lang="en-US" altLang="ko-KR" sz="1100">
                <a:latin typeface="Arial Narrow"/>
                <a:ea typeface="LG스마트체 Regular"/>
              </a:rPr>
              <a:t>91.6%(22/24</a:t>
            </a:r>
            <a:r>
              <a:rPr lang="ko-KR" altLang="en-US" sz="1100">
                <a:latin typeface="Arial Narrow"/>
                <a:ea typeface="LG스마트체 Regular"/>
              </a:rPr>
              <a:t>건</a:t>
            </a:r>
            <a:r>
              <a:rPr lang="en-US" altLang="ko-KR" sz="1100">
                <a:latin typeface="Arial Narrow"/>
                <a:ea typeface="LG스마트체 Regular"/>
              </a:rPr>
              <a:t>)</a:t>
            </a:r>
            <a:r>
              <a:rPr lang="ko-KR" altLang="en-US" sz="1100">
                <a:latin typeface="Arial Narrow"/>
                <a:ea typeface="LG스마트체 Regular"/>
              </a:rPr>
              <a:t>에서 주요인자 도출됨을 확인함</a:t>
            </a:r>
            <a:endParaRPr lang="en-US" altLang="ko-KR" sz="1100">
              <a:latin typeface="Arial Narrow"/>
              <a:ea typeface="LG스마트체 Regular"/>
            </a:endParaRPr>
          </a:p>
          <a:p>
            <a:pPr marL="177800" indent="-177800" defTabSz="844083" fontAlgn="base">
              <a:spcAft>
                <a:spcPts val="600"/>
              </a:spcAft>
              <a:buSzPct val="85000"/>
              <a:defRPr/>
            </a:pPr>
            <a:r>
              <a:rPr lang="en-US" altLang="ko-KR" sz="1100">
                <a:latin typeface="Arial Narrow"/>
                <a:ea typeface="LG스마트체 Regular"/>
              </a:rPr>
              <a:t>   </a:t>
            </a:r>
            <a:r>
              <a:rPr lang="ko-KR" altLang="en-US" sz="1100">
                <a:latin typeface="Arial Narrow"/>
                <a:ea typeface="LG스마트체 Regular"/>
              </a:rPr>
              <a:t>▷전극 외 설비사례를 검증하기 위해 </a:t>
            </a:r>
            <a:r>
              <a:rPr lang="ko-KR" altLang="en-US" sz="1100" err="1">
                <a:latin typeface="Arial Narrow"/>
                <a:ea typeface="LG스마트체 Regular"/>
              </a:rPr>
              <a:t>라미네이션</a:t>
            </a:r>
            <a:r>
              <a:rPr lang="ko-KR" altLang="en-US" sz="1100">
                <a:latin typeface="Arial Narrow"/>
                <a:ea typeface="LG스마트체 Regular"/>
              </a:rPr>
              <a:t> </a:t>
            </a:r>
            <a:r>
              <a:rPr lang="en-US" altLang="ko-KR" sz="1100">
                <a:latin typeface="Arial Narrow"/>
                <a:ea typeface="LG스마트체 Regular"/>
              </a:rPr>
              <a:t>BM </a:t>
            </a:r>
            <a:r>
              <a:rPr lang="ko-KR" altLang="en-US" sz="1100">
                <a:latin typeface="Arial Narrow"/>
                <a:ea typeface="LG스마트체 Regular"/>
              </a:rPr>
              <a:t>사례 </a:t>
            </a:r>
            <a:r>
              <a:rPr lang="en-US" altLang="ko-KR" sz="1100">
                <a:latin typeface="Arial Narrow"/>
                <a:ea typeface="LG스마트체 Regular"/>
              </a:rPr>
              <a:t>28</a:t>
            </a:r>
            <a:r>
              <a:rPr lang="ko-KR" altLang="en-US" sz="1100">
                <a:latin typeface="Arial Narrow"/>
                <a:ea typeface="LG스마트체 Regular"/>
              </a:rPr>
              <a:t>건을 선정하여 추가 성능평가 진행결과 </a:t>
            </a:r>
            <a:r>
              <a:rPr lang="en-US" altLang="ko-KR" sz="1100">
                <a:latin typeface="Arial Narrow"/>
                <a:ea typeface="LG스마트체 Regular"/>
              </a:rPr>
              <a:t>67%(19/28</a:t>
            </a:r>
            <a:r>
              <a:rPr lang="ko-KR" altLang="en-US" sz="1100">
                <a:latin typeface="Arial Narrow"/>
                <a:ea typeface="LG스마트체 Regular"/>
              </a:rPr>
              <a:t>건</a:t>
            </a:r>
            <a:r>
              <a:rPr lang="en-US" altLang="ko-KR" sz="1100">
                <a:latin typeface="Arial Narrow"/>
                <a:ea typeface="LG스마트체 Regular"/>
              </a:rPr>
              <a:t>)</a:t>
            </a:r>
            <a:r>
              <a:rPr lang="ko-KR" altLang="en-US" sz="1100">
                <a:latin typeface="Arial Narrow"/>
                <a:ea typeface="LG스마트체 Regular"/>
              </a:rPr>
              <a:t>에서 주요인자 도출되었음</a:t>
            </a:r>
          </a:p>
          <a:p>
            <a:pPr marL="108000" lvl="1" defTabSz="844083">
              <a:defRPr/>
            </a:pPr>
            <a:endParaRPr lang="ko-KR" altLang="en-US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BBFD802E-A049-06FF-5C57-852B5DBFC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54705"/>
              </p:ext>
            </p:extLst>
          </p:nvPr>
        </p:nvGraphicFramePr>
        <p:xfrm>
          <a:off x="1094883" y="5360877"/>
          <a:ext cx="3548663" cy="109728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931290330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38835454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648507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7798506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01059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분석 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Process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자동화 로직 개발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이전 소요시간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목표 개선 시간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자동화 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적용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962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탐색적 데이터 분석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전처리 및 파생변수 생성 자동화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12H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4H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0.5H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889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EDA </a:t>
                      </a:r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리포트 생성 자동화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6H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0.5H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84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문제 유형별 통계 변환 자동화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6H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3H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7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정상</a:t>
                      </a:r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이상 구간 구분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정상 이상 구간 구분 자동화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24H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6H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6H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16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정상</a:t>
                      </a:r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이상 유의차 분석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주요 인자도출 자동화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22H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22H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6H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40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주요인자 도출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12H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22711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합계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70H</a:t>
                      </a:r>
                      <a:endParaRPr lang="ko-KR" altLang="en-US" sz="800" b="1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49H (30%</a:t>
                      </a:r>
                      <a:r>
                        <a:rPr lang="ko-KR" altLang="en-US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↓</a:t>
                      </a:r>
                      <a:r>
                        <a:rPr lang="en-US" altLang="ko-KR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lang="ko-KR" altLang="en-US" sz="800" b="1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16H (77%</a:t>
                      </a:r>
                      <a:r>
                        <a:rPr lang="ko-KR" altLang="en-US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↓</a:t>
                      </a:r>
                      <a:r>
                        <a:rPr lang="en-US" altLang="ko-KR" sz="8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lang="ko-KR" altLang="en-US" sz="800" b="1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367807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ABB5E438-E47B-D2A6-18DD-B5B4EF4E3E83}"/>
              </a:ext>
            </a:extLst>
          </p:cNvPr>
          <p:cNvSpPr/>
          <p:nvPr/>
        </p:nvSpPr>
        <p:spPr>
          <a:xfrm>
            <a:off x="5274670" y="5813962"/>
            <a:ext cx="1044755" cy="121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문제 유형</a:t>
            </a:r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중심 이동형</a:t>
            </a:r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7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28DEB1A-DB9E-1885-CE7A-5D2F3A82E1E1}"/>
              </a:ext>
            </a:extLst>
          </p:cNvPr>
          <p:cNvSpPr/>
          <p:nvPr/>
        </p:nvSpPr>
        <p:spPr>
          <a:xfrm>
            <a:off x="5408475" y="5994344"/>
            <a:ext cx="775591" cy="142762"/>
          </a:xfrm>
          <a:prstGeom prst="rect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통계변환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E2101C4-96EF-FD61-20CF-4637D455CA94}"/>
              </a:ext>
            </a:extLst>
          </p:cNvPr>
          <p:cNvSpPr/>
          <p:nvPr/>
        </p:nvSpPr>
        <p:spPr>
          <a:xfrm>
            <a:off x="5408475" y="6170052"/>
            <a:ext cx="775591" cy="14087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이상구분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F25E501-9A0A-1861-1BB0-D0B9547F5360}"/>
              </a:ext>
            </a:extLst>
          </p:cNvPr>
          <p:cNvSpPr/>
          <p:nvPr/>
        </p:nvSpPr>
        <p:spPr>
          <a:xfrm>
            <a:off x="5408475" y="6343869"/>
            <a:ext cx="775591" cy="13678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인자도출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8300877-A704-1FED-96BC-DE5DB8528C69}"/>
              </a:ext>
            </a:extLst>
          </p:cNvPr>
          <p:cNvSpPr/>
          <p:nvPr/>
        </p:nvSpPr>
        <p:spPr>
          <a:xfrm>
            <a:off x="5376857" y="5771415"/>
            <a:ext cx="851377" cy="734710"/>
          </a:xfrm>
          <a:prstGeom prst="rect">
            <a:avLst/>
          </a:prstGeom>
          <a:noFill/>
          <a:ln w="127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F819934A-8F60-040A-FC1E-B8EBEFE7EBEB}"/>
              </a:ext>
            </a:extLst>
          </p:cNvPr>
          <p:cNvCxnSpPr>
            <a:cxnSpLocks/>
            <a:stCxn id="98" idx="2"/>
            <a:endCxn id="77" idx="0"/>
          </p:cNvCxnSpPr>
          <p:nvPr/>
        </p:nvCxnSpPr>
        <p:spPr>
          <a:xfrm rot="5400000">
            <a:off x="6202805" y="5243389"/>
            <a:ext cx="127768" cy="92828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DE5CF4C-AACF-10DE-84CA-BBF6245A5E72}"/>
              </a:ext>
            </a:extLst>
          </p:cNvPr>
          <p:cNvSpPr/>
          <p:nvPr/>
        </p:nvSpPr>
        <p:spPr>
          <a:xfrm>
            <a:off x="6164633" y="5814689"/>
            <a:ext cx="1092331" cy="121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문제 유형</a:t>
            </a:r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산포 증가형</a:t>
            </a:r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7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3FD01AE-7D7B-9069-69B5-ADC5E3A6AE31}"/>
              </a:ext>
            </a:extLst>
          </p:cNvPr>
          <p:cNvSpPr/>
          <p:nvPr/>
        </p:nvSpPr>
        <p:spPr>
          <a:xfrm>
            <a:off x="6330189" y="5991887"/>
            <a:ext cx="810910" cy="142761"/>
          </a:xfrm>
          <a:prstGeom prst="rect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통계변환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211EA6-86EB-1234-297C-7904071CFFE6}"/>
              </a:ext>
            </a:extLst>
          </p:cNvPr>
          <p:cNvSpPr/>
          <p:nvPr/>
        </p:nvSpPr>
        <p:spPr>
          <a:xfrm>
            <a:off x="6330189" y="6167136"/>
            <a:ext cx="810910" cy="14087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이상구분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786767F-EE29-9841-CC33-33AED16AA050}"/>
              </a:ext>
            </a:extLst>
          </p:cNvPr>
          <p:cNvSpPr/>
          <p:nvPr/>
        </p:nvSpPr>
        <p:spPr>
          <a:xfrm>
            <a:off x="6330189" y="6340497"/>
            <a:ext cx="810910" cy="14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인자도출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9403834-A784-7465-698B-89B5D7B36976}"/>
              </a:ext>
            </a:extLst>
          </p:cNvPr>
          <p:cNvSpPr/>
          <p:nvPr/>
        </p:nvSpPr>
        <p:spPr>
          <a:xfrm>
            <a:off x="6299061" y="5771414"/>
            <a:ext cx="888193" cy="738412"/>
          </a:xfrm>
          <a:prstGeom prst="rect">
            <a:avLst/>
          </a:prstGeom>
          <a:noFill/>
          <a:ln w="127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F2F4623-971E-AA0B-C69B-7CE6CDD995A2}"/>
              </a:ext>
            </a:extLst>
          </p:cNvPr>
          <p:cNvSpPr/>
          <p:nvPr/>
        </p:nvSpPr>
        <p:spPr>
          <a:xfrm>
            <a:off x="7553726" y="5823458"/>
            <a:ext cx="888193" cy="121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문제 유형</a:t>
            </a:r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(Peak </a:t>
            </a:r>
            <a:r>
              <a:rPr lang="ko-KR" altLang="en-US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발생형</a:t>
            </a:r>
            <a:r>
              <a:rPr lang="en-US" altLang="ko-KR" sz="7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7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690D15B-4729-4D61-85FA-43A05EEB5A09}"/>
              </a:ext>
            </a:extLst>
          </p:cNvPr>
          <p:cNvSpPr/>
          <p:nvPr/>
        </p:nvSpPr>
        <p:spPr>
          <a:xfrm>
            <a:off x="7602310" y="5990940"/>
            <a:ext cx="823764" cy="142761"/>
          </a:xfrm>
          <a:prstGeom prst="rect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통계변환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AB1F7EE-B51C-3F81-43CE-7F731447955B}"/>
              </a:ext>
            </a:extLst>
          </p:cNvPr>
          <p:cNvSpPr/>
          <p:nvPr/>
        </p:nvSpPr>
        <p:spPr>
          <a:xfrm>
            <a:off x="7602310" y="6176386"/>
            <a:ext cx="823764" cy="12142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이상구분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EB43DEE-8680-5439-1D17-F1C87078BE13}"/>
              </a:ext>
            </a:extLst>
          </p:cNvPr>
          <p:cNvSpPr/>
          <p:nvPr/>
        </p:nvSpPr>
        <p:spPr>
          <a:xfrm>
            <a:off x="7602310" y="6340497"/>
            <a:ext cx="823764" cy="14015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인자도출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A135A4B-9D51-B31E-9EC3-BDB44F333358}"/>
              </a:ext>
            </a:extLst>
          </p:cNvPr>
          <p:cNvSpPr/>
          <p:nvPr/>
        </p:nvSpPr>
        <p:spPr>
          <a:xfrm>
            <a:off x="7564257" y="5771414"/>
            <a:ext cx="888193" cy="738413"/>
          </a:xfrm>
          <a:prstGeom prst="rect">
            <a:avLst/>
          </a:prstGeom>
          <a:noFill/>
          <a:ln w="127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C711B706-11BA-6F0F-0EBC-C3B14B593EB2}"/>
              </a:ext>
            </a:extLst>
          </p:cNvPr>
          <p:cNvCxnSpPr>
            <a:cxnSpLocks/>
            <a:stCxn id="98" idx="2"/>
            <a:endCxn id="88" idx="0"/>
          </p:cNvCxnSpPr>
          <p:nvPr/>
        </p:nvCxnSpPr>
        <p:spPr>
          <a:xfrm rot="16200000" flipH="1">
            <a:off x="7305709" y="5068768"/>
            <a:ext cx="127766" cy="127752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27C04B2E-AB42-F08D-F5BD-F3F8F39A431D}"/>
              </a:ext>
            </a:extLst>
          </p:cNvPr>
          <p:cNvSpPr/>
          <p:nvPr/>
        </p:nvSpPr>
        <p:spPr>
          <a:xfrm>
            <a:off x="7245948" y="6096012"/>
            <a:ext cx="57190" cy="37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E8664ED6-1330-A7AF-961D-2E48A335261E}"/>
              </a:ext>
            </a:extLst>
          </p:cNvPr>
          <p:cNvSpPr/>
          <p:nvPr/>
        </p:nvSpPr>
        <p:spPr>
          <a:xfrm>
            <a:off x="7357913" y="6096012"/>
            <a:ext cx="57190" cy="37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828782B2-4331-6F04-5637-9FE024A0D600}"/>
              </a:ext>
            </a:extLst>
          </p:cNvPr>
          <p:cNvSpPr/>
          <p:nvPr/>
        </p:nvSpPr>
        <p:spPr>
          <a:xfrm>
            <a:off x="7469879" y="6096012"/>
            <a:ext cx="57190" cy="37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0E93911-B484-C8CE-489F-E06183DC93EB}"/>
              </a:ext>
            </a:extLst>
          </p:cNvPr>
          <p:cNvCxnSpPr>
            <a:cxnSpLocks/>
            <a:stCxn id="98" idx="2"/>
            <a:endCxn id="83" idx="0"/>
          </p:cNvCxnSpPr>
          <p:nvPr/>
        </p:nvCxnSpPr>
        <p:spPr>
          <a:xfrm>
            <a:off x="6730831" y="5643647"/>
            <a:ext cx="12327" cy="12776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20E195DC-BA23-19CD-C74E-A6757509C404}"/>
              </a:ext>
            </a:extLst>
          </p:cNvPr>
          <p:cNvCxnSpPr>
            <a:cxnSpLocks/>
            <a:stCxn id="100" idx="2"/>
            <a:endCxn id="98" idx="0"/>
          </p:cNvCxnSpPr>
          <p:nvPr/>
        </p:nvCxnSpPr>
        <p:spPr>
          <a:xfrm>
            <a:off x="6730831" y="5259022"/>
            <a:ext cx="0" cy="246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42B8515-D155-FA21-9231-51DE3173530E}"/>
              </a:ext>
            </a:extLst>
          </p:cNvPr>
          <p:cNvSpPr/>
          <p:nvPr/>
        </p:nvSpPr>
        <p:spPr>
          <a:xfrm>
            <a:off x="6025629" y="5505129"/>
            <a:ext cx="1410404" cy="13851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EDA </a:t>
            </a:r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369FC02-FEEA-0052-3608-CD8BE8959F9F}"/>
              </a:ext>
            </a:extLst>
          </p:cNvPr>
          <p:cNvSpPr/>
          <p:nvPr/>
        </p:nvSpPr>
        <p:spPr>
          <a:xfrm>
            <a:off x="6025629" y="5120504"/>
            <a:ext cx="1410404" cy="13851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사용자 입력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E898AC0-0596-6AB6-390F-12D6998A6B52}"/>
              </a:ext>
            </a:extLst>
          </p:cNvPr>
          <p:cNvSpPr/>
          <p:nvPr/>
        </p:nvSpPr>
        <p:spPr>
          <a:xfrm>
            <a:off x="6025629" y="5295035"/>
            <a:ext cx="1410404" cy="16586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err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전처리</a:t>
            </a:r>
            <a:r>
              <a:rPr lang="ko-KR" altLang="en-US" sz="1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파생변수 생성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A0FA84F-915D-0630-025A-473838DF24EE}"/>
              </a:ext>
            </a:extLst>
          </p:cNvPr>
          <p:cNvSpPr/>
          <p:nvPr/>
        </p:nvSpPr>
        <p:spPr>
          <a:xfrm>
            <a:off x="5321374" y="5096212"/>
            <a:ext cx="3187700" cy="14284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C8DEA07-EC2C-A71F-5788-7A8BE65E4F72}"/>
              </a:ext>
            </a:extLst>
          </p:cNvPr>
          <p:cNvSpPr txBox="1"/>
          <p:nvPr/>
        </p:nvSpPr>
        <p:spPr>
          <a:xfrm>
            <a:off x="5121217" y="4859464"/>
            <a:ext cx="2951368" cy="208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주요인자 도출 자동화 파이프라인 도식화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C02B303-3450-ECD3-1DB2-A7C876BDC832}"/>
              </a:ext>
            </a:extLst>
          </p:cNvPr>
          <p:cNvSpPr txBox="1"/>
          <p:nvPr/>
        </p:nvSpPr>
        <p:spPr>
          <a:xfrm>
            <a:off x="922045" y="5144619"/>
            <a:ext cx="2951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주요인자 도출 자동화 </a:t>
            </a:r>
            <a:r>
              <a:rPr lang="en-US" altLang="ko-KR" sz="10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Agent </a:t>
            </a:r>
            <a:r>
              <a:rPr lang="ko-KR" altLang="en-US" sz="10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개발 단계별 개선시간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B3192F2-C2A0-E9A9-A989-60CF370A7B01}"/>
              </a:ext>
            </a:extLst>
          </p:cNvPr>
          <p:cNvSpPr txBox="1"/>
          <p:nvPr/>
        </p:nvSpPr>
        <p:spPr>
          <a:xfrm>
            <a:off x="2527197" y="6458157"/>
            <a:ext cx="22218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0" i="0" u="none" strike="noStrike" kern="1200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2</a:t>
            </a:r>
            <a:r>
              <a:rPr lang="ko-KR" altLang="en-US" sz="900" b="0" i="0" u="none" strike="noStrike" kern="1200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천개 </a:t>
            </a:r>
            <a:r>
              <a:rPr lang="en-US" altLang="ko-KR" sz="900" b="0" i="0" u="none" strike="noStrike" kern="1200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Feature, </a:t>
            </a:r>
            <a:r>
              <a:rPr lang="ko-KR" altLang="en-US" sz="900" b="0" i="0" u="none" strike="noStrike" kern="1200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단일공정 </a:t>
            </a:r>
            <a:r>
              <a:rPr lang="en-US" altLang="ko-KR" sz="900" b="0" i="0" u="none" strike="noStrike" kern="1200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lang="ko-KR" altLang="en-US" sz="900" b="0" i="0" u="none" strike="noStrike" kern="1200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개월 데이터 기준</a:t>
            </a:r>
            <a:endParaRPr lang="ko-KR" altLang="en-US" sz="900"/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981E190-9000-E5D2-516A-1F6CB5686363}"/>
              </a:ext>
            </a:extLst>
          </p:cNvPr>
          <p:cNvCxnSpPr>
            <a:cxnSpLocks/>
          </p:cNvCxnSpPr>
          <p:nvPr/>
        </p:nvCxnSpPr>
        <p:spPr>
          <a:xfrm flipH="1" flipV="1">
            <a:off x="5166102" y="4782607"/>
            <a:ext cx="4526538" cy="103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10545F4-A815-8396-6ED0-1FE379663A6D}"/>
              </a:ext>
            </a:extLst>
          </p:cNvPr>
          <p:cNvSpPr txBox="1"/>
          <p:nvPr/>
        </p:nvSpPr>
        <p:spPr>
          <a:xfrm>
            <a:off x="7070987" y="4572860"/>
            <a:ext cx="26233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TabNet</a:t>
            </a:r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 포함된 </a:t>
            </a:r>
            <a:r>
              <a:rPr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Deep Neural Network </a:t>
            </a:r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23C6D-33DA-760F-4F10-B68BB497646A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DAD6748D-A5CE-8F2A-74CF-5AE0C883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6</a:t>
            </a:r>
            <a:r>
              <a:rPr lang="ko-KR" altLang="en-US"/>
              <a:t>월 진척 사항 </a:t>
            </a:r>
            <a:r>
              <a:rPr lang="en-US" altLang="ko-KR"/>
              <a:t>(4/5)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1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(FDC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-. 검증 환경 테스트 서버 인프라 구축</a:t>
                      </a:r>
                      <a:r>
                        <a:rPr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 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</a:t>
                      </a: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Q </a:t>
                      </a:r>
                      <a:r>
                        <a:rPr lang="ko-KR" altLang="en-US" sz="1000" b="1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목표</a:t>
                      </a: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]</a:t>
                      </a:r>
                      <a:endParaRPr lang="en-US" altLang="ko-KR" sz="1000" b="0" kern="1200" spc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Q :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이상감지 적확도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20%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개선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[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연목표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D:’26.9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en-US" sz="1000" b="1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33782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8146AB-93D7-4C39-8E08-1CD3BC858E83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                                                                                                 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6EAE1DE-4238-4CDC-9248-E01FCFA7A05C}"/>
              </a:ext>
            </a:extLst>
          </p:cNvPr>
          <p:cNvCxnSpPr>
            <a:cxnSpLocks/>
          </p:cNvCxnSpPr>
          <p:nvPr/>
        </p:nvCxnSpPr>
        <p:spPr>
          <a:xfrm>
            <a:off x="2223433" y="2132855"/>
            <a:ext cx="236649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C6AEC42-719A-4123-9051-838D83AC4C1E}"/>
              </a:ext>
            </a:extLst>
          </p:cNvPr>
          <p:cNvSpPr txBox="1"/>
          <p:nvPr/>
        </p:nvSpPr>
        <p:spPr>
          <a:xfrm>
            <a:off x="7499494" y="1990055"/>
            <a:ext cx="462233" cy="565146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원통형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 공정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023D91-FD94-44D0-B823-4FD010FC8768}"/>
              </a:ext>
            </a:extLst>
          </p:cNvPr>
          <p:cNvSpPr txBox="1"/>
          <p:nvPr/>
        </p:nvSpPr>
        <p:spPr>
          <a:xfrm>
            <a:off x="6980308" y="2845590"/>
            <a:ext cx="736347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개발환경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인프라구축 완료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76F92ED8-CA84-41C3-860B-6EB3D2BD66C8}"/>
              </a:ext>
            </a:extLst>
          </p:cNvPr>
          <p:cNvCxnSpPr>
            <a:cxnSpLocks/>
          </p:cNvCxnSpPr>
          <p:nvPr/>
        </p:nvCxnSpPr>
        <p:spPr>
          <a:xfrm>
            <a:off x="5181106" y="2785893"/>
            <a:ext cx="447503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CF5FFFCD-926E-495E-9B9F-A1DE3693C5AD}"/>
              </a:ext>
            </a:extLst>
          </p:cNvPr>
          <p:cNvSpPr/>
          <p:nvPr/>
        </p:nvSpPr>
        <p:spPr>
          <a:xfrm>
            <a:off x="7284623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E12DD065-FCFF-4983-B4F2-BB7A285773BD}"/>
              </a:ext>
            </a:extLst>
          </p:cNvPr>
          <p:cNvSpPr/>
          <p:nvPr/>
        </p:nvSpPr>
        <p:spPr>
          <a:xfrm>
            <a:off x="5201101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26D7CC77-D9B6-402C-BEE9-D2B1F1180279}"/>
              </a:ext>
            </a:extLst>
          </p:cNvPr>
          <p:cNvSpPr/>
          <p:nvPr/>
        </p:nvSpPr>
        <p:spPr>
          <a:xfrm>
            <a:off x="8768431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55" name="연결선: 구부러짐 154">
            <a:extLst>
              <a:ext uri="{FF2B5EF4-FFF2-40B4-BE49-F238E27FC236}">
                <a16:creationId xmlns:a16="http://schemas.microsoft.com/office/drawing/2014/main" id="{B3FBF26E-1897-42F3-8232-A627F7090824}"/>
              </a:ext>
            </a:extLst>
          </p:cNvPr>
          <p:cNvCxnSpPr>
            <a:cxnSpLocks/>
            <a:stCxn id="150" idx="4"/>
            <a:endCxn id="89" idx="0"/>
          </p:cNvCxnSpPr>
          <p:nvPr/>
        </p:nvCxnSpPr>
        <p:spPr>
          <a:xfrm rot="16200000" flipH="1">
            <a:off x="4579325" y="2013982"/>
            <a:ext cx="502910" cy="884642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A3FA9630-5600-4FF3-93E9-81F460B3DFF0}"/>
              </a:ext>
            </a:extLst>
          </p:cNvPr>
          <p:cNvSpPr txBox="1"/>
          <p:nvPr/>
        </p:nvSpPr>
        <p:spPr>
          <a:xfrm>
            <a:off x="8665983" y="2845590"/>
            <a:ext cx="34681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테스트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진행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5A402D2-F985-4732-BE8B-04C1C46F7EDA}"/>
              </a:ext>
            </a:extLst>
          </p:cNvPr>
          <p:cNvSpPr txBox="1"/>
          <p:nvPr/>
        </p:nvSpPr>
        <p:spPr>
          <a:xfrm>
            <a:off x="3989394" y="2631921"/>
            <a:ext cx="912417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 환경 구축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검증 및 테스트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D6FAC56-8B48-4FBA-ABF4-8C8403513741}"/>
              </a:ext>
            </a:extLst>
          </p:cNvPr>
          <p:cNvSpPr txBox="1"/>
          <p:nvPr/>
        </p:nvSpPr>
        <p:spPr>
          <a:xfrm>
            <a:off x="1613227" y="1955640"/>
            <a:ext cx="606367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아키택쳐설계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89E43CC-DFEF-4498-9804-58BE7CE6E439}"/>
              </a:ext>
            </a:extLst>
          </p:cNvPr>
          <p:cNvSpPr txBox="1"/>
          <p:nvPr/>
        </p:nvSpPr>
        <p:spPr>
          <a:xfrm>
            <a:off x="5144190" y="2874634"/>
            <a:ext cx="81810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수집 및 저장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b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분석 환경 구성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07D45E6-18CC-47BA-8069-333AC3FDDD90}"/>
              </a:ext>
            </a:extLst>
          </p:cNvPr>
          <p:cNvSpPr txBox="1"/>
          <p:nvPr/>
        </p:nvSpPr>
        <p:spPr>
          <a:xfrm>
            <a:off x="4232866" y="2202649"/>
            <a:ext cx="369259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아키택쳐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맑은 고딕 Semilight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설계 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B80D99E-9CEC-4C96-B2B6-0B89ED0BE0C0}"/>
              </a:ext>
            </a:extLst>
          </p:cNvPr>
          <p:cNvSpPr txBox="1"/>
          <p:nvPr/>
        </p:nvSpPr>
        <p:spPr>
          <a:xfrm>
            <a:off x="5951348" y="2508062"/>
            <a:ext cx="51160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클라우드 연계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9D10BDBC-5C15-4CD9-93AB-52847D96B08B}"/>
              </a:ext>
            </a:extLst>
          </p:cNvPr>
          <p:cNvGrpSpPr/>
          <p:nvPr/>
        </p:nvGrpSpPr>
        <p:grpSpPr>
          <a:xfrm>
            <a:off x="7758397" y="68805"/>
            <a:ext cx="1940121" cy="604476"/>
            <a:chOff x="4232920" y="49957"/>
            <a:chExt cx="1940121" cy="604476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E91A4BFE-EF64-43BD-A97C-5121433419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9E991CC-BD5A-4EF2-8C69-EBF86AAA4D37}"/>
                </a:ext>
              </a:extLst>
            </p:cNvPr>
            <p:cNvSpPr txBox="1"/>
            <p:nvPr/>
          </p:nvSpPr>
          <p:spPr>
            <a:xfrm>
              <a:off x="4458469" y="52657"/>
              <a:ext cx="954749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초과 달성</a:t>
              </a:r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D7002EAD-6A30-468E-A221-EBC2257CC6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33BF6C8-F4D9-43C1-9776-462EA193D63B}"/>
                </a:ext>
              </a:extLst>
            </p:cNvPr>
            <p:cNvSpPr txBox="1"/>
            <p:nvPr/>
          </p:nvSpPr>
          <p:spPr>
            <a:xfrm>
              <a:off x="4458469" y="477133"/>
              <a:ext cx="1714572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미달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B4DD7C55-3F69-4580-AA61-F5F1061E96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B26F4D9-0AD5-4DFE-A4DF-A6AA5DA37C9F}"/>
                </a:ext>
              </a:extLst>
            </p:cNvPr>
            <p:cNvSpPr txBox="1"/>
            <p:nvPr/>
          </p:nvSpPr>
          <p:spPr>
            <a:xfrm>
              <a:off x="4458469" y="264895"/>
              <a:ext cx="1486304" cy="15876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 목표 달성 수준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800" b="0" i="0" u="none" strike="noStrike" kern="1200" cap="none" spc="-6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-6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15" name="그룹 1">
            <a:extLst>
              <a:ext uri="{FF2B5EF4-FFF2-40B4-BE49-F238E27FC236}">
                <a16:creationId xmlns:a16="http://schemas.microsoft.com/office/drawing/2014/main" id="{0F22DD07-56A9-4D18-9FCA-686476AE5046}"/>
              </a:ext>
            </a:extLst>
          </p:cNvPr>
          <p:cNvGrpSpPr/>
          <p:nvPr/>
        </p:nvGrpSpPr>
        <p:grpSpPr>
          <a:xfrm>
            <a:off x="5062077" y="1509607"/>
            <a:ext cx="205184" cy="1670547"/>
            <a:chOff x="2020628" y="1123354"/>
            <a:chExt cx="205184" cy="5005022"/>
          </a:xfrm>
        </p:grpSpPr>
        <p:grpSp>
          <p:nvGrpSpPr>
            <p:cNvPr id="116" name="그룹 2">
              <a:extLst>
                <a:ext uri="{FF2B5EF4-FFF2-40B4-BE49-F238E27FC236}">
                  <a16:creationId xmlns:a16="http://schemas.microsoft.com/office/drawing/2014/main" id="{06579EF2-FFC8-4115-9C2B-54F05CED6CF4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120" name="직선 연결선 167">
                <a:extLst>
                  <a:ext uri="{FF2B5EF4-FFF2-40B4-BE49-F238E27FC236}">
                    <a16:creationId xmlns:a16="http://schemas.microsoft.com/office/drawing/2014/main" id="{9669F816-FAB6-4DAF-9267-13C603DDE6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121" name="이등변 삼각형 7">
                <a:extLst>
                  <a:ext uri="{FF2B5EF4-FFF2-40B4-BE49-F238E27FC236}">
                    <a16:creationId xmlns:a16="http://schemas.microsoft.com/office/drawing/2014/main" id="{A09B542C-B3CB-44C4-A4B8-7354EB814C56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19" name="Text Box 4">
              <a:extLst>
                <a:ext uri="{FF2B5EF4-FFF2-40B4-BE49-F238E27FC236}">
                  <a16:creationId xmlns:a16="http://schemas.microsoft.com/office/drawing/2014/main" id="{4A569193-A705-42EA-A7D3-A3B9DAAA5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24" name="그룹 1">
            <a:extLst>
              <a:ext uri="{FF2B5EF4-FFF2-40B4-BE49-F238E27FC236}">
                <a16:creationId xmlns:a16="http://schemas.microsoft.com/office/drawing/2014/main" id="{35482C0B-D31F-4794-BF55-C236585D84E9}"/>
              </a:ext>
            </a:extLst>
          </p:cNvPr>
          <p:cNvGrpSpPr/>
          <p:nvPr/>
        </p:nvGrpSpPr>
        <p:grpSpPr>
          <a:xfrm>
            <a:off x="9408762" y="1484784"/>
            <a:ext cx="205184" cy="1639668"/>
            <a:chOff x="2020628" y="1123354"/>
            <a:chExt cx="205184" cy="4912508"/>
          </a:xfrm>
        </p:grpSpPr>
        <p:grpSp>
          <p:nvGrpSpPr>
            <p:cNvPr id="132" name="그룹 2">
              <a:extLst>
                <a:ext uri="{FF2B5EF4-FFF2-40B4-BE49-F238E27FC236}">
                  <a16:creationId xmlns:a16="http://schemas.microsoft.com/office/drawing/2014/main" id="{ADBCD9E1-794E-4C0B-9C3B-FA3AFA0586CE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136" name="직선 연결선 167">
                <a:extLst>
                  <a:ext uri="{FF2B5EF4-FFF2-40B4-BE49-F238E27FC236}">
                    <a16:creationId xmlns:a16="http://schemas.microsoft.com/office/drawing/2014/main" id="{6EBC15AD-AEF2-45BD-954C-938D8A233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137" name="이등변 삼각형 7">
                <a:extLst>
                  <a:ext uri="{FF2B5EF4-FFF2-40B4-BE49-F238E27FC236}">
                    <a16:creationId xmlns:a16="http://schemas.microsoft.com/office/drawing/2014/main" id="{E95918B5-92CD-465F-B237-4B648E0576F0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33" name="Text Box 4">
              <a:extLst>
                <a:ext uri="{FF2B5EF4-FFF2-40B4-BE49-F238E27FC236}">
                  <a16:creationId xmlns:a16="http://schemas.microsoft.com/office/drawing/2014/main" id="{C04F6CA9-EE73-4848-B223-798A284D8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287062"/>
            <a:ext cx="21771" cy="29903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타원 149">
            <a:extLst>
              <a:ext uri="{FF2B5EF4-FFF2-40B4-BE49-F238E27FC236}">
                <a16:creationId xmlns:a16="http://schemas.microsoft.com/office/drawing/2014/main" id="{DD2519E2-ACBB-4636-BD1A-A4A8FC37CE06}"/>
              </a:ext>
            </a:extLst>
          </p:cNvPr>
          <p:cNvSpPr/>
          <p:nvPr/>
        </p:nvSpPr>
        <p:spPr>
          <a:xfrm>
            <a:off x="4316459" y="206084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561CFF7D-37BF-4AB5-9F63-A11A1648A0E8}"/>
              </a:ext>
            </a:extLst>
          </p:cNvPr>
          <p:cNvSpPr/>
          <p:nvPr/>
        </p:nvSpPr>
        <p:spPr>
          <a:xfrm>
            <a:off x="8123368" y="1927059"/>
            <a:ext cx="1491070" cy="310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완료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KPI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연간 목표 일정 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7A479-472D-4F16-FC33-74321C62A16E}"/>
              </a:ext>
            </a:extLst>
          </p:cNvPr>
          <p:cNvSpPr txBox="1"/>
          <p:nvPr/>
        </p:nvSpPr>
        <p:spPr>
          <a:xfrm>
            <a:off x="841430" y="3739840"/>
            <a:ext cx="4111570" cy="2681888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전극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원통형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공정 사전감지 모델 개발 환경 요건 정의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(~4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177800" marR="0" lvl="0" indent="-17780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진척사항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전극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원통형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공정 별 주요 모델의 데이터 수집 방법  및 환경 조사와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주요 모델의 데이터 사이즈 파악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163830" marR="0" lvl="0" indent="-16383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조립 일 사용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Data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전송 속도 테스트 완료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(~4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266700" marR="0" lvl="0" indent="-18097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다빈치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Mart S2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S3 ,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Landing Zone(S0)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다빈치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Mart S3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테스트 및 평가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시간 기준 설비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): S0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WA S3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테스트 및 평가 완료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6700" marR="0" lvl="0" indent="-18097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테스트 및 평가 결과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S2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로 선정함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: 1Gb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전송시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S2 10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S0 45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 소요됨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파이프라인 구축 및  </a:t>
            </a:r>
            <a:r>
              <a:rPr kumimoji="1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Codespace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연계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아키텍쳐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설계 완료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(~6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개발 환경 요건 정의에 필요한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아키텍쳐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설계 기술 검토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개발 서버 투자심의 진행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완료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(7/7)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BF362BE-1AE3-C54D-2E80-11AA912AF412}"/>
              </a:ext>
            </a:extLst>
          </p:cNvPr>
          <p:cNvSpPr/>
          <p:nvPr/>
        </p:nvSpPr>
        <p:spPr>
          <a:xfrm>
            <a:off x="6186007" y="27089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E1536F-8F6C-7015-DA5A-04F68101AB70}"/>
              </a:ext>
            </a:extLst>
          </p:cNvPr>
          <p:cNvSpPr txBox="1"/>
          <p:nvPr/>
        </p:nvSpPr>
        <p:spPr>
          <a:xfrm>
            <a:off x="6033871" y="2875796"/>
            <a:ext cx="494292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분석 환경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연계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603155B-1F23-CAC6-6892-0DB063553A7A}"/>
              </a:ext>
            </a:extLst>
          </p:cNvPr>
          <p:cNvSpPr/>
          <p:nvPr/>
        </p:nvSpPr>
        <p:spPr>
          <a:xfrm>
            <a:off x="2880349" y="205493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58EA0C-5679-D45D-6245-B1D3DA92E266}"/>
              </a:ext>
            </a:extLst>
          </p:cNvPr>
          <p:cNvSpPr txBox="1"/>
          <p:nvPr/>
        </p:nvSpPr>
        <p:spPr>
          <a:xfrm>
            <a:off x="2736328" y="2204847"/>
            <a:ext cx="434982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 환경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요건 정의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30C6AF7-32F2-3029-3CFA-BE8261E8A1CD}"/>
              </a:ext>
            </a:extLst>
          </p:cNvPr>
          <p:cNvSpPr/>
          <p:nvPr/>
        </p:nvSpPr>
        <p:spPr>
          <a:xfrm>
            <a:off x="8025249" y="270837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00303D-9B5E-4DBF-12EB-C6C538FE0727}"/>
              </a:ext>
            </a:extLst>
          </p:cNvPr>
          <p:cNvSpPr txBox="1"/>
          <p:nvPr/>
        </p:nvSpPr>
        <p:spPr>
          <a:xfrm>
            <a:off x="7968486" y="2846210"/>
            <a:ext cx="25544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진행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E2FE6C-8F6A-1498-59BD-614113F6B617}"/>
              </a:ext>
            </a:extLst>
          </p:cNvPr>
          <p:cNvSpPr/>
          <p:nvPr/>
        </p:nvSpPr>
        <p:spPr>
          <a:xfrm>
            <a:off x="3588559" y="206390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402DD-6C14-732D-128E-1CEB0C43CCF9}"/>
              </a:ext>
            </a:extLst>
          </p:cNvPr>
          <p:cNvSpPr txBox="1"/>
          <p:nvPr/>
        </p:nvSpPr>
        <p:spPr>
          <a:xfrm>
            <a:off x="3425302" y="2213820"/>
            <a:ext cx="473454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Data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전송테스트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C428E-CAA5-A12E-6433-5A62D26BB430}"/>
              </a:ext>
            </a:extLst>
          </p:cNvPr>
          <p:cNvSpPr txBox="1"/>
          <p:nvPr/>
        </p:nvSpPr>
        <p:spPr>
          <a:xfrm>
            <a:off x="3588559" y="4295459"/>
            <a:ext cx="1380506" cy="230832"/>
          </a:xfrm>
          <a:prstGeom prst="rect">
            <a:avLst/>
          </a:prstGeom>
          <a:noFill/>
        </p:spPr>
        <p:txBody>
          <a:bodyPr vert="horz" wrap="non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WA,MI,OT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법인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18Tb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F35C3-3895-5D5F-B801-95EC7CF8CC62}"/>
              </a:ext>
            </a:extLst>
          </p:cNvPr>
          <p:cNvSpPr txBox="1"/>
          <p:nvPr/>
        </p:nvSpPr>
        <p:spPr>
          <a:xfrm>
            <a:off x="5125095" y="3739840"/>
            <a:ext cx="4401400" cy="249869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 환경 및 핵심 기능 구축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 DB/ETL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WEB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 환경 구축 및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DevOps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환경 구축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▷데이터 파이프라인 개발 및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 화면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(UI)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구현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▷전체 시스템에 대한 통합 테스트 및 안정성 검증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시스템 오픈 및 글로벌 법인 확대 적용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(~12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 핵심 기능 안정화 및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WA/OC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대상 시스템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오픈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(10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77800" marR="0" lvl="0" indent="-17780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오픈 피드백 반영 및 중국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미국 등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법인 확산을 위한 테스트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통합 개발 진행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확산 대상 법인 전체 포함 최종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시스템 오픈 완료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실행 단추: 처음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4DB1CA9-9202-D097-7905-296CFF89E4E1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A77B7-80D7-4D91-6BCB-20864FC79574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제목 3">
            <a:extLst>
              <a:ext uri="{FF2B5EF4-FFF2-40B4-BE49-F238E27FC236}">
                <a16:creationId xmlns:a16="http://schemas.microsoft.com/office/drawing/2014/main" id="{9B95588A-D85C-7960-FFDA-F932FB59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6</a:t>
            </a:r>
            <a:r>
              <a:rPr lang="ko-KR" altLang="en-US"/>
              <a:t>월 진척 사항 </a:t>
            </a:r>
            <a:r>
              <a:rPr lang="en-US" altLang="ko-KR"/>
              <a:t>(5/5)</a:t>
            </a:r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C69937C-6CD4-8D16-151E-2D8F5D2A14E7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28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600AAE1-3CAC-6B62-26DF-BC3FAE911AD9}"/>
              </a:ext>
            </a:extLst>
          </p:cNvPr>
          <p:cNvSpPr/>
          <p:nvPr/>
        </p:nvSpPr>
        <p:spPr>
          <a:xfrm>
            <a:off x="9605010" y="116632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E70E57-D80E-12CB-E7BA-83E81C798BFD}"/>
              </a:ext>
            </a:extLst>
          </p:cNvPr>
          <p:cNvSpPr/>
          <p:nvPr/>
        </p:nvSpPr>
        <p:spPr>
          <a:xfrm>
            <a:off x="183965" y="1034602"/>
            <a:ext cx="432048" cy="523284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업무내용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7D42BB-01B4-5F0D-E360-692774A09D24}"/>
              </a:ext>
            </a:extLst>
          </p:cNvPr>
          <p:cNvGrpSpPr/>
          <p:nvPr/>
        </p:nvGrpSpPr>
        <p:grpSpPr>
          <a:xfrm>
            <a:off x="776536" y="718586"/>
            <a:ext cx="3993161" cy="346249"/>
            <a:chOff x="-1158101" y="188640"/>
            <a:chExt cx="3993161" cy="34624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3CAD02-BD7F-0F81-E938-BE4F5A364FDC}"/>
                </a:ext>
              </a:extLst>
            </p:cNvPr>
            <p:cNvSpPr txBox="1"/>
            <p:nvPr/>
          </p:nvSpPr>
          <p:spPr>
            <a:xfrm>
              <a:off x="455481" y="188640"/>
              <a:ext cx="94929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진척 사항</a:t>
              </a: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F2C47E6-7B18-5CE6-1D5E-D0C7FD7D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158101" y="504656"/>
              <a:ext cx="399316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05CA94-E0C1-33DF-3589-5AF42D01A70F}"/>
              </a:ext>
            </a:extLst>
          </p:cNvPr>
          <p:cNvGrpSpPr/>
          <p:nvPr/>
        </p:nvGrpSpPr>
        <p:grpSpPr>
          <a:xfrm>
            <a:off x="5010691" y="718586"/>
            <a:ext cx="4550822" cy="346249"/>
            <a:chOff x="-1515407" y="188640"/>
            <a:chExt cx="4550822" cy="3462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DCA91A-EE5F-2E3F-B433-8E41235B9CB4}"/>
                </a:ext>
              </a:extLst>
            </p:cNvPr>
            <p:cNvSpPr txBox="1"/>
            <p:nvPr/>
          </p:nvSpPr>
          <p:spPr>
            <a:xfrm>
              <a:off x="379380" y="188640"/>
              <a:ext cx="94929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특이 사항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47296C4-3C14-0D05-A8FA-9949DBD65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515407" y="504656"/>
              <a:ext cx="455082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제목 3">
            <a:extLst>
              <a:ext uri="{FF2B5EF4-FFF2-40B4-BE49-F238E27FC236}">
                <a16:creationId xmlns:a16="http://schemas.microsoft.com/office/drawing/2014/main" id="{6250791C-1020-740A-06F4-0E4CC652492B}"/>
              </a:ext>
            </a:extLst>
          </p:cNvPr>
          <p:cNvSpPr txBox="1">
            <a:spLocks/>
          </p:cNvSpPr>
          <p:nvPr/>
        </p:nvSpPr>
        <p:spPr>
          <a:xfrm>
            <a:off x="134568" y="116449"/>
            <a:ext cx="6085257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월별 진척사항 및 특이사항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</a:t>
            </a:r>
            <a:r>
              <a:rPr lang="en-US" altLang="ko-KR" sz="1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NND</a:t>
            </a:r>
            <a:r>
              <a:rPr lang="ko-KR" altLang="en-US" sz="1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활동 기반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셀 수율 개선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)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5F457-F965-FA59-EFBE-6CBD998CE17B}"/>
              </a:ext>
            </a:extLst>
          </p:cNvPr>
          <p:cNvSpPr txBox="1"/>
          <p:nvPr/>
        </p:nvSpPr>
        <p:spPr>
          <a:xfrm>
            <a:off x="760456" y="1283578"/>
            <a:ext cx="41248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indent="-164127" defTabSz="844083" fontAlgn="base" latinLnBrk="1">
              <a:lnSpc>
                <a:spcPts val="12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 개선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: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NND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Foil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노출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외관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/ Tab pitch(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개선</a:t>
            </a:r>
            <a:endParaRPr kumimoji="1" lang="ko-KR" altLang="en-US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7A8641-0597-FE3C-F286-D3BE5690345B}"/>
              </a:ext>
            </a:extLst>
          </p:cNvPr>
          <p:cNvSpPr txBox="1"/>
          <p:nvPr/>
        </p:nvSpPr>
        <p:spPr>
          <a:xfrm>
            <a:off x="742537" y="1457805"/>
            <a:ext cx="4027160" cy="123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실적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: Top3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0.228%(1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0.086%(6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19.43%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기여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</a:t>
            </a:r>
            <a:b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(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전체 불량률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0.731%(1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 0.224%(6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)) </a:t>
            </a: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가속 구간 레이저 출력 조정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3~5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Backfeeding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조정 및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Tension cut roll PID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수정 음극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Burr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개선 중으로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기준</a:t>
            </a:r>
            <a:b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0.04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0.02%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수준 달성하여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22%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예상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AAB724-A753-109A-CF7E-5105ABEE573F}"/>
              </a:ext>
            </a:extLst>
          </p:cNvPr>
          <p:cNvSpPr txBox="1"/>
          <p:nvPr/>
        </p:nvSpPr>
        <p:spPr>
          <a:xfrm>
            <a:off x="746203" y="2857395"/>
            <a:ext cx="38397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indent="-164127" defTabSz="844083" fontAlgn="base" latinLnBrk="1">
              <a:lnSpc>
                <a:spcPts val="12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MI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 개선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CNTT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외관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/ Cutting height 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개선</a:t>
            </a:r>
            <a:endParaRPr kumimoji="1" lang="ko-KR" altLang="en-US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DCC6F0-EB65-52BE-0F1C-1C074C525CC0}"/>
              </a:ext>
            </a:extLst>
          </p:cNvPr>
          <p:cNvSpPr txBox="1"/>
          <p:nvPr/>
        </p:nvSpPr>
        <p:spPr>
          <a:xfrm>
            <a:off x="742536" y="3017297"/>
            <a:ext cx="4124892" cy="142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실적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: Top4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0.138%(3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0.101%(7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 초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12.85%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기여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</a:t>
            </a:r>
            <a:b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(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전체 불량률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0.288%(3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 0.194%(7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)) </a:t>
            </a: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레이저 출력 조정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5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CNTT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6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UW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Shuttle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편심 보정 조치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 불량 개선 항목을 추가 최적 조정을 통해</a:t>
            </a:r>
            <a:b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9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기준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0.101%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0.08%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수준으로 달성하여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20%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이상 개선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예상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B00B36-B67E-BC7A-C1B3-84E974DEC143}"/>
              </a:ext>
            </a:extLst>
          </p:cNvPr>
          <p:cNvSpPr txBox="1"/>
          <p:nvPr/>
        </p:nvSpPr>
        <p:spPr>
          <a:xfrm>
            <a:off x="5010691" y="1270549"/>
            <a:ext cx="41248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indent="-164127" defTabSz="844083" fontAlgn="base" latinLnBrk="1">
              <a:lnSpc>
                <a:spcPts val="12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 개선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: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NND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Foil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노출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외관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/ Tab pitch(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개선</a:t>
            </a:r>
            <a:endParaRPr kumimoji="1" lang="ko-KR" altLang="en-US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841164-65BC-4B5B-1BBA-AD9671C83DCC}"/>
              </a:ext>
            </a:extLst>
          </p:cNvPr>
          <p:cNvSpPr txBox="1"/>
          <p:nvPr/>
        </p:nvSpPr>
        <p:spPr>
          <a:xfrm>
            <a:off x="4979376" y="1407701"/>
            <a:ext cx="4797187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marR="0" lvl="0" indent="-8890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Burr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분석 결과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NND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증속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(1,000mm/s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1,200mm/s)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따른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Laser frequency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상향 반영이 안되어 불량이 발생한 것으로 분석되어 법인과 해당사항 적용 논의 중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802B36-49CF-6E0E-6477-31BB558DCA3C}"/>
              </a:ext>
            </a:extLst>
          </p:cNvPr>
          <p:cNvSpPr txBox="1"/>
          <p:nvPr/>
        </p:nvSpPr>
        <p:spPr>
          <a:xfrm>
            <a:off x="5010691" y="2826865"/>
            <a:ext cx="38397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indent="-164127" defTabSz="844083" fontAlgn="base" latinLnBrk="1">
              <a:lnSpc>
                <a:spcPts val="12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MI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 개선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CNTT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외관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/ Cutting height 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개선</a:t>
            </a:r>
            <a:endParaRPr kumimoji="1" lang="ko-KR" altLang="en-US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2AC801-50EE-84A6-4BA3-5AADCA14E1AE}"/>
              </a:ext>
            </a:extLst>
          </p:cNvPr>
          <p:cNvSpPr txBox="1"/>
          <p:nvPr/>
        </p:nvSpPr>
        <p:spPr>
          <a:xfrm>
            <a:off x="4979376" y="3024345"/>
            <a:ext cx="4836913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SzPct val="100000"/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7~8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월에는 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CNTT 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Shoulder Line 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지속 개선 예정이며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외관 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은 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OT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 개선 검토 중인</a:t>
            </a:r>
            <a:endParaRPr lang="en-US" altLang="ko-KR" sz="10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  <a:buSzPct val="100000"/>
              <a:defRPr/>
            </a:pP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Item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완료 시 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 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확대 적용 예정</a:t>
            </a:r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lang="ko-KR" altLang="en-US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0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2C0F6024-3BC6-2444-DAB5-5DBB3268F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14669"/>
              </p:ext>
            </p:extLst>
          </p:nvPr>
        </p:nvGraphicFramePr>
        <p:xfrm>
          <a:off x="5363110" y="3542712"/>
          <a:ext cx="4463204" cy="897977"/>
        </p:xfrm>
        <a:graphic>
          <a:graphicData uri="http://schemas.openxmlformats.org/drawingml/2006/table">
            <a:tbl>
              <a:tblPr/>
              <a:tblGrid>
                <a:gridCol w="289846">
                  <a:extLst>
                    <a:ext uri="{9D8B030D-6E8A-4147-A177-3AD203B41FA5}">
                      <a16:colId xmlns:a16="http://schemas.microsoft.com/office/drawing/2014/main" val="3836864001"/>
                    </a:ext>
                  </a:extLst>
                </a:gridCol>
                <a:gridCol w="915538">
                  <a:extLst>
                    <a:ext uri="{9D8B030D-6E8A-4147-A177-3AD203B41FA5}">
                      <a16:colId xmlns:a16="http://schemas.microsoft.com/office/drawing/2014/main" val="187016343"/>
                    </a:ext>
                  </a:extLst>
                </a:gridCol>
                <a:gridCol w="542970">
                  <a:extLst>
                    <a:ext uri="{9D8B030D-6E8A-4147-A177-3AD203B41FA5}">
                      <a16:colId xmlns:a16="http://schemas.microsoft.com/office/drawing/2014/main" val="3883545405"/>
                    </a:ext>
                  </a:extLst>
                </a:gridCol>
                <a:gridCol w="542970">
                  <a:extLst>
                    <a:ext uri="{9D8B030D-6E8A-4147-A177-3AD203B41FA5}">
                      <a16:colId xmlns:a16="http://schemas.microsoft.com/office/drawing/2014/main" val="4077985060"/>
                    </a:ext>
                  </a:extLst>
                </a:gridCol>
                <a:gridCol w="542970">
                  <a:extLst>
                    <a:ext uri="{9D8B030D-6E8A-4147-A177-3AD203B41FA5}">
                      <a16:colId xmlns:a16="http://schemas.microsoft.com/office/drawing/2014/main" val="438205324"/>
                    </a:ext>
                  </a:extLst>
                </a:gridCol>
                <a:gridCol w="542970">
                  <a:extLst>
                    <a:ext uri="{9D8B030D-6E8A-4147-A177-3AD203B41FA5}">
                      <a16:colId xmlns:a16="http://schemas.microsoft.com/office/drawing/2014/main" val="3708968642"/>
                    </a:ext>
                  </a:extLst>
                </a:gridCol>
                <a:gridCol w="542970">
                  <a:extLst>
                    <a:ext uri="{9D8B030D-6E8A-4147-A177-3AD203B41FA5}">
                      <a16:colId xmlns:a16="http://schemas.microsoft.com/office/drawing/2014/main" val="893647682"/>
                    </a:ext>
                  </a:extLst>
                </a:gridCol>
                <a:gridCol w="542970">
                  <a:extLst>
                    <a:ext uri="{9D8B030D-6E8A-4147-A177-3AD203B41FA5}">
                      <a16:colId xmlns:a16="http://schemas.microsoft.com/office/drawing/2014/main" val="2501162155"/>
                    </a:ext>
                  </a:extLst>
                </a:gridCol>
              </a:tblGrid>
              <a:tr h="14264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구분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’26.1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9625"/>
                  </a:ext>
                </a:extLst>
              </a:tr>
              <a:tr h="1510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수율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99.56%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99.68%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299687"/>
                  </a:ext>
                </a:extLst>
              </a:tr>
              <a:tr h="1510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NG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마킹 불량률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0.731%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0.584%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0.554%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0.556%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0.296%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0.224%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88929"/>
                  </a:ext>
                </a:extLst>
              </a:tr>
              <a:tr h="1510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Top3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Foil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노출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0.139%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0.111%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16890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Tab pitch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0.088%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40934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Tab burr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0.002%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271105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852BABF4-494A-34AF-1194-02DEAE6BB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743111"/>
              </p:ext>
            </p:extLst>
          </p:nvPr>
        </p:nvGraphicFramePr>
        <p:xfrm>
          <a:off x="5363997" y="4482211"/>
          <a:ext cx="4463207" cy="1111337"/>
        </p:xfrm>
        <a:graphic>
          <a:graphicData uri="http://schemas.openxmlformats.org/drawingml/2006/table">
            <a:tbl>
              <a:tblPr/>
              <a:tblGrid>
                <a:gridCol w="255179">
                  <a:extLst>
                    <a:ext uri="{9D8B030D-6E8A-4147-A177-3AD203B41FA5}">
                      <a16:colId xmlns:a16="http://schemas.microsoft.com/office/drawing/2014/main" val="3836864001"/>
                    </a:ext>
                  </a:extLst>
                </a:gridCol>
                <a:gridCol w="806028">
                  <a:extLst>
                    <a:ext uri="{9D8B030D-6E8A-4147-A177-3AD203B41FA5}">
                      <a16:colId xmlns:a16="http://schemas.microsoft.com/office/drawing/2014/main" val="187016343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883545405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4077985060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438205324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708968642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893647682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2501162155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2212067577"/>
                    </a:ext>
                  </a:extLst>
                </a:gridCol>
              </a:tblGrid>
              <a:tr h="14264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구분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’26.1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9625"/>
                  </a:ext>
                </a:extLst>
              </a:tr>
              <a:tr h="1510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수율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99.17%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99.39%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99.40%</a:t>
                      </a:r>
                      <a:endParaRPr lang="ko-KR" alt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405078"/>
                  </a:ext>
                </a:extLst>
              </a:tr>
              <a:tr h="1510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NG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마킹 불량률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0.441%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0.307%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0.288%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0.201%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0.196%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0.150%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0.194%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88929"/>
                  </a:ext>
                </a:extLst>
              </a:tr>
              <a:tr h="15106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Top4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CNTT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0.050%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16890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외관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_Tab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40934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Shoulder line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6359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Foil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노출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271105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AD4E2577-4C56-DD20-C006-E40F2271181D}"/>
              </a:ext>
            </a:extLst>
          </p:cNvPr>
          <p:cNvSpPr txBox="1"/>
          <p:nvPr/>
        </p:nvSpPr>
        <p:spPr>
          <a:xfrm>
            <a:off x="4917005" y="3917093"/>
            <a:ext cx="532265" cy="2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ESOT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9D9CA7-E0AB-A3D2-1FAA-4D82E0B8196A}"/>
              </a:ext>
            </a:extLst>
          </p:cNvPr>
          <p:cNvSpPr txBox="1"/>
          <p:nvPr/>
        </p:nvSpPr>
        <p:spPr>
          <a:xfrm>
            <a:off x="4909370" y="5026023"/>
            <a:ext cx="532265" cy="2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ESMI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7D3220-9330-96A4-8707-5DB93D0BDC12}"/>
              </a:ext>
            </a:extLst>
          </p:cNvPr>
          <p:cNvSpPr txBox="1"/>
          <p:nvPr/>
        </p:nvSpPr>
        <p:spPr>
          <a:xfrm>
            <a:off x="1080922" y="4367926"/>
            <a:ext cx="907157" cy="124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ctr" defTabSz="844083" rtl="0" eaLnBrk="1" fontAlgn="base" latinLnBrk="1" hangingPunct="1">
              <a:lnSpc>
                <a:spcPct val="90000"/>
              </a:lnSpc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7</a:t>
            </a:r>
            <a:r>
              <a:rPr kumimoji="1"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endParaRPr kumimoji="1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500DE4-B235-4010-D4F8-87B5504D00CE}"/>
              </a:ext>
            </a:extLst>
          </p:cNvPr>
          <p:cNvSpPr txBox="1"/>
          <p:nvPr/>
        </p:nvSpPr>
        <p:spPr>
          <a:xfrm>
            <a:off x="1599437" y="4367926"/>
            <a:ext cx="907157" cy="124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ctr" defTabSz="844083" rtl="0" eaLnBrk="1" fontAlgn="base" latinLnBrk="1" hangingPunct="1">
              <a:lnSpc>
                <a:spcPct val="90000"/>
              </a:lnSpc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9</a:t>
            </a:r>
            <a:r>
              <a:rPr kumimoji="1"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endParaRPr kumimoji="1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0B8509-A1DE-5FA0-148A-8FC559164976}"/>
              </a:ext>
            </a:extLst>
          </p:cNvPr>
          <p:cNvSpPr txBox="1"/>
          <p:nvPr/>
        </p:nvSpPr>
        <p:spPr>
          <a:xfrm>
            <a:off x="588676" y="2609774"/>
            <a:ext cx="907157" cy="124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ctr" defTabSz="844083" rtl="0" eaLnBrk="1" fontAlgn="base" latinLnBrk="1" hangingPunct="1">
              <a:lnSpc>
                <a:spcPct val="90000"/>
              </a:lnSpc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6</a:t>
            </a:r>
            <a:r>
              <a:rPr kumimoji="1"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endParaRPr kumimoji="1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079C19-60F4-857C-A983-93EC866D335C}"/>
              </a:ext>
            </a:extLst>
          </p:cNvPr>
          <p:cNvSpPr txBox="1"/>
          <p:nvPr/>
        </p:nvSpPr>
        <p:spPr>
          <a:xfrm>
            <a:off x="975668" y="2609774"/>
            <a:ext cx="907157" cy="124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ctr" defTabSz="844083" rtl="0" eaLnBrk="1" fontAlgn="base" latinLnBrk="1" hangingPunct="1">
              <a:lnSpc>
                <a:spcPct val="90000"/>
              </a:lnSpc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9</a:t>
            </a:r>
            <a:r>
              <a:rPr kumimoji="1"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endParaRPr kumimoji="1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37325-500B-54F7-046A-BF74FD4277B5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FBC2B-F45E-7E83-8561-D27CEFD20C9B}"/>
              </a:ext>
            </a:extLst>
          </p:cNvPr>
          <p:cNvSpPr txBox="1"/>
          <p:nvPr/>
        </p:nvSpPr>
        <p:spPr>
          <a:xfrm>
            <a:off x="806973" y="4728630"/>
            <a:ext cx="38397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indent="-164127" defTabSz="844083" fontAlgn="base" latinLnBrk="1">
              <a:lnSpc>
                <a:spcPts val="12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MI / OT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PD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</a:t>
            </a:r>
            <a:endParaRPr kumimoji="1" lang="ko-KR" altLang="en-US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A0B3E-29F9-9DC4-EBF6-AF4923AC0F36}"/>
              </a:ext>
            </a:extLst>
          </p:cNvPr>
          <p:cNvSpPr txBox="1"/>
          <p:nvPr/>
        </p:nvSpPr>
        <p:spPr>
          <a:xfrm>
            <a:off x="803306" y="4898057"/>
            <a:ext cx="4124892" cy="161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500"/>
              </a:lnSpc>
              <a:spcAft>
                <a:spcPct val="0"/>
              </a:spcAft>
              <a:buSzPct val="100000"/>
              <a:tabLst>
                <a:tab pos="85725" algn="l"/>
              </a:tabLst>
              <a:defRPr/>
            </a:pPr>
            <a:r>
              <a:rPr kumimoji="1" lang="ko-KR" altLang="en-US" sz="10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가감속</a:t>
            </a:r>
            <a:r>
              <a:rPr kumimoji="1" lang="ko-KR" altLang="en-US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구간 레이저 </a:t>
            </a:r>
            <a:r>
              <a:rPr kumimoji="1" lang="en-US" altLang="ko-KR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Power</a:t>
            </a:r>
            <a:r>
              <a:rPr kumimoji="1" lang="ko-KR" altLang="en-US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안정화 및 전극 주행 안정성 개선으로 미커팅으로 인한 </a:t>
            </a:r>
            <a:r>
              <a:rPr kumimoji="1" lang="en-US" altLang="ko-KR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PD Loss </a:t>
            </a:r>
            <a:r>
              <a:rPr kumimoji="1" lang="ko-KR" altLang="en-US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저감에</a:t>
            </a:r>
            <a:r>
              <a:rPr kumimoji="1" lang="en-US" altLang="ko-KR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기여 </a:t>
            </a:r>
            <a:r>
              <a:rPr kumimoji="1" lang="en-US" altLang="ko-KR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미커팅</a:t>
            </a:r>
            <a:r>
              <a:rPr kumimoji="1" lang="ko-KR" altLang="en-US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관련 </a:t>
            </a:r>
            <a:r>
              <a:rPr kumimoji="1" lang="en-US" altLang="ko-KR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PD </a:t>
            </a:r>
            <a:r>
              <a:rPr kumimoji="1" lang="ko-KR" altLang="en-US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지표 합산</a:t>
            </a:r>
            <a:r>
              <a:rPr kumimoji="1" lang="en-US" altLang="ko-KR" sz="10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OT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실적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: 0.84%(1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0.33%(6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3.3%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기여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-.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가속 구간 레이저 출력 조정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-. 3~5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Tension cut roll PID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수정 음극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▷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MI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실적 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1.14%(3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 0.25%(6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5.7% 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기여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R="0" lvl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-. 4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가속 구간 레이저 출력 조정 </a:t>
            </a:r>
            <a:r>
              <a:rPr kumimoji="1"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kumimoji="1"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kumimoji="1" lang="en-US" altLang="ko-KR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indent="0" fontAlgn="base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85725" algn="l"/>
              </a:tabLst>
              <a:defRPr/>
            </a:pPr>
            <a:r>
              <a:rPr kumimoji="1"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72EC076-4A61-6FEF-BAF9-1A1B63B3C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1224"/>
              </p:ext>
            </p:extLst>
          </p:nvPr>
        </p:nvGraphicFramePr>
        <p:xfrm>
          <a:off x="5363110" y="5698257"/>
          <a:ext cx="4431616" cy="929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550">
                  <a:extLst>
                    <a:ext uri="{9D8B030D-6E8A-4147-A177-3AD203B41FA5}">
                      <a16:colId xmlns:a16="http://schemas.microsoft.com/office/drawing/2014/main" val="711251850"/>
                    </a:ext>
                  </a:extLst>
                </a:gridCol>
                <a:gridCol w="606786">
                  <a:extLst>
                    <a:ext uri="{9D8B030D-6E8A-4147-A177-3AD203B41FA5}">
                      <a16:colId xmlns:a16="http://schemas.microsoft.com/office/drawing/2014/main" val="3372035683"/>
                    </a:ext>
                  </a:extLst>
                </a:gridCol>
                <a:gridCol w="608880">
                  <a:extLst>
                    <a:ext uri="{9D8B030D-6E8A-4147-A177-3AD203B41FA5}">
                      <a16:colId xmlns:a16="http://schemas.microsoft.com/office/drawing/2014/main" val="3153066624"/>
                    </a:ext>
                  </a:extLst>
                </a:gridCol>
                <a:gridCol w="608880">
                  <a:extLst>
                    <a:ext uri="{9D8B030D-6E8A-4147-A177-3AD203B41FA5}">
                      <a16:colId xmlns:a16="http://schemas.microsoft.com/office/drawing/2014/main" val="849987721"/>
                    </a:ext>
                  </a:extLst>
                </a:gridCol>
                <a:gridCol w="608880">
                  <a:extLst>
                    <a:ext uri="{9D8B030D-6E8A-4147-A177-3AD203B41FA5}">
                      <a16:colId xmlns:a16="http://schemas.microsoft.com/office/drawing/2014/main" val="470928352"/>
                    </a:ext>
                  </a:extLst>
                </a:gridCol>
                <a:gridCol w="608880">
                  <a:extLst>
                    <a:ext uri="{9D8B030D-6E8A-4147-A177-3AD203B41FA5}">
                      <a16:colId xmlns:a16="http://schemas.microsoft.com/office/drawing/2014/main" val="850842441"/>
                    </a:ext>
                  </a:extLst>
                </a:gridCol>
                <a:gridCol w="608880">
                  <a:extLst>
                    <a:ext uri="{9D8B030D-6E8A-4147-A177-3AD203B41FA5}">
                      <a16:colId xmlns:a16="http://schemas.microsoft.com/office/drawing/2014/main" val="3014304479"/>
                    </a:ext>
                  </a:extLst>
                </a:gridCol>
                <a:gridCol w="608880">
                  <a:extLst>
                    <a:ext uri="{9D8B030D-6E8A-4147-A177-3AD203B41FA5}">
                      <a16:colId xmlns:a16="http://schemas.microsoft.com/office/drawing/2014/main" val="415565486"/>
                    </a:ext>
                  </a:extLst>
                </a:gridCol>
              </a:tblGrid>
              <a:tr h="154991">
                <a:tc rowSpan="2"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월별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률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209347"/>
                  </a:ext>
                </a:extLst>
              </a:tr>
              <a:tr h="15499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’26.1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12464"/>
                  </a:ext>
                </a:extLst>
              </a:tr>
              <a:tr h="154991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OT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15.69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13.72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9.03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6.66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3.95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9640"/>
                  </a:ext>
                </a:extLst>
              </a:tr>
              <a:tr h="15499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미커팅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0.84%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1.27%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0.71%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444290"/>
                  </a:ext>
                </a:extLst>
              </a:tr>
              <a:tr h="154991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28.14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20.21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15.53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11.62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5.26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264036"/>
                  </a:ext>
                </a:extLst>
              </a:tr>
              <a:tr h="15499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미커팅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2.06%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1.48%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1.14%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0.99%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0.57%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0.25%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7568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7644878-F493-6658-20AF-78A9BCDA51F5}"/>
              </a:ext>
            </a:extLst>
          </p:cNvPr>
          <p:cNvSpPr txBox="1"/>
          <p:nvPr/>
        </p:nvSpPr>
        <p:spPr>
          <a:xfrm>
            <a:off x="7759034" y="5551542"/>
            <a:ext cx="20665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700">
                <a:solidFill>
                  <a:srgbClr val="007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700">
                <a:solidFill>
                  <a:srgbClr val="007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자동차 생산기획팀 워크플로우 참조</a:t>
            </a:r>
            <a:r>
              <a:rPr kumimoji="1" lang="en-US" altLang="ko-KR" sz="700">
                <a:solidFill>
                  <a:srgbClr val="007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(Top5 Total)</a:t>
            </a:r>
            <a:endParaRPr kumimoji="1" lang="ko-KR" altLang="en-US" sz="700">
              <a:solidFill>
                <a:srgbClr val="007F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41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실행 단추: 홈으로 이동 9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39A1E49-A695-4E11-AD54-491883C5442A}"/>
              </a:ext>
            </a:extLst>
          </p:cNvPr>
          <p:cNvSpPr/>
          <p:nvPr/>
        </p:nvSpPr>
        <p:spPr>
          <a:xfrm>
            <a:off x="9497362" y="352451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7FBD8A29-8C95-FF73-8654-80949C0D77B3}"/>
              </a:ext>
            </a:extLst>
          </p:cNvPr>
          <p:cNvSpPr txBox="1">
            <a:spLocks/>
          </p:cNvSpPr>
          <p:nvPr/>
        </p:nvSpPr>
        <p:spPr>
          <a:xfrm>
            <a:off x="134568" y="116449"/>
            <a:ext cx="531561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월별 진척사항 및 특이사항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</a:t>
            </a:r>
            <a:r>
              <a:rPr lang="en-US" altLang="ko-KR" sz="1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NFF</a:t>
            </a:r>
            <a:r>
              <a:rPr lang="ko-KR" altLang="en-US" sz="1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BM/PD</a:t>
            </a:r>
            <a:r>
              <a:rPr lang="ko-KR" altLang="en-US" sz="1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)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04C08B-5BE8-E5B9-AC9E-025EC59D7CEA}"/>
              </a:ext>
            </a:extLst>
          </p:cNvPr>
          <p:cNvSpPr/>
          <p:nvPr/>
        </p:nvSpPr>
        <p:spPr>
          <a:xfrm>
            <a:off x="183965" y="1186625"/>
            <a:ext cx="432048" cy="545520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업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무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D2CCA-C6C2-F189-9A40-432E61B7E31D}"/>
              </a:ext>
            </a:extLst>
          </p:cNvPr>
          <p:cNvSpPr txBox="1"/>
          <p:nvPr/>
        </p:nvSpPr>
        <p:spPr>
          <a:xfrm>
            <a:off x="773182" y="1212678"/>
            <a:ext cx="408734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NFF 2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BM/PD Loss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45D4D-31C3-2B9F-5ABC-15571DB7C686}"/>
              </a:ext>
            </a:extLst>
          </p:cNvPr>
          <p:cNvSpPr txBox="1"/>
          <p:nvPr/>
        </p:nvSpPr>
        <p:spPr>
          <a:xfrm>
            <a:off x="2610796" y="1253935"/>
            <a:ext cx="24929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 기반으로 사전 조치를 통한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3A646-18EC-A7C9-CFD9-C36A5FA1193F}"/>
              </a:ext>
            </a:extLst>
          </p:cNvPr>
          <p:cNvSpPr txBox="1"/>
          <p:nvPr/>
        </p:nvSpPr>
        <p:spPr>
          <a:xfrm>
            <a:off x="857957" y="1543218"/>
            <a:ext cx="4090484" cy="547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[</a:t>
            </a:r>
            <a:r>
              <a:rPr kumimoji="1" lang="ko-KR" alt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BM/PD Loss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대비 실적</a:t>
            </a:r>
            <a:b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현수준 대비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실적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27.6%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개선됨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현수준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18.9%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[6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실적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13.7%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166E61-25AF-3E78-88FC-9BCFCE298561}"/>
              </a:ext>
            </a:extLst>
          </p:cNvPr>
          <p:cNvSpPr txBox="1"/>
          <p:nvPr/>
        </p:nvSpPr>
        <p:spPr>
          <a:xfrm>
            <a:off x="2647008" y="1698995"/>
            <a:ext cx="14382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현수준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26.1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2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평균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220016-4A9E-04B3-9340-5E6DD26EBBDF}"/>
              </a:ext>
            </a:extLst>
          </p:cNvPr>
          <p:cNvSpPr txBox="1"/>
          <p:nvPr/>
        </p:nvSpPr>
        <p:spPr>
          <a:xfrm>
            <a:off x="857957" y="2217493"/>
            <a:ext cx="4090484" cy="547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 [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BM/PD Loss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대비 실적</a:t>
            </a:r>
            <a:b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현수준 대비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실적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45.5%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개선됨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현수준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27.6%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[6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실적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15.0%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FEED50-2081-E9EB-63E7-404919DF1130}"/>
              </a:ext>
            </a:extLst>
          </p:cNvPr>
          <p:cNvSpPr txBox="1"/>
          <p:nvPr/>
        </p:nvSpPr>
        <p:spPr>
          <a:xfrm>
            <a:off x="2647008" y="2373270"/>
            <a:ext cx="14382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현수준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26.1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2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평균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05F030-48A3-0B7E-8B20-1C3895E3ACFC}"/>
              </a:ext>
            </a:extLst>
          </p:cNvPr>
          <p:cNvSpPr txBox="1"/>
          <p:nvPr/>
        </p:nvSpPr>
        <p:spPr>
          <a:xfrm>
            <a:off x="773182" y="6060661"/>
            <a:ext cx="8217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① 와인더 주요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서보 모터는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 적용 사전 조치 중이며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실린더는 전체 개소를 대상으로 데이터 수집 중임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실린더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BM 0.12%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Vision(PC) 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사전 조치를 통해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0.12%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개선하였으며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조립은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관련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BM 0.10%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발생되어 사전 조치 시 해당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BM Loss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가능할 것으로 판단됨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Vision(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광량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: 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사례 분석을 통해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밝기값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모니터링을 통해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오검출에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의한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과검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불량률 및 관련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Loss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가능할 것으로 판단됨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관련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0.04%,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0.38%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FBC15823-A67B-8B5A-F7D0-FA74FC53D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93234"/>
              </p:ext>
            </p:extLst>
          </p:nvPr>
        </p:nvGraphicFramePr>
        <p:xfrm>
          <a:off x="857957" y="2959642"/>
          <a:ext cx="8811658" cy="3065538"/>
        </p:xfrm>
        <a:graphic>
          <a:graphicData uri="http://schemas.openxmlformats.org/drawingml/2006/table">
            <a:tbl>
              <a:tblPr/>
              <a:tblGrid>
                <a:gridCol w="1024053">
                  <a:extLst>
                    <a:ext uri="{9D8B030D-6E8A-4147-A177-3AD203B41FA5}">
                      <a16:colId xmlns:a16="http://schemas.microsoft.com/office/drawing/2014/main" val="754538255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2245714743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3841913920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678355358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913240978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1142572345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795379101"/>
                    </a:ext>
                  </a:extLst>
                </a:gridCol>
                <a:gridCol w="1112515">
                  <a:extLst>
                    <a:ext uri="{9D8B030D-6E8A-4147-A177-3AD203B41FA5}">
                      <a16:colId xmlns:a16="http://schemas.microsoft.com/office/drawing/2014/main" val="1429094949"/>
                    </a:ext>
                  </a:extLst>
                </a:gridCol>
              </a:tblGrid>
              <a:tr h="30958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1000" b="1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>
                      <a:noFill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1000" b="1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26.2Q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개선효과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개선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 효과</a:t>
                      </a: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26.4Q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기대효과</a:t>
                      </a: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48975"/>
                  </a:ext>
                </a:extLst>
              </a:tr>
              <a:tr h="309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521" marR="7521" marT="752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(4~6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521" marR="7521" marT="752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521" marR="7521" marT="752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915477"/>
                  </a:ext>
                </a:extLst>
              </a:tr>
              <a:tr h="268704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sz="1000" u="none" strike="noStrike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>
                      <a:noFill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</a:t>
                      </a:r>
                      <a:r>
                        <a:rPr lang="ko-KR" sz="1000" u="none" strike="noStrike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0.28%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0.26%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0.32%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887750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Vision(PC)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ko-KR" sz="9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ko-KR" sz="9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09953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광량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293981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레이저</a:t>
                      </a:r>
                      <a:r>
                        <a:rPr lang="en-US" alt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LLR</a:t>
                      </a:r>
                      <a:r>
                        <a:rPr lang="en-US" alt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0.13%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0.08%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0.08%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4418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ko-KR" sz="1000" b="1" u="none" strike="noStrike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0.40%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0.16%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0.56%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7604"/>
                  </a:ext>
                </a:extLst>
              </a:tr>
              <a:tr h="268704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>
                      <a:noFill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</a:t>
                      </a:r>
                      <a:r>
                        <a:rPr lang="ko-KR" sz="1000" u="none" strike="noStrike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0.50%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0.21%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0.29%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(1.3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0.29%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696561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Vision(PC)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702665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광량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65000"/>
                            </a:prst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미적용</a:t>
                      </a:r>
                      <a:endParaRPr kumimoji="0" lang="ko-KR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65000"/>
                          </a:prst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761511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레이저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산란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0.86%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0.29%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0.29%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03176"/>
                  </a:ext>
                </a:extLst>
              </a:tr>
              <a:tr h="238278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ko-KR" altLang="ko-KR" sz="1000" b="1" u="none" strike="noStrike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0.58%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0.48%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1.06%</a:t>
                      </a: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521" marR="7521" marT="7521" marB="0" anchor="ctr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728400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DD6CFB2-177D-8F5C-7D31-B7A82130202C}"/>
              </a:ext>
            </a:extLst>
          </p:cNvPr>
          <p:cNvSpPr txBox="1"/>
          <p:nvPr/>
        </p:nvSpPr>
        <p:spPr>
          <a:xfrm>
            <a:off x="6520017" y="3292737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66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6600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D07E35-BC60-6F72-5B76-A6B57CCDCDCC}"/>
              </a:ext>
            </a:extLst>
          </p:cNvPr>
          <p:cNvSpPr txBox="1"/>
          <p:nvPr/>
        </p:nvSpPr>
        <p:spPr>
          <a:xfrm>
            <a:off x="7558242" y="3138106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66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6600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BFA6C4-0495-8D04-2037-99DBD2C5D4F8}"/>
              </a:ext>
            </a:extLst>
          </p:cNvPr>
          <p:cNvSpPr txBox="1"/>
          <p:nvPr/>
        </p:nvSpPr>
        <p:spPr>
          <a:xfrm>
            <a:off x="9082242" y="3363517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66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6600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0AD1B2-E70D-EBE6-EFFC-119FC9A39082}"/>
              </a:ext>
            </a:extLst>
          </p:cNvPr>
          <p:cNvSpPr txBox="1"/>
          <p:nvPr/>
        </p:nvSpPr>
        <p:spPr>
          <a:xfrm>
            <a:off x="8891742" y="3363517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66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6600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E74C5C-49EB-A525-D054-8F0AAA719624}"/>
              </a:ext>
            </a:extLst>
          </p:cNvPr>
          <p:cNvSpPr txBox="1"/>
          <p:nvPr/>
        </p:nvSpPr>
        <p:spPr>
          <a:xfrm>
            <a:off x="8992398" y="3363517"/>
            <a:ext cx="2744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+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120CEE-E4B4-48A8-4770-AC24AAC2D7EB}"/>
              </a:ext>
            </a:extLst>
          </p:cNvPr>
          <p:cNvSpPr txBox="1"/>
          <p:nvPr/>
        </p:nvSpPr>
        <p:spPr>
          <a:xfrm>
            <a:off x="7443942" y="359205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①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238060-0BF6-2605-A006-F404E61C76A1}"/>
              </a:ext>
            </a:extLst>
          </p:cNvPr>
          <p:cNvSpPr txBox="1"/>
          <p:nvPr/>
        </p:nvSpPr>
        <p:spPr>
          <a:xfrm>
            <a:off x="6322440" y="384801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39DD708-9374-F563-D2D3-92FE36BD68FE}"/>
              </a:ext>
            </a:extLst>
          </p:cNvPr>
          <p:cNvSpPr txBox="1"/>
          <p:nvPr/>
        </p:nvSpPr>
        <p:spPr>
          <a:xfrm>
            <a:off x="7443942" y="408953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F36789-E2BC-4640-6C35-002DE693F183}"/>
              </a:ext>
            </a:extLst>
          </p:cNvPr>
          <p:cNvSpPr txBox="1"/>
          <p:nvPr/>
        </p:nvSpPr>
        <p:spPr>
          <a:xfrm>
            <a:off x="7443942" y="529630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756613-69E6-200C-8EF0-185AD6FE89A7}"/>
              </a:ext>
            </a:extLst>
          </p:cNvPr>
          <p:cNvSpPr txBox="1"/>
          <p:nvPr/>
        </p:nvSpPr>
        <p:spPr>
          <a:xfrm>
            <a:off x="7443942" y="50591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2659F1-805E-88EE-EAE5-58DD843B7C0A}"/>
              </a:ext>
            </a:extLst>
          </p:cNvPr>
          <p:cNvSpPr txBox="1"/>
          <p:nvPr/>
        </p:nvSpPr>
        <p:spPr>
          <a:xfrm>
            <a:off x="1815713" y="5314401"/>
            <a:ext cx="3161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86B568-C586-E5E8-9AD2-5A037463896C}"/>
              </a:ext>
            </a:extLst>
          </p:cNvPr>
          <p:cNvSpPr txBox="1"/>
          <p:nvPr/>
        </p:nvSpPr>
        <p:spPr>
          <a:xfrm>
            <a:off x="1815713" y="4083810"/>
            <a:ext cx="3161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6CA956-215E-3D86-6B5B-F5D05A81AD0C}"/>
              </a:ext>
            </a:extLst>
          </p:cNvPr>
          <p:cNvSpPr txBox="1"/>
          <p:nvPr/>
        </p:nvSpPr>
        <p:spPr>
          <a:xfrm>
            <a:off x="159632" y="567615"/>
            <a:ext cx="9294313" cy="789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 기반으로 사전 조치하여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2Q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월평균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BM/PD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예방한 효과는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0.40%,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0.58%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이며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Vision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통해 추가 개선 시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4Q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기준으로는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0.56%(+0.16%),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1.06%(+0.48%)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추가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가능할 것으로 판단됨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72EF-5765-D239-5579-B018B89C57A9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46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홈으로 이동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D64C017-CB33-2DE9-6A8A-0D8331FA08F5}"/>
              </a:ext>
            </a:extLst>
          </p:cNvPr>
          <p:cNvSpPr/>
          <p:nvPr/>
        </p:nvSpPr>
        <p:spPr>
          <a:xfrm>
            <a:off x="9605010" y="465945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제목 3">
            <a:extLst>
              <a:ext uri="{FF2B5EF4-FFF2-40B4-BE49-F238E27FC236}">
                <a16:creationId xmlns:a16="http://schemas.microsoft.com/office/drawing/2014/main" id="{671BDD23-0021-D5EF-85F4-D5C54ECA5CB1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316224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보조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공정별 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BM/PD Loss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트렌드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8D37A-C042-8D62-8F29-241271864CA9}"/>
              </a:ext>
            </a:extLst>
          </p:cNvPr>
          <p:cNvSpPr txBox="1"/>
          <p:nvPr/>
        </p:nvSpPr>
        <p:spPr>
          <a:xfrm>
            <a:off x="4497248" y="6650310"/>
            <a:ext cx="723275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2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5EF7DB-06F9-621C-F58D-CA300A46BD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422"/>
          <a:stretch>
            <a:fillRect/>
          </a:stretch>
        </p:blipFill>
        <p:spPr>
          <a:xfrm>
            <a:off x="62980" y="571585"/>
            <a:ext cx="7925445" cy="25075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FCD7B4E-5C18-91F9-1E70-10F936751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69" y="3250242"/>
            <a:ext cx="9519726" cy="230147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F20EA9E-331E-ABC4-DBCF-374E9CBE65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1" t="59216" r="40989"/>
          <a:stretch>
            <a:fillRect/>
          </a:stretch>
        </p:blipFill>
        <p:spPr>
          <a:xfrm>
            <a:off x="4730619" y="1104359"/>
            <a:ext cx="5138057" cy="19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3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671BDD23-0021-D5EF-85F4-D5C54ECA5CB1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316224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보조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공정별 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BM/PD Loss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트렌드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A85A62A-2E81-88BF-0C99-0BC7E4F10BEA}"/>
              </a:ext>
            </a:extLst>
          </p:cNvPr>
          <p:cNvSpPr/>
          <p:nvPr/>
        </p:nvSpPr>
        <p:spPr>
          <a:xfrm>
            <a:off x="9605010" y="465945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FAFCDBB-9B9D-AD21-3C84-F29DCF350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743"/>
            <a:ext cx="9906000" cy="5540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97FBD-1801-A082-A204-1659012D95AF}"/>
              </a:ext>
            </a:extLst>
          </p:cNvPr>
          <p:cNvSpPr txBox="1"/>
          <p:nvPr/>
        </p:nvSpPr>
        <p:spPr>
          <a:xfrm>
            <a:off x="4497248" y="6650310"/>
            <a:ext cx="723275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2 / 2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13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0"/>
</p:tagLst>
</file>

<file path=ppt/theme/theme1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6803</Words>
  <Application>Microsoft Office PowerPoint</Application>
  <PresentationFormat>A4 용지(210x297mm)</PresentationFormat>
  <Paragraphs>1494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12</vt:i4>
      </vt:variant>
    </vt:vector>
  </HeadingPairs>
  <TitlesOfParts>
    <vt:vector size="25" baseType="lpstr">
      <vt:lpstr>LG스마트체 Regular</vt:lpstr>
      <vt:lpstr>LG스마트체2.0 Bold</vt:lpstr>
      <vt:lpstr>LG스마트체2.0 Regular</vt:lpstr>
      <vt:lpstr>LG스마트체2.0 SemiBold</vt:lpstr>
      <vt:lpstr>굴림</vt:lpstr>
      <vt:lpstr>맑은 고딕</vt:lpstr>
      <vt:lpstr>Arial</vt:lpstr>
      <vt:lpstr>Arial Narrow</vt:lpstr>
      <vt:lpstr>Calibri</vt:lpstr>
      <vt:lpstr>Wingdings</vt:lpstr>
      <vt:lpstr>19_기본 디자인</vt:lpstr>
      <vt:lpstr>Office 테마</vt:lpstr>
      <vt:lpstr>3_Office 테마</vt:lpstr>
      <vt:lpstr>FDC DX담당 7월 업무 보고</vt:lpstr>
      <vt:lpstr>PowerPoint 프레젠테이션</vt:lpstr>
      <vt:lpstr>PowerPoint 프레젠테이션</vt:lpstr>
      <vt:lpstr>2. KPI 6월 진척 사항 (1/5)</vt:lpstr>
      <vt:lpstr>PowerPoint 프레젠테이션</vt:lpstr>
      <vt:lpstr>2. KPI 6월 진척 사항 (3/5)</vt:lpstr>
      <vt:lpstr>2. KPI 6월 진척 사항 (4/5)</vt:lpstr>
      <vt:lpstr>2. KPI 6월 진척 사항 (5/5)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박정우(Jeong Woo Park)[jeongwoo]/팀장/경영전략2팀</dc:creator>
  <cp:lastModifiedBy>이재후(JAEHU LEE)[jaehu]/사원/제조DX.기획팀</cp:lastModifiedBy>
  <cp:revision>7</cp:revision>
  <cp:lastPrinted>2025-01-07T12:13:12Z</cp:lastPrinted>
  <dcterms:modified xsi:type="dcterms:W3CDTF">2026-07-16T06:01:20Z</dcterms:modified>
</cp:coreProperties>
</file>