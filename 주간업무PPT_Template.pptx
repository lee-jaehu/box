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147482079" r:id="rId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252" y="78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750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013379"/>
              </p:ext>
            </p:extLst>
          </p:nvPr>
        </p:nvGraphicFramePr>
        <p:xfrm>
          <a:off x="125047" y="866775"/>
          <a:ext cx="9644176" cy="3187285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ko-KR" sz="900" b="1" i="0" u="none" strike="noStrike" baseline="0" noProof="0" dirty="0">
                          <a:solidFill>
                            <a:schemeClr val="bg1"/>
                          </a:solidFill>
                          <a:effectLst/>
                          <a:latin typeface="Malgun Gothic"/>
                          <a:ea typeface="Malgun Gothic"/>
                        </a:rPr>
                        <a:t>금주 진행사항 (</a:t>
                      </a:r>
                      <a:r>
                        <a:rPr lang="en-US" altLang="ko-KR" sz="900" b="1" i="0" u="none" strike="noStrike" baseline="0" noProof="0" dirty="0">
                          <a:solidFill>
                            <a:schemeClr val="bg1"/>
                          </a:solidFill>
                          <a:effectLst/>
                          <a:latin typeface="Malgun Gothic"/>
                          <a:ea typeface="Malgun Gothic"/>
                        </a:rPr>
                        <a:t>WOO</a:t>
                      </a:r>
                      <a:r>
                        <a:rPr lang="ko-KR" altLang="ko-KR" sz="900" b="1" i="0" u="none" strike="noStrike" baseline="0" noProof="0" dirty="0">
                          <a:solidFill>
                            <a:schemeClr val="bg1"/>
                          </a:solidFill>
                          <a:effectLst/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en-US" altLang="ko-KR" sz="900" b="1" i="0" u="none" strike="noStrike" baseline="0" noProof="0" dirty="0">
                          <a:solidFill>
                            <a:schemeClr val="bg1"/>
                          </a:solidFill>
                          <a:effectLst/>
                          <a:latin typeface="Malgun Gothic"/>
                          <a:ea typeface="Malgun Gothic"/>
                        </a:rPr>
                        <a:t> (</a:t>
                      </a:r>
                      <a:r>
                        <a:rPr lang="ko-KR" altLang="en-US" sz="900" b="1" i="0" u="none" strike="noStrike" baseline="0" noProof="0" dirty="0">
                          <a:solidFill>
                            <a:schemeClr val="bg1"/>
                          </a:solidFill>
                          <a:effectLst/>
                          <a:latin typeface="Malgun Gothic"/>
                          <a:ea typeface="Malgun Gothic"/>
                        </a:rPr>
                        <a:t>작성주차</a:t>
                      </a:r>
                      <a:r>
                        <a:rPr lang="en-US" altLang="ko-KR" sz="900" b="1" i="0" u="none" strike="noStrike" baseline="0" noProof="0" dirty="0">
                          <a:solidFill>
                            <a:schemeClr val="bg1"/>
                          </a:solidFill>
                          <a:effectLst/>
                          <a:latin typeface="Malgun Gothic"/>
                          <a:ea typeface="Malgun Gothic"/>
                        </a:rPr>
                        <a:t>)</a:t>
                      </a:r>
                      <a:endParaRPr lang="ko-KR" dirty="0"/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맑은 고딕"/>
                          <a:ea typeface="맑은 고딕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 Narrow"/>
                          <a:ea typeface="맑은 고딕"/>
                        </a:rPr>
                        <a:t>과제명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대상 법인</a:t>
                      </a:r>
                      <a:r>
                        <a:rPr lang="en-US" altLang="ko-K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, </a:t>
                      </a:r>
                      <a:r>
                        <a:rPr lang="ko-KR" altLang="en-US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라인</a:t>
                      </a:r>
                      <a:r>
                        <a:rPr lang="en-US" altLang="ko-K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, </a:t>
                      </a:r>
                      <a:r>
                        <a:rPr lang="ko-KR" altLang="en-US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호기</a:t>
                      </a:r>
                      <a:r>
                        <a:rPr lang="en-US" altLang="ko-KR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, </a:t>
                      </a:r>
                      <a:r>
                        <a:rPr lang="ko-KR" altLang="en-US" sz="9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모델</a:t>
                      </a:r>
                      <a:endParaRPr lang="en-US" altLang="ko-KR" sz="900" b="0" i="0" u="none" strike="noStrike" noProof="0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맑은 고딕"/>
                          <a:cs typeface="+mn-cs"/>
                        </a:rPr>
                        <a:t>금주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맑은 고딕"/>
                          <a:cs typeface="+mn-cs"/>
                        </a:rPr>
                        <a:t>(WOO)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맑은 고딕"/>
                          <a:cs typeface="+mn-cs"/>
                        </a:rPr>
                        <a:t>에는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맑은 고딕"/>
                          <a:cs typeface="+mn-cs"/>
                        </a:rPr>
                        <a:t>XXX  -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맑은 고딕"/>
                          <a:cs typeface="+mn-cs"/>
                        </a:rPr>
                        <a:t>현황 요약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맑은 고딕"/>
                          <a:cs typeface="+mn-cs"/>
                        </a:rPr>
                        <a:t>(1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맑은 고딕"/>
                          <a:cs typeface="+mn-cs"/>
                        </a:rPr>
                        <a:t>줄 이내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맑은 고딕"/>
                          <a:cs typeface="+mn-cs"/>
                        </a:rPr>
                        <a:t>)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완료 목표 일정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  <a:ea typeface="맑은 고딕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맑은 고딕"/>
                        </a:rPr>
                        <a:t>담당자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89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과제 배경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목적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일정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진척 현황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향후 계획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, (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가로 최대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50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자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세로 최대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줄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1381789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■ </a:t>
            </a:r>
            <a:r>
              <a:rPr lang="ko-KR" altLang="en-US" sz="1400" b="1" dirty="0">
                <a:solidFill>
                  <a:prstClr val="black"/>
                </a:solidFill>
                <a:latin typeface="Arial Narrow"/>
                <a:ea typeface="맑은 고딕"/>
                <a:cs typeface="Malgun Gothic Semilight"/>
              </a:rPr>
              <a:t>과제명 및 </a:t>
            </a:r>
            <a:r>
              <a:rPr lang="ko-KR" altLang="en-US" sz="1400" b="1" dirty="0" err="1">
                <a:solidFill>
                  <a:prstClr val="black"/>
                </a:solidFill>
                <a:latin typeface="Arial Narrow"/>
                <a:ea typeface="맑은 고딕"/>
                <a:cs typeface="Malgun Gothic Semilight"/>
              </a:rPr>
              <a:t>회차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맑은 고딕"/>
              <a:cs typeface="Malgun Gothic Semilight"/>
            </a:endParaRPr>
          </a:p>
        </p:txBody>
      </p:sp>
      <p:sp>
        <p:nvSpPr>
          <p:cNvPr id="64" name="제목 1"/>
          <p:cNvSpPr txBox="1">
            <a:spLocks/>
          </p:cNvSpPr>
          <p:nvPr/>
        </p:nvSpPr>
        <p:spPr>
          <a:xfrm>
            <a:off x="124961" y="132021"/>
            <a:ext cx="4766048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1. 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_OOOO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팀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(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과제 구분 및 </a:t>
            </a:r>
            <a:r>
              <a:rPr kumimoji="1" lang="ko-KR" altLang="en-US" sz="18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팀명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)</a:t>
            </a:r>
            <a:endParaRPr kumimoji="1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맑은 고딕"/>
              <a:cs typeface="Malgun Gothic Semi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04078" y="572550"/>
            <a:ext cx="1465145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 Smart_H Regular"/>
                <a:cs typeface="Malgun Gothic Semilight"/>
              </a:rPr>
              <a:t>업데이트 시간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 Smart_H Regular"/>
                <a:cs typeface="Malgun Gothic Semilight"/>
              </a:rPr>
              <a:t>: 6/9 17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 Smart_H Regular"/>
                <a:cs typeface="Malgun Gothic Semilight"/>
              </a:rPr>
              <a:t>시</a:t>
            </a:r>
          </a:p>
        </p:txBody>
      </p:sp>
      <p:sp>
        <p:nvSpPr>
          <p:cNvPr id="8" name="내용 개체 틀 20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801604" y="403273"/>
            <a:ext cx="979435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: </a:t>
            </a:r>
            <a:r>
              <a:rPr lang="ko-KR" altLang="en-US" sz="1100" dirty="0">
                <a:solidFill>
                  <a:prstClr val="black"/>
                </a:solidFill>
                <a:latin typeface="LG스마트체 Regular"/>
                <a:ea typeface="LG스마트체 Regular"/>
                <a:cs typeface="Malgun Gothic Semilight"/>
              </a:rPr>
              <a:t>이재후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/>
                <a:ea typeface="LG스마트체 Regular"/>
                <a:cs typeface="Malgun Gothic Semilight"/>
              </a:rPr>
              <a:t>S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/>
              <a:ea typeface="LG스마트체 Regular"/>
              <a:cs typeface="Malgun Gothic Semilight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52DAFB26-B5CA-19B5-EE4C-095C97040874}"/>
              </a:ext>
            </a:extLst>
          </p:cNvPr>
          <p:cNvSpPr txBox="1">
            <a:spLocks/>
          </p:cNvSpPr>
          <p:nvPr/>
        </p:nvSpPr>
        <p:spPr>
          <a:xfrm>
            <a:off x="10080450" y="703735"/>
            <a:ext cx="5917004" cy="3111621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latin typeface="Arial Narrow"/>
                <a:ea typeface="맑은 고딕"/>
                <a:cs typeface="Malgun Gothic Semilight"/>
              </a:rPr>
              <a:t>표를 어떻게 </a:t>
            </a:r>
            <a:r>
              <a:rPr lang="ko-KR" altLang="en-US" sz="1800" dirty="0" err="1">
                <a:latin typeface="Arial Narrow"/>
                <a:ea typeface="맑은 고딕"/>
                <a:cs typeface="Malgun Gothic Semilight"/>
              </a:rPr>
              <a:t>넣어야할까</a:t>
            </a:r>
            <a:endParaRPr lang="en-US" altLang="ko-KR" sz="1800" dirty="0">
              <a:latin typeface="Arial Narrow"/>
              <a:ea typeface="맑은 고딕"/>
              <a:cs typeface="Malgun Gothic Semiligh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업무의 특성별로 마일스톤이 </a:t>
            </a:r>
            <a:r>
              <a:rPr kumimoji="1" lang="ko-KR" altLang="en-US" sz="18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다를텐데</a:t>
            </a:r>
            <a:r>
              <a:rPr lang="ko-KR" altLang="en-US" sz="1800" dirty="0">
                <a:latin typeface="Arial Narrow"/>
                <a:ea typeface="맑은 고딕"/>
                <a:cs typeface="Malgun Gothic Semilight"/>
              </a:rPr>
              <a:t> 여러 케이스 검토</a:t>
            </a:r>
            <a:r>
              <a:rPr lang="en-US" altLang="ko-KR" sz="1800" dirty="0">
                <a:latin typeface="Arial Narrow"/>
                <a:ea typeface="맑은 고딕"/>
                <a:cs typeface="Malgun Gothic Semilight"/>
              </a:rPr>
              <a:t>..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맑은 고딕"/>
              <a:cs typeface="Malgun Gothic Semiligh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가로 최대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50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자</a:t>
            </a:r>
            <a:endParaRPr kumimoji="1" lang="en-US" altLang="ko-KR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맑은 고딕"/>
              <a:cs typeface="Malgun Gothic Semiligh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latin typeface="Arial Narrow"/>
                <a:ea typeface="맑은 고딕"/>
                <a:cs typeface="Malgun Gothic Semilight"/>
              </a:rPr>
              <a:t>세로 최대 </a:t>
            </a:r>
            <a:r>
              <a:rPr lang="en-US" altLang="ko-KR" sz="1800" dirty="0">
                <a:latin typeface="Arial Narrow"/>
                <a:ea typeface="맑은 고딕"/>
                <a:cs typeface="Malgun Gothic Semilight"/>
              </a:rPr>
              <a:t>20</a:t>
            </a:r>
            <a:r>
              <a:rPr lang="ko-KR" altLang="en-US" sz="1800" dirty="0">
                <a:latin typeface="Arial Narrow"/>
                <a:ea typeface="맑은 고딕"/>
                <a:cs typeface="Malgun Gothic Semilight"/>
              </a:rPr>
              <a:t>줄</a:t>
            </a:r>
            <a:endParaRPr kumimoji="1" lang="en-US" altLang="ko-KR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맑은 고딕"/>
              <a:cs typeface="Malgun Gothic Semiligh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dirty="0">
              <a:latin typeface="Arial Narrow"/>
              <a:ea typeface="맑은 고딕"/>
              <a:cs typeface="Malgun Gothic Semiligh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PJT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dirty="0">
                <a:latin typeface="Arial Narrow"/>
                <a:ea typeface="맑은 고딕"/>
                <a:cs typeface="Malgun Gothic Semilight"/>
              </a:rPr>
              <a:t> </a:t>
            </a:r>
            <a:r>
              <a:rPr lang="ko-KR" altLang="en-US" sz="1800" dirty="0">
                <a:latin typeface="Arial Narrow"/>
                <a:ea typeface="맑은 고딕"/>
                <a:cs typeface="Malgun Gothic Semilight"/>
              </a:rPr>
              <a:t>ㄴ </a:t>
            </a:r>
            <a:r>
              <a:rPr lang="en-US" altLang="ko-KR" sz="1800" dirty="0">
                <a:latin typeface="Arial Narrow"/>
                <a:ea typeface="맑은 고딕"/>
                <a:cs typeface="Malgun Gothic Semilight"/>
              </a:rPr>
              <a:t>Daily (</a:t>
            </a:r>
            <a:r>
              <a:rPr lang="en-US" altLang="ko-KR" sz="1800" dirty="0" err="1">
                <a:latin typeface="Arial Narrow"/>
                <a:ea typeface="맑은 고딕"/>
                <a:cs typeface="Malgun Gothic Semilight"/>
              </a:rPr>
              <a:t>yy</a:t>
            </a:r>
            <a:r>
              <a:rPr lang="en-US" altLang="ko-KR" sz="1800" dirty="0">
                <a:latin typeface="Arial Narrow"/>
                <a:ea typeface="맑은 고딕"/>
                <a:cs typeface="Malgun Gothic Semilight"/>
              </a:rPr>
              <a:t>-mm-dd)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      </a:t>
            </a:r>
            <a:r>
              <a:rPr kumimoji="1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ㄴ </a:t>
            </a:r>
            <a:r>
              <a:rPr kumimoji="1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맑은 고딕"/>
                <a:cs typeface="Malgun Gothic Semilight"/>
              </a:rPr>
              <a:t>pics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dirty="0">
                <a:latin typeface="Arial Narrow"/>
                <a:ea typeface="맑은 고딕"/>
                <a:cs typeface="Malgun Gothic Semilight"/>
              </a:rPr>
              <a:t>      </a:t>
            </a:r>
            <a:r>
              <a:rPr lang="ko-KR" altLang="en-US" sz="1800" dirty="0">
                <a:latin typeface="Arial Narrow"/>
                <a:ea typeface="맑은 고딕"/>
                <a:cs typeface="Malgun Gothic Semilight"/>
              </a:rPr>
              <a:t>ㄴ </a:t>
            </a:r>
            <a:r>
              <a:rPr lang="en-US" altLang="ko-KR" sz="1800" dirty="0" err="1">
                <a:latin typeface="Arial Narrow"/>
                <a:ea typeface="맑은 고딕"/>
                <a:cs typeface="Malgun Gothic Semilight"/>
              </a:rPr>
              <a:t>json</a:t>
            </a:r>
            <a:endParaRPr kumimoji="1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맑은 고딕"/>
              <a:cs typeface="Malgun Gothic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408083786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787</TotalTime>
  <Words>124</Words>
  <Application>Microsoft Office PowerPoint</Application>
  <PresentationFormat>A4 용지(210x297mm)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LG스마트체 Regular</vt:lpstr>
      <vt:lpstr>맑은 고딕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46</cp:revision>
  <cp:lastPrinted>2022-03-03T00:02:18Z</cp:lastPrinted>
  <dcterms:modified xsi:type="dcterms:W3CDTF">2026-10-02T06:09:54Z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